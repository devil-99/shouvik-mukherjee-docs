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viewProps" Target="viewProps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ustomXml" Target="../customXml/item3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2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23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Relationship Id="rId26" Type="http://schemas.openxmlformats.org/officeDocument/2006/relationships/image" Target="../media/image33.png"/><Relationship Id="rId27" Type="http://schemas.openxmlformats.org/officeDocument/2006/relationships/image" Target="../media/image34.png"/><Relationship Id="rId28" Type="http://schemas.openxmlformats.org/officeDocument/2006/relationships/image" Target="../media/image35.png"/><Relationship Id="rId29" Type="http://schemas.openxmlformats.org/officeDocument/2006/relationships/image" Target="../media/image36.png"/><Relationship Id="rId30" Type="http://schemas.openxmlformats.org/officeDocument/2006/relationships/image" Target="../media/image37.png"/><Relationship Id="rId31" Type="http://schemas.openxmlformats.org/officeDocument/2006/relationships/image" Target="../media/image38.png"/><Relationship Id="rId32" Type="http://schemas.openxmlformats.org/officeDocument/2006/relationships/image" Target="../media/image39.png"/><Relationship Id="rId33" Type="http://schemas.openxmlformats.org/officeDocument/2006/relationships/image" Target="../media/image40.png"/><Relationship Id="rId34" Type="http://schemas.openxmlformats.org/officeDocument/2006/relationships/image" Target="../media/image41.png"/><Relationship Id="rId35" Type="http://schemas.openxmlformats.org/officeDocument/2006/relationships/image" Target="../media/image42.png"/><Relationship Id="rId36" Type="http://schemas.openxmlformats.org/officeDocument/2006/relationships/image" Target="../media/image43.png"/><Relationship Id="rId37" Type="http://schemas.openxmlformats.org/officeDocument/2006/relationships/image" Target="../media/image44.png"/><Relationship Id="rId38" Type="http://schemas.openxmlformats.org/officeDocument/2006/relationships/image" Target="../media/image45.png"/><Relationship Id="rId39" Type="http://schemas.openxmlformats.org/officeDocument/2006/relationships/image" Target="../media/image46.png"/><Relationship Id="rId40" Type="http://schemas.openxmlformats.org/officeDocument/2006/relationships/image" Target="../media/image47.png"/><Relationship Id="rId41" Type="http://schemas.openxmlformats.org/officeDocument/2006/relationships/image" Target="../media/image48.png"/><Relationship Id="rId42" Type="http://schemas.openxmlformats.org/officeDocument/2006/relationships/image" Target="../media/image49.png"/><Relationship Id="rId43" Type="http://schemas.openxmlformats.org/officeDocument/2006/relationships/image" Target="../media/image50.png"/><Relationship Id="rId44" Type="http://schemas.openxmlformats.org/officeDocument/2006/relationships/image" Target="../media/image51.png"/><Relationship Id="rId45" Type="http://schemas.openxmlformats.org/officeDocument/2006/relationships/image" Target="../media/image52.png"/><Relationship Id="rId46" Type="http://schemas.openxmlformats.org/officeDocument/2006/relationships/image" Target="../media/image53.png"/><Relationship Id="rId47" Type="http://schemas.openxmlformats.org/officeDocument/2006/relationships/image" Target="../media/image54.png"/><Relationship Id="rId48" Type="http://schemas.openxmlformats.org/officeDocument/2006/relationships/image" Target="../media/image55.png"/><Relationship Id="rId49" Type="http://schemas.openxmlformats.org/officeDocument/2006/relationships/image" Target="../media/image56.png"/><Relationship Id="rId50" Type="http://schemas.openxmlformats.org/officeDocument/2006/relationships/image" Target="../media/image57.png"/><Relationship Id="rId51" Type="http://schemas.openxmlformats.org/officeDocument/2006/relationships/image" Target="../media/image58.png"/><Relationship Id="rId52" Type="http://schemas.openxmlformats.org/officeDocument/2006/relationships/image" Target="../media/image59.png"/><Relationship Id="rId53" Type="http://schemas.openxmlformats.org/officeDocument/2006/relationships/image" Target="../media/image60.png"/><Relationship Id="rId54" Type="http://schemas.openxmlformats.org/officeDocument/2006/relationships/image" Target="../media/image61.png"/><Relationship Id="rId55" Type="http://schemas.openxmlformats.org/officeDocument/2006/relationships/image" Target="../media/image62.png"/><Relationship Id="rId56" Type="http://schemas.openxmlformats.org/officeDocument/2006/relationships/image" Target="../media/image6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81.png"/><Relationship Id="rId20" Type="http://schemas.openxmlformats.org/officeDocument/2006/relationships/image" Target="../media/image8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108.png"/><Relationship Id="rId20" Type="http://schemas.openxmlformats.org/officeDocument/2006/relationships/image" Target="../media/image109.png"/><Relationship Id="rId21" Type="http://schemas.openxmlformats.org/officeDocument/2006/relationships/image" Target="../media/image110.png"/><Relationship Id="rId22" Type="http://schemas.openxmlformats.org/officeDocument/2006/relationships/image" Target="../media/image111.png"/><Relationship Id="rId23" Type="http://schemas.openxmlformats.org/officeDocument/2006/relationships/image" Target="../media/image112.png"/><Relationship Id="rId24" Type="http://schemas.openxmlformats.org/officeDocument/2006/relationships/image" Target="../media/image113.png"/><Relationship Id="rId25" Type="http://schemas.openxmlformats.org/officeDocument/2006/relationships/image" Target="../media/image114.png"/><Relationship Id="rId26" Type="http://schemas.openxmlformats.org/officeDocument/2006/relationships/image" Target="../media/image115.png"/><Relationship Id="rId27" Type="http://schemas.openxmlformats.org/officeDocument/2006/relationships/image" Target="../media/image116.png"/><Relationship Id="rId28" Type="http://schemas.openxmlformats.org/officeDocument/2006/relationships/image" Target="../media/image117.png"/><Relationship Id="rId29" Type="http://schemas.openxmlformats.org/officeDocument/2006/relationships/image" Target="../media/image118.png"/><Relationship Id="rId30" Type="http://schemas.openxmlformats.org/officeDocument/2006/relationships/image" Target="../media/image119.png"/><Relationship Id="rId31" Type="http://schemas.openxmlformats.org/officeDocument/2006/relationships/image" Target="../media/image120.png"/><Relationship Id="rId32" Type="http://schemas.openxmlformats.org/officeDocument/2006/relationships/image" Target="../media/image121.png"/><Relationship Id="rId33" Type="http://schemas.openxmlformats.org/officeDocument/2006/relationships/image" Target="../media/image122.png"/><Relationship Id="rId34" Type="http://schemas.openxmlformats.org/officeDocument/2006/relationships/image" Target="../media/image123.png"/><Relationship Id="rId35" Type="http://schemas.openxmlformats.org/officeDocument/2006/relationships/image" Target="../media/image124.png"/><Relationship Id="rId36" Type="http://schemas.openxmlformats.org/officeDocument/2006/relationships/image" Target="../media/image125.png"/><Relationship Id="rId37" Type="http://schemas.openxmlformats.org/officeDocument/2006/relationships/image" Target="../media/image126.png"/><Relationship Id="rId38" Type="http://schemas.openxmlformats.org/officeDocument/2006/relationships/image" Target="../media/image127.png"/><Relationship Id="rId39" Type="http://schemas.openxmlformats.org/officeDocument/2006/relationships/image" Target="../media/image128.png"/><Relationship Id="rId40" Type="http://schemas.openxmlformats.org/officeDocument/2006/relationships/image" Target="../media/image129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Relationship Id="rId10" Type="http://schemas.openxmlformats.org/officeDocument/2006/relationships/image" Target="../media/image138.png"/><Relationship Id="rId11" Type="http://schemas.openxmlformats.org/officeDocument/2006/relationships/image" Target="../media/image139.png"/><Relationship Id="rId12" Type="http://schemas.openxmlformats.org/officeDocument/2006/relationships/image" Target="../media/image140.png"/><Relationship Id="rId13" Type="http://schemas.openxmlformats.org/officeDocument/2006/relationships/image" Target="../media/image141.png"/><Relationship Id="rId14" Type="http://schemas.openxmlformats.org/officeDocument/2006/relationships/image" Target="../media/image142.png"/><Relationship Id="rId15" Type="http://schemas.openxmlformats.org/officeDocument/2006/relationships/image" Target="../media/image143.png"/><Relationship Id="rId16" Type="http://schemas.openxmlformats.org/officeDocument/2006/relationships/image" Target="../media/image144.png"/><Relationship Id="rId17" Type="http://schemas.openxmlformats.org/officeDocument/2006/relationships/image" Target="../media/image145.png"/><Relationship Id="rId18" Type="http://schemas.openxmlformats.org/officeDocument/2006/relationships/image" Target="../media/image146.png"/><Relationship Id="rId19" Type="http://schemas.openxmlformats.org/officeDocument/2006/relationships/image" Target="../media/image147.png"/><Relationship Id="rId20" Type="http://schemas.openxmlformats.org/officeDocument/2006/relationships/image" Target="../media/image148.png"/><Relationship Id="rId21" Type="http://schemas.openxmlformats.org/officeDocument/2006/relationships/image" Target="../media/image149.png"/><Relationship Id="rId22" Type="http://schemas.openxmlformats.org/officeDocument/2006/relationships/image" Target="../media/image150.png"/><Relationship Id="rId23" Type="http://schemas.openxmlformats.org/officeDocument/2006/relationships/image" Target="../media/image151.png"/><Relationship Id="rId24" Type="http://schemas.openxmlformats.org/officeDocument/2006/relationships/image" Target="../media/image152.png"/><Relationship Id="rId25" Type="http://schemas.openxmlformats.org/officeDocument/2006/relationships/image" Target="../media/image153.png"/><Relationship Id="rId26" Type="http://schemas.openxmlformats.org/officeDocument/2006/relationships/image" Target="../media/image154.png"/><Relationship Id="rId27" Type="http://schemas.openxmlformats.org/officeDocument/2006/relationships/image" Target="../media/image155.png"/><Relationship Id="rId28" Type="http://schemas.openxmlformats.org/officeDocument/2006/relationships/image" Target="../media/image156.png"/><Relationship Id="rId29" Type="http://schemas.openxmlformats.org/officeDocument/2006/relationships/image" Target="../media/image157.png"/><Relationship Id="rId30" Type="http://schemas.openxmlformats.org/officeDocument/2006/relationships/image" Target="../media/image158.png"/><Relationship Id="rId31" Type="http://schemas.openxmlformats.org/officeDocument/2006/relationships/image" Target="../media/image159.png"/><Relationship Id="rId32" Type="http://schemas.openxmlformats.org/officeDocument/2006/relationships/image" Target="../media/image160.png"/><Relationship Id="rId33" Type="http://schemas.openxmlformats.org/officeDocument/2006/relationships/image" Target="../media/image161.png"/><Relationship Id="rId34" Type="http://schemas.openxmlformats.org/officeDocument/2006/relationships/image" Target="../media/image162.png"/><Relationship Id="rId35" Type="http://schemas.openxmlformats.org/officeDocument/2006/relationships/image" Target="../media/image16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Relationship Id="rId8" Type="http://schemas.openxmlformats.org/officeDocument/2006/relationships/image" Target="../media/image170.png"/><Relationship Id="rId9" Type="http://schemas.openxmlformats.org/officeDocument/2006/relationships/image" Target="../media/image171.png"/><Relationship Id="rId10" Type="http://schemas.openxmlformats.org/officeDocument/2006/relationships/image" Target="../media/image172.png"/><Relationship Id="rId11" Type="http://schemas.openxmlformats.org/officeDocument/2006/relationships/image" Target="../media/image173.png"/><Relationship Id="rId12" Type="http://schemas.openxmlformats.org/officeDocument/2006/relationships/image" Target="../media/image174.png"/><Relationship Id="rId13" Type="http://schemas.openxmlformats.org/officeDocument/2006/relationships/image" Target="../media/image175.png"/><Relationship Id="rId14" Type="http://schemas.openxmlformats.org/officeDocument/2006/relationships/image" Target="../media/image176.png"/><Relationship Id="rId15" Type="http://schemas.openxmlformats.org/officeDocument/2006/relationships/image" Target="../media/image177.png"/><Relationship Id="rId16" Type="http://schemas.openxmlformats.org/officeDocument/2006/relationships/image" Target="../media/image178.png"/><Relationship Id="rId17" Type="http://schemas.openxmlformats.org/officeDocument/2006/relationships/image" Target="../media/image179.png"/><Relationship Id="rId18" Type="http://schemas.openxmlformats.org/officeDocument/2006/relationships/image" Target="../media/image180.png"/><Relationship Id="rId19" Type="http://schemas.openxmlformats.org/officeDocument/2006/relationships/image" Target="../media/image181.png"/><Relationship Id="rId20" Type="http://schemas.openxmlformats.org/officeDocument/2006/relationships/image" Target="../media/image182.png"/><Relationship Id="rId21" Type="http://schemas.openxmlformats.org/officeDocument/2006/relationships/image" Target="../media/image183.png"/><Relationship Id="rId22" Type="http://schemas.openxmlformats.org/officeDocument/2006/relationships/image" Target="../media/image184.png"/><Relationship Id="rId23" Type="http://schemas.openxmlformats.org/officeDocument/2006/relationships/image" Target="../media/image185.png"/><Relationship Id="rId24" Type="http://schemas.openxmlformats.org/officeDocument/2006/relationships/image" Target="../media/image186.png"/><Relationship Id="rId25" Type="http://schemas.openxmlformats.org/officeDocument/2006/relationships/image" Target="../media/image187.png"/><Relationship Id="rId26" Type="http://schemas.openxmlformats.org/officeDocument/2006/relationships/image" Target="../media/image188.png"/><Relationship Id="rId27" Type="http://schemas.openxmlformats.org/officeDocument/2006/relationships/image" Target="../media/image189.png"/><Relationship Id="rId28" Type="http://schemas.openxmlformats.org/officeDocument/2006/relationships/image" Target="../media/image190.png"/><Relationship Id="rId29" Type="http://schemas.openxmlformats.org/officeDocument/2006/relationships/image" Target="../media/image191.png"/><Relationship Id="rId30" Type="http://schemas.openxmlformats.org/officeDocument/2006/relationships/image" Target="../media/image192.png"/><Relationship Id="rId31" Type="http://schemas.openxmlformats.org/officeDocument/2006/relationships/image" Target="../media/image193.png"/><Relationship Id="rId32" Type="http://schemas.openxmlformats.org/officeDocument/2006/relationships/image" Target="../media/image194.png"/><Relationship Id="rId33" Type="http://schemas.openxmlformats.org/officeDocument/2006/relationships/image" Target="../media/image195.png"/><Relationship Id="rId34" Type="http://schemas.openxmlformats.org/officeDocument/2006/relationships/image" Target="../media/image196.png"/><Relationship Id="rId35" Type="http://schemas.openxmlformats.org/officeDocument/2006/relationships/image" Target="../media/image197.png"/><Relationship Id="rId36" Type="http://schemas.openxmlformats.org/officeDocument/2006/relationships/image" Target="../media/image198.png"/><Relationship Id="rId37" Type="http://schemas.openxmlformats.org/officeDocument/2006/relationships/image" Target="../media/image199.png"/><Relationship Id="rId38" Type="http://schemas.openxmlformats.org/officeDocument/2006/relationships/image" Target="../media/image200.png"/><Relationship Id="rId39" Type="http://schemas.openxmlformats.org/officeDocument/2006/relationships/image" Target="../media/image201.png"/><Relationship Id="rId40" Type="http://schemas.openxmlformats.org/officeDocument/2006/relationships/image" Target="../media/image202.png"/><Relationship Id="rId41" Type="http://schemas.openxmlformats.org/officeDocument/2006/relationships/image" Target="../media/image203.png"/><Relationship Id="rId42" Type="http://schemas.openxmlformats.org/officeDocument/2006/relationships/image" Target="../media/image204.png"/><Relationship Id="rId43" Type="http://schemas.openxmlformats.org/officeDocument/2006/relationships/image" Target="../media/image205.png"/><Relationship Id="rId44" Type="http://schemas.openxmlformats.org/officeDocument/2006/relationships/image" Target="../media/image206.png"/><Relationship Id="rId45" Type="http://schemas.openxmlformats.org/officeDocument/2006/relationships/image" Target="../media/image207.png"/><Relationship Id="rId46" Type="http://schemas.openxmlformats.org/officeDocument/2006/relationships/image" Target="../media/image208.png"/><Relationship Id="rId47" Type="http://schemas.openxmlformats.org/officeDocument/2006/relationships/image" Target="../media/image209.png"/><Relationship Id="rId48" Type="http://schemas.openxmlformats.org/officeDocument/2006/relationships/image" Target="../media/image210.png"/><Relationship Id="rId49" Type="http://schemas.openxmlformats.org/officeDocument/2006/relationships/image" Target="../media/image211.png"/><Relationship Id="rId50" Type="http://schemas.openxmlformats.org/officeDocument/2006/relationships/image" Target="../media/image212.png"/><Relationship Id="rId51" Type="http://schemas.openxmlformats.org/officeDocument/2006/relationships/image" Target="../media/image213.png"/><Relationship Id="rId52" Type="http://schemas.openxmlformats.org/officeDocument/2006/relationships/image" Target="../media/image214.png"/><Relationship Id="rId53" Type="http://schemas.openxmlformats.org/officeDocument/2006/relationships/image" Target="../media/image215.png"/><Relationship Id="rId54" Type="http://schemas.openxmlformats.org/officeDocument/2006/relationships/image" Target="../media/image216.png"/><Relationship Id="rId55" Type="http://schemas.openxmlformats.org/officeDocument/2006/relationships/image" Target="../media/image217.png"/><Relationship Id="rId56" Type="http://schemas.openxmlformats.org/officeDocument/2006/relationships/image" Target="../media/image218.png"/><Relationship Id="rId57" Type="http://schemas.openxmlformats.org/officeDocument/2006/relationships/image" Target="../media/image219.png"/><Relationship Id="rId58" Type="http://schemas.openxmlformats.org/officeDocument/2006/relationships/image" Target="../media/image22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1.png"/><Relationship Id="rId3" Type="http://schemas.openxmlformats.org/officeDocument/2006/relationships/image" Target="../media/image222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8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23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9.png"/><Relationship Id="rId3" Type="http://schemas.openxmlformats.org/officeDocument/2006/relationships/image" Target="../media/image240.png"/><Relationship Id="rId4" Type="http://schemas.openxmlformats.org/officeDocument/2006/relationships/image" Target="../media/image241.png"/><Relationship Id="rId5" Type="http://schemas.openxmlformats.org/officeDocument/2006/relationships/image" Target="../media/image242.png"/><Relationship Id="rId6" Type="http://schemas.openxmlformats.org/officeDocument/2006/relationships/image" Target="../media/image243.png"/><Relationship Id="rId7" Type="http://schemas.openxmlformats.org/officeDocument/2006/relationships/image" Target="../media/image244.png"/><Relationship Id="rId8" Type="http://schemas.openxmlformats.org/officeDocument/2006/relationships/image" Target="../media/image245.png"/><Relationship Id="rId9" Type="http://schemas.openxmlformats.org/officeDocument/2006/relationships/image" Target="../media/image246.png"/><Relationship Id="rId10" Type="http://schemas.openxmlformats.org/officeDocument/2006/relationships/image" Target="../media/image24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Relationship Id="rId4" Type="http://schemas.openxmlformats.org/officeDocument/2006/relationships/image" Target="../media/image253.png"/><Relationship Id="rId5" Type="http://schemas.openxmlformats.org/officeDocument/2006/relationships/image" Target="../media/image254.png"/><Relationship Id="rId6" Type="http://schemas.openxmlformats.org/officeDocument/2006/relationships/image" Target="../media/image255.png"/><Relationship Id="rId7" Type="http://schemas.openxmlformats.org/officeDocument/2006/relationships/image" Target="../media/image256.png"/><Relationship Id="rId8" Type="http://schemas.openxmlformats.org/officeDocument/2006/relationships/image" Target="../media/image257.png"/><Relationship Id="rId9" Type="http://schemas.openxmlformats.org/officeDocument/2006/relationships/image" Target="../media/image258.png"/><Relationship Id="rId10" Type="http://schemas.openxmlformats.org/officeDocument/2006/relationships/image" Target="../media/image259.png"/><Relationship Id="rId11" Type="http://schemas.openxmlformats.org/officeDocument/2006/relationships/image" Target="../media/image260.png"/><Relationship Id="rId12" Type="http://schemas.openxmlformats.org/officeDocument/2006/relationships/image" Target="../media/image261.png"/><Relationship Id="rId13" Type="http://schemas.openxmlformats.org/officeDocument/2006/relationships/image" Target="../media/image262.png"/><Relationship Id="rId14" Type="http://schemas.openxmlformats.org/officeDocument/2006/relationships/image" Target="../media/image263.png"/><Relationship Id="rId15" Type="http://schemas.openxmlformats.org/officeDocument/2006/relationships/image" Target="../media/image264.png"/><Relationship Id="rId16" Type="http://schemas.openxmlformats.org/officeDocument/2006/relationships/image" Target="../media/image265.png"/><Relationship Id="rId17" Type="http://schemas.openxmlformats.org/officeDocument/2006/relationships/image" Target="../media/image266.png"/><Relationship Id="rId18" Type="http://schemas.openxmlformats.org/officeDocument/2006/relationships/image" Target="../media/image267.png"/><Relationship Id="rId19" Type="http://schemas.openxmlformats.org/officeDocument/2006/relationships/image" Target="../media/image268.png"/><Relationship Id="rId20" Type="http://schemas.openxmlformats.org/officeDocument/2006/relationships/image" Target="../media/image269.png"/><Relationship Id="rId21" Type="http://schemas.openxmlformats.org/officeDocument/2006/relationships/image" Target="../media/image270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1.png"/><Relationship Id="rId3" Type="http://schemas.openxmlformats.org/officeDocument/2006/relationships/image" Target="../media/image272.png"/><Relationship Id="rId4" Type="http://schemas.openxmlformats.org/officeDocument/2006/relationships/image" Target="../media/image273.png"/><Relationship Id="rId5" Type="http://schemas.openxmlformats.org/officeDocument/2006/relationships/image" Target="../media/image274.png"/><Relationship Id="rId6" Type="http://schemas.openxmlformats.org/officeDocument/2006/relationships/image" Target="../media/image275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6.png"/><Relationship Id="rId3" Type="http://schemas.openxmlformats.org/officeDocument/2006/relationships/image" Target="../media/image277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81.png"/><Relationship Id="rId8" Type="http://schemas.openxmlformats.org/officeDocument/2006/relationships/image" Target="../media/image282.png"/><Relationship Id="rId9" Type="http://schemas.openxmlformats.org/officeDocument/2006/relationships/image" Target="../media/image283.png"/><Relationship Id="rId10" Type="http://schemas.openxmlformats.org/officeDocument/2006/relationships/image" Target="../media/image284.png"/><Relationship Id="rId11" Type="http://schemas.openxmlformats.org/officeDocument/2006/relationships/image" Target="../media/image28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6.png"/><Relationship Id="rId3" Type="http://schemas.openxmlformats.org/officeDocument/2006/relationships/image" Target="../media/image287.png"/><Relationship Id="rId4" Type="http://schemas.openxmlformats.org/officeDocument/2006/relationships/image" Target="../media/image288.png"/><Relationship Id="rId5" Type="http://schemas.openxmlformats.org/officeDocument/2006/relationships/image" Target="../media/image289.png"/><Relationship Id="rId6" Type="http://schemas.openxmlformats.org/officeDocument/2006/relationships/hyperlink" Target="http://www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18144" y="7395281"/>
            <a:ext cx="4410075" cy="2193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2464435" algn="l"/>
              </a:tabLst>
            </a:pP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Avatars scenario</a:t>
            </a:r>
            <a:r>
              <a:rPr dirty="0" sz="4750" b="0">
                <a:solidFill>
                  <a:srgbClr val="7FC241"/>
                </a:solidFill>
                <a:latin typeface="Open Sans Light"/>
                <a:cs typeface="Open Sans Light"/>
              </a:rPr>
              <a:t>	</a:t>
            </a: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library </a:t>
            </a:r>
            <a:r>
              <a:rPr dirty="0" sz="4750" b="0">
                <a:solidFill>
                  <a:srgbClr val="FFFFFF"/>
                </a:solidFill>
                <a:latin typeface="Open Sans Light"/>
                <a:cs typeface="Open Sans Light"/>
              </a:rPr>
              <a:t>Inside</a:t>
            </a:r>
            <a:r>
              <a:rPr dirty="0" sz="4750" spc="-110" b="0">
                <a:solidFill>
                  <a:srgbClr val="FFFFFF"/>
                </a:solidFill>
                <a:latin typeface="Open Sans Light"/>
                <a:cs typeface="Open Sans Light"/>
              </a:rPr>
              <a:t> </a:t>
            </a:r>
            <a:r>
              <a:rPr dirty="0" sz="4750" b="0">
                <a:solidFill>
                  <a:srgbClr val="FFFFFF"/>
                </a:solidFill>
                <a:latin typeface="Open Sans Light"/>
                <a:cs typeface="Open Sans Light"/>
              </a:rPr>
              <a:t>the</a:t>
            </a:r>
            <a:r>
              <a:rPr dirty="0" sz="4750" spc="-105" b="0">
                <a:solidFill>
                  <a:srgbClr val="FFFFFF"/>
                </a:solidFill>
                <a:latin typeface="Open Sans Light"/>
                <a:cs typeface="Open Sans Light"/>
              </a:rPr>
              <a:t> </a:t>
            </a:r>
            <a:r>
              <a:rPr dirty="0" sz="4750" spc="-20" b="0">
                <a:solidFill>
                  <a:srgbClr val="FFFFFF"/>
                </a:solidFill>
                <a:latin typeface="Open Sans Light"/>
                <a:cs typeface="Open Sans Light"/>
              </a:rPr>
              <a:t>home</a:t>
            </a:r>
            <a:endParaRPr sz="4750">
              <a:latin typeface="Open Sans Light"/>
              <a:cs typeface="Open Sans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9099" y="10190748"/>
            <a:ext cx="19215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FFFFFF"/>
                </a:solidFill>
                <a:latin typeface="Open Sans"/>
                <a:cs typeface="Open Sans"/>
              </a:rPr>
              <a:t>DECEMBER</a:t>
            </a:r>
            <a:r>
              <a:rPr dirty="0" sz="1900" spc="-6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Open Sans"/>
                <a:cs typeface="Open Sans"/>
              </a:rPr>
              <a:t>2021</a:t>
            </a:r>
            <a:endParaRPr sz="1900">
              <a:latin typeface="Open Sans"/>
              <a:cs typeface="Open San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811766" y="860821"/>
            <a:ext cx="137160" cy="546735"/>
          </a:xfrm>
          <a:custGeom>
            <a:avLst/>
            <a:gdLst/>
            <a:ahLst/>
            <a:cxnLst/>
            <a:rect l="l" t="t" r="r" b="b"/>
            <a:pathLst>
              <a:path w="137160" h="546735">
                <a:moveTo>
                  <a:pt x="136739" y="0"/>
                </a:moveTo>
                <a:lnTo>
                  <a:pt x="0" y="0"/>
                </a:lnTo>
                <a:lnTo>
                  <a:pt x="0" y="546245"/>
                </a:lnTo>
                <a:lnTo>
                  <a:pt x="136739" y="546245"/>
                </a:lnTo>
                <a:lnTo>
                  <a:pt x="136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01734" y="994148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69">
                <a:moveTo>
                  <a:pt x="198999" y="0"/>
                </a:moveTo>
                <a:lnTo>
                  <a:pt x="154420" y="3435"/>
                </a:lnTo>
                <a:lnTo>
                  <a:pt x="115109" y="13741"/>
                </a:lnTo>
                <a:lnTo>
                  <a:pt x="81063" y="30917"/>
                </a:lnTo>
                <a:lnTo>
                  <a:pt x="29402" y="85215"/>
                </a:lnTo>
                <a:lnTo>
                  <a:pt x="13065" y="121002"/>
                </a:lnTo>
                <a:lnTo>
                  <a:pt x="3265" y="162320"/>
                </a:lnTo>
                <a:lnTo>
                  <a:pt x="0" y="209166"/>
                </a:lnTo>
                <a:lnTo>
                  <a:pt x="3340" y="255212"/>
                </a:lnTo>
                <a:lnTo>
                  <a:pt x="13332" y="296176"/>
                </a:lnTo>
                <a:lnTo>
                  <a:pt x="30003" y="332158"/>
                </a:lnTo>
                <a:lnTo>
                  <a:pt x="53349" y="363130"/>
                </a:lnTo>
                <a:lnTo>
                  <a:pt x="82311" y="388046"/>
                </a:lnTo>
                <a:lnTo>
                  <a:pt x="154085" y="416522"/>
                </a:lnTo>
                <a:lnTo>
                  <a:pt x="196894" y="420081"/>
                </a:lnTo>
                <a:lnTo>
                  <a:pt x="241311" y="416600"/>
                </a:lnTo>
                <a:lnTo>
                  <a:pt x="280509" y="406157"/>
                </a:lnTo>
                <a:lnTo>
                  <a:pt x="314485" y="388753"/>
                </a:lnTo>
                <a:lnTo>
                  <a:pt x="366117" y="333807"/>
                </a:lnTo>
                <a:lnTo>
                  <a:pt x="374081" y="316220"/>
                </a:lnTo>
                <a:lnTo>
                  <a:pt x="198276" y="316220"/>
                </a:lnTo>
                <a:lnTo>
                  <a:pt x="183353" y="314508"/>
                </a:lnTo>
                <a:lnTo>
                  <a:pt x="152477" y="288818"/>
                </a:lnTo>
                <a:lnTo>
                  <a:pt x="139696" y="233742"/>
                </a:lnTo>
                <a:lnTo>
                  <a:pt x="138843" y="209166"/>
                </a:lnTo>
                <a:lnTo>
                  <a:pt x="139696" y="184640"/>
                </a:lnTo>
                <a:lnTo>
                  <a:pt x="146512" y="145334"/>
                </a:lnTo>
                <a:lnTo>
                  <a:pt x="170569" y="110806"/>
                </a:lnTo>
                <a:lnTo>
                  <a:pt x="197575" y="104216"/>
                </a:lnTo>
                <a:lnTo>
                  <a:pt x="373745" y="104216"/>
                </a:lnTo>
                <a:lnTo>
                  <a:pt x="371213" y="98332"/>
                </a:lnTo>
                <a:lnTo>
                  <a:pt x="341797" y="56379"/>
                </a:lnTo>
                <a:lnTo>
                  <a:pt x="302147" y="25444"/>
                </a:lnTo>
                <a:lnTo>
                  <a:pt x="253977" y="6361"/>
                </a:lnTo>
                <a:lnTo>
                  <a:pt x="227336" y="1590"/>
                </a:lnTo>
                <a:lnTo>
                  <a:pt x="198999" y="0"/>
                </a:lnTo>
                <a:close/>
              </a:path>
              <a:path w="395605" h="420369">
                <a:moveTo>
                  <a:pt x="373745" y="104216"/>
                </a:moveTo>
                <a:lnTo>
                  <a:pt x="197575" y="104216"/>
                </a:lnTo>
                <a:lnTo>
                  <a:pt x="212489" y="105875"/>
                </a:lnTo>
                <a:lnTo>
                  <a:pt x="225036" y="110851"/>
                </a:lnTo>
                <a:lnTo>
                  <a:pt x="248861" y="145573"/>
                </a:lnTo>
                <a:lnTo>
                  <a:pt x="255498" y="184777"/>
                </a:lnTo>
                <a:lnTo>
                  <a:pt x="256327" y="209166"/>
                </a:lnTo>
                <a:lnTo>
                  <a:pt x="255510" y="233742"/>
                </a:lnTo>
                <a:lnTo>
                  <a:pt x="248963" y="273572"/>
                </a:lnTo>
                <a:lnTo>
                  <a:pt x="225432" y="309371"/>
                </a:lnTo>
                <a:lnTo>
                  <a:pt x="198276" y="316220"/>
                </a:lnTo>
                <a:lnTo>
                  <a:pt x="374081" y="316220"/>
                </a:lnTo>
                <a:lnTo>
                  <a:pt x="382450" y="297739"/>
                </a:lnTo>
                <a:lnTo>
                  <a:pt x="392243" y="256189"/>
                </a:lnTo>
                <a:lnTo>
                  <a:pt x="395506" y="209166"/>
                </a:lnTo>
                <a:lnTo>
                  <a:pt x="393988" y="178459"/>
                </a:lnTo>
                <a:lnTo>
                  <a:pt x="389434" y="149748"/>
                </a:lnTo>
                <a:lnTo>
                  <a:pt x="381843" y="123037"/>
                </a:lnTo>
                <a:lnTo>
                  <a:pt x="373745" y="104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51534" y="1001322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749" y="0"/>
                </a:moveTo>
                <a:lnTo>
                  <a:pt x="0" y="0"/>
                </a:lnTo>
                <a:lnTo>
                  <a:pt x="0" y="405746"/>
                </a:lnTo>
                <a:lnTo>
                  <a:pt x="136749" y="405746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51537" y="860821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40">
                <a:moveTo>
                  <a:pt x="136749" y="0"/>
                </a:moveTo>
                <a:lnTo>
                  <a:pt x="0" y="0"/>
                </a:lnTo>
                <a:lnTo>
                  <a:pt x="0" y="91431"/>
                </a:lnTo>
                <a:lnTo>
                  <a:pt x="136749" y="91431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2642633" y="873767"/>
            <a:ext cx="1210945" cy="542290"/>
            <a:chOff x="2642633" y="873767"/>
            <a:chExt cx="1210945" cy="5422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687" y="1258431"/>
              <a:ext cx="157314" cy="1573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642628" y="873778"/>
              <a:ext cx="1019810" cy="541020"/>
            </a:xfrm>
            <a:custGeom>
              <a:avLst/>
              <a:gdLst/>
              <a:ahLst/>
              <a:cxnLst/>
              <a:rect l="l" t="t" r="r" b="b"/>
              <a:pathLst>
                <a:path w="1019810" h="541019">
                  <a:moveTo>
                    <a:pt x="288836" y="415810"/>
                  </a:moveTo>
                  <a:lnTo>
                    <a:pt x="270281" y="421932"/>
                  </a:lnTo>
                  <a:lnTo>
                    <a:pt x="253072" y="426300"/>
                  </a:lnTo>
                  <a:lnTo>
                    <a:pt x="237223" y="428929"/>
                  </a:lnTo>
                  <a:lnTo>
                    <a:pt x="222719" y="429806"/>
                  </a:lnTo>
                  <a:lnTo>
                    <a:pt x="206527" y="427342"/>
                  </a:lnTo>
                  <a:lnTo>
                    <a:pt x="194945" y="419950"/>
                  </a:lnTo>
                  <a:lnTo>
                    <a:pt x="187998" y="407631"/>
                  </a:lnTo>
                  <a:lnTo>
                    <a:pt x="185674" y="390398"/>
                  </a:lnTo>
                  <a:lnTo>
                    <a:pt x="185674" y="232473"/>
                  </a:lnTo>
                  <a:lnTo>
                    <a:pt x="272935" y="232473"/>
                  </a:lnTo>
                  <a:lnTo>
                    <a:pt x="272935" y="127571"/>
                  </a:lnTo>
                  <a:lnTo>
                    <a:pt x="185674" y="127571"/>
                  </a:lnTo>
                  <a:lnTo>
                    <a:pt x="185674" y="0"/>
                  </a:lnTo>
                  <a:lnTo>
                    <a:pt x="47891" y="23977"/>
                  </a:lnTo>
                  <a:lnTo>
                    <a:pt x="47891" y="127571"/>
                  </a:lnTo>
                  <a:lnTo>
                    <a:pt x="0" y="127571"/>
                  </a:lnTo>
                  <a:lnTo>
                    <a:pt x="0" y="232473"/>
                  </a:lnTo>
                  <a:lnTo>
                    <a:pt x="47891" y="232473"/>
                  </a:lnTo>
                  <a:lnTo>
                    <a:pt x="47891" y="399732"/>
                  </a:lnTo>
                  <a:lnTo>
                    <a:pt x="49796" y="433222"/>
                  </a:lnTo>
                  <a:lnTo>
                    <a:pt x="64985" y="486295"/>
                  </a:lnTo>
                  <a:lnTo>
                    <a:pt x="95910" y="521004"/>
                  </a:lnTo>
                  <a:lnTo>
                    <a:pt x="145580" y="538289"/>
                  </a:lnTo>
                  <a:lnTo>
                    <a:pt x="177609" y="540448"/>
                  </a:lnTo>
                  <a:lnTo>
                    <a:pt x="193865" y="540131"/>
                  </a:lnTo>
                  <a:lnTo>
                    <a:pt x="236194" y="535241"/>
                  </a:lnTo>
                  <a:lnTo>
                    <a:pt x="275170" y="523544"/>
                  </a:lnTo>
                  <a:lnTo>
                    <a:pt x="288836" y="517906"/>
                  </a:lnTo>
                  <a:lnTo>
                    <a:pt x="288836" y="415810"/>
                  </a:lnTo>
                  <a:close/>
                </a:path>
                <a:path w="1019810" h="541019">
                  <a:moveTo>
                    <a:pt x="605332" y="415810"/>
                  </a:moveTo>
                  <a:lnTo>
                    <a:pt x="586778" y="421932"/>
                  </a:lnTo>
                  <a:lnTo>
                    <a:pt x="569582" y="426300"/>
                  </a:lnTo>
                  <a:lnTo>
                    <a:pt x="553732" y="428929"/>
                  </a:lnTo>
                  <a:lnTo>
                    <a:pt x="539229" y="429806"/>
                  </a:lnTo>
                  <a:lnTo>
                    <a:pt x="523024" y="427342"/>
                  </a:lnTo>
                  <a:lnTo>
                    <a:pt x="511454" y="419950"/>
                  </a:lnTo>
                  <a:lnTo>
                    <a:pt x="504507" y="407631"/>
                  </a:lnTo>
                  <a:lnTo>
                    <a:pt x="502183" y="390398"/>
                  </a:lnTo>
                  <a:lnTo>
                    <a:pt x="502183" y="232473"/>
                  </a:lnTo>
                  <a:lnTo>
                    <a:pt x="589470" y="232473"/>
                  </a:lnTo>
                  <a:lnTo>
                    <a:pt x="589470" y="127571"/>
                  </a:lnTo>
                  <a:lnTo>
                    <a:pt x="502183" y="127571"/>
                  </a:lnTo>
                  <a:lnTo>
                    <a:pt x="502183" y="0"/>
                  </a:lnTo>
                  <a:lnTo>
                    <a:pt x="364401" y="22402"/>
                  </a:lnTo>
                  <a:lnTo>
                    <a:pt x="364401" y="127571"/>
                  </a:lnTo>
                  <a:lnTo>
                    <a:pt x="316471" y="127571"/>
                  </a:lnTo>
                  <a:lnTo>
                    <a:pt x="316471" y="232473"/>
                  </a:lnTo>
                  <a:lnTo>
                    <a:pt x="364401" y="232473"/>
                  </a:lnTo>
                  <a:lnTo>
                    <a:pt x="364401" y="399732"/>
                  </a:lnTo>
                  <a:lnTo>
                    <a:pt x="366306" y="433222"/>
                  </a:lnTo>
                  <a:lnTo>
                    <a:pt x="381508" y="486295"/>
                  </a:lnTo>
                  <a:lnTo>
                    <a:pt x="412432" y="521004"/>
                  </a:lnTo>
                  <a:lnTo>
                    <a:pt x="462089" y="538289"/>
                  </a:lnTo>
                  <a:lnTo>
                    <a:pt x="494118" y="540448"/>
                  </a:lnTo>
                  <a:lnTo>
                    <a:pt x="510387" y="540131"/>
                  </a:lnTo>
                  <a:lnTo>
                    <a:pt x="552716" y="535241"/>
                  </a:lnTo>
                  <a:lnTo>
                    <a:pt x="591693" y="523544"/>
                  </a:lnTo>
                  <a:lnTo>
                    <a:pt x="605332" y="517906"/>
                  </a:lnTo>
                  <a:lnTo>
                    <a:pt x="605332" y="415810"/>
                  </a:lnTo>
                  <a:close/>
                </a:path>
                <a:path w="1019810" h="541019">
                  <a:moveTo>
                    <a:pt x="1019530" y="305917"/>
                  </a:moveTo>
                  <a:lnTo>
                    <a:pt x="1016482" y="263588"/>
                  </a:lnTo>
                  <a:lnTo>
                    <a:pt x="1007325" y="226529"/>
                  </a:lnTo>
                  <a:lnTo>
                    <a:pt x="970737" y="168198"/>
                  </a:lnTo>
                  <a:lnTo>
                    <a:pt x="911783" y="132346"/>
                  </a:lnTo>
                  <a:lnTo>
                    <a:pt x="895375" y="128384"/>
                  </a:lnTo>
                  <a:lnTo>
                    <a:pt x="895375" y="280111"/>
                  </a:lnTo>
                  <a:lnTo>
                    <a:pt x="777900" y="280111"/>
                  </a:lnTo>
                  <a:lnTo>
                    <a:pt x="789660" y="240118"/>
                  </a:lnTo>
                  <a:lnTo>
                    <a:pt x="825779" y="216611"/>
                  </a:lnTo>
                  <a:lnTo>
                    <a:pt x="837336" y="215646"/>
                  </a:lnTo>
                  <a:lnTo>
                    <a:pt x="849795" y="216738"/>
                  </a:lnTo>
                  <a:lnTo>
                    <a:pt x="885990" y="242722"/>
                  </a:lnTo>
                  <a:lnTo>
                    <a:pt x="895375" y="280111"/>
                  </a:lnTo>
                  <a:lnTo>
                    <a:pt x="895375" y="128384"/>
                  </a:lnTo>
                  <a:lnTo>
                    <a:pt x="874661" y="123380"/>
                  </a:lnTo>
                  <a:lnTo>
                    <a:pt x="832459" y="120396"/>
                  </a:lnTo>
                  <a:lnTo>
                    <a:pt x="788136" y="123825"/>
                  </a:lnTo>
                  <a:lnTo>
                    <a:pt x="749223" y="134124"/>
                  </a:lnTo>
                  <a:lnTo>
                    <a:pt x="687654" y="175361"/>
                  </a:lnTo>
                  <a:lnTo>
                    <a:pt x="649643" y="242277"/>
                  </a:lnTo>
                  <a:lnTo>
                    <a:pt x="640130" y="284708"/>
                  </a:lnTo>
                  <a:lnTo>
                    <a:pt x="636955" y="333108"/>
                  </a:lnTo>
                  <a:lnTo>
                    <a:pt x="640384" y="380022"/>
                  </a:lnTo>
                  <a:lnTo>
                    <a:pt x="650646" y="421246"/>
                  </a:lnTo>
                  <a:lnTo>
                    <a:pt x="667753" y="456755"/>
                  </a:lnTo>
                  <a:lnTo>
                    <a:pt x="691692" y="486562"/>
                  </a:lnTo>
                  <a:lnTo>
                    <a:pt x="721829" y="510133"/>
                  </a:lnTo>
                  <a:lnTo>
                    <a:pt x="757491" y="526973"/>
                  </a:lnTo>
                  <a:lnTo>
                    <a:pt x="798677" y="537083"/>
                  </a:lnTo>
                  <a:lnTo>
                    <a:pt x="845400" y="540448"/>
                  </a:lnTo>
                  <a:lnTo>
                    <a:pt x="868349" y="540042"/>
                  </a:lnTo>
                  <a:lnTo>
                    <a:pt x="909256" y="536816"/>
                  </a:lnTo>
                  <a:lnTo>
                    <a:pt x="960755" y="525030"/>
                  </a:lnTo>
                  <a:lnTo>
                    <a:pt x="993267" y="510921"/>
                  </a:lnTo>
                  <a:lnTo>
                    <a:pt x="977176" y="440918"/>
                  </a:lnTo>
                  <a:lnTo>
                    <a:pt x="972261" y="419506"/>
                  </a:lnTo>
                  <a:lnTo>
                    <a:pt x="928065" y="433908"/>
                  </a:lnTo>
                  <a:lnTo>
                    <a:pt x="879487" y="440474"/>
                  </a:lnTo>
                  <a:lnTo>
                    <a:pt x="861834" y="440918"/>
                  </a:lnTo>
                  <a:lnTo>
                    <a:pt x="843102" y="439699"/>
                  </a:lnTo>
                  <a:lnTo>
                    <a:pt x="799401" y="421576"/>
                  </a:lnTo>
                  <a:lnTo>
                    <a:pt x="777138" y="384289"/>
                  </a:lnTo>
                  <a:lnTo>
                    <a:pt x="775093" y="368198"/>
                  </a:lnTo>
                  <a:lnTo>
                    <a:pt x="1019530" y="368198"/>
                  </a:lnTo>
                  <a:lnTo>
                    <a:pt x="1019530" y="30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884872" y="863110"/>
            <a:ext cx="874394" cy="551180"/>
          </a:xfrm>
          <a:custGeom>
            <a:avLst/>
            <a:gdLst/>
            <a:ahLst/>
            <a:cxnLst/>
            <a:rect l="l" t="t" r="r" b="b"/>
            <a:pathLst>
              <a:path w="874394" h="551180">
                <a:moveTo>
                  <a:pt x="450888" y="260464"/>
                </a:moveTo>
                <a:lnTo>
                  <a:pt x="446544" y="200914"/>
                </a:lnTo>
                <a:lnTo>
                  <a:pt x="433501" y="148831"/>
                </a:lnTo>
                <a:lnTo>
                  <a:pt x="418820" y="118681"/>
                </a:lnTo>
                <a:lnTo>
                  <a:pt x="411759" y="104178"/>
                </a:lnTo>
                <a:lnTo>
                  <a:pt x="381330" y="66967"/>
                </a:lnTo>
                <a:lnTo>
                  <a:pt x="342887" y="37680"/>
                </a:lnTo>
                <a:lnTo>
                  <a:pt x="301929" y="18948"/>
                </a:lnTo>
                <a:lnTo>
                  <a:pt x="301929" y="265645"/>
                </a:lnTo>
                <a:lnTo>
                  <a:pt x="300012" y="303072"/>
                </a:lnTo>
                <a:lnTo>
                  <a:pt x="284746" y="362521"/>
                </a:lnTo>
                <a:lnTo>
                  <a:pt x="253961" y="401535"/>
                </a:lnTo>
                <a:lnTo>
                  <a:pt x="206006" y="420966"/>
                </a:lnTo>
                <a:lnTo>
                  <a:pt x="175475" y="423405"/>
                </a:lnTo>
                <a:lnTo>
                  <a:pt x="143510" y="423405"/>
                </a:lnTo>
                <a:lnTo>
                  <a:pt x="143510" y="118681"/>
                </a:lnTo>
                <a:lnTo>
                  <a:pt x="185280" y="118681"/>
                </a:lnTo>
                <a:lnTo>
                  <a:pt x="236664" y="127711"/>
                </a:lnTo>
                <a:lnTo>
                  <a:pt x="273037" y="154774"/>
                </a:lnTo>
                <a:lnTo>
                  <a:pt x="294703" y="200558"/>
                </a:lnTo>
                <a:lnTo>
                  <a:pt x="301929" y="265645"/>
                </a:lnTo>
                <a:lnTo>
                  <a:pt x="301929" y="18948"/>
                </a:lnTo>
                <a:lnTo>
                  <a:pt x="297154" y="16751"/>
                </a:lnTo>
                <a:lnTo>
                  <a:pt x="244144" y="4191"/>
                </a:lnTo>
                <a:lnTo>
                  <a:pt x="183832" y="0"/>
                </a:lnTo>
                <a:lnTo>
                  <a:pt x="0" y="0"/>
                </a:lnTo>
                <a:lnTo>
                  <a:pt x="0" y="543966"/>
                </a:lnTo>
                <a:lnTo>
                  <a:pt x="171843" y="543966"/>
                </a:lnTo>
                <a:lnTo>
                  <a:pt x="222516" y="541020"/>
                </a:lnTo>
                <a:lnTo>
                  <a:pt x="268439" y="532180"/>
                </a:lnTo>
                <a:lnTo>
                  <a:pt x="309600" y="517436"/>
                </a:lnTo>
                <a:lnTo>
                  <a:pt x="346011" y="496811"/>
                </a:lnTo>
                <a:lnTo>
                  <a:pt x="377672" y="470281"/>
                </a:lnTo>
                <a:lnTo>
                  <a:pt x="404025" y="438315"/>
                </a:lnTo>
                <a:lnTo>
                  <a:pt x="424535" y="401358"/>
                </a:lnTo>
                <a:lnTo>
                  <a:pt x="439178" y="359384"/>
                </a:lnTo>
                <a:lnTo>
                  <a:pt x="447967" y="312420"/>
                </a:lnTo>
                <a:lnTo>
                  <a:pt x="450888" y="260464"/>
                </a:lnTo>
                <a:close/>
              </a:path>
              <a:path w="874394" h="551180">
                <a:moveTo>
                  <a:pt x="874001" y="316585"/>
                </a:moveTo>
                <a:lnTo>
                  <a:pt x="870953" y="274256"/>
                </a:lnTo>
                <a:lnTo>
                  <a:pt x="861822" y="237197"/>
                </a:lnTo>
                <a:lnTo>
                  <a:pt x="825233" y="178866"/>
                </a:lnTo>
                <a:lnTo>
                  <a:pt x="766267" y="143014"/>
                </a:lnTo>
                <a:lnTo>
                  <a:pt x="749858" y="139052"/>
                </a:lnTo>
                <a:lnTo>
                  <a:pt x="749858" y="290779"/>
                </a:lnTo>
                <a:lnTo>
                  <a:pt x="632371" y="290779"/>
                </a:lnTo>
                <a:lnTo>
                  <a:pt x="644144" y="250786"/>
                </a:lnTo>
                <a:lnTo>
                  <a:pt x="680250" y="227279"/>
                </a:lnTo>
                <a:lnTo>
                  <a:pt x="691832" y="226314"/>
                </a:lnTo>
                <a:lnTo>
                  <a:pt x="704265" y="227406"/>
                </a:lnTo>
                <a:lnTo>
                  <a:pt x="740460" y="253390"/>
                </a:lnTo>
                <a:lnTo>
                  <a:pt x="749858" y="290779"/>
                </a:lnTo>
                <a:lnTo>
                  <a:pt x="749858" y="139052"/>
                </a:lnTo>
                <a:lnTo>
                  <a:pt x="729145" y="134048"/>
                </a:lnTo>
                <a:lnTo>
                  <a:pt x="686917" y="131064"/>
                </a:lnTo>
                <a:lnTo>
                  <a:pt x="642594" y="134493"/>
                </a:lnTo>
                <a:lnTo>
                  <a:pt x="603694" y="144792"/>
                </a:lnTo>
                <a:lnTo>
                  <a:pt x="542150" y="186029"/>
                </a:lnTo>
                <a:lnTo>
                  <a:pt x="504113" y="252945"/>
                </a:lnTo>
                <a:lnTo>
                  <a:pt x="494601" y="295376"/>
                </a:lnTo>
                <a:lnTo>
                  <a:pt x="491426" y="343776"/>
                </a:lnTo>
                <a:lnTo>
                  <a:pt x="494855" y="390690"/>
                </a:lnTo>
                <a:lnTo>
                  <a:pt x="505117" y="431914"/>
                </a:lnTo>
                <a:lnTo>
                  <a:pt x="522224" y="467423"/>
                </a:lnTo>
                <a:lnTo>
                  <a:pt x="546176" y="497230"/>
                </a:lnTo>
                <a:lnTo>
                  <a:pt x="576300" y="520801"/>
                </a:lnTo>
                <a:lnTo>
                  <a:pt x="611962" y="537641"/>
                </a:lnTo>
                <a:lnTo>
                  <a:pt x="653148" y="547751"/>
                </a:lnTo>
                <a:lnTo>
                  <a:pt x="699871" y="551116"/>
                </a:lnTo>
                <a:lnTo>
                  <a:pt x="722820" y="550710"/>
                </a:lnTo>
                <a:lnTo>
                  <a:pt x="763727" y="547484"/>
                </a:lnTo>
                <a:lnTo>
                  <a:pt x="815238" y="535698"/>
                </a:lnTo>
                <a:lnTo>
                  <a:pt x="847750" y="521589"/>
                </a:lnTo>
                <a:lnTo>
                  <a:pt x="831646" y="451586"/>
                </a:lnTo>
                <a:lnTo>
                  <a:pt x="826731" y="430174"/>
                </a:lnTo>
                <a:lnTo>
                  <a:pt x="782561" y="444576"/>
                </a:lnTo>
                <a:lnTo>
                  <a:pt x="733958" y="451142"/>
                </a:lnTo>
                <a:lnTo>
                  <a:pt x="716305" y="451586"/>
                </a:lnTo>
                <a:lnTo>
                  <a:pt x="697585" y="450367"/>
                </a:lnTo>
                <a:lnTo>
                  <a:pt x="653872" y="432244"/>
                </a:lnTo>
                <a:lnTo>
                  <a:pt x="631621" y="394957"/>
                </a:lnTo>
                <a:lnTo>
                  <a:pt x="629577" y="378866"/>
                </a:lnTo>
                <a:lnTo>
                  <a:pt x="874001" y="378866"/>
                </a:lnTo>
                <a:lnTo>
                  <a:pt x="874001" y="316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6820137" y="2359189"/>
            <a:ext cx="6538595" cy="7449820"/>
            <a:chOff x="6820137" y="2359189"/>
            <a:chExt cx="6538595" cy="7449820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2300" y="2359189"/>
              <a:ext cx="6483425" cy="648342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20137" y="2404755"/>
              <a:ext cx="6538073" cy="740374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0138" y="2404755"/>
              <a:ext cx="6538072" cy="652778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25392" y="2400225"/>
              <a:ext cx="6127630" cy="567690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723964" y="6932975"/>
              <a:ext cx="1217295" cy="886460"/>
            </a:xfrm>
            <a:custGeom>
              <a:avLst/>
              <a:gdLst/>
              <a:ahLst/>
              <a:cxnLst/>
              <a:rect l="l" t="t" r="r" b="b"/>
              <a:pathLst>
                <a:path w="1217295" h="886459">
                  <a:moveTo>
                    <a:pt x="612972" y="0"/>
                  </a:moveTo>
                  <a:lnTo>
                    <a:pt x="285505" y="56459"/>
                  </a:lnTo>
                  <a:lnTo>
                    <a:pt x="110474" y="228652"/>
                  </a:lnTo>
                  <a:lnTo>
                    <a:pt x="32644" y="209543"/>
                  </a:lnTo>
                  <a:lnTo>
                    <a:pt x="10320" y="334869"/>
                  </a:lnTo>
                  <a:lnTo>
                    <a:pt x="4024" y="377296"/>
                  </a:lnTo>
                  <a:lnTo>
                    <a:pt x="450" y="420002"/>
                  </a:lnTo>
                  <a:lnTo>
                    <a:pt x="0" y="462803"/>
                  </a:lnTo>
                  <a:lnTo>
                    <a:pt x="3074" y="505513"/>
                  </a:lnTo>
                  <a:lnTo>
                    <a:pt x="43520" y="527718"/>
                  </a:lnTo>
                  <a:lnTo>
                    <a:pt x="67428" y="529305"/>
                  </a:lnTo>
                  <a:lnTo>
                    <a:pt x="86044" y="533009"/>
                  </a:lnTo>
                  <a:lnTo>
                    <a:pt x="93543" y="542004"/>
                  </a:lnTo>
                  <a:lnTo>
                    <a:pt x="91288" y="603792"/>
                  </a:lnTo>
                  <a:lnTo>
                    <a:pt x="91988" y="653185"/>
                  </a:lnTo>
                  <a:lnTo>
                    <a:pt x="95081" y="702462"/>
                  </a:lnTo>
                  <a:lnTo>
                    <a:pt x="100550" y="751535"/>
                  </a:lnTo>
                  <a:lnTo>
                    <a:pt x="108377" y="800316"/>
                  </a:lnTo>
                  <a:lnTo>
                    <a:pt x="118547" y="848717"/>
                  </a:lnTo>
                  <a:lnTo>
                    <a:pt x="127416" y="886412"/>
                  </a:lnTo>
                  <a:lnTo>
                    <a:pt x="671755" y="848445"/>
                  </a:lnTo>
                  <a:lnTo>
                    <a:pt x="940428" y="790426"/>
                  </a:lnTo>
                  <a:lnTo>
                    <a:pt x="1103114" y="706920"/>
                  </a:lnTo>
                  <a:lnTo>
                    <a:pt x="1217079" y="395213"/>
                  </a:lnTo>
                  <a:lnTo>
                    <a:pt x="1053356" y="180664"/>
                  </a:lnTo>
                  <a:lnTo>
                    <a:pt x="612972" y="0"/>
                  </a:lnTo>
                  <a:close/>
                </a:path>
              </a:pathLst>
            </a:custGeom>
            <a:solidFill>
              <a:srgbClr val="B1B1B1">
                <a:alpha val="5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790203" y="7033672"/>
              <a:ext cx="1313815" cy="339090"/>
            </a:xfrm>
            <a:custGeom>
              <a:avLst/>
              <a:gdLst/>
              <a:ahLst/>
              <a:cxnLst/>
              <a:rect l="l" t="t" r="r" b="b"/>
              <a:pathLst>
                <a:path w="1313815" h="339090">
                  <a:moveTo>
                    <a:pt x="599655" y="284797"/>
                  </a:moveTo>
                  <a:lnTo>
                    <a:pt x="592391" y="226606"/>
                  </a:lnTo>
                  <a:lnTo>
                    <a:pt x="585304" y="178777"/>
                  </a:lnTo>
                  <a:lnTo>
                    <a:pt x="530847" y="117030"/>
                  </a:lnTo>
                  <a:lnTo>
                    <a:pt x="477088" y="57391"/>
                  </a:lnTo>
                  <a:lnTo>
                    <a:pt x="325589" y="15049"/>
                  </a:lnTo>
                  <a:lnTo>
                    <a:pt x="150558" y="59270"/>
                  </a:lnTo>
                  <a:lnTo>
                    <a:pt x="89090" y="97396"/>
                  </a:lnTo>
                  <a:lnTo>
                    <a:pt x="45897" y="125310"/>
                  </a:lnTo>
                  <a:lnTo>
                    <a:pt x="37325" y="148717"/>
                  </a:lnTo>
                  <a:lnTo>
                    <a:pt x="0" y="253111"/>
                  </a:lnTo>
                  <a:lnTo>
                    <a:pt x="1143" y="291236"/>
                  </a:lnTo>
                  <a:lnTo>
                    <a:pt x="22237" y="323659"/>
                  </a:lnTo>
                  <a:lnTo>
                    <a:pt x="43726" y="327253"/>
                  </a:lnTo>
                  <a:lnTo>
                    <a:pt x="52882" y="326529"/>
                  </a:lnTo>
                  <a:lnTo>
                    <a:pt x="63080" y="324777"/>
                  </a:lnTo>
                  <a:lnTo>
                    <a:pt x="74345" y="321805"/>
                  </a:lnTo>
                  <a:lnTo>
                    <a:pt x="99199" y="317957"/>
                  </a:lnTo>
                  <a:lnTo>
                    <a:pt x="141363" y="315315"/>
                  </a:lnTo>
                  <a:lnTo>
                    <a:pt x="196303" y="313664"/>
                  </a:lnTo>
                  <a:lnTo>
                    <a:pt x="259499" y="312801"/>
                  </a:lnTo>
                  <a:lnTo>
                    <a:pt x="326415" y="312508"/>
                  </a:lnTo>
                  <a:lnTo>
                    <a:pt x="504101" y="313016"/>
                  </a:lnTo>
                  <a:lnTo>
                    <a:pt x="540537" y="312940"/>
                  </a:lnTo>
                  <a:lnTo>
                    <a:pt x="558012" y="312407"/>
                  </a:lnTo>
                  <a:lnTo>
                    <a:pt x="573824" y="309232"/>
                  </a:lnTo>
                  <a:lnTo>
                    <a:pt x="587400" y="303771"/>
                  </a:lnTo>
                  <a:lnTo>
                    <a:pt x="596696" y="295719"/>
                  </a:lnTo>
                  <a:lnTo>
                    <a:pt x="599655" y="284797"/>
                  </a:lnTo>
                  <a:close/>
                </a:path>
                <a:path w="1313815" h="339090">
                  <a:moveTo>
                    <a:pt x="1313675" y="319239"/>
                  </a:moveTo>
                  <a:lnTo>
                    <a:pt x="1301318" y="239864"/>
                  </a:lnTo>
                  <a:lnTo>
                    <a:pt x="1290701" y="199440"/>
                  </a:lnTo>
                  <a:lnTo>
                    <a:pt x="1277874" y="159016"/>
                  </a:lnTo>
                  <a:lnTo>
                    <a:pt x="1183779" y="0"/>
                  </a:lnTo>
                  <a:lnTo>
                    <a:pt x="873252" y="1866"/>
                  </a:lnTo>
                  <a:lnTo>
                    <a:pt x="701992" y="146786"/>
                  </a:lnTo>
                  <a:lnTo>
                    <a:pt x="683145" y="284797"/>
                  </a:lnTo>
                  <a:lnTo>
                    <a:pt x="682599" y="284873"/>
                  </a:lnTo>
                  <a:lnTo>
                    <a:pt x="682447" y="285457"/>
                  </a:lnTo>
                  <a:lnTo>
                    <a:pt x="682180" y="291566"/>
                  </a:lnTo>
                  <a:lnTo>
                    <a:pt x="684314" y="297180"/>
                  </a:lnTo>
                  <a:lnTo>
                    <a:pt x="721639" y="313855"/>
                  </a:lnTo>
                  <a:lnTo>
                    <a:pt x="789940" y="324878"/>
                  </a:lnTo>
                  <a:lnTo>
                    <a:pt x="1241171" y="333108"/>
                  </a:lnTo>
                  <a:lnTo>
                    <a:pt x="1285735" y="338874"/>
                  </a:lnTo>
                  <a:lnTo>
                    <a:pt x="1307757" y="335762"/>
                  </a:lnTo>
                  <a:lnTo>
                    <a:pt x="1313675" y="319239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136620" y="6089279"/>
              <a:ext cx="1577975" cy="1151890"/>
            </a:xfrm>
            <a:custGeom>
              <a:avLst/>
              <a:gdLst/>
              <a:ahLst/>
              <a:cxnLst/>
              <a:rect l="l" t="t" r="r" b="b"/>
              <a:pathLst>
                <a:path w="1577975" h="1151890">
                  <a:moveTo>
                    <a:pt x="1354913" y="0"/>
                  </a:moveTo>
                  <a:lnTo>
                    <a:pt x="1274716" y="15078"/>
                  </a:lnTo>
                  <a:lnTo>
                    <a:pt x="1194715" y="24968"/>
                  </a:lnTo>
                  <a:lnTo>
                    <a:pt x="1118943" y="33558"/>
                  </a:lnTo>
                  <a:lnTo>
                    <a:pt x="1050272" y="40766"/>
                  </a:lnTo>
                  <a:lnTo>
                    <a:pt x="991577" y="46512"/>
                  </a:lnTo>
                  <a:lnTo>
                    <a:pt x="945732" y="50716"/>
                  </a:lnTo>
                  <a:lnTo>
                    <a:pt x="904089" y="54176"/>
                  </a:lnTo>
                  <a:lnTo>
                    <a:pt x="900493" y="50988"/>
                  </a:lnTo>
                  <a:lnTo>
                    <a:pt x="895238" y="42786"/>
                  </a:lnTo>
                  <a:lnTo>
                    <a:pt x="889155" y="31612"/>
                  </a:lnTo>
                  <a:lnTo>
                    <a:pt x="883074" y="19507"/>
                  </a:lnTo>
                  <a:lnTo>
                    <a:pt x="828107" y="24790"/>
                  </a:lnTo>
                  <a:lnTo>
                    <a:pt x="769461" y="33546"/>
                  </a:lnTo>
                  <a:lnTo>
                    <a:pt x="721292" y="45101"/>
                  </a:lnTo>
                  <a:lnTo>
                    <a:pt x="697760" y="58783"/>
                  </a:lnTo>
                  <a:lnTo>
                    <a:pt x="683672" y="65336"/>
                  </a:lnTo>
                  <a:lnTo>
                    <a:pt x="600898" y="79024"/>
                  </a:lnTo>
                  <a:lnTo>
                    <a:pt x="540902" y="85681"/>
                  </a:lnTo>
                  <a:lnTo>
                    <a:pt x="474292" y="91896"/>
                  </a:lnTo>
                  <a:lnTo>
                    <a:pt x="405414" y="97431"/>
                  </a:lnTo>
                  <a:lnTo>
                    <a:pt x="338612" y="102046"/>
                  </a:lnTo>
                  <a:lnTo>
                    <a:pt x="278231" y="105503"/>
                  </a:lnTo>
                  <a:lnTo>
                    <a:pt x="228616" y="107563"/>
                  </a:lnTo>
                  <a:lnTo>
                    <a:pt x="194112" y="107989"/>
                  </a:lnTo>
                  <a:lnTo>
                    <a:pt x="179064" y="106541"/>
                  </a:lnTo>
                  <a:lnTo>
                    <a:pt x="170775" y="101135"/>
                  </a:lnTo>
                  <a:lnTo>
                    <a:pt x="165995" y="97182"/>
                  </a:lnTo>
                  <a:lnTo>
                    <a:pt x="162909" y="92747"/>
                  </a:lnTo>
                  <a:lnTo>
                    <a:pt x="159703" y="85892"/>
                  </a:lnTo>
                  <a:lnTo>
                    <a:pt x="114898" y="98059"/>
                  </a:lnTo>
                  <a:lnTo>
                    <a:pt x="104183" y="139693"/>
                  </a:lnTo>
                  <a:lnTo>
                    <a:pt x="92866" y="180456"/>
                  </a:lnTo>
                  <a:lnTo>
                    <a:pt x="81205" y="221548"/>
                  </a:lnTo>
                  <a:lnTo>
                    <a:pt x="69458" y="264172"/>
                  </a:lnTo>
                  <a:lnTo>
                    <a:pt x="57883" y="309528"/>
                  </a:lnTo>
                  <a:lnTo>
                    <a:pt x="46737" y="358817"/>
                  </a:lnTo>
                  <a:lnTo>
                    <a:pt x="36280" y="413241"/>
                  </a:lnTo>
                  <a:lnTo>
                    <a:pt x="26769" y="474000"/>
                  </a:lnTo>
                  <a:lnTo>
                    <a:pt x="18461" y="542297"/>
                  </a:lnTo>
                  <a:lnTo>
                    <a:pt x="0" y="757659"/>
                  </a:lnTo>
                  <a:lnTo>
                    <a:pt x="15972" y="888489"/>
                  </a:lnTo>
                  <a:lnTo>
                    <a:pt x="86292" y="987929"/>
                  </a:lnTo>
                  <a:lnTo>
                    <a:pt x="230874" y="1109118"/>
                  </a:lnTo>
                  <a:lnTo>
                    <a:pt x="1113349" y="1151870"/>
                  </a:lnTo>
                  <a:lnTo>
                    <a:pt x="1139235" y="1149774"/>
                  </a:lnTo>
                  <a:lnTo>
                    <a:pt x="1182956" y="1144178"/>
                  </a:lnTo>
                  <a:lnTo>
                    <a:pt x="1227747" y="1136782"/>
                  </a:lnTo>
                  <a:lnTo>
                    <a:pt x="1277266" y="1119375"/>
                  </a:lnTo>
                  <a:lnTo>
                    <a:pt x="1330179" y="1086441"/>
                  </a:lnTo>
                  <a:lnTo>
                    <a:pt x="1360841" y="1062284"/>
                  </a:lnTo>
                  <a:lnTo>
                    <a:pt x="1393090" y="1032246"/>
                  </a:lnTo>
                  <a:lnTo>
                    <a:pt x="1426010" y="995758"/>
                  </a:lnTo>
                  <a:lnTo>
                    <a:pt x="1458689" y="952256"/>
                  </a:lnTo>
                  <a:lnTo>
                    <a:pt x="1490214" y="901173"/>
                  </a:lnTo>
                  <a:lnTo>
                    <a:pt x="1519669" y="841942"/>
                  </a:lnTo>
                  <a:lnTo>
                    <a:pt x="1546143" y="773997"/>
                  </a:lnTo>
                  <a:lnTo>
                    <a:pt x="1560223" y="726999"/>
                  </a:lnTo>
                  <a:lnTo>
                    <a:pt x="1570069" y="681380"/>
                  </a:lnTo>
                  <a:lnTo>
                    <a:pt x="1575893" y="636901"/>
                  </a:lnTo>
                  <a:lnTo>
                    <a:pt x="1577909" y="593323"/>
                  </a:lnTo>
                  <a:lnTo>
                    <a:pt x="1576331" y="550408"/>
                  </a:lnTo>
                  <a:lnTo>
                    <a:pt x="1571373" y="507915"/>
                  </a:lnTo>
                  <a:lnTo>
                    <a:pt x="1563249" y="465605"/>
                  </a:lnTo>
                  <a:lnTo>
                    <a:pt x="1552173" y="423240"/>
                  </a:lnTo>
                  <a:lnTo>
                    <a:pt x="1538358" y="380581"/>
                  </a:lnTo>
                  <a:lnTo>
                    <a:pt x="1522018" y="337387"/>
                  </a:lnTo>
                  <a:lnTo>
                    <a:pt x="1503368" y="293421"/>
                  </a:lnTo>
                  <a:lnTo>
                    <a:pt x="1482620" y="248443"/>
                  </a:lnTo>
                  <a:lnTo>
                    <a:pt x="1459990" y="202213"/>
                  </a:lnTo>
                  <a:lnTo>
                    <a:pt x="1435690" y="154493"/>
                  </a:lnTo>
                  <a:lnTo>
                    <a:pt x="1354913" y="0"/>
                  </a:lnTo>
                  <a:close/>
                </a:path>
              </a:pathLst>
            </a:custGeom>
            <a:solidFill>
              <a:srgbClr val="7578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831422" y="8630712"/>
              <a:ext cx="214629" cy="149860"/>
            </a:xfrm>
            <a:custGeom>
              <a:avLst/>
              <a:gdLst/>
              <a:ahLst/>
              <a:cxnLst/>
              <a:rect l="l" t="t" r="r" b="b"/>
              <a:pathLst>
                <a:path w="214629" h="149859">
                  <a:moveTo>
                    <a:pt x="204642" y="0"/>
                  </a:moveTo>
                  <a:lnTo>
                    <a:pt x="0" y="5256"/>
                  </a:lnTo>
                  <a:lnTo>
                    <a:pt x="18795" y="149419"/>
                  </a:lnTo>
                  <a:lnTo>
                    <a:pt x="214454" y="53076"/>
                  </a:lnTo>
                  <a:lnTo>
                    <a:pt x="204642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842586" y="8683791"/>
              <a:ext cx="405765" cy="903605"/>
            </a:xfrm>
            <a:custGeom>
              <a:avLst/>
              <a:gdLst/>
              <a:ahLst/>
              <a:cxnLst/>
              <a:rect l="l" t="t" r="r" b="b"/>
              <a:pathLst>
                <a:path w="405765" h="903604">
                  <a:moveTo>
                    <a:pt x="203292" y="0"/>
                  </a:moveTo>
                  <a:lnTo>
                    <a:pt x="7622" y="96332"/>
                  </a:lnTo>
                  <a:lnTo>
                    <a:pt x="7905" y="98426"/>
                  </a:lnTo>
                  <a:lnTo>
                    <a:pt x="3476" y="135466"/>
                  </a:lnTo>
                  <a:lnTo>
                    <a:pt x="1179" y="161353"/>
                  </a:lnTo>
                  <a:lnTo>
                    <a:pt x="273" y="188273"/>
                  </a:lnTo>
                  <a:lnTo>
                    <a:pt x="0" y="228600"/>
                  </a:lnTo>
                  <a:lnTo>
                    <a:pt x="754" y="264656"/>
                  </a:lnTo>
                  <a:lnTo>
                    <a:pt x="3420" y="299793"/>
                  </a:lnTo>
                  <a:lnTo>
                    <a:pt x="8506" y="332128"/>
                  </a:lnTo>
                  <a:lnTo>
                    <a:pt x="16523" y="359779"/>
                  </a:lnTo>
                  <a:lnTo>
                    <a:pt x="21952" y="379155"/>
                  </a:lnTo>
                  <a:lnTo>
                    <a:pt x="26851" y="406679"/>
                  </a:lnTo>
                  <a:lnTo>
                    <a:pt x="31633" y="441022"/>
                  </a:lnTo>
                  <a:lnTo>
                    <a:pt x="42505" y="524849"/>
                  </a:lnTo>
                  <a:lnTo>
                    <a:pt x="49423" y="571673"/>
                  </a:lnTo>
                  <a:lnTo>
                    <a:pt x="57881" y="619999"/>
                  </a:lnTo>
                  <a:lnTo>
                    <a:pt x="68293" y="668496"/>
                  </a:lnTo>
                  <a:lnTo>
                    <a:pt x="81074" y="715836"/>
                  </a:lnTo>
                  <a:lnTo>
                    <a:pt x="96637" y="760689"/>
                  </a:lnTo>
                  <a:lnTo>
                    <a:pt x="115397" y="801726"/>
                  </a:lnTo>
                  <a:lnTo>
                    <a:pt x="137769" y="837617"/>
                  </a:lnTo>
                  <a:lnTo>
                    <a:pt x="164165" y="867033"/>
                  </a:lnTo>
                  <a:lnTo>
                    <a:pt x="230689" y="901121"/>
                  </a:lnTo>
                  <a:lnTo>
                    <a:pt x="271646" y="903134"/>
                  </a:lnTo>
                  <a:lnTo>
                    <a:pt x="312693" y="894582"/>
                  </a:lnTo>
                  <a:lnTo>
                    <a:pt x="370194" y="852376"/>
                  </a:lnTo>
                  <a:lnTo>
                    <a:pt x="399318" y="784220"/>
                  </a:lnTo>
                  <a:lnTo>
                    <a:pt x="404896" y="743230"/>
                  </a:lnTo>
                  <a:lnTo>
                    <a:pt x="405367" y="699134"/>
                  </a:lnTo>
                  <a:lnTo>
                    <a:pt x="401394" y="653061"/>
                  </a:lnTo>
                  <a:lnTo>
                    <a:pt x="393640" y="606137"/>
                  </a:lnTo>
                  <a:lnTo>
                    <a:pt x="382767" y="559491"/>
                  </a:lnTo>
                  <a:lnTo>
                    <a:pt x="369438" y="514249"/>
                  </a:lnTo>
                  <a:lnTo>
                    <a:pt x="354316" y="471539"/>
                  </a:lnTo>
                  <a:lnTo>
                    <a:pt x="338063" y="432489"/>
                  </a:lnTo>
                  <a:lnTo>
                    <a:pt x="321094" y="397361"/>
                  </a:lnTo>
                  <a:lnTo>
                    <a:pt x="299624" y="353732"/>
                  </a:lnTo>
                  <a:lnTo>
                    <a:pt x="278554" y="307017"/>
                  </a:lnTo>
                  <a:lnTo>
                    <a:pt x="262787" y="262630"/>
                  </a:lnTo>
                  <a:lnTo>
                    <a:pt x="248616" y="208548"/>
                  </a:lnTo>
                  <a:lnTo>
                    <a:pt x="235446" y="153613"/>
                  </a:lnTo>
                  <a:lnTo>
                    <a:pt x="223411" y="99457"/>
                  </a:lnTo>
                  <a:lnTo>
                    <a:pt x="212648" y="47709"/>
                  </a:lnTo>
                  <a:lnTo>
                    <a:pt x="203292" y="0"/>
                  </a:lnTo>
                  <a:close/>
                </a:path>
              </a:pathLst>
            </a:custGeom>
            <a:solidFill>
              <a:srgbClr val="9562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173577" y="8121118"/>
              <a:ext cx="209550" cy="149860"/>
            </a:xfrm>
            <a:custGeom>
              <a:avLst/>
              <a:gdLst/>
              <a:ahLst/>
              <a:cxnLst/>
              <a:rect l="l" t="t" r="r" b="b"/>
              <a:pathLst>
                <a:path w="209550" h="149859">
                  <a:moveTo>
                    <a:pt x="191837" y="0"/>
                  </a:moveTo>
                  <a:lnTo>
                    <a:pt x="0" y="66186"/>
                  </a:lnTo>
                  <a:lnTo>
                    <a:pt x="22323" y="149576"/>
                  </a:lnTo>
                  <a:lnTo>
                    <a:pt x="209134" y="33726"/>
                  </a:lnTo>
                  <a:lnTo>
                    <a:pt x="191837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1195899" y="8154844"/>
              <a:ext cx="483870" cy="861060"/>
            </a:xfrm>
            <a:custGeom>
              <a:avLst/>
              <a:gdLst/>
              <a:ahLst/>
              <a:cxnLst/>
              <a:rect l="l" t="t" r="r" b="b"/>
              <a:pathLst>
                <a:path w="483870" h="861059">
                  <a:moveTo>
                    <a:pt x="186811" y="0"/>
                  </a:moveTo>
                  <a:lnTo>
                    <a:pt x="0" y="115849"/>
                  </a:lnTo>
                  <a:lnTo>
                    <a:pt x="35150" y="247992"/>
                  </a:lnTo>
                  <a:lnTo>
                    <a:pt x="44410" y="272979"/>
                  </a:lnTo>
                  <a:lnTo>
                    <a:pt x="60094" y="308890"/>
                  </a:lnTo>
                  <a:lnTo>
                    <a:pt x="79741" y="355469"/>
                  </a:lnTo>
                  <a:lnTo>
                    <a:pt x="100888" y="412458"/>
                  </a:lnTo>
                  <a:lnTo>
                    <a:pt x="121074" y="479597"/>
                  </a:lnTo>
                  <a:lnTo>
                    <a:pt x="130051" y="513080"/>
                  </a:lnTo>
                  <a:lnTo>
                    <a:pt x="141357" y="552213"/>
                  </a:lnTo>
                  <a:lnTo>
                    <a:pt x="155152" y="595190"/>
                  </a:lnTo>
                  <a:lnTo>
                    <a:pt x="171598" y="640203"/>
                  </a:lnTo>
                  <a:lnTo>
                    <a:pt x="190854" y="685444"/>
                  </a:lnTo>
                  <a:lnTo>
                    <a:pt x="213082" y="729106"/>
                  </a:lnTo>
                  <a:lnTo>
                    <a:pt x="238443" y="769381"/>
                  </a:lnTo>
                  <a:lnTo>
                    <a:pt x="267097" y="804461"/>
                  </a:lnTo>
                  <a:lnTo>
                    <a:pt x="299205" y="832539"/>
                  </a:lnTo>
                  <a:lnTo>
                    <a:pt x="334928" y="851808"/>
                  </a:lnTo>
                  <a:lnTo>
                    <a:pt x="374426" y="860459"/>
                  </a:lnTo>
                  <a:lnTo>
                    <a:pt x="417861" y="856685"/>
                  </a:lnTo>
                  <a:lnTo>
                    <a:pt x="448634" y="843018"/>
                  </a:lnTo>
                  <a:lnTo>
                    <a:pt x="469014" y="819899"/>
                  </a:lnTo>
                  <a:lnTo>
                    <a:pt x="480192" y="788743"/>
                  </a:lnTo>
                  <a:lnTo>
                    <a:pt x="483359" y="750964"/>
                  </a:lnTo>
                  <a:lnTo>
                    <a:pt x="479704" y="707976"/>
                  </a:lnTo>
                  <a:lnTo>
                    <a:pt x="470418" y="661194"/>
                  </a:lnTo>
                  <a:lnTo>
                    <a:pt x="456691" y="612031"/>
                  </a:lnTo>
                  <a:lnTo>
                    <a:pt x="439714" y="561901"/>
                  </a:lnTo>
                  <a:lnTo>
                    <a:pt x="420675" y="512219"/>
                  </a:lnTo>
                  <a:lnTo>
                    <a:pt x="400767" y="464399"/>
                  </a:lnTo>
                  <a:lnTo>
                    <a:pt x="381179" y="419854"/>
                  </a:lnTo>
                  <a:lnTo>
                    <a:pt x="347724" y="346248"/>
                  </a:lnTo>
                  <a:lnTo>
                    <a:pt x="336238" y="320014"/>
                  </a:lnTo>
                  <a:lnTo>
                    <a:pt x="329832" y="302713"/>
                  </a:lnTo>
                  <a:lnTo>
                    <a:pt x="320173" y="276100"/>
                  </a:lnTo>
                  <a:lnTo>
                    <a:pt x="303191" y="237035"/>
                  </a:lnTo>
                  <a:lnTo>
                    <a:pt x="280924" y="189287"/>
                  </a:lnTo>
                  <a:lnTo>
                    <a:pt x="255416" y="136624"/>
                  </a:lnTo>
                  <a:lnTo>
                    <a:pt x="219672" y="64844"/>
                  </a:lnTo>
                  <a:lnTo>
                    <a:pt x="186811" y="0"/>
                  </a:lnTo>
                  <a:close/>
                </a:path>
              </a:pathLst>
            </a:custGeom>
            <a:solidFill>
              <a:srgbClr val="9562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905465" y="8621578"/>
              <a:ext cx="887730" cy="1186180"/>
            </a:xfrm>
            <a:custGeom>
              <a:avLst/>
              <a:gdLst/>
              <a:ahLst/>
              <a:cxnLst/>
              <a:rect l="l" t="t" r="r" b="b"/>
              <a:pathLst>
                <a:path w="887729" h="1186179">
                  <a:moveTo>
                    <a:pt x="425246" y="889901"/>
                  </a:moveTo>
                  <a:lnTo>
                    <a:pt x="424535" y="846848"/>
                  </a:lnTo>
                  <a:lnTo>
                    <a:pt x="418960" y="804075"/>
                  </a:lnTo>
                  <a:lnTo>
                    <a:pt x="408597" y="762190"/>
                  </a:lnTo>
                  <a:lnTo>
                    <a:pt x="393458" y="721804"/>
                  </a:lnTo>
                  <a:lnTo>
                    <a:pt x="373608" y="683488"/>
                  </a:lnTo>
                  <a:lnTo>
                    <a:pt x="349084" y="647865"/>
                  </a:lnTo>
                  <a:lnTo>
                    <a:pt x="319925" y="615518"/>
                  </a:lnTo>
                  <a:lnTo>
                    <a:pt x="305333" y="628751"/>
                  </a:lnTo>
                  <a:lnTo>
                    <a:pt x="284213" y="619848"/>
                  </a:lnTo>
                  <a:lnTo>
                    <a:pt x="256819" y="598652"/>
                  </a:lnTo>
                  <a:lnTo>
                    <a:pt x="223469" y="574979"/>
                  </a:lnTo>
                  <a:lnTo>
                    <a:pt x="184429" y="558634"/>
                  </a:lnTo>
                  <a:lnTo>
                    <a:pt x="139992" y="559460"/>
                  </a:lnTo>
                  <a:lnTo>
                    <a:pt x="102133" y="581799"/>
                  </a:lnTo>
                  <a:lnTo>
                    <a:pt x="72682" y="619544"/>
                  </a:lnTo>
                  <a:lnTo>
                    <a:pt x="50025" y="663168"/>
                  </a:lnTo>
                  <a:lnTo>
                    <a:pt x="32499" y="703186"/>
                  </a:lnTo>
                  <a:lnTo>
                    <a:pt x="18478" y="730110"/>
                  </a:lnTo>
                  <a:lnTo>
                    <a:pt x="6324" y="734441"/>
                  </a:lnTo>
                  <a:lnTo>
                    <a:pt x="2032" y="744080"/>
                  </a:lnTo>
                  <a:lnTo>
                    <a:pt x="0" y="763816"/>
                  </a:lnTo>
                  <a:lnTo>
                    <a:pt x="304" y="791972"/>
                  </a:lnTo>
                  <a:lnTo>
                    <a:pt x="8216" y="866990"/>
                  </a:lnTo>
                  <a:lnTo>
                    <a:pt x="15976" y="910526"/>
                  </a:lnTo>
                  <a:lnTo>
                    <a:pt x="26365" y="955878"/>
                  </a:lnTo>
                  <a:lnTo>
                    <a:pt x="39484" y="1001395"/>
                  </a:lnTo>
                  <a:lnTo>
                    <a:pt x="55384" y="1045413"/>
                  </a:lnTo>
                  <a:lnTo>
                    <a:pt x="74155" y="1086294"/>
                  </a:lnTo>
                  <a:lnTo>
                    <a:pt x="95859" y="1122362"/>
                  </a:lnTo>
                  <a:lnTo>
                    <a:pt x="120599" y="1151978"/>
                  </a:lnTo>
                  <a:lnTo>
                    <a:pt x="179412" y="1185240"/>
                  </a:lnTo>
                  <a:lnTo>
                    <a:pt x="213664" y="1185570"/>
                  </a:lnTo>
                  <a:lnTo>
                    <a:pt x="251231" y="1172819"/>
                  </a:lnTo>
                  <a:lnTo>
                    <a:pt x="290868" y="1149032"/>
                  </a:lnTo>
                  <a:lnTo>
                    <a:pt x="325297" y="1120736"/>
                  </a:lnTo>
                  <a:lnTo>
                    <a:pt x="354584" y="1088529"/>
                  </a:lnTo>
                  <a:lnTo>
                    <a:pt x="378752" y="1053020"/>
                  </a:lnTo>
                  <a:lnTo>
                    <a:pt x="397865" y="1014806"/>
                  </a:lnTo>
                  <a:lnTo>
                    <a:pt x="411962" y="974483"/>
                  </a:lnTo>
                  <a:lnTo>
                    <a:pt x="421068" y="932649"/>
                  </a:lnTo>
                  <a:lnTo>
                    <a:pt x="425246" y="889901"/>
                  </a:lnTo>
                  <a:close/>
                </a:path>
                <a:path w="887729" h="1186179">
                  <a:moveTo>
                    <a:pt x="887158" y="506844"/>
                  </a:moveTo>
                  <a:lnTo>
                    <a:pt x="877824" y="425564"/>
                  </a:lnTo>
                  <a:lnTo>
                    <a:pt x="864704" y="371589"/>
                  </a:lnTo>
                  <a:lnTo>
                    <a:pt x="847001" y="312978"/>
                  </a:lnTo>
                  <a:lnTo>
                    <a:pt x="825512" y="252920"/>
                  </a:lnTo>
                  <a:lnTo>
                    <a:pt x="801039" y="194589"/>
                  </a:lnTo>
                  <a:lnTo>
                    <a:pt x="774369" y="141185"/>
                  </a:lnTo>
                  <a:lnTo>
                    <a:pt x="746290" y="95897"/>
                  </a:lnTo>
                  <a:lnTo>
                    <a:pt x="717600" y="61912"/>
                  </a:lnTo>
                  <a:lnTo>
                    <a:pt x="713168" y="84061"/>
                  </a:lnTo>
                  <a:lnTo>
                    <a:pt x="701929" y="81965"/>
                  </a:lnTo>
                  <a:lnTo>
                    <a:pt x="684339" y="64058"/>
                  </a:lnTo>
                  <a:lnTo>
                    <a:pt x="660819" y="38798"/>
                  </a:lnTo>
                  <a:lnTo>
                    <a:pt x="631812" y="14630"/>
                  </a:lnTo>
                  <a:lnTo>
                    <a:pt x="597750" y="0"/>
                  </a:lnTo>
                  <a:lnTo>
                    <a:pt x="559079" y="3352"/>
                  </a:lnTo>
                  <a:lnTo>
                    <a:pt x="521601" y="28575"/>
                  </a:lnTo>
                  <a:lnTo>
                    <a:pt x="497801" y="64503"/>
                  </a:lnTo>
                  <a:lnTo>
                    <a:pt x="483108" y="102552"/>
                  </a:lnTo>
                  <a:lnTo>
                    <a:pt x="472909" y="134162"/>
                  </a:lnTo>
                  <a:lnTo>
                    <a:pt x="462610" y="150774"/>
                  </a:lnTo>
                  <a:lnTo>
                    <a:pt x="447611" y="143814"/>
                  </a:lnTo>
                  <a:lnTo>
                    <a:pt x="447205" y="185623"/>
                  </a:lnTo>
                  <a:lnTo>
                    <a:pt x="449021" y="231216"/>
                  </a:lnTo>
                  <a:lnTo>
                    <a:pt x="453720" y="279057"/>
                  </a:lnTo>
                  <a:lnTo>
                    <a:pt x="461924" y="327660"/>
                  </a:lnTo>
                  <a:lnTo>
                    <a:pt x="474306" y="375513"/>
                  </a:lnTo>
                  <a:lnTo>
                    <a:pt x="491515" y="421093"/>
                  </a:lnTo>
                  <a:lnTo>
                    <a:pt x="514184" y="462902"/>
                  </a:lnTo>
                  <a:lnTo>
                    <a:pt x="542963" y="499414"/>
                  </a:lnTo>
                  <a:lnTo>
                    <a:pt x="578510" y="529145"/>
                  </a:lnTo>
                  <a:lnTo>
                    <a:pt x="621461" y="550557"/>
                  </a:lnTo>
                  <a:lnTo>
                    <a:pt x="692899" y="571233"/>
                  </a:lnTo>
                  <a:lnTo>
                    <a:pt x="751662" y="578942"/>
                  </a:lnTo>
                  <a:lnTo>
                    <a:pt x="798842" y="576072"/>
                  </a:lnTo>
                  <a:lnTo>
                    <a:pt x="835533" y="564997"/>
                  </a:lnTo>
                  <a:lnTo>
                    <a:pt x="862812" y="548106"/>
                  </a:lnTo>
                  <a:lnTo>
                    <a:pt x="881786" y="527761"/>
                  </a:lnTo>
                  <a:lnTo>
                    <a:pt x="887158" y="506844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303959" y="6681723"/>
              <a:ext cx="766445" cy="2023110"/>
            </a:xfrm>
            <a:custGeom>
              <a:avLst/>
              <a:gdLst/>
              <a:ahLst/>
              <a:cxnLst/>
              <a:rect l="l" t="t" r="r" b="b"/>
              <a:pathLst>
                <a:path w="766445" h="2023109">
                  <a:moveTo>
                    <a:pt x="271125" y="0"/>
                  </a:moveTo>
                  <a:lnTo>
                    <a:pt x="191313" y="9466"/>
                  </a:lnTo>
                  <a:lnTo>
                    <a:pt x="144471" y="26726"/>
                  </a:lnTo>
                  <a:lnTo>
                    <a:pt x="90613" y="61741"/>
                  </a:lnTo>
                  <a:lnTo>
                    <a:pt x="50407" y="111823"/>
                  </a:lnTo>
                  <a:lnTo>
                    <a:pt x="22684" y="175188"/>
                  </a:lnTo>
                  <a:lnTo>
                    <a:pt x="6272" y="250052"/>
                  </a:lnTo>
                  <a:lnTo>
                    <a:pt x="1941" y="291238"/>
                  </a:lnTo>
                  <a:lnTo>
                    <a:pt x="0" y="334631"/>
                  </a:lnTo>
                  <a:lnTo>
                    <a:pt x="300" y="380006"/>
                  </a:lnTo>
                  <a:lnTo>
                    <a:pt x="2696" y="427141"/>
                  </a:lnTo>
                  <a:lnTo>
                    <a:pt x="7042" y="475814"/>
                  </a:lnTo>
                  <a:lnTo>
                    <a:pt x="13191" y="525800"/>
                  </a:lnTo>
                  <a:lnTo>
                    <a:pt x="20997" y="576877"/>
                  </a:lnTo>
                  <a:lnTo>
                    <a:pt x="30313" y="628822"/>
                  </a:lnTo>
                  <a:lnTo>
                    <a:pt x="40993" y="681412"/>
                  </a:lnTo>
                  <a:lnTo>
                    <a:pt x="52891" y="734424"/>
                  </a:lnTo>
                  <a:lnTo>
                    <a:pt x="65860" y="787635"/>
                  </a:lnTo>
                  <a:lnTo>
                    <a:pt x="79755" y="840823"/>
                  </a:lnTo>
                  <a:lnTo>
                    <a:pt x="94427" y="893763"/>
                  </a:lnTo>
                  <a:lnTo>
                    <a:pt x="109732" y="946234"/>
                  </a:lnTo>
                  <a:lnTo>
                    <a:pt x="125523" y="998012"/>
                  </a:lnTo>
                  <a:lnTo>
                    <a:pt x="141653" y="1048874"/>
                  </a:lnTo>
                  <a:lnTo>
                    <a:pt x="157976" y="1098598"/>
                  </a:lnTo>
                  <a:lnTo>
                    <a:pt x="174346" y="1146959"/>
                  </a:lnTo>
                  <a:lnTo>
                    <a:pt x="190617" y="1193736"/>
                  </a:lnTo>
                  <a:lnTo>
                    <a:pt x="206641" y="1238706"/>
                  </a:lnTo>
                  <a:lnTo>
                    <a:pt x="222273" y="1281645"/>
                  </a:lnTo>
                  <a:lnTo>
                    <a:pt x="237366" y="1322330"/>
                  </a:lnTo>
                  <a:lnTo>
                    <a:pt x="265350" y="1396047"/>
                  </a:lnTo>
                  <a:lnTo>
                    <a:pt x="373440" y="1673454"/>
                  </a:lnTo>
                  <a:lnTo>
                    <a:pt x="416378" y="1782825"/>
                  </a:lnTo>
                  <a:lnTo>
                    <a:pt x="456360" y="1883128"/>
                  </a:lnTo>
                  <a:lnTo>
                    <a:pt x="512522" y="2022749"/>
                  </a:lnTo>
                  <a:lnTo>
                    <a:pt x="765897" y="1955903"/>
                  </a:lnTo>
                  <a:lnTo>
                    <a:pt x="763498" y="1941262"/>
                  </a:lnTo>
                  <a:lnTo>
                    <a:pt x="756607" y="1894617"/>
                  </a:lnTo>
                  <a:lnTo>
                    <a:pt x="713992" y="1587116"/>
                  </a:lnTo>
                  <a:lnTo>
                    <a:pt x="679877" y="1345250"/>
                  </a:lnTo>
                  <a:lnTo>
                    <a:pt x="661018" y="1215708"/>
                  </a:lnTo>
                  <a:lnTo>
                    <a:pt x="641310" y="1084297"/>
                  </a:lnTo>
                  <a:lnTo>
                    <a:pt x="621019" y="953919"/>
                  </a:lnTo>
                  <a:lnTo>
                    <a:pt x="610737" y="890024"/>
                  </a:lnTo>
                  <a:lnTo>
                    <a:pt x="600409" y="827476"/>
                  </a:lnTo>
                  <a:lnTo>
                    <a:pt x="590067" y="766637"/>
                  </a:lnTo>
                  <a:lnTo>
                    <a:pt x="579745" y="707871"/>
                  </a:lnTo>
                  <a:lnTo>
                    <a:pt x="569475" y="651540"/>
                  </a:lnTo>
                  <a:lnTo>
                    <a:pt x="559291" y="598006"/>
                  </a:lnTo>
                  <a:lnTo>
                    <a:pt x="549226" y="547634"/>
                  </a:lnTo>
                  <a:lnTo>
                    <a:pt x="539313" y="500784"/>
                  </a:lnTo>
                  <a:lnTo>
                    <a:pt x="529585" y="457822"/>
                  </a:lnTo>
                  <a:lnTo>
                    <a:pt x="520075" y="419108"/>
                  </a:lnTo>
                  <a:lnTo>
                    <a:pt x="501842" y="355878"/>
                  </a:lnTo>
                  <a:lnTo>
                    <a:pt x="488094" y="306199"/>
                  </a:lnTo>
                  <a:lnTo>
                    <a:pt x="474001" y="258428"/>
                  </a:lnTo>
                  <a:lnTo>
                    <a:pt x="459196" y="212955"/>
                  </a:lnTo>
                  <a:lnTo>
                    <a:pt x="443314" y="170348"/>
                  </a:lnTo>
                  <a:lnTo>
                    <a:pt x="425986" y="131173"/>
                  </a:lnTo>
                  <a:lnTo>
                    <a:pt x="406845" y="95999"/>
                  </a:lnTo>
                  <a:lnTo>
                    <a:pt x="361662" y="39923"/>
                  </a:lnTo>
                  <a:lnTo>
                    <a:pt x="304828" y="6658"/>
                  </a:lnTo>
                  <a:lnTo>
                    <a:pt x="271125" y="0"/>
                  </a:lnTo>
                  <a:close/>
                </a:path>
              </a:pathLst>
            </a:custGeom>
            <a:solidFill>
              <a:srgbClr val="9699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509134" y="6680190"/>
              <a:ext cx="476250" cy="1373505"/>
            </a:xfrm>
            <a:custGeom>
              <a:avLst/>
              <a:gdLst/>
              <a:ahLst/>
              <a:cxnLst/>
              <a:rect l="l" t="t" r="r" b="b"/>
              <a:pathLst>
                <a:path w="476250" h="1373504">
                  <a:moveTo>
                    <a:pt x="51436" y="0"/>
                  </a:moveTo>
                  <a:lnTo>
                    <a:pt x="29959" y="1890"/>
                  </a:lnTo>
                  <a:lnTo>
                    <a:pt x="8919" y="5412"/>
                  </a:lnTo>
                  <a:lnTo>
                    <a:pt x="0" y="8556"/>
                  </a:lnTo>
                  <a:lnTo>
                    <a:pt x="7753" y="53660"/>
                  </a:lnTo>
                  <a:lnTo>
                    <a:pt x="17348" y="102123"/>
                  </a:lnTo>
                  <a:lnTo>
                    <a:pt x="28514" y="153245"/>
                  </a:lnTo>
                  <a:lnTo>
                    <a:pt x="40980" y="206329"/>
                  </a:lnTo>
                  <a:lnTo>
                    <a:pt x="54477" y="260674"/>
                  </a:lnTo>
                  <a:lnTo>
                    <a:pt x="68734" y="315582"/>
                  </a:lnTo>
                  <a:lnTo>
                    <a:pt x="83482" y="370355"/>
                  </a:lnTo>
                  <a:lnTo>
                    <a:pt x="98449" y="424294"/>
                  </a:lnTo>
                  <a:lnTo>
                    <a:pt x="113366" y="476699"/>
                  </a:lnTo>
                  <a:lnTo>
                    <a:pt x="127963" y="526873"/>
                  </a:lnTo>
                  <a:lnTo>
                    <a:pt x="141970" y="574117"/>
                  </a:lnTo>
                  <a:lnTo>
                    <a:pt x="155115" y="617731"/>
                  </a:lnTo>
                  <a:lnTo>
                    <a:pt x="171416" y="666197"/>
                  </a:lnTo>
                  <a:lnTo>
                    <a:pt x="189963" y="713795"/>
                  </a:lnTo>
                  <a:lnTo>
                    <a:pt x="209892" y="760876"/>
                  </a:lnTo>
                  <a:lnTo>
                    <a:pt x="230336" y="807793"/>
                  </a:lnTo>
                  <a:lnTo>
                    <a:pt x="250432" y="854897"/>
                  </a:lnTo>
                  <a:lnTo>
                    <a:pt x="265777" y="893033"/>
                  </a:lnTo>
                  <a:lnTo>
                    <a:pt x="280212" y="930758"/>
                  </a:lnTo>
                  <a:lnTo>
                    <a:pt x="308887" y="1007920"/>
                  </a:lnTo>
                  <a:lnTo>
                    <a:pt x="324394" y="1048828"/>
                  </a:lnTo>
                  <a:lnTo>
                    <a:pt x="341526" y="1092269"/>
                  </a:lnTo>
                  <a:lnTo>
                    <a:pt x="360917" y="1138976"/>
                  </a:lnTo>
                  <a:lnTo>
                    <a:pt x="383200" y="1189687"/>
                  </a:lnTo>
                  <a:lnTo>
                    <a:pt x="409010" y="1245137"/>
                  </a:lnTo>
                  <a:lnTo>
                    <a:pt x="438980" y="1306061"/>
                  </a:lnTo>
                  <a:lnTo>
                    <a:pt x="473744" y="1373195"/>
                  </a:lnTo>
                  <a:lnTo>
                    <a:pt x="475921" y="1369450"/>
                  </a:lnTo>
                  <a:lnTo>
                    <a:pt x="470734" y="1306909"/>
                  </a:lnTo>
                  <a:lnTo>
                    <a:pt x="464195" y="1256375"/>
                  </a:lnTo>
                  <a:lnTo>
                    <a:pt x="455576" y="1198504"/>
                  </a:lnTo>
                  <a:lnTo>
                    <a:pt x="445289" y="1137428"/>
                  </a:lnTo>
                  <a:lnTo>
                    <a:pt x="433747" y="1077278"/>
                  </a:lnTo>
                  <a:lnTo>
                    <a:pt x="421362" y="1022182"/>
                  </a:lnTo>
                  <a:lnTo>
                    <a:pt x="408547" y="976273"/>
                  </a:lnTo>
                  <a:lnTo>
                    <a:pt x="369263" y="890884"/>
                  </a:lnTo>
                  <a:lnTo>
                    <a:pt x="343468" y="836243"/>
                  </a:lnTo>
                  <a:lnTo>
                    <a:pt x="318393" y="780163"/>
                  </a:lnTo>
                  <a:lnTo>
                    <a:pt x="294097" y="723053"/>
                  </a:lnTo>
                  <a:lnTo>
                    <a:pt x="270644" y="665319"/>
                  </a:lnTo>
                  <a:lnTo>
                    <a:pt x="248094" y="607371"/>
                  </a:lnTo>
                  <a:lnTo>
                    <a:pt x="226509" y="549614"/>
                  </a:lnTo>
                  <a:lnTo>
                    <a:pt x="205950" y="492458"/>
                  </a:lnTo>
                  <a:lnTo>
                    <a:pt x="186479" y="436309"/>
                  </a:lnTo>
                  <a:lnTo>
                    <a:pt x="168157" y="381575"/>
                  </a:lnTo>
                  <a:lnTo>
                    <a:pt x="151045" y="328664"/>
                  </a:lnTo>
                  <a:lnTo>
                    <a:pt x="135206" y="277983"/>
                  </a:lnTo>
                  <a:lnTo>
                    <a:pt x="120700" y="229941"/>
                  </a:lnTo>
                  <a:lnTo>
                    <a:pt x="107590" y="184944"/>
                  </a:lnTo>
                  <a:lnTo>
                    <a:pt x="95935" y="143400"/>
                  </a:lnTo>
                  <a:lnTo>
                    <a:pt x="85799" y="105718"/>
                  </a:lnTo>
                  <a:lnTo>
                    <a:pt x="70326" y="43566"/>
                  </a:lnTo>
                  <a:lnTo>
                    <a:pt x="61663" y="1750"/>
                  </a:lnTo>
                  <a:lnTo>
                    <a:pt x="51436" y="0"/>
                  </a:lnTo>
                  <a:close/>
                </a:path>
              </a:pathLst>
            </a:custGeom>
            <a:solidFill>
              <a:srgbClr val="96999B">
                <a:alpha val="2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550448" y="6321870"/>
              <a:ext cx="854710" cy="1884045"/>
            </a:xfrm>
            <a:custGeom>
              <a:avLst/>
              <a:gdLst/>
              <a:ahLst/>
              <a:cxnLst/>
              <a:rect l="l" t="t" r="r" b="b"/>
              <a:pathLst>
                <a:path w="854709" h="1884045">
                  <a:moveTo>
                    <a:pt x="313620" y="0"/>
                  </a:moveTo>
                  <a:lnTo>
                    <a:pt x="270804" y="67"/>
                  </a:lnTo>
                  <a:lnTo>
                    <a:pt x="227424" y="5107"/>
                  </a:lnTo>
                  <a:lnTo>
                    <a:pt x="184646" y="14809"/>
                  </a:lnTo>
                  <a:lnTo>
                    <a:pt x="143636" y="28861"/>
                  </a:lnTo>
                  <a:lnTo>
                    <a:pt x="105560" y="46953"/>
                  </a:lnTo>
                  <a:lnTo>
                    <a:pt x="71584" y="68773"/>
                  </a:lnTo>
                  <a:lnTo>
                    <a:pt x="42874" y="94009"/>
                  </a:lnTo>
                  <a:lnTo>
                    <a:pt x="5916" y="153487"/>
                  </a:lnTo>
                  <a:lnTo>
                    <a:pt x="0" y="187106"/>
                  </a:lnTo>
                  <a:lnTo>
                    <a:pt x="663" y="220324"/>
                  </a:lnTo>
                  <a:lnTo>
                    <a:pt x="4389" y="259835"/>
                  </a:lnTo>
                  <a:lnTo>
                    <a:pt x="10840" y="304767"/>
                  </a:lnTo>
                  <a:lnTo>
                    <a:pt x="19678" y="354248"/>
                  </a:lnTo>
                  <a:lnTo>
                    <a:pt x="30567" y="407404"/>
                  </a:lnTo>
                  <a:lnTo>
                    <a:pt x="43168" y="463364"/>
                  </a:lnTo>
                  <a:lnTo>
                    <a:pt x="57144" y="521254"/>
                  </a:lnTo>
                  <a:lnTo>
                    <a:pt x="72158" y="580201"/>
                  </a:lnTo>
                  <a:lnTo>
                    <a:pt x="87871" y="639334"/>
                  </a:lnTo>
                  <a:lnTo>
                    <a:pt x="101913" y="689846"/>
                  </a:lnTo>
                  <a:lnTo>
                    <a:pt x="116638" y="740152"/>
                  </a:lnTo>
                  <a:lnTo>
                    <a:pt x="132047" y="790242"/>
                  </a:lnTo>
                  <a:lnTo>
                    <a:pt x="148142" y="840106"/>
                  </a:lnTo>
                  <a:lnTo>
                    <a:pt x="164926" y="889737"/>
                  </a:lnTo>
                  <a:lnTo>
                    <a:pt x="182398" y="939125"/>
                  </a:lnTo>
                  <a:lnTo>
                    <a:pt x="200563" y="988263"/>
                  </a:lnTo>
                  <a:lnTo>
                    <a:pt x="219420" y="1037140"/>
                  </a:lnTo>
                  <a:lnTo>
                    <a:pt x="238971" y="1085748"/>
                  </a:lnTo>
                  <a:lnTo>
                    <a:pt x="259220" y="1134078"/>
                  </a:lnTo>
                  <a:lnTo>
                    <a:pt x="280166" y="1182122"/>
                  </a:lnTo>
                  <a:lnTo>
                    <a:pt x="301812" y="1229871"/>
                  </a:lnTo>
                  <a:lnTo>
                    <a:pt x="374482" y="1388288"/>
                  </a:lnTo>
                  <a:lnTo>
                    <a:pt x="426551" y="1509201"/>
                  </a:lnTo>
                  <a:lnTo>
                    <a:pt x="483078" y="1653908"/>
                  </a:lnTo>
                  <a:lnTo>
                    <a:pt x="569124" y="1883704"/>
                  </a:lnTo>
                  <a:lnTo>
                    <a:pt x="854131" y="1785466"/>
                  </a:lnTo>
                  <a:lnTo>
                    <a:pt x="721004" y="1012170"/>
                  </a:lnTo>
                  <a:lnTo>
                    <a:pt x="696377" y="890410"/>
                  </a:lnTo>
                  <a:lnTo>
                    <a:pt x="635116" y="610226"/>
                  </a:lnTo>
                  <a:lnTo>
                    <a:pt x="556155" y="299259"/>
                  </a:lnTo>
                  <a:lnTo>
                    <a:pt x="478425" y="85151"/>
                  </a:lnTo>
                  <a:lnTo>
                    <a:pt x="427021" y="32748"/>
                  </a:lnTo>
                  <a:lnTo>
                    <a:pt x="354705" y="5216"/>
                  </a:lnTo>
                  <a:lnTo>
                    <a:pt x="313620" y="0"/>
                  </a:lnTo>
                  <a:close/>
                </a:path>
              </a:pathLst>
            </a:custGeom>
            <a:solidFill>
              <a:srgbClr val="9699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535122" y="4175181"/>
              <a:ext cx="2120900" cy="2264410"/>
            </a:xfrm>
            <a:custGeom>
              <a:avLst/>
              <a:gdLst/>
              <a:ahLst/>
              <a:cxnLst/>
              <a:rect l="l" t="t" r="r" b="b"/>
              <a:pathLst>
                <a:path w="2120900" h="2264410">
                  <a:moveTo>
                    <a:pt x="1731378" y="608838"/>
                  </a:moveTo>
                  <a:lnTo>
                    <a:pt x="1731327" y="596544"/>
                  </a:lnTo>
                  <a:lnTo>
                    <a:pt x="1731213" y="568718"/>
                  </a:lnTo>
                  <a:lnTo>
                    <a:pt x="1729994" y="530352"/>
                  </a:lnTo>
                  <a:lnTo>
                    <a:pt x="1719770" y="418655"/>
                  </a:lnTo>
                  <a:lnTo>
                    <a:pt x="1707616" y="351548"/>
                  </a:lnTo>
                  <a:lnTo>
                    <a:pt x="1691779" y="291909"/>
                  </a:lnTo>
                  <a:lnTo>
                    <a:pt x="1672717" y="239369"/>
                  </a:lnTo>
                  <a:lnTo>
                    <a:pt x="1650873" y="193522"/>
                  </a:lnTo>
                  <a:lnTo>
                    <a:pt x="1626692" y="153987"/>
                  </a:lnTo>
                  <a:lnTo>
                    <a:pt x="1600619" y="120383"/>
                  </a:lnTo>
                  <a:lnTo>
                    <a:pt x="1573110" y="92329"/>
                  </a:lnTo>
                  <a:lnTo>
                    <a:pt x="1515567" y="51308"/>
                  </a:lnTo>
                  <a:lnTo>
                    <a:pt x="1452651" y="27139"/>
                  </a:lnTo>
                  <a:lnTo>
                    <a:pt x="1409979" y="18783"/>
                  </a:lnTo>
                  <a:lnTo>
                    <a:pt x="1360436" y="12268"/>
                  </a:lnTo>
                  <a:lnTo>
                    <a:pt x="1306017" y="7391"/>
                  </a:lnTo>
                  <a:lnTo>
                    <a:pt x="1248778" y="3949"/>
                  </a:lnTo>
                  <a:lnTo>
                    <a:pt x="1190713" y="1714"/>
                  </a:lnTo>
                  <a:lnTo>
                    <a:pt x="1133856" y="469"/>
                  </a:lnTo>
                  <a:lnTo>
                    <a:pt x="1080236" y="0"/>
                  </a:lnTo>
                  <a:lnTo>
                    <a:pt x="1031862" y="88"/>
                  </a:lnTo>
                  <a:lnTo>
                    <a:pt x="958938" y="1117"/>
                  </a:lnTo>
                  <a:lnTo>
                    <a:pt x="959675" y="1854"/>
                  </a:lnTo>
                  <a:lnTo>
                    <a:pt x="956195" y="20332"/>
                  </a:lnTo>
                  <a:lnTo>
                    <a:pt x="947623" y="41427"/>
                  </a:lnTo>
                  <a:lnTo>
                    <a:pt x="935062" y="64249"/>
                  </a:lnTo>
                  <a:lnTo>
                    <a:pt x="919645" y="87896"/>
                  </a:lnTo>
                  <a:lnTo>
                    <a:pt x="890765" y="131038"/>
                  </a:lnTo>
                  <a:lnTo>
                    <a:pt x="863333" y="175082"/>
                  </a:lnTo>
                  <a:lnTo>
                    <a:pt x="837311" y="219964"/>
                  </a:lnTo>
                  <a:lnTo>
                    <a:pt x="812698" y="265633"/>
                  </a:lnTo>
                  <a:lnTo>
                    <a:pt x="789432" y="312013"/>
                  </a:lnTo>
                  <a:lnTo>
                    <a:pt x="767511" y="359054"/>
                  </a:lnTo>
                  <a:lnTo>
                    <a:pt x="746899" y="406717"/>
                  </a:lnTo>
                  <a:lnTo>
                    <a:pt x="727557" y="454926"/>
                  </a:lnTo>
                  <a:lnTo>
                    <a:pt x="672909" y="596544"/>
                  </a:lnTo>
                  <a:lnTo>
                    <a:pt x="511733" y="311467"/>
                  </a:lnTo>
                  <a:lnTo>
                    <a:pt x="492226" y="268871"/>
                  </a:lnTo>
                  <a:lnTo>
                    <a:pt x="480314" y="224243"/>
                  </a:lnTo>
                  <a:lnTo>
                    <a:pt x="476008" y="178536"/>
                  </a:lnTo>
                  <a:lnTo>
                    <a:pt x="479336" y="132765"/>
                  </a:lnTo>
                  <a:lnTo>
                    <a:pt x="490296" y="87884"/>
                  </a:lnTo>
                  <a:lnTo>
                    <a:pt x="508901" y="44894"/>
                  </a:lnTo>
                  <a:lnTo>
                    <a:pt x="498170" y="36245"/>
                  </a:lnTo>
                  <a:lnTo>
                    <a:pt x="487667" y="27063"/>
                  </a:lnTo>
                  <a:lnTo>
                    <a:pt x="477418" y="17386"/>
                  </a:lnTo>
                  <a:lnTo>
                    <a:pt x="467410" y="7226"/>
                  </a:lnTo>
                  <a:lnTo>
                    <a:pt x="321221" y="59766"/>
                  </a:lnTo>
                  <a:lnTo>
                    <a:pt x="214909" y="100584"/>
                  </a:lnTo>
                  <a:lnTo>
                    <a:pt x="154355" y="129019"/>
                  </a:lnTo>
                  <a:lnTo>
                    <a:pt x="144691" y="176212"/>
                  </a:lnTo>
                  <a:lnTo>
                    <a:pt x="140843" y="222643"/>
                  </a:lnTo>
                  <a:lnTo>
                    <a:pt x="137287" y="279311"/>
                  </a:lnTo>
                  <a:lnTo>
                    <a:pt x="133769" y="342493"/>
                  </a:lnTo>
                  <a:lnTo>
                    <a:pt x="130022" y="408444"/>
                  </a:lnTo>
                  <a:lnTo>
                    <a:pt x="125793" y="473443"/>
                  </a:lnTo>
                  <a:lnTo>
                    <a:pt x="120815" y="533742"/>
                  </a:lnTo>
                  <a:lnTo>
                    <a:pt x="114820" y="585597"/>
                  </a:lnTo>
                  <a:lnTo>
                    <a:pt x="107543" y="625297"/>
                  </a:lnTo>
                  <a:lnTo>
                    <a:pt x="98729" y="649097"/>
                  </a:lnTo>
                  <a:lnTo>
                    <a:pt x="97459" y="663092"/>
                  </a:lnTo>
                  <a:lnTo>
                    <a:pt x="93713" y="692861"/>
                  </a:lnTo>
                  <a:lnTo>
                    <a:pt x="87896" y="736053"/>
                  </a:lnTo>
                  <a:lnTo>
                    <a:pt x="80391" y="790232"/>
                  </a:lnTo>
                  <a:lnTo>
                    <a:pt x="51739" y="994384"/>
                  </a:lnTo>
                  <a:lnTo>
                    <a:pt x="41478" y="1068184"/>
                  </a:lnTo>
                  <a:lnTo>
                    <a:pt x="31508" y="1140815"/>
                  </a:lnTo>
                  <a:lnTo>
                    <a:pt x="22225" y="1209840"/>
                  </a:lnTo>
                  <a:lnTo>
                    <a:pt x="14046" y="1272806"/>
                  </a:lnTo>
                  <a:lnTo>
                    <a:pt x="7353" y="1327302"/>
                  </a:lnTo>
                  <a:lnTo>
                    <a:pt x="2527" y="1370888"/>
                  </a:lnTo>
                  <a:lnTo>
                    <a:pt x="0" y="1401127"/>
                  </a:lnTo>
                  <a:lnTo>
                    <a:pt x="139" y="1415580"/>
                  </a:lnTo>
                  <a:lnTo>
                    <a:pt x="36969" y="1421536"/>
                  </a:lnTo>
                  <a:lnTo>
                    <a:pt x="138899" y="1452854"/>
                  </a:lnTo>
                  <a:lnTo>
                    <a:pt x="860831" y="1697215"/>
                  </a:lnTo>
                  <a:lnTo>
                    <a:pt x="882815" y="1703247"/>
                  </a:lnTo>
                  <a:lnTo>
                    <a:pt x="935913" y="1718805"/>
                  </a:lnTo>
                  <a:lnTo>
                    <a:pt x="1000848" y="1740090"/>
                  </a:lnTo>
                  <a:lnTo>
                    <a:pt x="1058354" y="1763280"/>
                  </a:lnTo>
                  <a:lnTo>
                    <a:pt x="1099058" y="1777352"/>
                  </a:lnTo>
                  <a:lnTo>
                    <a:pt x="1146962" y="1765846"/>
                  </a:lnTo>
                  <a:lnTo>
                    <a:pt x="1167511" y="1726882"/>
                  </a:lnTo>
                  <a:lnTo>
                    <a:pt x="1185227" y="1685683"/>
                  </a:lnTo>
                  <a:lnTo>
                    <a:pt x="1207744" y="1631950"/>
                  </a:lnTo>
                  <a:lnTo>
                    <a:pt x="1231722" y="1572221"/>
                  </a:lnTo>
                  <a:lnTo>
                    <a:pt x="1253820" y="1513014"/>
                  </a:lnTo>
                  <a:lnTo>
                    <a:pt x="1270673" y="1460842"/>
                  </a:lnTo>
                  <a:lnTo>
                    <a:pt x="1278966" y="1422247"/>
                  </a:lnTo>
                  <a:lnTo>
                    <a:pt x="1281938" y="1380591"/>
                  </a:lnTo>
                  <a:lnTo>
                    <a:pt x="1284655" y="1324317"/>
                  </a:lnTo>
                  <a:lnTo>
                    <a:pt x="1287005" y="1261910"/>
                  </a:lnTo>
                  <a:lnTo>
                    <a:pt x="1288910" y="1201801"/>
                  </a:lnTo>
                  <a:lnTo>
                    <a:pt x="1290294" y="1152486"/>
                  </a:lnTo>
                  <a:lnTo>
                    <a:pt x="1703387" y="1152486"/>
                  </a:lnTo>
                  <a:lnTo>
                    <a:pt x="1705711" y="1130922"/>
                  </a:lnTo>
                  <a:lnTo>
                    <a:pt x="1711833" y="1053172"/>
                  </a:lnTo>
                  <a:lnTo>
                    <a:pt x="1720507" y="899655"/>
                  </a:lnTo>
                  <a:lnTo>
                    <a:pt x="1730476" y="650798"/>
                  </a:lnTo>
                  <a:lnTo>
                    <a:pt x="1731378" y="608838"/>
                  </a:lnTo>
                  <a:close/>
                </a:path>
                <a:path w="2120900" h="2264410">
                  <a:moveTo>
                    <a:pt x="2120671" y="2264003"/>
                  </a:moveTo>
                  <a:lnTo>
                    <a:pt x="2104580" y="2190623"/>
                  </a:lnTo>
                  <a:lnTo>
                    <a:pt x="2090445" y="2147633"/>
                  </a:lnTo>
                  <a:lnTo>
                    <a:pt x="2072817" y="2101253"/>
                  </a:lnTo>
                  <a:lnTo>
                    <a:pt x="2052091" y="2052104"/>
                  </a:lnTo>
                  <a:lnTo>
                    <a:pt x="2028672" y="2000796"/>
                  </a:lnTo>
                  <a:lnTo>
                    <a:pt x="2002993" y="1947938"/>
                  </a:lnTo>
                  <a:lnTo>
                    <a:pt x="1975446" y="1894154"/>
                  </a:lnTo>
                  <a:lnTo>
                    <a:pt x="1946452" y="1840026"/>
                  </a:lnTo>
                  <a:lnTo>
                    <a:pt x="1916430" y="1786204"/>
                  </a:lnTo>
                  <a:lnTo>
                    <a:pt x="1885759" y="1733270"/>
                  </a:lnTo>
                  <a:lnTo>
                    <a:pt x="1854885" y="1681848"/>
                  </a:lnTo>
                  <a:lnTo>
                    <a:pt x="1824202" y="1632546"/>
                  </a:lnTo>
                  <a:lnTo>
                    <a:pt x="1794116" y="1585988"/>
                  </a:lnTo>
                  <a:lnTo>
                    <a:pt x="1765058" y="1542757"/>
                  </a:lnTo>
                  <a:lnTo>
                    <a:pt x="1737423" y="1503502"/>
                  </a:lnTo>
                  <a:lnTo>
                    <a:pt x="1711617" y="1468805"/>
                  </a:lnTo>
                  <a:lnTo>
                    <a:pt x="1667179" y="1415580"/>
                  </a:lnTo>
                  <a:lnTo>
                    <a:pt x="1662709" y="1507680"/>
                  </a:lnTo>
                  <a:lnTo>
                    <a:pt x="1642427" y="1550593"/>
                  </a:lnTo>
                  <a:lnTo>
                    <a:pt x="1584617" y="1655800"/>
                  </a:lnTo>
                  <a:lnTo>
                    <a:pt x="1493862" y="1787969"/>
                  </a:lnTo>
                  <a:lnTo>
                    <a:pt x="1374724" y="1911743"/>
                  </a:lnTo>
                  <a:lnTo>
                    <a:pt x="1325003" y="1951964"/>
                  </a:lnTo>
                  <a:lnTo>
                    <a:pt x="1283525" y="1984298"/>
                  </a:lnTo>
                  <a:lnTo>
                    <a:pt x="1248918" y="2009724"/>
                  </a:lnTo>
                  <a:lnTo>
                    <a:pt x="1219835" y="2029218"/>
                  </a:lnTo>
                  <a:lnTo>
                    <a:pt x="2120671" y="2264003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35122" y="4175175"/>
              <a:ext cx="2120683" cy="226400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9193416" y="4990508"/>
              <a:ext cx="454659" cy="247015"/>
            </a:xfrm>
            <a:custGeom>
              <a:avLst/>
              <a:gdLst/>
              <a:ahLst/>
              <a:cxnLst/>
              <a:rect l="l" t="t" r="r" b="b"/>
              <a:pathLst>
                <a:path w="454659" h="247014">
                  <a:moveTo>
                    <a:pt x="429436" y="0"/>
                  </a:moveTo>
                  <a:lnTo>
                    <a:pt x="404924" y="31561"/>
                  </a:lnTo>
                  <a:lnTo>
                    <a:pt x="375034" y="59262"/>
                  </a:lnTo>
                  <a:lnTo>
                    <a:pt x="339317" y="82264"/>
                  </a:lnTo>
                  <a:lnTo>
                    <a:pt x="297324" y="99730"/>
                  </a:lnTo>
                  <a:lnTo>
                    <a:pt x="248604" y="110824"/>
                  </a:lnTo>
                  <a:lnTo>
                    <a:pt x="192710" y="114708"/>
                  </a:lnTo>
                  <a:lnTo>
                    <a:pt x="141497" y="108081"/>
                  </a:lnTo>
                  <a:lnTo>
                    <a:pt x="96992" y="89874"/>
                  </a:lnTo>
                  <a:lnTo>
                    <a:pt x="58802" y="62600"/>
                  </a:lnTo>
                  <a:lnTo>
                    <a:pt x="26537" y="28773"/>
                  </a:lnTo>
                  <a:lnTo>
                    <a:pt x="27674" y="43913"/>
                  </a:lnTo>
                  <a:lnTo>
                    <a:pt x="25888" y="91798"/>
                  </a:lnTo>
                  <a:lnTo>
                    <a:pt x="7166" y="136393"/>
                  </a:lnTo>
                  <a:lnTo>
                    <a:pt x="0" y="155366"/>
                  </a:lnTo>
                  <a:lnTo>
                    <a:pt x="35379" y="196886"/>
                  </a:lnTo>
                  <a:lnTo>
                    <a:pt x="73696" y="216054"/>
                  </a:lnTo>
                  <a:lnTo>
                    <a:pt x="122942" y="231907"/>
                  </a:lnTo>
                  <a:lnTo>
                    <a:pt x="181004" y="242757"/>
                  </a:lnTo>
                  <a:lnTo>
                    <a:pt x="245766" y="246913"/>
                  </a:lnTo>
                  <a:lnTo>
                    <a:pt x="312349" y="242052"/>
                  </a:lnTo>
                  <a:lnTo>
                    <a:pt x="365494" y="228322"/>
                  </a:lnTo>
                  <a:lnTo>
                    <a:pt x="405726" y="207839"/>
                  </a:lnTo>
                  <a:lnTo>
                    <a:pt x="449565" y="155076"/>
                  </a:lnTo>
                  <a:lnTo>
                    <a:pt x="454226" y="127027"/>
                  </a:lnTo>
                  <a:lnTo>
                    <a:pt x="448085" y="100688"/>
                  </a:lnTo>
                  <a:lnTo>
                    <a:pt x="445597" y="94945"/>
                  </a:lnTo>
                  <a:lnTo>
                    <a:pt x="443336" y="89014"/>
                  </a:lnTo>
                  <a:lnTo>
                    <a:pt x="431899" y="37370"/>
                  </a:lnTo>
                  <a:lnTo>
                    <a:pt x="430169" y="18081"/>
                  </a:lnTo>
                  <a:lnTo>
                    <a:pt x="429436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754909" y="6687681"/>
              <a:ext cx="1358265" cy="631190"/>
            </a:xfrm>
            <a:custGeom>
              <a:avLst/>
              <a:gdLst/>
              <a:ahLst/>
              <a:cxnLst/>
              <a:rect l="l" t="t" r="r" b="b"/>
              <a:pathLst>
                <a:path w="1358265" h="631190">
                  <a:moveTo>
                    <a:pt x="116889" y="0"/>
                  </a:moveTo>
                  <a:lnTo>
                    <a:pt x="82564" y="70292"/>
                  </a:lnTo>
                  <a:lnTo>
                    <a:pt x="51931" y="144215"/>
                  </a:lnTo>
                  <a:lnTo>
                    <a:pt x="23227" y="231595"/>
                  </a:lnTo>
                  <a:lnTo>
                    <a:pt x="4690" y="305948"/>
                  </a:lnTo>
                  <a:lnTo>
                    <a:pt x="0" y="372314"/>
                  </a:lnTo>
                  <a:lnTo>
                    <a:pt x="10493" y="468116"/>
                  </a:lnTo>
                  <a:lnTo>
                    <a:pt x="37509" y="630776"/>
                  </a:lnTo>
                  <a:lnTo>
                    <a:pt x="44153" y="617208"/>
                  </a:lnTo>
                  <a:lnTo>
                    <a:pt x="52528" y="601904"/>
                  </a:lnTo>
                  <a:lnTo>
                    <a:pt x="85667" y="551099"/>
                  </a:lnTo>
                  <a:lnTo>
                    <a:pt x="113403" y="516909"/>
                  </a:lnTo>
                  <a:lnTo>
                    <a:pt x="147622" y="482631"/>
                  </a:lnTo>
                  <a:lnTo>
                    <a:pt x="188402" y="451076"/>
                  </a:lnTo>
                  <a:lnTo>
                    <a:pt x="235823" y="425056"/>
                  </a:lnTo>
                  <a:lnTo>
                    <a:pt x="289963" y="407383"/>
                  </a:lnTo>
                  <a:lnTo>
                    <a:pt x="350902" y="400867"/>
                  </a:lnTo>
                  <a:lnTo>
                    <a:pt x="411670" y="407548"/>
                  </a:lnTo>
                  <a:lnTo>
                    <a:pt x="464044" y="425640"/>
                  </a:lnTo>
                  <a:lnTo>
                    <a:pt x="508470" y="452219"/>
                  </a:lnTo>
                  <a:lnTo>
                    <a:pt x="545398" y="484359"/>
                  </a:lnTo>
                  <a:lnTo>
                    <a:pt x="575273" y="519135"/>
                  </a:lnTo>
                  <a:lnTo>
                    <a:pt x="598544" y="553621"/>
                  </a:lnTo>
                  <a:lnTo>
                    <a:pt x="623576" y="600841"/>
                  </a:lnTo>
                  <a:lnTo>
                    <a:pt x="634957" y="630776"/>
                  </a:lnTo>
                  <a:lnTo>
                    <a:pt x="689363" y="526224"/>
                  </a:lnTo>
                  <a:lnTo>
                    <a:pt x="718451" y="630776"/>
                  </a:lnTo>
                  <a:lnTo>
                    <a:pt x="735247" y="608463"/>
                  </a:lnTo>
                  <a:lnTo>
                    <a:pt x="735247" y="608211"/>
                  </a:lnTo>
                  <a:lnTo>
                    <a:pt x="757072" y="580434"/>
                  </a:lnTo>
                  <a:lnTo>
                    <a:pt x="786363" y="545585"/>
                  </a:lnTo>
                  <a:lnTo>
                    <a:pt x="821866" y="506722"/>
                  </a:lnTo>
                  <a:lnTo>
                    <a:pt x="862325" y="466904"/>
                  </a:lnTo>
                  <a:lnTo>
                    <a:pt x="906487" y="429190"/>
                  </a:lnTo>
                  <a:lnTo>
                    <a:pt x="953097" y="396638"/>
                  </a:lnTo>
                  <a:lnTo>
                    <a:pt x="1000900" y="372307"/>
                  </a:lnTo>
                  <a:lnTo>
                    <a:pt x="1048640" y="359256"/>
                  </a:lnTo>
                  <a:lnTo>
                    <a:pt x="1094730" y="356794"/>
                  </a:lnTo>
                  <a:lnTo>
                    <a:pt x="1133348" y="362904"/>
                  </a:lnTo>
                  <a:lnTo>
                    <a:pt x="1194978" y="399528"/>
                  </a:lnTo>
                  <a:lnTo>
                    <a:pt x="1221396" y="429392"/>
                  </a:lnTo>
                  <a:lnTo>
                    <a:pt x="1247151" y="466521"/>
                  </a:lnTo>
                  <a:lnTo>
                    <a:pt x="1273947" y="510590"/>
                  </a:lnTo>
                  <a:lnTo>
                    <a:pt x="1303486" y="561272"/>
                  </a:lnTo>
                  <a:lnTo>
                    <a:pt x="1337469" y="618242"/>
                  </a:lnTo>
                  <a:lnTo>
                    <a:pt x="1345239" y="630776"/>
                  </a:lnTo>
                  <a:lnTo>
                    <a:pt x="1358083" y="399095"/>
                  </a:lnTo>
                  <a:lnTo>
                    <a:pt x="1344139" y="258281"/>
                  </a:lnTo>
                  <a:lnTo>
                    <a:pt x="1287003" y="151103"/>
                  </a:lnTo>
                  <a:lnTo>
                    <a:pt x="1170270" y="20334"/>
                  </a:lnTo>
                  <a:lnTo>
                    <a:pt x="1136564" y="24714"/>
                  </a:lnTo>
                  <a:lnTo>
                    <a:pt x="1042045" y="36231"/>
                  </a:lnTo>
                  <a:lnTo>
                    <a:pt x="896616" y="52448"/>
                  </a:lnTo>
                  <a:lnTo>
                    <a:pt x="710179" y="70929"/>
                  </a:lnTo>
                  <a:lnTo>
                    <a:pt x="549283" y="84246"/>
                  </a:lnTo>
                  <a:lnTo>
                    <a:pt x="441250" y="83462"/>
                  </a:lnTo>
                  <a:lnTo>
                    <a:pt x="337121" y="63875"/>
                  </a:lnTo>
                  <a:lnTo>
                    <a:pt x="187934" y="20784"/>
                  </a:lnTo>
                  <a:lnTo>
                    <a:pt x="116889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127816" y="7781418"/>
              <a:ext cx="277495" cy="755650"/>
            </a:xfrm>
            <a:custGeom>
              <a:avLst/>
              <a:gdLst/>
              <a:ahLst/>
              <a:cxnLst/>
              <a:rect l="l" t="t" r="r" b="b"/>
              <a:pathLst>
                <a:path w="277495" h="755650">
                  <a:moveTo>
                    <a:pt x="267897" y="0"/>
                  </a:moveTo>
                  <a:lnTo>
                    <a:pt x="236439" y="47066"/>
                  </a:lnTo>
                  <a:lnTo>
                    <a:pt x="218010" y="97795"/>
                  </a:lnTo>
                  <a:lnTo>
                    <a:pt x="206399" y="147208"/>
                  </a:lnTo>
                  <a:lnTo>
                    <a:pt x="195397" y="190329"/>
                  </a:lnTo>
                  <a:lnTo>
                    <a:pt x="183212" y="243101"/>
                  </a:lnTo>
                  <a:lnTo>
                    <a:pt x="168404" y="294061"/>
                  </a:lnTo>
                  <a:lnTo>
                    <a:pt x="151343" y="343394"/>
                  </a:lnTo>
                  <a:lnTo>
                    <a:pt x="132401" y="391286"/>
                  </a:lnTo>
                  <a:lnTo>
                    <a:pt x="111948" y="437922"/>
                  </a:lnTo>
                  <a:lnTo>
                    <a:pt x="90355" y="483489"/>
                  </a:lnTo>
                  <a:lnTo>
                    <a:pt x="67992" y="528172"/>
                  </a:lnTo>
                  <a:lnTo>
                    <a:pt x="45232" y="572157"/>
                  </a:lnTo>
                  <a:lnTo>
                    <a:pt x="0" y="658775"/>
                  </a:lnTo>
                  <a:lnTo>
                    <a:pt x="38166" y="755516"/>
                  </a:lnTo>
                  <a:lnTo>
                    <a:pt x="70775" y="708587"/>
                  </a:lnTo>
                  <a:lnTo>
                    <a:pt x="108283" y="644604"/>
                  </a:lnTo>
                  <a:lnTo>
                    <a:pt x="130211" y="598423"/>
                  </a:lnTo>
                  <a:lnTo>
                    <a:pt x="148617" y="551924"/>
                  </a:lnTo>
                  <a:lnTo>
                    <a:pt x="164042" y="505253"/>
                  </a:lnTo>
                  <a:lnTo>
                    <a:pt x="177030" y="458555"/>
                  </a:lnTo>
                  <a:lnTo>
                    <a:pt x="188123" y="411973"/>
                  </a:lnTo>
                  <a:lnTo>
                    <a:pt x="197864" y="365652"/>
                  </a:lnTo>
                  <a:lnTo>
                    <a:pt x="215456" y="274371"/>
                  </a:lnTo>
                  <a:lnTo>
                    <a:pt x="224392" y="229700"/>
                  </a:lnTo>
                  <a:lnTo>
                    <a:pt x="234146" y="185869"/>
                  </a:lnTo>
                  <a:lnTo>
                    <a:pt x="245259" y="143021"/>
                  </a:lnTo>
                  <a:lnTo>
                    <a:pt x="260547" y="95100"/>
                  </a:lnTo>
                  <a:lnTo>
                    <a:pt x="277342" y="50752"/>
                  </a:lnTo>
                  <a:lnTo>
                    <a:pt x="272812" y="25058"/>
                  </a:lnTo>
                  <a:lnTo>
                    <a:pt x="267897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838567" y="7157081"/>
              <a:ext cx="557530" cy="1283335"/>
            </a:xfrm>
            <a:custGeom>
              <a:avLst/>
              <a:gdLst/>
              <a:ahLst/>
              <a:cxnLst/>
              <a:rect l="l" t="t" r="r" b="b"/>
              <a:pathLst>
                <a:path w="557529" h="1283334">
                  <a:moveTo>
                    <a:pt x="300589" y="0"/>
                  </a:moveTo>
                  <a:lnTo>
                    <a:pt x="256655" y="631"/>
                  </a:lnTo>
                  <a:lnTo>
                    <a:pt x="213409" y="8523"/>
                  </a:lnTo>
                  <a:lnTo>
                    <a:pt x="171414" y="22734"/>
                  </a:lnTo>
                  <a:lnTo>
                    <a:pt x="131238" y="42321"/>
                  </a:lnTo>
                  <a:lnTo>
                    <a:pt x="93443" y="66344"/>
                  </a:lnTo>
                  <a:lnTo>
                    <a:pt x="58595" y="93860"/>
                  </a:lnTo>
                  <a:lnTo>
                    <a:pt x="27259" y="123927"/>
                  </a:lnTo>
                  <a:lnTo>
                    <a:pt x="0" y="155603"/>
                  </a:lnTo>
                  <a:lnTo>
                    <a:pt x="10571" y="177828"/>
                  </a:lnTo>
                  <a:lnTo>
                    <a:pt x="21212" y="199247"/>
                  </a:lnTo>
                  <a:lnTo>
                    <a:pt x="31647" y="219088"/>
                  </a:lnTo>
                  <a:lnTo>
                    <a:pt x="41600" y="236584"/>
                  </a:lnTo>
                  <a:lnTo>
                    <a:pt x="47999" y="254605"/>
                  </a:lnTo>
                  <a:lnTo>
                    <a:pt x="50518" y="279418"/>
                  </a:lnTo>
                  <a:lnTo>
                    <a:pt x="50173" y="310544"/>
                  </a:lnTo>
                  <a:lnTo>
                    <a:pt x="47978" y="347501"/>
                  </a:lnTo>
                  <a:lnTo>
                    <a:pt x="44950" y="389812"/>
                  </a:lnTo>
                  <a:lnTo>
                    <a:pt x="42103" y="436995"/>
                  </a:lnTo>
                  <a:lnTo>
                    <a:pt x="40453" y="488570"/>
                  </a:lnTo>
                  <a:lnTo>
                    <a:pt x="41016" y="544058"/>
                  </a:lnTo>
                  <a:lnTo>
                    <a:pt x="44806" y="602978"/>
                  </a:lnTo>
                  <a:lnTo>
                    <a:pt x="52839" y="664850"/>
                  </a:lnTo>
                  <a:lnTo>
                    <a:pt x="66131" y="729195"/>
                  </a:lnTo>
                  <a:lnTo>
                    <a:pt x="85696" y="795532"/>
                  </a:lnTo>
                  <a:lnTo>
                    <a:pt x="112551" y="863382"/>
                  </a:lnTo>
                  <a:lnTo>
                    <a:pt x="134286" y="912141"/>
                  </a:lnTo>
                  <a:lnTo>
                    <a:pt x="155759" y="961212"/>
                  </a:lnTo>
                  <a:lnTo>
                    <a:pt x="176857" y="1010232"/>
                  </a:lnTo>
                  <a:lnTo>
                    <a:pt x="197468" y="1058842"/>
                  </a:lnTo>
                  <a:lnTo>
                    <a:pt x="217477" y="1106681"/>
                  </a:lnTo>
                  <a:lnTo>
                    <a:pt x="255242" y="1198601"/>
                  </a:lnTo>
                  <a:lnTo>
                    <a:pt x="289247" y="1283107"/>
                  </a:lnTo>
                  <a:lnTo>
                    <a:pt x="334481" y="1196493"/>
                  </a:lnTo>
                  <a:lnTo>
                    <a:pt x="357242" y="1152509"/>
                  </a:lnTo>
                  <a:lnTo>
                    <a:pt x="379605" y="1107826"/>
                  </a:lnTo>
                  <a:lnTo>
                    <a:pt x="401199" y="1062260"/>
                  </a:lnTo>
                  <a:lnTo>
                    <a:pt x="421653" y="1015623"/>
                  </a:lnTo>
                  <a:lnTo>
                    <a:pt x="440596" y="967732"/>
                  </a:lnTo>
                  <a:lnTo>
                    <a:pt x="457656" y="918400"/>
                  </a:lnTo>
                  <a:lnTo>
                    <a:pt x="472462" y="867441"/>
                  </a:lnTo>
                  <a:lnTo>
                    <a:pt x="484644" y="814671"/>
                  </a:lnTo>
                  <a:lnTo>
                    <a:pt x="495647" y="771551"/>
                  </a:lnTo>
                  <a:lnTo>
                    <a:pt x="507258" y="722136"/>
                  </a:lnTo>
                  <a:lnTo>
                    <a:pt x="525687" y="671405"/>
                  </a:lnTo>
                  <a:lnTo>
                    <a:pt x="557145" y="624332"/>
                  </a:lnTo>
                  <a:lnTo>
                    <a:pt x="542762" y="560416"/>
                  </a:lnTo>
                  <a:lnTo>
                    <a:pt x="528377" y="503714"/>
                  </a:lnTo>
                  <a:lnTo>
                    <a:pt x="516010" y="456065"/>
                  </a:lnTo>
                  <a:lnTo>
                    <a:pt x="507684" y="419311"/>
                  </a:lnTo>
                  <a:lnTo>
                    <a:pt x="505419" y="395292"/>
                  </a:lnTo>
                  <a:lnTo>
                    <a:pt x="511526" y="358624"/>
                  </a:lnTo>
                  <a:lnTo>
                    <a:pt x="520433" y="321206"/>
                  </a:lnTo>
                  <a:lnTo>
                    <a:pt x="527036" y="279086"/>
                  </a:lnTo>
                  <a:lnTo>
                    <a:pt x="526235" y="228312"/>
                  </a:lnTo>
                  <a:lnTo>
                    <a:pt x="525379" y="217810"/>
                  </a:lnTo>
                  <a:lnTo>
                    <a:pt x="524987" y="206915"/>
                  </a:lnTo>
                  <a:lnTo>
                    <a:pt x="524979" y="195730"/>
                  </a:lnTo>
                  <a:lnTo>
                    <a:pt x="525271" y="184356"/>
                  </a:lnTo>
                  <a:lnTo>
                    <a:pt x="487675" y="139992"/>
                  </a:lnTo>
                  <a:lnTo>
                    <a:pt x="454355" y="95106"/>
                  </a:lnTo>
                  <a:lnTo>
                    <a:pt x="422240" y="54827"/>
                  </a:lnTo>
                  <a:lnTo>
                    <a:pt x="388260" y="24287"/>
                  </a:lnTo>
                  <a:lnTo>
                    <a:pt x="344646" y="7571"/>
                  </a:lnTo>
                  <a:lnTo>
                    <a:pt x="300589" y="0"/>
                  </a:lnTo>
                  <a:close/>
                </a:path>
              </a:pathLst>
            </a:custGeom>
            <a:solidFill>
              <a:srgbClr val="9562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819236" y="7043197"/>
              <a:ext cx="1250950" cy="299720"/>
            </a:xfrm>
            <a:custGeom>
              <a:avLst/>
              <a:gdLst/>
              <a:ahLst/>
              <a:cxnLst/>
              <a:rect l="l" t="t" r="r" b="b"/>
              <a:pathLst>
                <a:path w="1250950" h="299720">
                  <a:moveTo>
                    <a:pt x="551332" y="229374"/>
                  </a:moveTo>
                  <a:lnTo>
                    <a:pt x="510946" y="163626"/>
                  </a:lnTo>
                  <a:lnTo>
                    <a:pt x="481063" y="128841"/>
                  </a:lnTo>
                  <a:lnTo>
                    <a:pt x="444131" y="96710"/>
                  </a:lnTo>
                  <a:lnTo>
                    <a:pt x="399707" y="70129"/>
                  </a:lnTo>
                  <a:lnTo>
                    <a:pt x="347332" y="52031"/>
                  </a:lnTo>
                  <a:lnTo>
                    <a:pt x="286575" y="45351"/>
                  </a:lnTo>
                  <a:lnTo>
                    <a:pt x="225628" y="51866"/>
                  </a:lnTo>
                  <a:lnTo>
                    <a:pt x="171488" y="69545"/>
                  </a:lnTo>
                  <a:lnTo>
                    <a:pt x="124066" y="95567"/>
                  </a:lnTo>
                  <a:lnTo>
                    <a:pt x="83286" y="127114"/>
                  </a:lnTo>
                  <a:lnTo>
                    <a:pt x="49072" y="161391"/>
                  </a:lnTo>
                  <a:lnTo>
                    <a:pt x="21336" y="195592"/>
                  </a:lnTo>
                  <a:lnTo>
                    <a:pt x="0" y="226872"/>
                  </a:lnTo>
                  <a:lnTo>
                    <a:pt x="19316" y="269494"/>
                  </a:lnTo>
                  <a:lnTo>
                    <a:pt x="46583" y="237820"/>
                  </a:lnTo>
                  <a:lnTo>
                    <a:pt x="77914" y="207746"/>
                  </a:lnTo>
                  <a:lnTo>
                    <a:pt x="112763" y="180238"/>
                  </a:lnTo>
                  <a:lnTo>
                    <a:pt x="150558" y="156210"/>
                  </a:lnTo>
                  <a:lnTo>
                    <a:pt x="190741" y="136626"/>
                  </a:lnTo>
                  <a:lnTo>
                    <a:pt x="232727" y="122415"/>
                  </a:lnTo>
                  <a:lnTo>
                    <a:pt x="275971" y="114528"/>
                  </a:lnTo>
                  <a:lnTo>
                    <a:pt x="319913" y="113893"/>
                  </a:lnTo>
                  <a:lnTo>
                    <a:pt x="363969" y="121462"/>
                  </a:lnTo>
                  <a:lnTo>
                    <a:pt x="407581" y="138176"/>
                  </a:lnTo>
                  <a:lnTo>
                    <a:pt x="441566" y="168719"/>
                  </a:lnTo>
                  <a:lnTo>
                    <a:pt x="473684" y="209003"/>
                  </a:lnTo>
                  <a:lnTo>
                    <a:pt x="506996" y="253885"/>
                  </a:lnTo>
                  <a:lnTo>
                    <a:pt x="544601" y="298246"/>
                  </a:lnTo>
                  <a:lnTo>
                    <a:pt x="545541" y="280720"/>
                  </a:lnTo>
                  <a:lnTo>
                    <a:pt x="547027" y="263207"/>
                  </a:lnTo>
                  <a:lnTo>
                    <a:pt x="548982" y="246011"/>
                  </a:lnTo>
                  <a:lnTo>
                    <a:pt x="551332" y="229374"/>
                  </a:lnTo>
                  <a:close/>
                </a:path>
                <a:path w="1250950" h="299720">
                  <a:moveTo>
                    <a:pt x="1250924" y="225793"/>
                  </a:moveTo>
                  <a:lnTo>
                    <a:pt x="1213993" y="163728"/>
                  </a:lnTo>
                  <a:lnTo>
                    <a:pt x="1183982" y="112268"/>
                  </a:lnTo>
                  <a:lnTo>
                    <a:pt x="1157947" y="71005"/>
                  </a:lnTo>
                  <a:lnTo>
                    <a:pt x="1132941" y="39547"/>
                  </a:lnTo>
                  <a:lnTo>
                    <a:pt x="1106017" y="17500"/>
                  </a:lnTo>
                  <a:lnTo>
                    <a:pt x="1074229" y="4445"/>
                  </a:lnTo>
                  <a:lnTo>
                    <a:pt x="1034643" y="0"/>
                  </a:lnTo>
                  <a:lnTo>
                    <a:pt x="984313" y="3746"/>
                  </a:lnTo>
                  <a:lnTo>
                    <a:pt x="936574" y="16789"/>
                  </a:lnTo>
                  <a:lnTo>
                    <a:pt x="888771" y="41122"/>
                  </a:lnTo>
                  <a:lnTo>
                    <a:pt x="842162" y="73672"/>
                  </a:lnTo>
                  <a:lnTo>
                    <a:pt x="797991" y="111391"/>
                  </a:lnTo>
                  <a:lnTo>
                    <a:pt x="757529" y="151206"/>
                  </a:lnTo>
                  <a:lnTo>
                    <a:pt x="722033" y="190068"/>
                  </a:lnTo>
                  <a:lnTo>
                    <a:pt x="692734" y="224917"/>
                  </a:lnTo>
                  <a:lnTo>
                    <a:pt x="670902" y="252691"/>
                  </a:lnTo>
                  <a:lnTo>
                    <a:pt x="674433" y="299300"/>
                  </a:lnTo>
                  <a:lnTo>
                    <a:pt x="709028" y="269074"/>
                  </a:lnTo>
                  <a:lnTo>
                    <a:pt x="743064" y="235381"/>
                  </a:lnTo>
                  <a:lnTo>
                    <a:pt x="810437" y="164985"/>
                  </a:lnTo>
                  <a:lnTo>
                    <a:pt x="844245" y="131965"/>
                  </a:lnTo>
                  <a:lnTo>
                    <a:pt x="878408" y="102844"/>
                  </a:lnTo>
                  <a:lnTo>
                    <a:pt x="913193" y="79476"/>
                  </a:lnTo>
                  <a:lnTo>
                    <a:pt x="948817" y="63703"/>
                  </a:lnTo>
                  <a:lnTo>
                    <a:pt x="985507" y="57353"/>
                  </a:lnTo>
                  <a:lnTo>
                    <a:pt x="1023505" y="62293"/>
                  </a:lnTo>
                  <a:lnTo>
                    <a:pt x="1063015" y="80352"/>
                  </a:lnTo>
                  <a:lnTo>
                    <a:pt x="1099997" y="105384"/>
                  </a:lnTo>
                  <a:lnTo>
                    <a:pt x="1134859" y="139979"/>
                  </a:lnTo>
                  <a:lnTo>
                    <a:pt x="1168641" y="180975"/>
                  </a:lnTo>
                  <a:lnTo>
                    <a:pt x="1202410" y="225196"/>
                  </a:lnTo>
                  <a:lnTo>
                    <a:pt x="1237221" y="269468"/>
                  </a:lnTo>
                  <a:lnTo>
                    <a:pt x="1244511" y="247624"/>
                  </a:lnTo>
                  <a:lnTo>
                    <a:pt x="1247838" y="236689"/>
                  </a:lnTo>
                  <a:lnTo>
                    <a:pt x="1250924" y="225793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038865" y="7100550"/>
              <a:ext cx="1017905" cy="2093595"/>
            </a:xfrm>
            <a:custGeom>
              <a:avLst/>
              <a:gdLst/>
              <a:ahLst/>
              <a:cxnLst/>
              <a:rect l="l" t="t" r="r" b="b"/>
              <a:pathLst>
                <a:path w="1017904" h="2093595">
                  <a:moveTo>
                    <a:pt x="765886" y="0"/>
                  </a:moveTo>
                  <a:lnTo>
                    <a:pt x="693573" y="22119"/>
                  </a:lnTo>
                  <a:lnTo>
                    <a:pt x="658790" y="45487"/>
                  </a:lnTo>
                  <a:lnTo>
                    <a:pt x="624615" y="74605"/>
                  </a:lnTo>
                  <a:lnTo>
                    <a:pt x="590819" y="107630"/>
                  </a:lnTo>
                  <a:lnTo>
                    <a:pt x="523441" y="178028"/>
                  </a:lnTo>
                  <a:lnTo>
                    <a:pt x="489398" y="211718"/>
                  </a:lnTo>
                  <a:lnTo>
                    <a:pt x="454813" y="241944"/>
                  </a:lnTo>
                  <a:lnTo>
                    <a:pt x="463202" y="357586"/>
                  </a:lnTo>
                  <a:lnTo>
                    <a:pt x="466725" y="411610"/>
                  </a:lnTo>
                  <a:lnTo>
                    <a:pt x="469179" y="456532"/>
                  </a:lnTo>
                  <a:lnTo>
                    <a:pt x="470100" y="487423"/>
                  </a:lnTo>
                  <a:lnTo>
                    <a:pt x="463830" y="521632"/>
                  </a:lnTo>
                  <a:lnTo>
                    <a:pt x="447137" y="562446"/>
                  </a:lnTo>
                  <a:lnTo>
                    <a:pt x="395195" y="666733"/>
                  </a:lnTo>
                  <a:lnTo>
                    <a:pt x="366302" y="731625"/>
                  </a:lnTo>
                  <a:lnTo>
                    <a:pt x="349502" y="775964"/>
                  </a:lnTo>
                  <a:lnTo>
                    <a:pt x="334209" y="823884"/>
                  </a:lnTo>
                  <a:lnTo>
                    <a:pt x="323096" y="866732"/>
                  </a:lnTo>
                  <a:lnTo>
                    <a:pt x="313343" y="910563"/>
                  </a:lnTo>
                  <a:lnTo>
                    <a:pt x="304406" y="955234"/>
                  </a:lnTo>
                  <a:lnTo>
                    <a:pt x="286814" y="1046515"/>
                  </a:lnTo>
                  <a:lnTo>
                    <a:pt x="277074" y="1092837"/>
                  </a:lnTo>
                  <a:lnTo>
                    <a:pt x="265981" y="1139420"/>
                  </a:lnTo>
                  <a:lnTo>
                    <a:pt x="252992" y="1186119"/>
                  </a:lnTo>
                  <a:lnTo>
                    <a:pt x="237567" y="1232792"/>
                  </a:lnTo>
                  <a:lnTo>
                    <a:pt x="219161" y="1279292"/>
                  </a:lnTo>
                  <a:lnTo>
                    <a:pt x="197233" y="1325475"/>
                  </a:lnTo>
                  <a:lnTo>
                    <a:pt x="171240" y="1371197"/>
                  </a:lnTo>
                  <a:lnTo>
                    <a:pt x="148519" y="1406325"/>
                  </a:lnTo>
                  <a:lnTo>
                    <a:pt x="80634" y="1492991"/>
                  </a:lnTo>
                  <a:lnTo>
                    <a:pt x="43960" y="1530877"/>
                  </a:lnTo>
                  <a:lnTo>
                    <a:pt x="17815" y="1558809"/>
                  </a:lnTo>
                  <a:lnTo>
                    <a:pt x="2921" y="1585559"/>
                  </a:lnTo>
                  <a:lnTo>
                    <a:pt x="0" y="1619902"/>
                  </a:lnTo>
                  <a:lnTo>
                    <a:pt x="8326" y="1660791"/>
                  </a:lnTo>
                  <a:lnTo>
                    <a:pt x="19591" y="1679605"/>
                  </a:lnTo>
                  <a:lnTo>
                    <a:pt x="27329" y="1698842"/>
                  </a:lnTo>
                  <a:lnTo>
                    <a:pt x="25077" y="1740998"/>
                  </a:lnTo>
                  <a:lnTo>
                    <a:pt x="8149" y="1838194"/>
                  </a:lnTo>
                  <a:lnTo>
                    <a:pt x="1602" y="1890396"/>
                  </a:lnTo>
                  <a:lnTo>
                    <a:pt x="967" y="1937729"/>
                  </a:lnTo>
                  <a:lnTo>
                    <a:pt x="9721" y="1974740"/>
                  </a:lnTo>
                  <a:lnTo>
                    <a:pt x="31339" y="1995974"/>
                  </a:lnTo>
                  <a:lnTo>
                    <a:pt x="68406" y="2005600"/>
                  </a:lnTo>
                  <a:lnTo>
                    <a:pt x="92986" y="2004530"/>
                  </a:lnTo>
                  <a:lnTo>
                    <a:pt x="106611" y="1999183"/>
                  </a:lnTo>
                  <a:lnTo>
                    <a:pt x="110813" y="1995974"/>
                  </a:lnTo>
                  <a:lnTo>
                    <a:pt x="125605" y="2026127"/>
                  </a:lnTo>
                  <a:lnTo>
                    <a:pt x="135107" y="2041610"/>
                  </a:lnTo>
                  <a:lnTo>
                    <a:pt x="143432" y="2047315"/>
                  </a:lnTo>
                  <a:lnTo>
                    <a:pt x="154696" y="2048130"/>
                  </a:lnTo>
                  <a:lnTo>
                    <a:pt x="165038" y="2052614"/>
                  </a:lnTo>
                  <a:lnTo>
                    <a:pt x="171647" y="2062011"/>
                  </a:lnTo>
                  <a:lnTo>
                    <a:pt x="180186" y="2070234"/>
                  </a:lnTo>
                  <a:lnTo>
                    <a:pt x="196318" y="2071197"/>
                  </a:lnTo>
                  <a:lnTo>
                    <a:pt x="216506" y="2071704"/>
                  </a:lnTo>
                  <a:lnTo>
                    <a:pt x="233735" y="2078464"/>
                  </a:lnTo>
                  <a:lnTo>
                    <a:pt x="248990" y="2085224"/>
                  </a:lnTo>
                  <a:lnTo>
                    <a:pt x="263258" y="2085731"/>
                  </a:lnTo>
                  <a:lnTo>
                    <a:pt x="277250" y="2085546"/>
                  </a:lnTo>
                  <a:lnTo>
                    <a:pt x="291899" y="2089873"/>
                  </a:lnTo>
                  <a:lnTo>
                    <a:pt x="327194" y="2063039"/>
                  </a:lnTo>
                  <a:lnTo>
                    <a:pt x="331386" y="2021832"/>
                  </a:lnTo>
                  <a:lnTo>
                    <a:pt x="332851" y="1967887"/>
                  </a:lnTo>
                  <a:lnTo>
                    <a:pt x="332199" y="1905977"/>
                  </a:lnTo>
                  <a:lnTo>
                    <a:pt x="329059" y="1863380"/>
                  </a:lnTo>
                  <a:lnTo>
                    <a:pt x="323719" y="1820352"/>
                  </a:lnTo>
                  <a:lnTo>
                    <a:pt x="319286" y="1775791"/>
                  </a:lnTo>
                  <a:lnTo>
                    <a:pt x="318864" y="1728598"/>
                  </a:lnTo>
                  <a:lnTo>
                    <a:pt x="325561" y="1677672"/>
                  </a:lnTo>
                  <a:lnTo>
                    <a:pt x="342481" y="1621912"/>
                  </a:lnTo>
                  <a:lnTo>
                    <a:pt x="369025" y="1563214"/>
                  </a:lnTo>
                  <a:lnTo>
                    <a:pt x="387221" y="1527249"/>
                  </a:lnTo>
                  <a:lnTo>
                    <a:pt x="408165" y="1487780"/>
                  </a:lnTo>
                  <a:lnTo>
                    <a:pt x="432378" y="1443252"/>
                  </a:lnTo>
                  <a:lnTo>
                    <a:pt x="458476" y="1396401"/>
                  </a:lnTo>
                  <a:lnTo>
                    <a:pt x="485921" y="1348035"/>
                  </a:lnTo>
                  <a:lnTo>
                    <a:pt x="514178" y="1298958"/>
                  </a:lnTo>
                  <a:lnTo>
                    <a:pt x="542708" y="1249977"/>
                  </a:lnTo>
                  <a:lnTo>
                    <a:pt x="598442" y="1155530"/>
                  </a:lnTo>
                  <a:lnTo>
                    <a:pt x="670670" y="1034736"/>
                  </a:lnTo>
                  <a:lnTo>
                    <a:pt x="698152" y="985876"/>
                  </a:lnTo>
                  <a:lnTo>
                    <a:pt x="724064" y="934183"/>
                  </a:lnTo>
                  <a:lnTo>
                    <a:pt x="748219" y="880962"/>
                  </a:lnTo>
                  <a:lnTo>
                    <a:pt x="770430" y="827517"/>
                  </a:lnTo>
                  <a:lnTo>
                    <a:pt x="790511" y="775151"/>
                  </a:lnTo>
                  <a:lnTo>
                    <a:pt x="808275" y="725171"/>
                  </a:lnTo>
                  <a:lnTo>
                    <a:pt x="823536" y="678879"/>
                  </a:lnTo>
                  <a:lnTo>
                    <a:pt x="836107" y="637580"/>
                  </a:lnTo>
                  <a:lnTo>
                    <a:pt x="852434" y="575180"/>
                  </a:lnTo>
                  <a:lnTo>
                    <a:pt x="865278" y="527266"/>
                  </a:lnTo>
                  <a:lnTo>
                    <a:pt x="882804" y="477932"/>
                  </a:lnTo>
                  <a:lnTo>
                    <a:pt x="903736" y="429789"/>
                  </a:lnTo>
                  <a:lnTo>
                    <a:pt x="926798" y="385449"/>
                  </a:lnTo>
                  <a:lnTo>
                    <a:pt x="969345" y="318177"/>
                  </a:lnTo>
                  <a:lnTo>
                    <a:pt x="987003" y="285118"/>
                  </a:lnTo>
                  <a:lnTo>
                    <a:pt x="1003237" y="249408"/>
                  </a:lnTo>
                  <a:lnTo>
                    <a:pt x="1017592" y="212112"/>
                  </a:lnTo>
                  <a:lnTo>
                    <a:pt x="982784" y="167831"/>
                  </a:lnTo>
                  <a:lnTo>
                    <a:pt x="949015" y="123609"/>
                  </a:lnTo>
                  <a:lnTo>
                    <a:pt x="915231" y="82616"/>
                  </a:lnTo>
                  <a:lnTo>
                    <a:pt x="880377" y="48019"/>
                  </a:lnTo>
                  <a:lnTo>
                    <a:pt x="843398" y="22987"/>
                  </a:lnTo>
                  <a:lnTo>
                    <a:pt x="803877" y="4934"/>
                  </a:lnTo>
                  <a:lnTo>
                    <a:pt x="765886" y="0"/>
                  </a:lnTo>
                  <a:close/>
                </a:path>
              </a:pathLst>
            </a:custGeom>
            <a:solidFill>
              <a:srgbClr val="9562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356026" y="8588329"/>
              <a:ext cx="111125" cy="608330"/>
            </a:xfrm>
            <a:custGeom>
              <a:avLst/>
              <a:gdLst/>
              <a:ahLst/>
              <a:cxnLst/>
              <a:rect l="l" t="t" r="r" b="b"/>
              <a:pathLst>
                <a:path w="111125" h="608329">
                  <a:moveTo>
                    <a:pt x="91002" y="0"/>
                  </a:moveTo>
                  <a:lnTo>
                    <a:pt x="70058" y="39468"/>
                  </a:lnTo>
                  <a:lnTo>
                    <a:pt x="51862" y="75433"/>
                  </a:lnTo>
                  <a:lnTo>
                    <a:pt x="25318" y="134132"/>
                  </a:lnTo>
                  <a:lnTo>
                    <a:pt x="8398" y="189891"/>
                  </a:lnTo>
                  <a:lnTo>
                    <a:pt x="1701" y="240817"/>
                  </a:lnTo>
                  <a:lnTo>
                    <a:pt x="2122" y="288010"/>
                  </a:lnTo>
                  <a:lnTo>
                    <a:pt x="6556" y="332571"/>
                  </a:lnTo>
                  <a:lnTo>
                    <a:pt x="11895" y="375600"/>
                  </a:lnTo>
                  <a:lnTo>
                    <a:pt x="15036" y="418196"/>
                  </a:lnTo>
                  <a:lnTo>
                    <a:pt x="15688" y="480111"/>
                  </a:lnTo>
                  <a:lnTo>
                    <a:pt x="14223" y="534055"/>
                  </a:lnTo>
                  <a:lnTo>
                    <a:pt x="10031" y="575260"/>
                  </a:lnTo>
                  <a:lnTo>
                    <a:pt x="0" y="601719"/>
                  </a:lnTo>
                  <a:lnTo>
                    <a:pt x="12629" y="606002"/>
                  </a:lnTo>
                  <a:lnTo>
                    <a:pt x="25080" y="607727"/>
                  </a:lnTo>
                  <a:lnTo>
                    <a:pt x="36679" y="607123"/>
                  </a:lnTo>
                  <a:lnTo>
                    <a:pt x="46752" y="604421"/>
                  </a:lnTo>
                  <a:lnTo>
                    <a:pt x="41757" y="553316"/>
                  </a:lnTo>
                  <a:lnTo>
                    <a:pt x="39756" y="502211"/>
                  </a:lnTo>
                  <a:lnTo>
                    <a:pt x="40475" y="451106"/>
                  </a:lnTo>
                  <a:lnTo>
                    <a:pt x="43636" y="400002"/>
                  </a:lnTo>
                  <a:lnTo>
                    <a:pt x="48963" y="348899"/>
                  </a:lnTo>
                  <a:lnTo>
                    <a:pt x="56180" y="297795"/>
                  </a:lnTo>
                  <a:lnTo>
                    <a:pt x="65010" y="246692"/>
                  </a:lnTo>
                  <a:lnTo>
                    <a:pt x="75178" y="195589"/>
                  </a:lnTo>
                  <a:lnTo>
                    <a:pt x="86406" y="144486"/>
                  </a:lnTo>
                  <a:lnTo>
                    <a:pt x="98418" y="93384"/>
                  </a:lnTo>
                  <a:lnTo>
                    <a:pt x="110939" y="42281"/>
                  </a:lnTo>
                  <a:lnTo>
                    <a:pt x="91002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395777" y="8630611"/>
              <a:ext cx="234950" cy="562610"/>
            </a:xfrm>
            <a:custGeom>
              <a:avLst/>
              <a:gdLst/>
              <a:ahLst/>
              <a:cxnLst/>
              <a:rect l="l" t="t" r="r" b="b"/>
              <a:pathLst>
                <a:path w="234950" h="562609">
                  <a:moveTo>
                    <a:pt x="71191" y="0"/>
                  </a:moveTo>
                  <a:lnTo>
                    <a:pt x="58671" y="51102"/>
                  </a:lnTo>
                  <a:lnTo>
                    <a:pt x="46658" y="102205"/>
                  </a:lnTo>
                  <a:lnTo>
                    <a:pt x="35429" y="153308"/>
                  </a:lnTo>
                  <a:lnTo>
                    <a:pt x="25260" y="204411"/>
                  </a:lnTo>
                  <a:lnTo>
                    <a:pt x="16428" y="255514"/>
                  </a:lnTo>
                  <a:lnTo>
                    <a:pt x="9210" y="306617"/>
                  </a:lnTo>
                  <a:lnTo>
                    <a:pt x="3881" y="357721"/>
                  </a:lnTo>
                  <a:lnTo>
                    <a:pt x="719" y="408825"/>
                  </a:lnTo>
                  <a:lnTo>
                    <a:pt x="0" y="459929"/>
                  </a:lnTo>
                  <a:lnTo>
                    <a:pt x="1999" y="511034"/>
                  </a:lnTo>
                  <a:lnTo>
                    <a:pt x="6994" y="562139"/>
                  </a:lnTo>
                  <a:lnTo>
                    <a:pt x="15476" y="558695"/>
                  </a:lnTo>
                  <a:lnTo>
                    <a:pt x="21172" y="552883"/>
                  </a:lnTo>
                  <a:lnTo>
                    <a:pt x="21172" y="545145"/>
                  </a:lnTo>
                  <a:lnTo>
                    <a:pt x="39908" y="549012"/>
                  </a:lnTo>
                  <a:lnTo>
                    <a:pt x="62756" y="542418"/>
                  </a:lnTo>
                  <a:lnTo>
                    <a:pt x="79728" y="529101"/>
                  </a:lnTo>
                  <a:lnTo>
                    <a:pt x="80835" y="512801"/>
                  </a:lnTo>
                  <a:lnTo>
                    <a:pt x="98475" y="509339"/>
                  </a:lnTo>
                  <a:lnTo>
                    <a:pt x="108921" y="492432"/>
                  </a:lnTo>
                  <a:lnTo>
                    <a:pt x="113913" y="473739"/>
                  </a:lnTo>
                  <a:lnTo>
                    <a:pt x="115190" y="464917"/>
                  </a:lnTo>
                  <a:lnTo>
                    <a:pt x="132863" y="473228"/>
                  </a:lnTo>
                  <a:lnTo>
                    <a:pt x="146588" y="476859"/>
                  </a:lnTo>
                  <a:lnTo>
                    <a:pt x="163418" y="476588"/>
                  </a:lnTo>
                  <a:lnTo>
                    <a:pt x="190402" y="473189"/>
                  </a:lnTo>
                  <a:lnTo>
                    <a:pt x="218068" y="457933"/>
                  </a:lnTo>
                  <a:lnTo>
                    <a:pt x="232552" y="427119"/>
                  </a:lnTo>
                  <a:lnTo>
                    <a:pt x="234861" y="389066"/>
                  </a:lnTo>
                  <a:lnTo>
                    <a:pt x="226003" y="352093"/>
                  </a:lnTo>
                  <a:lnTo>
                    <a:pt x="212053" y="320040"/>
                  </a:lnTo>
                  <a:lnTo>
                    <a:pt x="197515" y="289913"/>
                  </a:lnTo>
                  <a:lnTo>
                    <a:pt x="181049" y="259223"/>
                  </a:lnTo>
                  <a:lnTo>
                    <a:pt x="161314" y="225480"/>
                  </a:lnTo>
                  <a:lnTo>
                    <a:pt x="145709" y="197668"/>
                  </a:lnTo>
                  <a:lnTo>
                    <a:pt x="138564" y="178787"/>
                  </a:lnTo>
                  <a:lnTo>
                    <a:pt x="133393" y="157932"/>
                  </a:lnTo>
                  <a:lnTo>
                    <a:pt x="123713" y="124195"/>
                  </a:lnTo>
                  <a:lnTo>
                    <a:pt x="114291" y="98352"/>
                  </a:lnTo>
                  <a:lnTo>
                    <a:pt x="101395" y="67186"/>
                  </a:lnTo>
                  <a:lnTo>
                    <a:pt x="86528" y="33476"/>
                  </a:lnTo>
                  <a:lnTo>
                    <a:pt x="71191" y="0"/>
                  </a:lnTo>
                  <a:close/>
                </a:path>
              </a:pathLst>
            </a:custGeom>
            <a:solidFill>
              <a:srgbClr val="9562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82799" y="5067206"/>
              <a:ext cx="1721895" cy="175704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63337" y="3007411"/>
              <a:ext cx="3183616" cy="38459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111284" y="6707037"/>
            <a:ext cx="1471930" cy="3392170"/>
            <a:chOff x="14111284" y="6707037"/>
            <a:chExt cx="1471930" cy="3392170"/>
          </a:xfrm>
        </p:grpSpPr>
        <p:sp>
          <p:nvSpPr>
            <p:cNvPr id="3" name="object 3" descr=""/>
            <p:cNvSpPr/>
            <p:nvPr/>
          </p:nvSpPr>
          <p:spPr>
            <a:xfrm>
              <a:off x="14368515" y="9123790"/>
              <a:ext cx="963930" cy="848360"/>
            </a:xfrm>
            <a:custGeom>
              <a:avLst/>
              <a:gdLst/>
              <a:ahLst/>
              <a:cxnLst/>
              <a:rect l="l" t="t" r="r" b="b"/>
              <a:pathLst>
                <a:path w="963930" h="848359">
                  <a:moveTo>
                    <a:pt x="481880" y="0"/>
                  </a:moveTo>
                  <a:lnTo>
                    <a:pt x="154759" y="15790"/>
                  </a:lnTo>
                  <a:lnTo>
                    <a:pt x="173775" y="95058"/>
                  </a:lnTo>
                  <a:lnTo>
                    <a:pt x="179077" y="140227"/>
                  </a:lnTo>
                  <a:lnTo>
                    <a:pt x="169730" y="168168"/>
                  </a:lnTo>
                  <a:lnTo>
                    <a:pt x="144801" y="195753"/>
                  </a:lnTo>
                  <a:lnTo>
                    <a:pt x="103596" y="234666"/>
                  </a:lnTo>
                  <a:lnTo>
                    <a:pt x="79631" y="260501"/>
                  </a:lnTo>
                  <a:lnTo>
                    <a:pt x="55885" y="292334"/>
                  </a:lnTo>
                  <a:lnTo>
                    <a:pt x="34203" y="331475"/>
                  </a:lnTo>
                  <a:lnTo>
                    <a:pt x="16432" y="379234"/>
                  </a:lnTo>
                  <a:lnTo>
                    <a:pt x="4415" y="436922"/>
                  </a:lnTo>
                  <a:lnTo>
                    <a:pt x="0" y="505848"/>
                  </a:lnTo>
                  <a:lnTo>
                    <a:pt x="4661" y="547634"/>
                  </a:lnTo>
                  <a:lnTo>
                    <a:pt x="17967" y="587219"/>
                  </a:lnTo>
                  <a:lnTo>
                    <a:pt x="38902" y="624488"/>
                  </a:lnTo>
                  <a:lnTo>
                    <a:pt x="66448" y="659324"/>
                  </a:lnTo>
                  <a:lnTo>
                    <a:pt x="99589" y="691610"/>
                  </a:lnTo>
                  <a:lnTo>
                    <a:pt x="137309" y="721230"/>
                  </a:lnTo>
                  <a:lnTo>
                    <a:pt x="178590" y="748067"/>
                  </a:lnTo>
                  <a:lnTo>
                    <a:pt x="222416" y="772005"/>
                  </a:lnTo>
                  <a:lnTo>
                    <a:pt x="267770" y="792926"/>
                  </a:lnTo>
                  <a:lnTo>
                    <a:pt x="313635" y="810715"/>
                  </a:lnTo>
                  <a:lnTo>
                    <a:pt x="358996" y="825255"/>
                  </a:lnTo>
                  <a:lnTo>
                    <a:pt x="402835" y="836429"/>
                  </a:lnTo>
                  <a:lnTo>
                    <a:pt x="444135" y="844121"/>
                  </a:lnTo>
                  <a:lnTo>
                    <a:pt x="481880" y="848215"/>
                  </a:lnTo>
                  <a:lnTo>
                    <a:pt x="519627" y="844121"/>
                  </a:lnTo>
                  <a:lnTo>
                    <a:pt x="560929" y="836429"/>
                  </a:lnTo>
                  <a:lnTo>
                    <a:pt x="604770" y="825255"/>
                  </a:lnTo>
                  <a:lnTo>
                    <a:pt x="650132" y="810715"/>
                  </a:lnTo>
                  <a:lnTo>
                    <a:pt x="695998" y="792926"/>
                  </a:lnTo>
                  <a:lnTo>
                    <a:pt x="741353" y="772005"/>
                  </a:lnTo>
                  <a:lnTo>
                    <a:pt x="785180" y="748067"/>
                  </a:lnTo>
                  <a:lnTo>
                    <a:pt x="826461" y="721230"/>
                  </a:lnTo>
                  <a:lnTo>
                    <a:pt x="864181" y="691610"/>
                  </a:lnTo>
                  <a:lnTo>
                    <a:pt x="897322" y="659324"/>
                  </a:lnTo>
                  <a:lnTo>
                    <a:pt x="924869" y="624488"/>
                  </a:lnTo>
                  <a:lnTo>
                    <a:pt x="945803" y="587219"/>
                  </a:lnTo>
                  <a:lnTo>
                    <a:pt x="959110" y="547634"/>
                  </a:lnTo>
                  <a:lnTo>
                    <a:pt x="963771" y="505848"/>
                  </a:lnTo>
                  <a:lnTo>
                    <a:pt x="959356" y="436922"/>
                  </a:lnTo>
                  <a:lnTo>
                    <a:pt x="947339" y="379234"/>
                  </a:lnTo>
                  <a:lnTo>
                    <a:pt x="929567" y="331475"/>
                  </a:lnTo>
                  <a:lnTo>
                    <a:pt x="907885" y="292334"/>
                  </a:lnTo>
                  <a:lnTo>
                    <a:pt x="884139" y="260501"/>
                  </a:lnTo>
                  <a:lnTo>
                    <a:pt x="818969" y="195753"/>
                  </a:lnTo>
                  <a:lnTo>
                    <a:pt x="797026" y="148967"/>
                  </a:lnTo>
                  <a:lnTo>
                    <a:pt x="791690" y="88978"/>
                  </a:lnTo>
                  <a:lnTo>
                    <a:pt x="794612" y="37247"/>
                  </a:lnTo>
                  <a:lnTo>
                    <a:pt x="797441" y="15235"/>
                  </a:lnTo>
                  <a:lnTo>
                    <a:pt x="481880" y="0"/>
                  </a:lnTo>
                  <a:close/>
                </a:path>
              </a:pathLst>
            </a:custGeom>
            <a:solidFill>
              <a:srgbClr val="646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523273" y="9123787"/>
              <a:ext cx="643255" cy="212090"/>
            </a:xfrm>
            <a:custGeom>
              <a:avLst/>
              <a:gdLst/>
              <a:ahLst/>
              <a:cxnLst/>
              <a:rect l="l" t="t" r="r" b="b"/>
              <a:pathLst>
                <a:path w="643255" h="212090">
                  <a:moveTo>
                    <a:pt x="327131" y="0"/>
                  </a:moveTo>
                  <a:lnTo>
                    <a:pt x="0" y="15790"/>
                  </a:lnTo>
                  <a:lnTo>
                    <a:pt x="11640" y="63828"/>
                  </a:lnTo>
                  <a:lnTo>
                    <a:pt x="16478" y="94298"/>
                  </a:lnTo>
                  <a:lnTo>
                    <a:pt x="15375" y="120208"/>
                  </a:lnTo>
                  <a:lnTo>
                    <a:pt x="9193" y="154571"/>
                  </a:lnTo>
                  <a:lnTo>
                    <a:pt x="53952" y="171222"/>
                  </a:lnTo>
                  <a:lnTo>
                    <a:pt x="102213" y="185288"/>
                  </a:lnTo>
                  <a:lnTo>
                    <a:pt x="153597" y="196571"/>
                  </a:lnTo>
                  <a:lnTo>
                    <a:pt x="207728" y="204874"/>
                  </a:lnTo>
                  <a:lnTo>
                    <a:pt x="264229" y="210000"/>
                  </a:lnTo>
                  <a:lnTo>
                    <a:pt x="322723" y="211752"/>
                  </a:lnTo>
                  <a:lnTo>
                    <a:pt x="382713" y="209909"/>
                  </a:lnTo>
                  <a:lnTo>
                    <a:pt x="440595" y="204520"/>
                  </a:lnTo>
                  <a:lnTo>
                    <a:pt x="495962" y="195799"/>
                  </a:lnTo>
                  <a:lnTo>
                    <a:pt x="548407" y="183956"/>
                  </a:lnTo>
                  <a:lnTo>
                    <a:pt x="597522" y="169203"/>
                  </a:lnTo>
                  <a:lnTo>
                    <a:pt x="642901" y="151754"/>
                  </a:lnTo>
                  <a:lnTo>
                    <a:pt x="637257" y="106286"/>
                  </a:lnTo>
                  <a:lnTo>
                    <a:pt x="637805" y="62039"/>
                  </a:lnTo>
                  <a:lnTo>
                    <a:pt x="640846" y="28520"/>
                  </a:lnTo>
                  <a:lnTo>
                    <a:pt x="642682" y="15235"/>
                  </a:lnTo>
                  <a:lnTo>
                    <a:pt x="327131" y="0"/>
                  </a:lnTo>
                  <a:close/>
                </a:path>
              </a:pathLst>
            </a:custGeom>
            <a:solidFill>
              <a:srgbClr val="535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379791" y="9414897"/>
              <a:ext cx="944244" cy="186055"/>
            </a:xfrm>
            <a:custGeom>
              <a:avLst/>
              <a:gdLst/>
              <a:ahLst/>
              <a:cxnLst/>
              <a:rect l="l" t="t" r="r" b="b"/>
              <a:pathLst>
                <a:path w="944244" h="186054">
                  <a:moveTo>
                    <a:pt x="906005" y="18211"/>
                  </a:moveTo>
                  <a:lnTo>
                    <a:pt x="897661" y="3149"/>
                  </a:lnTo>
                  <a:lnTo>
                    <a:pt x="851001" y="13169"/>
                  </a:lnTo>
                  <a:lnTo>
                    <a:pt x="802881" y="22186"/>
                  </a:lnTo>
                  <a:lnTo>
                    <a:pt x="754545" y="29984"/>
                  </a:lnTo>
                  <a:lnTo>
                    <a:pt x="706018" y="36588"/>
                  </a:lnTo>
                  <a:lnTo>
                    <a:pt x="657339" y="42049"/>
                  </a:lnTo>
                  <a:lnTo>
                    <a:pt x="608545" y="46380"/>
                  </a:lnTo>
                  <a:lnTo>
                    <a:pt x="553948" y="49936"/>
                  </a:lnTo>
                  <a:lnTo>
                    <a:pt x="499287" y="52209"/>
                  </a:lnTo>
                  <a:lnTo>
                    <a:pt x="444588" y="53238"/>
                  </a:lnTo>
                  <a:lnTo>
                    <a:pt x="389877" y="53073"/>
                  </a:lnTo>
                  <a:lnTo>
                    <a:pt x="338810" y="51955"/>
                  </a:lnTo>
                  <a:lnTo>
                    <a:pt x="287769" y="49606"/>
                  </a:lnTo>
                  <a:lnTo>
                    <a:pt x="236867" y="45440"/>
                  </a:lnTo>
                  <a:lnTo>
                    <a:pt x="186220" y="38887"/>
                  </a:lnTo>
                  <a:lnTo>
                    <a:pt x="131254" y="28130"/>
                  </a:lnTo>
                  <a:lnTo>
                    <a:pt x="77533" y="12788"/>
                  </a:lnTo>
                  <a:lnTo>
                    <a:pt x="45529" y="0"/>
                  </a:lnTo>
                  <a:lnTo>
                    <a:pt x="44602" y="1231"/>
                  </a:lnTo>
                  <a:lnTo>
                    <a:pt x="107353" y="39204"/>
                  </a:lnTo>
                  <a:lnTo>
                    <a:pt x="156362" y="50457"/>
                  </a:lnTo>
                  <a:lnTo>
                    <a:pt x="206209" y="58458"/>
                  </a:lnTo>
                  <a:lnTo>
                    <a:pt x="256527" y="63804"/>
                  </a:lnTo>
                  <a:lnTo>
                    <a:pt x="306920" y="67106"/>
                  </a:lnTo>
                  <a:lnTo>
                    <a:pt x="357035" y="68948"/>
                  </a:lnTo>
                  <a:lnTo>
                    <a:pt x="406730" y="69799"/>
                  </a:lnTo>
                  <a:lnTo>
                    <a:pt x="456438" y="69684"/>
                  </a:lnTo>
                  <a:lnTo>
                    <a:pt x="506145" y="68592"/>
                  </a:lnTo>
                  <a:lnTo>
                    <a:pt x="555815" y="66459"/>
                  </a:lnTo>
                  <a:lnTo>
                    <a:pt x="605421" y="63258"/>
                  </a:lnTo>
                  <a:lnTo>
                    <a:pt x="654951" y="58966"/>
                  </a:lnTo>
                  <a:lnTo>
                    <a:pt x="704354" y="53517"/>
                  </a:lnTo>
                  <a:lnTo>
                    <a:pt x="753618" y="46888"/>
                  </a:lnTo>
                  <a:lnTo>
                    <a:pt x="802703" y="39052"/>
                  </a:lnTo>
                  <a:lnTo>
                    <a:pt x="851928" y="29895"/>
                  </a:lnTo>
                  <a:lnTo>
                    <a:pt x="900874" y="19456"/>
                  </a:lnTo>
                  <a:lnTo>
                    <a:pt x="906005" y="18211"/>
                  </a:lnTo>
                  <a:close/>
                </a:path>
                <a:path w="944244" h="186054">
                  <a:moveTo>
                    <a:pt x="924585" y="57315"/>
                  </a:moveTo>
                  <a:lnTo>
                    <a:pt x="924407" y="56857"/>
                  </a:lnTo>
                  <a:lnTo>
                    <a:pt x="920318" y="45872"/>
                  </a:lnTo>
                  <a:lnTo>
                    <a:pt x="918819" y="41846"/>
                  </a:lnTo>
                  <a:lnTo>
                    <a:pt x="913066" y="44767"/>
                  </a:lnTo>
                  <a:lnTo>
                    <a:pt x="904595" y="45872"/>
                  </a:lnTo>
                  <a:lnTo>
                    <a:pt x="896569" y="44526"/>
                  </a:lnTo>
                  <a:lnTo>
                    <a:pt x="888873" y="42164"/>
                  </a:lnTo>
                  <a:lnTo>
                    <a:pt x="881087" y="40373"/>
                  </a:lnTo>
                  <a:lnTo>
                    <a:pt x="847217" y="71742"/>
                  </a:lnTo>
                  <a:lnTo>
                    <a:pt x="833488" y="65798"/>
                  </a:lnTo>
                  <a:lnTo>
                    <a:pt x="819315" y="61645"/>
                  </a:lnTo>
                  <a:lnTo>
                    <a:pt x="804773" y="60274"/>
                  </a:lnTo>
                  <a:lnTo>
                    <a:pt x="789990" y="62738"/>
                  </a:lnTo>
                  <a:lnTo>
                    <a:pt x="761250" y="91821"/>
                  </a:lnTo>
                  <a:lnTo>
                    <a:pt x="751166" y="87350"/>
                  </a:lnTo>
                  <a:lnTo>
                    <a:pt x="750531" y="86499"/>
                  </a:lnTo>
                  <a:lnTo>
                    <a:pt x="747483" y="82448"/>
                  </a:lnTo>
                  <a:lnTo>
                    <a:pt x="743851" y="80098"/>
                  </a:lnTo>
                  <a:lnTo>
                    <a:pt x="721626" y="71462"/>
                  </a:lnTo>
                  <a:lnTo>
                    <a:pt x="697992" y="71716"/>
                  </a:lnTo>
                  <a:lnTo>
                    <a:pt x="675817" y="80022"/>
                  </a:lnTo>
                  <a:lnTo>
                    <a:pt x="658025" y="95554"/>
                  </a:lnTo>
                  <a:lnTo>
                    <a:pt x="654456" y="93027"/>
                  </a:lnTo>
                  <a:lnTo>
                    <a:pt x="643153" y="85026"/>
                  </a:lnTo>
                  <a:lnTo>
                    <a:pt x="626757" y="78016"/>
                  </a:lnTo>
                  <a:lnTo>
                    <a:pt x="609993" y="77317"/>
                  </a:lnTo>
                  <a:lnTo>
                    <a:pt x="594156" y="85737"/>
                  </a:lnTo>
                  <a:lnTo>
                    <a:pt x="589597" y="89966"/>
                  </a:lnTo>
                  <a:lnTo>
                    <a:pt x="586536" y="95910"/>
                  </a:lnTo>
                  <a:lnTo>
                    <a:pt x="576008" y="104495"/>
                  </a:lnTo>
                  <a:lnTo>
                    <a:pt x="571055" y="102463"/>
                  </a:lnTo>
                  <a:lnTo>
                    <a:pt x="566508" y="99364"/>
                  </a:lnTo>
                  <a:lnTo>
                    <a:pt x="565226" y="98475"/>
                  </a:lnTo>
                  <a:lnTo>
                    <a:pt x="552005" y="88823"/>
                  </a:lnTo>
                  <a:lnTo>
                    <a:pt x="544880" y="84848"/>
                  </a:lnTo>
                  <a:lnTo>
                    <a:pt x="536854" y="82550"/>
                  </a:lnTo>
                  <a:lnTo>
                    <a:pt x="528789" y="82677"/>
                  </a:lnTo>
                  <a:lnTo>
                    <a:pt x="521360" y="85039"/>
                  </a:lnTo>
                  <a:lnTo>
                    <a:pt x="514553" y="88963"/>
                  </a:lnTo>
                  <a:lnTo>
                    <a:pt x="508101" y="93992"/>
                  </a:lnTo>
                  <a:lnTo>
                    <a:pt x="503567" y="97866"/>
                  </a:lnTo>
                  <a:lnTo>
                    <a:pt x="499046" y="102755"/>
                  </a:lnTo>
                  <a:lnTo>
                    <a:pt x="485940" y="109207"/>
                  </a:lnTo>
                  <a:lnTo>
                    <a:pt x="478866" y="106781"/>
                  </a:lnTo>
                  <a:lnTo>
                    <a:pt x="461975" y="100126"/>
                  </a:lnTo>
                  <a:lnTo>
                    <a:pt x="452424" y="97104"/>
                  </a:lnTo>
                  <a:lnTo>
                    <a:pt x="442633" y="95707"/>
                  </a:lnTo>
                  <a:lnTo>
                    <a:pt x="432371" y="96824"/>
                  </a:lnTo>
                  <a:lnTo>
                    <a:pt x="424434" y="99593"/>
                  </a:lnTo>
                  <a:lnTo>
                    <a:pt x="417068" y="103555"/>
                  </a:lnTo>
                  <a:lnTo>
                    <a:pt x="410184" y="108369"/>
                  </a:lnTo>
                  <a:lnTo>
                    <a:pt x="403682" y="113766"/>
                  </a:lnTo>
                  <a:lnTo>
                    <a:pt x="403529" y="113652"/>
                  </a:lnTo>
                  <a:lnTo>
                    <a:pt x="389813" y="102958"/>
                  </a:lnTo>
                  <a:lnTo>
                    <a:pt x="373126" y="97739"/>
                  </a:lnTo>
                  <a:lnTo>
                    <a:pt x="355650" y="98564"/>
                  </a:lnTo>
                  <a:lnTo>
                    <a:pt x="339420" y="105930"/>
                  </a:lnTo>
                  <a:lnTo>
                    <a:pt x="333222" y="110413"/>
                  </a:lnTo>
                  <a:lnTo>
                    <a:pt x="326898" y="118427"/>
                  </a:lnTo>
                  <a:lnTo>
                    <a:pt x="311975" y="116852"/>
                  </a:lnTo>
                  <a:lnTo>
                    <a:pt x="306120" y="111594"/>
                  </a:lnTo>
                  <a:lnTo>
                    <a:pt x="303403" y="109601"/>
                  </a:lnTo>
                  <a:lnTo>
                    <a:pt x="301091" y="107899"/>
                  </a:lnTo>
                  <a:lnTo>
                    <a:pt x="300304" y="107353"/>
                  </a:lnTo>
                  <a:lnTo>
                    <a:pt x="292836" y="102146"/>
                  </a:lnTo>
                  <a:lnTo>
                    <a:pt x="284200" y="97485"/>
                  </a:lnTo>
                  <a:lnTo>
                    <a:pt x="274967" y="94830"/>
                  </a:lnTo>
                  <a:lnTo>
                    <a:pt x="264883" y="95072"/>
                  </a:lnTo>
                  <a:lnTo>
                    <a:pt x="254355" y="98869"/>
                  </a:lnTo>
                  <a:lnTo>
                    <a:pt x="244119" y="104038"/>
                  </a:lnTo>
                  <a:lnTo>
                    <a:pt x="233743" y="107353"/>
                  </a:lnTo>
                  <a:lnTo>
                    <a:pt x="222808" y="105575"/>
                  </a:lnTo>
                  <a:lnTo>
                    <a:pt x="214426" y="100520"/>
                  </a:lnTo>
                  <a:lnTo>
                    <a:pt x="211785" y="98475"/>
                  </a:lnTo>
                  <a:lnTo>
                    <a:pt x="204787" y="93141"/>
                  </a:lnTo>
                  <a:lnTo>
                    <a:pt x="198767" y="88633"/>
                  </a:lnTo>
                  <a:lnTo>
                    <a:pt x="190157" y="83921"/>
                  </a:lnTo>
                  <a:lnTo>
                    <a:pt x="179641" y="81495"/>
                  </a:lnTo>
                  <a:lnTo>
                    <a:pt x="169887" y="82550"/>
                  </a:lnTo>
                  <a:lnTo>
                    <a:pt x="160464" y="85915"/>
                  </a:lnTo>
                  <a:lnTo>
                    <a:pt x="150825" y="90538"/>
                  </a:lnTo>
                  <a:lnTo>
                    <a:pt x="137833" y="93141"/>
                  </a:lnTo>
                  <a:lnTo>
                    <a:pt x="127635" y="88328"/>
                  </a:lnTo>
                  <a:lnTo>
                    <a:pt x="123418" y="83324"/>
                  </a:lnTo>
                  <a:lnTo>
                    <a:pt x="120802" y="80200"/>
                  </a:lnTo>
                  <a:lnTo>
                    <a:pt x="119621" y="78790"/>
                  </a:lnTo>
                  <a:lnTo>
                    <a:pt x="113118" y="67221"/>
                  </a:lnTo>
                  <a:lnTo>
                    <a:pt x="111112" y="63284"/>
                  </a:lnTo>
                  <a:lnTo>
                    <a:pt x="105181" y="62496"/>
                  </a:lnTo>
                  <a:lnTo>
                    <a:pt x="66065" y="80200"/>
                  </a:lnTo>
                  <a:lnTo>
                    <a:pt x="57277" y="78790"/>
                  </a:lnTo>
                  <a:lnTo>
                    <a:pt x="54140" y="77038"/>
                  </a:lnTo>
                  <a:lnTo>
                    <a:pt x="50088" y="74777"/>
                  </a:lnTo>
                  <a:lnTo>
                    <a:pt x="43383" y="69621"/>
                  </a:lnTo>
                  <a:lnTo>
                    <a:pt x="36042" y="64871"/>
                  </a:lnTo>
                  <a:lnTo>
                    <a:pt x="23025" y="61010"/>
                  </a:lnTo>
                  <a:lnTo>
                    <a:pt x="15074" y="61455"/>
                  </a:lnTo>
                  <a:lnTo>
                    <a:pt x="8382" y="79463"/>
                  </a:lnTo>
                  <a:lnTo>
                    <a:pt x="10998" y="78193"/>
                  </a:lnTo>
                  <a:lnTo>
                    <a:pt x="18211" y="77038"/>
                  </a:lnTo>
                  <a:lnTo>
                    <a:pt x="25628" y="78206"/>
                  </a:lnTo>
                  <a:lnTo>
                    <a:pt x="32423" y="81635"/>
                  </a:lnTo>
                  <a:lnTo>
                    <a:pt x="44754" y="90919"/>
                  </a:lnTo>
                  <a:lnTo>
                    <a:pt x="51638" y="94488"/>
                  </a:lnTo>
                  <a:lnTo>
                    <a:pt x="64985" y="96697"/>
                  </a:lnTo>
                  <a:lnTo>
                    <a:pt x="78244" y="94754"/>
                  </a:lnTo>
                  <a:lnTo>
                    <a:pt x="91071" y="89903"/>
                  </a:lnTo>
                  <a:lnTo>
                    <a:pt x="103162" y="83324"/>
                  </a:lnTo>
                  <a:lnTo>
                    <a:pt x="108140" y="91198"/>
                  </a:lnTo>
                  <a:lnTo>
                    <a:pt x="113982" y="98374"/>
                  </a:lnTo>
                  <a:lnTo>
                    <a:pt x="120878" y="104368"/>
                  </a:lnTo>
                  <a:lnTo>
                    <a:pt x="129019" y="108648"/>
                  </a:lnTo>
                  <a:lnTo>
                    <a:pt x="140766" y="110350"/>
                  </a:lnTo>
                  <a:lnTo>
                    <a:pt x="151053" y="107594"/>
                  </a:lnTo>
                  <a:lnTo>
                    <a:pt x="160997" y="102831"/>
                  </a:lnTo>
                  <a:lnTo>
                    <a:pt x="171704" y="98539"/>
                  </a:lnTo>
                  <a:lnTo>
                    <a:pt x="181762" y="98526"/>
                  </a:lnTo>
                  <a:lnTo>
                    <a:pt x="190817" y="102755"/>
                  </a:lnTo>
                  <a:lnTo>
                    <a:pt x="199428" y="109207"/>
                  </a:lnTo>
                  <a:lnTo>
                    <a:pt x="207276" y="115316"/>
                  </a:lnTo>
                  <a:lnTo>
                    <a:pt x="215773" y="120281"/>
                  </a:lnTo>
                  <a:lnTo>
                    <a:pt x="224663" y="123355"/>
                  </a:lnTo>
                  <a:lnTo>
                    <a:pt x="233946" y="124129"/>
                  </a:lnTo>
                  <a:lnTo>
                    <a:pt x="243624" y="122148"/>
                  </a:lnTo>
                  <a:lnTo>
                    <a:pt x="251104" y="119507"/>
                  </a:lnTo>
                  <a:lnTo>
                    <a:pt x="257543" y="114223"/>
                  </a:lnTo>
                  <a:lnTo>
                    <a:pt x="273088" y="109601"/>
                  </a:lnTo>
                  <a:lnTo>
                    <a:pt x="279234" y="112572"/>
                  </a:lnTo>
                  <a:lnTo>
                    <a:pt x="285775" y="117030"/>
                  </a:lnTo>
                  <a:lnTo>
                    <a:pt x="293560" y="122669"/>
                  </a:lnTo>
                  <a:lnTo>
                    <a:pt x="301536" y="128181"/>
                  </a:lnTo>
                  <a:lnTo>
                    <a:pt x="310083" y="132384"/>
                  </a:lnTo>
                  <a:lnTo>
                    <a:pt x="319582" y="134099"/>
                  </a:lnTo>
                  <a:lnTo>
                    <a:pt x="330555" y="131699"/>
                  </a:lnTo>
                  <a:lnTo>
                    <a:pt x="339648" y="125984"/>
                  </a:lnTo>
                  <a:lnTo>
                    <a:pt x="348386" y="119468"/>
                  </a:lnTo>
                  <a:lnTo>
                    <a:pt x="350545" y="118427"/>
                  </a:lnTo>
                  <a:lnTo>
                    <a:pt x="358267" y="114706"/>
                  </a:lnTo>
                  <a:lnTo>
                    <a:pt x="369189" y="113652"/>
                  </a:lnTo>
                  <a:lnTo>
                    <a:pt x="379590" y="116268"/>
                  </a:lnTo>
                  <a:lnTo>
                    <a:pt x="388569" y="122034"/>
                  </a:lnTo>
                  <a:lnTo>
                    <a:pt x="395414" y="130594"/>
                  </a:lnTo>
                  <a:lnTo>
                    <a:pt x="398170" y="135572"/>
                  </a:lnTo>
                  <a:lnTo>
                    <a:pt x="404825" y="135102"/>
                  </a:lnTo>
                  <a:lnTo>
                    <a:pt x="408432" y="131699"/>
                  </a:lnTo>
                  <a:lnTo>
                    <a:pt x="416737" y="124129"/>
                  </a:lnTo>
                  <a:lnTo>
                    <a:pt x="425907" y="117360"/>
                  </a:lnTo>
                  <a:lnTo>
                    <a:pt x="434174" y="113766"/>
                  </a:lnTo>
                  <a:lnTo>
                    <a:pt x="436067" y="112941"/>
                  </a:lnTo>
                  <a:lnTo>
                    <a:pt x="447255" y="112509"/>
                  </a:lnTo>
                  <a:lnTo>
                    <a:pt x="456374" y="115112"/>
                  </a:lnTo>
                  <a:lnTo>
                    <a:pt x="465162" y="118706"/>
                  </a:lnTo>
                  <a:lnTo>
                    <a:pt x="474027" y="122034"/>
                  </a:lnTo>
                  <a:lnTo>
                    <a:pt x="483400" y="123825"/>
                  </a:lnTo>
                  <a:lnTo>
                    <a:pt x="491096" y="123355"/>
                  </a:lnTo>
                  <a:lnTo>
                    <a:pt x="498081" y="121285"/>
                  </a:lnTo>
                  <a:lnTo>
                    <a:pt x="504621" y="117830"/>
                  </a:lnTo>
                  <a:lnTo>
                    <a:pt x="510781" y="113322"/>
                  </a:lnTo>
                  <a:lnTo>
                    <a:pt x="511683" y="112509"/>
                  </a:lnTo>
                  <a:lnTo>
                    <a:pt x="515378" y="109207"/>
                  </a:lnTo>
                  <a:lnTo>
                    <a:pt x="516851" y="107899"/>
                  </a:lnTo>
                  <a:lnTo>
                    <a:pt x="523240" y="102679"/>
                  </a:lnTo>
                  <a:lnTo>
                    <a:pt x="530326" y="99364"/>
                  </a:lnTo>
                  <a:lnTo>
                    <a:pt x="538289" y="99847"/>
                  </a:lnTo>
                  <a:lnTo>
                    <a:pt x="545122" y="103365"/>
                  </a:lnTo>
                  <a:lnTo>
                    <a:pt x="551383" y="108102"/>
                  </a:lnTo>
                  <a:lnTo>
                    <a:pt x="557618" y="112979"/>
                  </a:lnTo>
                  <a:lnTo>
                    <a:pt x="564349" y="116903"/>
                  </a:lnTo>
                  <a:lnTo>
                    <a:pt x="571042" y="118859"/>
                  </a:lnTo>
                  <a:lnTo>
                    <a:pt x="577748" y="119037"/>
                  </a:lnTo>
                  <a:lnTo>
                    <a:pt x="584263" y="117424"/>
                  </a:lnTo>
                  <a:lnTo>
                    <a:pt x="590346" y="114020"/>
                  </a:lnTo>
                  <a:lnTo>
                    <a:pt x="596430" y="108038"/>
                  </a:lnTo>
                  <a:lnTo>
                    <a:pt x="599363" y="104495"/>
                  </a:lnTo>
                  <a:lnTo>
                    <a:pt x="601992" y="101320"/>
                  </a:lnTo>
                  <a:lnTo>
                    <a:pt x="608203" y="95694"/>
                  </a:lnTo>
                  <a:lnTo>
                    <a:pt x="616242" y="93027"/>
                  </a:lnTo>
                  <a:lnTo>
                    <a:pt x="626897" y="94665"/>
                  </a:lnTo>
                  <a:lnTo>
                    <a:pt x="637006" y="99847"/>
                  </a:lnTo>
                  <a:lnTo>
                    <a:pt x="646214" y="106895"/>
                  </a:lnTo>
                  <a:lnTo>
                    <a:pt x="654164" y="114223"/>
                  </a:lnTo>
                  <a:lnTo>
                    <a:pt x="658050" y="117932"/>
                  </a:lnTo>
                  <a:lnTo>
                    <a:pt x="664629" y="116497"/>
                  </a:lnTo>
                  <a:lnTo>
                    <a:pt x="693521" y="89776"/>
                  </a:lnTo>
                  <a:lnTo>
                    <a:pt x="713143" y="86499"/>
                  </a:lnTo>
                  <a:lnTo>
                    <a:pt x="721398" y="87414"/>
                  </a:lnTo>
                  <a:lnTo>
                    <a:pt x="736752" y="93992"/>
                  </a:lnTo>
                  <a:lnTo>
                    <a:pt x="741705" y="101092"/>
                  </a:lnTo>
                  <a:lnTo>
                    <a:pt x="749287" y="104800"/>
                  </a:lnTo>
                  <a:lnTo>
                    <a:pt x="761619" y="106641"/>
                  </a:lnTo>
                  <a:lnTo>
                    <a:pt x="770648" y="100736"/>
                  </a:lnTo>
                  <a:lnTo>
                    <a:pt x="777875" y="91821"/>
                  </a:lnTo>
                  <a:lnTo>
                    <a:pt x="778408" y="91186"/>
                  </a:lnTo>
                  <a:lnTo>
                    <a:pt x="786320" y="82791"/>
                  </a:lnTo>
                  <a:lnTo>
                    <a:pt x="801725" y="76657"/>
                  </a:lnTo>
                  <a:lnTo>
                    <a:pt x="818210" y="78028"/>
                  </a:lnTo>
                  <a:lnTo>
                    <a:pt x="834567" y="83921"/>
                  </a:lnTo>
                  <a:lnTo>
                    <a:pt x="849236" y="91198"/>
                  </a:lnTo>
                  <a:lnTo>
                    <a:pt x="853871" y="93599"/>
                  </a:lnTo>
                  <a:lnTo>
                    <a:pt x="860120" y="90779"/>
                  </a:lnTo>
                  <a:lnTo>
                    <a:pt x="877506" y="56857"/>
                  </a:lnTo>
                  <a:lnTo>
                    <a:pt x="885520" y="57594"/>
                  </a:lnTo>
                  <a:lnTo>
                    <a:pt x="893800" y="60172"/>
                  </a:lnTo>
                  <a:lnTo>
                    <a:pt x="901661" y="62115"/>
                  </a:lnTo>
                  <a:lnTo>
                    <a:pt x="915339" y="61188"/>
                  </a:lnTo>
                  <a:lnTo>
                    <a:pt x="924585" y="57315"/>
                  </a:lnTo>
                  <a:close/>
                </a:path>
                <a:path w="944244" h="186054">
                  <a:moveTo>
                    <a:pt x="943698" y="124853"/>
                  </a:moveTo>
                  <a:lnTo>
                    <a:pt x="940308" y="108597"/>
                  </a:lnTo>
                  <a:lnTo>
                    <a:pt x="898855" y="118656"/>
                  </a:lnTo>
                  <a:lnTo>
                    <a:pt x="851001" y="128930"/>
                  </a:lnTo>
                  <a:lnTo>
                    <a:pt x="802881" y="137947"/>
                  </a:lnTo>
                  <a:lnTo>
                    <a:pt x="754545" y="145745"/>
                  </a:lnTo>
                  <a:lnTo>
                    <a:pt x="706018" y="152349"/>
                  </a:lnTo>
                  <a:lnTo>
                    <a:pt x="657339" y="157810"/>
                  </a:lnTo>
                  <a:lnTo>
                    <a:pt x="608545" y="162140"/>
                  </a:lnTo>
                  <a:lnTo>
                    <a:pt x="553948" y="165696"/>
                  </a:lnTo>
                  <a:lnTo>
                    <a:pt x="499287" y="167970"/>
                  </a:lnTo>
                  <a:lnTo>
                    <a:pt x="444588" y="168998"/>
                  </a:lnTo>
                  <a:lnTo>
                    <a:pt x="389877" y="168833"/>
                  </a:lnTo>
                  <a:lnTo>
                    <a:pt x="338810" y="167716"/>
                  </a:lnTo>
                  <a:lnTo>
                    <a:pt x="287769" y="165366"/>
                  </a:lnTo>
                  <a:lnTo>
                    <a:pt x="236867" y="161201"/>
                  </a:lnTo>
                  <a:lnTo>
                    <a:pt x="186220" y="154647"/>
                  </a:lnTo>
                  <a:lnTo>
                    <a:pt x="131254" y="143903"/>
                  </a:lnTo>
                  <a:lnTo>
                    <a:pt x="77533" y="128549"/>
                  </a:lnTo>
                  <a:lnTo>
                    <a:pt x="25742" y="107848"/>
                  </a:lnTo>
                  <a:lnTo>
                    <a:pt x="3556" y="95758"/>
                  </a:lnTo>
                  <a:lnTo>
                    <a:pt x="0" y="112877"/>
                  </a:lnTo>
                  <a:lnTo>
                    <a:pt x="59550" y="139865"/>
                  </a:lnTo>
                  <a:lnTo>
                    <a:pt x="107353" y="154965"/>
                  </a:lnTo>
                  <a:lnTo>
                    <a:pt x="156362" y="166217"/>
                  </a:lnTo>
                  <a:lnTo>
                    <a:pt x="206209" y="174218"/>
                  </a:lnTo>
                  <a:lnTo>
                    <a:pt x="256527" y="179565"/>
                  </a:lnTo>
                  <a:lnTo>
                    <a:pt x="306920" y="182867"/>
                  </a:lnTo>
                  <a:lnTo>
                    <a:pt x="357035" y="184708"/>
                  </a:lnTo>
                  <a:lnTo>
                    <a:pt x="406730" y="185559"/>
                  </a:lnTo>
                  <a:lnTo>
                    <a:pt x="456438" y="185445"/>
                  </a:lnTo>
                  <a:lnTo>
                    <a:pt x="506145" y="184353"/>
                  </a:lnTo>
                  <a:lnTo>
                    <a:pt x="555815" y="182219"/>
                  </a:lnTo>
                  <a:lnTo>
                    <a:pt x="605421" y="179019"/>
                  </a:lnTo>
                  <a:lnTo>
                    <a:pt x="654951" y="174726"/>
                  </a:lnTo>
                  <a:lnTo>
                    <a:pt x="704354" y="169278"/>
                  </a:lnTo>
                  <a:lnTo>
                    <a:pt x="753618" y="162661"/>
                  </a:lnTo>
                  <a:lnTo>
                    <a:pt x="802703" y="154813"/>
                  </a:lnTo>
                  <a:lnTo>
                    <a:pt x="851928" y="145656"/>
                  </a:lnTo>
                  <a:lnTo>
                    <a:pt x="900874" y="135216"/>
                  </a:lnTo>
                  <a:lnTo>
                    <a:pt x="943698" y="124853"/>
                  </a:lnTo>
                  <a:close/>
                </a:path>
              </a:pathLst>
            </a:custGeom>
            <a:solidFill>
              <a:srgbClr val="282E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594019" y="9830991"/>
              <a:ext cx="494665" cy="164465"/>
            </a:xfrm>
            <a:custGeom>
              <a:avLst/>
              <a:gdLst/>
              <a:ahLst/>
              <a:cxnLst/>
              <a:rect l="l" t="t" r="r" b="b"/>
              <a:pathLst>
                <a:path w="494665" h="164465">
                  <a:moveTo>
                    <a:pt x="247311" y="0"/>
                  </a:moveTo>
                  <a:lnTo>
                    <a:pt x="181568" y="2931"/>
                  </a:lnTo>
                  <a:lnTo>
                    <a:pt x="122490" y="11205"/>
                  </a:lnTo>
                  <a:lnTo>
                    <a:pt x="72437" y="24038"/>
                  </a:lnTo>
                  <a:lnTo>
                    <a:pt x="33766" y="40650"/>
                  </a:lnTo>
                  <a:lnTo>
                    <a:pt x="0" y="82081"/>
                  </a:lnTo>
                  <a:lnTo>
                    <a:pt x="8834" y="103904"/>
                  </a:lnTo>
                  <a:lnTo>
                    <a:pt x="72437" y="140124"/>
                  </a:lnTo>
                  <a:lnTo>
                    <a:pt x="122490" y="152957"/>
                  </a:lnTo>
                  <a:lnTo>
                    <a:pt x="181568" y="161230"/>
                  </a:lnTo>
                  <a:lnTo>
                    <a:pt x="247311" y="164162"/>
                  </a:lnTo>
                  <a:lnTo>
                    <a:pt x="313059" y="161230"/>
                  </a:lnTo>
                  <a:lnTo>
                    <a:pt x="372137" y="152957"/>
                  </a:lnTo>
                  <a:lnTo>
                    <a:pt x="422190" y="140124"/>
                  </a:lnTo>
                  <a:lnTo>
                    <a:pt x="460859" y="123512"/>
                  </a:lnTo>
                  <a:lnTo>
                    <a:pt x="494623" y="82081"/>
                  </a:lnTo>
                  <a:lnTo>
                    <a:pt x="485789" y="60258"/>
                  </a:lnTo>
                  <a:lnTo>
                    <a:pt x="422190" y="24038"/>
                  </a:lnTo>
                  <a:lnTo>
                    <a:pt x="372137" y="11205"/>
                  </a:lnTo>
                  <a:lnTo>
                    <a:pt x="313059" y="2931"/>
                  </a:lnTo>
                  <a:lnTo>
                    <a:pt x="247311" y="0"/>
                  </a:lnTo>
                  <a:close/>
                </a:path>
              </a:pathLst>
            </a:custGeom>
            <a:solidFill>
              <a:srgbClr val="535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522764" y="9059442"/>
              <a:ext cx="653415" cy="207010"/>
            </a:xfrm>
            <a:custGeom>
              <a:avLst/>
              <a:gdLst/>
              <a:ahLst/>
              <a:cxnLst/>
              <a:rect l="l" t="t" r="r" b="b"/>
              <a:pathLst>
                <a:path w="653415" h="207009">
                  <a:moveTo>
                    <a:pt x="333947" y="0"/>
                  </a:moveTo>
                  <a:lnTo>
                    <a:pt x="267812" y="2037"/>
                  </a:lnTo>
                  <a:lnTo>
                    <a:pt x="205674" y="7952"/>
                  </a:lnTo>
                  <a:lnTo>
                    <a:pt x="149019" y="17445"/>
                  </a:lnTo>
                  <a:lnTo>
                    <a:pt x="99334" y="30220"/>
                  </a:lnTo>
                  <a:lnTo>
                    <a:pt x="58104" y="45977"/>
                  </a:lnTo>
                  <a:lnTo>
                    <a:pt x="6951" y="85247"/>
                  </a:lnTo>
                  <a:lnTo>
                    <a:pt x="0" y="108164"/>
                  </a:lnTo>
                  <a:lnTo>
                    <a:pt x="6679" y="130662"/>
                  </a:lnTo>
                  <a:lnTo>
                    <a:pt x="56106" y="167270"/>
                  </a:lnTo>
                  <a:lnTo>
                    <a:pt x="96177" y="181239"/>
                  </a:lnTo>
                  <a:lnTo>
                    <a:pt x="144703" y="192225"/>
                  </a:lnTo>
                  <a:lnTo>
                    <a:pt x="200346" y="200159"/>
                  </a:lnTo>
                  <a:lnTo>
                    <a:pt x="261769" y="204971"/>
                  </a:lnTo>
                  <a:lnTo>
                    <a:pt x="327634" y="206590"/>
                  </a:lnTo>
                  <a:lnTo>
                    <a:pt x="393408" y="204971"/>
                  </a:lnTo>
                  <a:lnTo>
                    <a:pt x="454593" y="200159"/>
                  </a:lnTo>
                  <a:lnTo>
                    <a:pt x="509901" y="192225"/>
                  </a:lnTo>
                  <a:lnTo>
                    <a:pt x="558043" y="181239"/>
                  </a:lnTo>
                  <a:lnTo>
                    <a:pt x="597729" y="167270"/>
                  </a:lnTo>
                  <a:lnTo>
                    <a:pt x="646583" y="130662"/>
                  </a:lnTo>
                  <a:lnTo>
                    <a:pt x="653173" y="108164"/>
                  </a:lnTo>
                  <a:lnTo>
                    <a:pt x="646855" y="85247"/>
                  </a:lnTo>
                  <a:lnTo>
                    <a:pt x="599727" y="45977"/>
                  </a:lnTo>
                  <a:lnTo>
                    <a:pt x="561200" y="30220"/>
                  </a:lnTo>
                  <a:lnTo>
                    <a:pt x="514217" y="17445"/>
                  </a:lnTo>
                  <a:lnTo>
                    <a:pt x="459921" y="7952"/>
                  </a:lnTo>
                  <a:lnTo>
                    <a:pt x="399451" y="2037"/>
                  </a:lnTo>
                  <a:lnTo>
                    <a:pt x="333947" y="0"/>
                  </a:lnTo>
                  <a:close/>
                </a:path>
              </a:pathLst>
            </a:custGeom>
            <a:solidFill>
              <a:srgbClr val="282E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522762" y="9059433"/>
              <a:ext cx="653415" cy="135255"/>
            </a:xfrm>
            <a:custGeom>
              <a:avLst/>
              <a:gdLst/>
              <a:ahLst/>
              <a:cxnLst/>
              <a:rect l="l" t="t" r="r" b="b"/>
              <a:pathLst>
                <a:path w="653415" h="135254">
                  <a:moveTo>
                    <a:pt x="333947" y="0"/>
                  </a:moveTo>
                  <a:lnTo>
                    <a:pt x="267815" y="2038"/>
                  </a:lnTo>
                  <a:lnTo>
                    <a:pt x="205678" y="7954"/>
                  </a:lnTo>
                  <a:lnTo>
                    <a:pt x="149024" y="17449"/>
                  </a:lnTo>
                  <a:lnTo>
                    <a:pt x="99338" y="30225"/>
                  </a:lnTo>
                  <a:lnTo>
                    <a:pt x="58107" y="45984"/>
                  </a:lnTo>
                  <a:lnTo>
                    <a:pt x="6951" y="85257"/>
                  </a:lnTo>
                  <a:lnTo>
                    <a:pt x="0" y="108174"/>
                  </a:lnTo>
                  <a:lnTo>
                    <a:pt x="617" y="115206"/>
                  </a:lnTo>
                  <a:lnTo>
                    <a:pt x="2443" y="121993"/>
                  </a:lnTo>
                  <a:lnTo>
                    <a:pt x="5437" y="128533"/>
                  </a:lnTo>
                  <a:lnTo>
                    <a:pt x="9559" y="134823"/>
                  </a:lnTo>
                  <a:lnTo>
                    <a:pt x="30316" y="114537"/>
                  </a:lnTo>
                  <a:lnTo>
                    <a:pt x="62013" y="96591"/>
                  </a:lnTo>
                  <a:lnTo>
                    <a:pt x="103234" y="81270"/>
                  </a:lnTo>
                  <a:lnTo>
                    <a:pt x="152562" y="68859"/>
                  </a:lnTo>
                  <a:lnTo>
                    <a:pt x="208578" y="59641"/>
                  </a:lnTo>
                  <a:lnTo>
                    <a:pt x="269864" y="53901"/>
                  </a:lnTo>
                  <a:lnTo>
                    <a:pt x="335005" y="51925"/>
                  </a:lnTo>
                  <a:lnTo>
                    <a:pt x="398700" y="53849"/>
                  </a:lnTo>
                  <a:lnTo>
                    <a:pt x="457675" y="59441"/>
                  </a:lnTo>
                  <a:lnTo>
                    <a:pt x="510884" y="68426"/>
                  </a:lnTo>
                  <a:lnTo>
                    <a:pt x="557283" y="80532"/>
                  </a:lnTo>
                  <a:lnTo>
                    <a:pt x="595826" y="95486"/>
                  </a:lnTo>
                  <a:lnTo>
                    <a:pt x="645163" y="132844"/>
                  </a:lnTo>
                  <a:lnTo>
                    <a:pt x="648623" y="126989"/>
                  </a:lnTo>
                  <a:lnTo>
                    <a:pt x="651132" y="120925"/>
                  </a:lnTo>
                  <a:lnTo>
                    <a:pt x="652658" y="114653"/>
                  </a:lnTo>
                  <a:lnTo>
                    <a:pt x="653173" y="108174"/>
                  </a:lnTo>
                  <a:lnTo>
                    <a:pt x="646855" y="85257"/>
                  </a:lnTo>
                  <a:lnTo>
                    <a:pt x="599727" y="45984"/>
                  </a:lnTo>
                  <a:lnTo>
                    <a:pt x="561200" y="30225"/>
                  </a:lnTo>
                  <a:lnTo>
                    <a:pt x="514217" y="17449"/>
                  </a:lnTo>
                  <a:lnTo>
                    <a:pt x="459921" y="7954"/>
                  </a:lnTo>
                  <a:lnTo>
                    <a:pt x="399451" y="2038"/>
                  </a:lnTo>
                  <a:lnTo>
                    <a:pt x="333947" y="0"/>
                  </a:lnTo>
                  <a:close/>
                </a:path>
              </a:pathLst>
            </a:custGeom>
            <a:solidFill>
              <a:srgbClr val="4F54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335809" y="7520844"/>
              <a:ext cx="376555" cy="1689100"/>
            </a:xfrm>
            <a:custGeom>
              <a:avLst/>
              <a:gdLst/>
              <a:ahLst/>
              <a:cxnLst/>
              <a:rect l="l" t="t" r="r" b="b"/>
              <a:pathLst>
                <a:path w="376555" h="1689100">
                  <a:moveTo>
                    <a:pt x="0" y="0"/>
                  </a:moveTo>
                  <a:lnTo>
                    <a:pt x="104195" y="309383"/>
                  </a:lnTo>
                  <a:lnTo>
                    <a:pt x="190695" y="624879"/>
                  </a:lnTo>
                  <a:lnTo>
                    <a:pt x="273023" y="1088021"/>
                  </a:lnTo>
                  <a:lnTo>
                    <a:pt x="334586" y="1506750"/>
                  </a:lnTo>
                  <a:lnTo>
                    <a:pt x="358795" y="1689006"/>
                  </a:lnTo>
                  <a:lnTo>
                    <a:pt x="376355" y="1686409"/>
                  </a:lnTo>
                  <a:lnTo>
                    <a:pt x="314064" y="1149349"/>
                  </a:lnTo>
                  <a:lnTo>
                    <a:pt x="274454" y="847957"/>
                  </a:lnTo>
                  <a:lnTo>
                    <a:pt x="240566" y="672095"/>
                  </a:lnTo>
                  <a:lnTo>
                    <a:pt x="195439" y="511628"/>
                  </a:lnTo>
                  <a:lnTo>
                    <a:pt x="133171" y="325098"/>
                  </a:lnTo>
                  <a:lnTo>
                    <a:pt x="69514" y="161069"/>
                  </a:lnTo>
                  <a:lnTo>
                    <a:pt x="19960" y="44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7C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739103" y="7152397"/>
              <a:ext cx="161290" cy="2045970"/>
            </a:xfrm>
            <a:custGeom>
              <a:avLst/>
              <a:gdLst/>
              <a:ahLst/>
              <a:cxnLst/>
              <a:rect l="l" t="t" r="r" b="b"/>
              <a:pathLst>
                <a:path w="161290" h="2045970">
                  <a:moveTo>
                    <a:pt x="161074" y="0"/>
                  </a:moveTo>
                  <a:lnTo>
                    <a:pt x="102500" y="142089"/>
                  </a:lnTo>
                  <a:lnTo>
                    <a:pt x="24493" y="617086"/>
                  </a:lnTo>
                  <a:lnTo>
                    <a:pt x="0" y="1251692"/>
                  </a:lnTo>
                  <a:lnTo>
                    <a:pt x="3799" y="1807377"/>
                  </a:lnTo>
                  <a:lnTo>
                    <a:pt x="10671" y="2045613"/>
                  </a:lnTo>
                  <a:lnTo>
                    <a:pt x="46052" y="2045613"/>
                  </a:lnTo>
                  <a:lnTo>
                    <a:pt x="33695" y="1198100"/>
                  </a:lnTo>
                  <a:lnTo>
                    <a:pt x="32016" y="744118"/>
                  </a:lnTo>
                  <a:lnTo>
                    <a:pt x="43207" y="529335"/>
                  </a:lnTo>
                  <a:lnTo>
                    <a:pt x="69465" y="399422"/>
                  </a:lnTo>
                  <a:lnTo>
                    <a:pt x="103202" y="258868"/>
                  </a:lnTo>
                  <a:lnTo>
                    <a:pt x="132535" y="130249"/>
                  </a:lnTo>
                  <a:lnTo>
                    <a:pt x="153235" y="36361"/>
                  </a:lnTo>
                  <a:lnTo>
                    <a:pt x="161074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79738" y="6707037"/>
              <a:ext cx="1302406" cy="270681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4368521" y="9561896"/>
              <a:ext cx="963930" cy="410209"/>
            </a:xfrm>
            <a:custGeom>
              <a:avLst/>
              <a:gdLst/>
              <a:ahLst/>
              <a:cxnLst/>
              <a:rect l="l" t="t" r="r" b="b"/>
              <a:pathLst>
                <a:path w="963930" h="410209">
                  <a:moveTo>
                    <a:pt x="959499" y="0"/>
                  </a:moveTo>
                  <a:lnTo>
                    <a:pt x="930953" y="32787"/>
                  </a:lnTo>
                  <a:lnTo>
                    <a:pt x="898217" y="63396"/>
                  </a:lnTo>
                  <a:lnTo>
                    <a:pt x="861572" y="91626"/>
                  </a:lnTo>
                  <a:lnTo>
                    <a:pt x="821300" y="117279"/>
                  </a:lnTo>
                  <a:lnTo>
                    <a:pt x="777681" y="140157"/>
                  </a:lnTo>
                  <a:lnTo>
                    <a:pt x="730996" y="160060"/>
                  </a:lnTo>
                  <a:lnTo>
                    <a:pt x="681527" y="176790"/>
                  </a:lnTo>
                  <a:lnTo>
                    <a:pt x="629554" y="190148"/>
                  </a:lnTo>
                  <a:lnTo>
                    <a:pt x="575357" y="199935"/>
                  </a:lnTo>
                  <a:lnTo>
                    <a:pt x="519219" y="205953"/>
                  </a:lnTo>
                  <a:lnTo>
                    <a:pt x="461420" y="208004"/>
                  </a:lnTo>
                  <a:lnTo>
                    <a:pt x="405211" y="206065"/>
                  </a:lnTo>
                  <a:lnTo>
                    <a:pt x="350565" y="200371"/>
                  </a:lnTo>
                  <a:lnTo>
                    <a:pt x="297738" y="191105"/>
                  </a:lnTo>
                  <a:lnTo>
                    <a:pt x="246991" y="178448"/>
                  </a:lnTo>
                  <a:lnTo>
                    <a:pt x="198580" y="162584"/>
                  </a:lnTo>
                  <a:lnTo>
                    <a:pt x="152764" y="143694"/>
                  </a:lnTo>
                  <a:lnTo>
                    <a:pt x="109800" y="121962"/>
                  </a:lnTo>
                  <a:lnTo>
                    <a:pt x="69947" y="97570"/>
                  </a:lnTo>
                  <a:lnTo>
                    <a:pt x="33464" y="70701"/>
                  </a:lnTo>
                  <a:lnTo>
                    <a:pt x="607" y="41538"/>
                  </a:lnTo>
                  <a:lnTo>
                    <a:pt x="38" y="61039"/>
                  </a:lnTo>
                  <a:lnTo>
                    <a:pt x="4661" y="109532"/>
                  </a:lnTo>
                  <a:lnTo>
                    <a:pt x="17967" y="149117"/>
                  </a:lnTo>
                  <a:lnTo>
                    <a:pt x="38901" y="186386"/>
                  </a:lnTo>
                  <a:lnTo>
                    <a:pt x="66446" y="221222"/>
                  </a:lnTo>
                  <a:lnTo>
                    <a:pt x="99587" y="253508"/>
                  </a:lnTo>
                  <a:lnTo>
                    <a:pt x="137305" y="283128"/>
                  </a:lnTo>
                  <a:lnTo>
                    <a:pt x="178586" y="309965"/>
                  </a:lnTo>
                  <a:lnTo>
                    <a:pt x="222411" y="333903"/>
                  </a:lnTo>
                  <a:lnTo>
                    <a:pt x="267765" y="354824"/>
                  </a:lnTo>
                  <a:lnTo>
                    <a:pt x="313631" y="372613"/>
                  </a:lnTo>
                  <a:lnTo>
                    <a:pt x="358992" y="387153"/>
                  </a:lnTo>
                  <a:lnTo>
                    <a:pt x="402831" y="398327"/>
                  </a:lnTo>
                  <a:lnTo>
                    <a:pt x="444133" y="406019"/>
                  </a:lnTo>
                  <a:lnTo>
                    <a:pt x="481880" y="410113"/>
                  </a:lnTo>
                  <a:lnTo>
                    <a:pt x="519627" y="406019"/>
                  </a:lnTo>
                  <a:lnTo>
                    <a:pt x="560929" y="398327"/>
                  </a:lnTo>
                  <a:lnTo>
                    <a:pt x="604768" y="387153"/>
                  </a:lnTo>
                  <a:lnTo>
                    <a:pt x="650129" y="372613"/>
                  </a:lnTo>
                  <a:lnTo>
                    <a:pt x="695995" y="354824"/>
                  </a:lnTo>
                  <a:lnTo>
                    <a:pt x="741349" y="333903"/>
                  </a:lnTo>
                  <a:lnTo>
                    <a:pt x="785175" y="309965"/>
                  </a:lnTo>
                  <a:lnTo>
                    <a:pt x="826455" y="283128"/>
                  </a:lnTo>
                  <a:lnTo>
                    <a:pt x="864174" y="253508"/>
                  </a:lnTo>
                  <a:lnTo>
                    <a:pt x="897314" y="221222"/>
                  </a:lnTo>
                  <a:lnTo>
                    <a:pt x="924860" y="186386"/>
                  </a:lnTo>
                  <a:lnTo>
                    <a:pt x="945794" y="149117"/>
                  </a:lnTo>
                  <a:lnTo>
                    <a:pt x="959100" y="109532"/>
                  </a:lnTo>
                  <a:lnTo>
                    <a:pt x="963761" y="67746"/>
                  </a:lnTo>
                  <a:lnTo>
                    <a:pt x="963479" y="49722"/>
                  </a:lnTo>
                  <a:lnTo>
                    <a:pt x="962655" y="32436"/>
                  </a:lnTo>
                  <a:lnTo>
                    <a:pt x="961318" y="15868"/>
                  </a:lnTo>
                  <a:lnTo>
                    <a:pt x="959499" y="0"/>
                  </a:lnTo>
                  <a:close/>
                </a:path>
              </a:pathLst>
            </a:custGeom>
            <a:solidFill>
              <a:srgbClr val="535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111284" y="9836614"/>
              <a:ext cx="1471930" cy="262255"/>
            </a:xfrm>
            <a:custGeom>
              <a:avLst/>
              <a:gdLst/>
              <a:ahLst/>
              <a:cxnLst/>
              <a:rect l="l" t="t" r="r" b="b"/>
              <a:pathLst>
                <a:path w="1471930" h="262254">
                  <a:moveTo>
                    <a:pt x="735726" y="0"/>
                  </a:moveTo>
                  <a:lnTo>
                    <a:pt x="660502" y="676"/>
                  </a:lnTo>
                  <a:lnTo>
                    <a:pt x="587450" y="2663"/>
                  </a:lnTo>
                  <a:lnTo>
                    <a:pt x="516942" y="5894"/>
                  </a:lnTo>
                  <a:lnTo>
                    <a:pt x="449347" y="10303"/>
                  </a:lnTo>
                  <a:lnTo>
                    <a:pt x="385034" y="15824"/>
                  </a:lnTo>
                  <a:lnTo>
                    <a:pt x="324373" y="22391"/>
                  </a:lnTo>
                  <a:lnTo>
                    <a:pt x="267734" y="29938"/>
                  </a:lnTo>
                  <a:lnTo>
                    <a:pt x="215488" y="38400"/>
                  </a:lnTo>
                  <a:lnTo>
                    <a:pt x="168003" y="47711"/>
                  </a:lnTo>
                  <a:lnTo>
                    <a:pt x="125649" y="57804"/>
                  </a:lnTo>
                  <a:lnTo>
                    <a:pt x="88797" y="68613"/>
                  </a:lnTo>
                  <a:lnTo>
                    <a:pt x="33076" y="92119"/>
                  </a:lnTo>
                  <a:lnTo>
                    <a:pt x="3798" y="117701"/>
                  </a:lnTo>
                  <a:lnTo>
                    <a:pt x="0" y="131105"/>
                  </a:lnTo>
                  <a:lnTo>
                    <a:pt x="3798" y="144512"/>
                  </a:lnTo>
                  <a:lnTo>
                    <a:pt x="33076" y="170096"/>
                  </a:lnTo>
                  <a:lnTo>
                    <a:pt x="88797" y="193602"/>
                  </a:lnTo>
                  <a:lnTo>
                    <a:pt x="125649" y="204412"/>
                  </a:lnTo>
                  <a:lnTo>
                    <a:pt x="168003" y="214505"/>
                  </a:lnTo>
                  <a:lnTo>
                    <a:pt x="215488" y="223815"/>
                  </a:lnTo>
                  <a:lnTo>
                    <a:pt x="267734" y="232276"/>
                  </a:lnTo>
                  <a:lnTo>
                    <a:pt x="324373" y="239823"/>
                  </a:lnTo>
                  <a:lnTo>
                    <a:pt x="385034" y="246389"/>
                  </a:lnTo>
                  <a:lnTo>
                    <a:pt x="449347" y="251910"/>
                  </a:lnTo>
                  <a:lnTo>
                    <a:pt x="516942" y="256318"/>
                  </a:lnTo>
                  <a:lnTo>
                    <a:pt x="587450" y="259548"/>
                  </a:lnTo>
                  <a:lnTo>
                    <a:pt x="660502" y="261535"/>
                  </a:lnTo>
                  <a:lnTo>
                    <a:pt x="735726" y="262211"/>
                  </a:lnTo>
                  <a:lnTo>
                    <a:pt x="810950" y="261535"/>
                  </a:lnTo>
                  <a:lnTo>
                    <a:pt x="884001" y="259548"/>
                  </a:lnTo>
                  <a:lnTo>
                    <a:pt x="954509" y="256318"/>
                  </a:lnTo>
                  <a:lnTo>
                    <a:pt x="1022105" y="251910"/>
                  </a:lnTo>
                  <a:lnTo>
                    <a:pt x="1086418" y="246389"/>
                  </a:lnTo>
                  <a:lnTo>
                    <a:pt x="1147079" y="239823"/>
                  </a:lnTo>
                  <a:lnTo>
                    <a:pt x="1203717" y="232276"/>
                  </a:lnTo>
                  <a:lnTo>
                    <a:pt x="1255964" y="223815"/>
                  </a:lnTo>
                  <a:lnTo>
                    <a:pt x="1303449" y="214505"/>
                  </a:lnTo>
                  <a:lnTo>
                    <a:pt x="1345802" y="204412"/>
                  </a:lnTo>
                  <a:lnTo>
                    <a:pt x="1382654" y="193602"/>
                  </a:lnTo>
                  <a:lnTo>
                    <a:pt x="1438376" y="170096"/>
                  </a:lnTo>
                  <a:lnTo>
                    <a:pt x="1467654" y="144512"/>
                  </a:lnTo>
                  <a:lnTo>
                    <a:pt x="1471452" y="131105"/>
                  </a:lnTo>
                  <a:lnTo>
                    <a:pt x="1467654" y="117701"/>
                  </a:lnTo>
                  <a:lnTo>
                    <a:pt x="1438376" y="92119"/>
                  </a:lnTo>
                  <a:lnTo>
                    <a:pt x="1382654" y="68613"/>
                  </a:lnTo>
                  <a:lnTo>
                    <a:pt x="1345802" y="57804"/>
                  </a:lnTo>
                  <a:lnTo>
                    <a:pt x="1303449" y="47711"/>
                  </a:lnTo>
                  <a:lnTo>
                    <a:pt x="1255964" y="38400"/>
                  </a:lnTo>
                  <a:lnTo>
                    <a:pt x="1203717" y="29938"/>
                  </a:lnTo>
                  <a:lnTo>
                    <a:pt x="1147079" y="22391"/>
                  </a:lnTo>
                  <a:lnTo>
                    <a:pt x="1086418" y="15824"/>
                  </a:lnTo>
                  <a:lnTo>
                    <a:pt x="1022105" y="10303"/>
                  </a:lnTo>
                  <a:lnTo>
                    <a:pt x="954509" y="5894"/>
                  </a:lnTo>
                  <a:lnTo>
                    <a:pt x="884001" y="2663"/>
                  </a:lnTo>
                  <a:lnTo>
                    <a:pt x="810950" y="676"/>
                  </a:lnTo>
                  <a:lnTo>
                    <a:pt x="735726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9414929" y="5466277"/>
            <a:ext cx="1099185" cy="227965"/>
          </a:xfrm>
          <a:custGeom>
            <a:avLst/>
            <a:gdLst/>
            <a:ahLst/>
            <a:cxnLst/>
            <a:rect l="l" t="t" r="r" b="b"/>
            <a:pathLst>
              <a:path w="1099184" h="227964">
                <a:moveTo>
                  <a:pt x="549564" y="0"/>
                </a:moveTo>
                <a:lnTo>
                  <a:pt x="474993" y="1039"/>
                </a:lnTo>
                <a:lnTo>
                  <a:pt x="403470" y="4068"/>
                </a:lnTo>
                <a:lnTo>
                  <a:pt x="335652" y="8950"/>
                </a:lnTo>
                <a:lnTo>
                  <a:pt x="272191" y="15550"/>
                </a:lnTo>
                <a:lnTo>
                  <a:pt x="213744" y="23731"/>
                </a:lnTo>
                <a:lnTo>
                  <a:pt x="160966" y="33358"/>
                </a:lnTo>
                <a:lnTo>
                  <a:pt x="114510" y="44296"/>
                </a:lnTo>
                <a:lnTo>
                  <a:pt x="75033" y="56409"/>
                </a:lnTo>
                <a:lnTo>
                  <a:pt x="19631" y="83615"/>
                </a:lnTo>
                <a:lnTo>
                  <a:pt x="0" y="113891"/>
                </a:lnTo>
                <a:lnTo>
                  <a:pt x="5017" y="129345"/>
                </a:lnTo>
                <a:lnTo>
                  <a:pt x="43188" y="158222"/>
                </a:lnTo>
                <a:lnTo>
                  <a:pt x="114510" y="183486"/>
                </a:lnTo>
                <a:lnTo>
                  <a:pt x="160966" y="194424"/>
                </a:lnTo>
                <a:lnTo>
                  <a:pt x="213744" y="204052"/>
                </a:lnTo>
                <a:lnTo>
                  <a:pt x="272191" y="212233"/>
                </a:lnTo>
                <a:lnTo>
                  <a:pt x="335652" y="218833"/>
                </a:lnTo>
                <a:lnTo>
                  <a:pt x="403470" y="223715"/>
                </a:lnTo>
                <a:lnTo>
                  <a:pt x="474993" y="226743"/>
                </a:lnTo>
                <a:lnTo>
                  <a:pt x="549564" y="227783"/>
                </a:lnTo>
                <a:lnTo>
                  <a:pt x="624135" y="226743"/>
                </a:lnTo>
                <a:lnTo>
                  <a:pt x="695657" y="223715"/>
                </a:lnTo>
                <a:lnTo>
                  <a:pt x="763475" y="218833"/>
                </a:lnTo>
                <a:lnTo>
                  <a:pt x="826934" y="212233"/>
                </a:lnTo>
                <a:lnTo>
                  <a:pt x="885379" y="204052"/>
                </a:lnTo>
                <a:lnTo>
                  <a:pt x="938157" y="194424"/>
                </a:lnTo>
                <a:lnTo>
                  <a:pt x="984611" y="183486"/>
                </a:lnTo>
                <a:lnTo>
                  <a:pt x="1024087" y="171374"/>
                </a:lnTo>
                <a:lnTo>
                  <a:pt x="1079487" y="144168"/>
                </a:lnTo>
                <a:lnTo>
                  <a:pt x="1099118" y="113891"/>
                </a:lnTo>
                <a:lnTo>
                  <a:pt x="1094101" y="98437"/>
                </a:lnTo>
                <a:lnTo>
                  <a:pt x="1055931" y="69560"/>
                </a:lnTo>
                <a:lnTo>
                  <a:pt x="984611" y="44296"/>
                </a:lnTo>
                <a:lnTo>
                  <a:pt x="938157" y="33358"/>
                </a:lnTo>
                <a:lnTo>
                  <a:pt x="885379" y="23731"/>
                </a:lnTo>
                <a:lnTo>
                  <a:pt x="826934" y="15550"/>
                </a:lnTo>
                <a:lnTo>
                  <a:pt x="763475" y="8950"/>
                </a:lnTo>
                <a:lnTo>
                  <a:pt x="695657" y="4068"/>
                </a:lnTo>
                <a:lnTo>
                  <a:pt x="624135" y="1039"/>
                </a:lnTo>
                <a:lnTo>
                  <a:pt x="549564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1925899" y="5251434"/>
            <a:ext cx="1099185" cy="227965"/>
          </a:xfrm>
          <a:custGeom>
            <a:avLst/>
            <a:gdLst/>
            <a:ahLst/>
            <a:cxnLst/>
            <a:rect l="l" t="t" r="r" b="b"/>
            <a:pathLst>
              <a:path w="1099184" h="227964">
                <a:moveTo>
                  <a:pt x="549564" y="0"/>
                </a:moveTo>
                <a:lnTo>
                  <a:pt x="474993" y="1039"/>
                </a:lnTo>
                <a:lnTo>
                  <a:pt x="403470" y="4068"/>
                </a:lnTo>
                <a:lnTo>
                  <a:pt x="335652" y="8950"/>
                </a:lnTo>
                <a:lnTo>
                  <a:pt x="272191" y="15550"/>
                </a:lnTo>
                <a:lnTo>
                  <a:pt x="213744" y="23731"/>
                </a:lnTo>
                <a:lnTo>
                  <a:pt x="160966" y="33358"/>
                </a:lnTo>
                <a:lnTo>
                  <a:pt x="114510" y="44296"/>
                </a:lnTo>
                <a:lnTo>
                  <a:pt x="75033" y="56409"/>
                </a:lnTo>
                <a:lnTo>
                  <a:pt x="19631" y="83615"/>
                </a:lnTo>
                <a:lnTo>
                  <a:pt x="0" y="113891"/>
                </a:lnTo>
                <a:lnTo>
                  <a:pt x="5017" y="129345"/>
                </a:lnTo>
                <a:lnTo>
                  <a:pt x="43188" y="158222"/>
                </a:lnTo>
                <a:lnTo>
                  <a:pt x="114510" y="183486"/>
                </a:lnTo>
                <a:lnTo>
                  <a:pt x="160966" y="194424"/>
                </a:lnTo>
                <a:lnTo>
                  <a:pt x="213744" y="204052"/>
                </a:lnTo>
                <a:lnTo>
                  <a:pt x="272191" y="212233"/>
                </a:lnTo>
                <a:lnTo>
                  <a:pt x="335652" y="218833"/>
                </a:lnTo>
                <a:lnTo>
                  <a:pt x="403470" y="223715"/>
                </a:lnTo>
                <a:lnTo>
                  <a:pt x="474993" y="226743"/>
                </a:lnTo>
                <a:lnTo>
                  <a:pt x="549564" y="227783"/>
                </a:lnTo>
                <a:lnTo>
                  <a:pt x="624135" y="226743"/>
                </a:lnTo>
                <a:lnTo>
                  <a:pt x="695657" y="223715"/>
                </a:lnTo>
                <a:lnTo>
                  <a:pt x="763475" y="218833"/>
                </a:lnTo>
                <a:lnTo>
                  <a:pt x="826934" y="212233"/>
                </a:lnTo>
                <a:lnTo>
                  <a:pt x="885379" y="204052"/>
                </a:lnTo>
                <a:lnTo>
                  <a:pt x="938157" y="194424"/>
                </a:lnTo>
                <a:lnTo>
                  <a:pt x="984611" y="183486"/>
                </a:lnTo>
                <a:lnTo>
                  <a:pt x="1024087" y="171374"/>
                </a:lnTo>
                <a:lnTo>
                  <a:pt x="1079487" y="144168"/>
                </a:lnTo>
                <a:lnTo>
                  <a:pt x="1099118" y="113891"/>
                </a:lnTo>
                <a:lnTo>
                  <a:pt x="1094101" y="98437"/>
                </a:lnTo>
                <a:lnTo>
                  <a:pt x="1055931" y="69560"/>
                </a:lnTo>
                <a:lnTo>
                  <a:pt x="984611" y="44296"/>
                </a:lnTo>
                <a:lnTo>
                  <a:pt x="938157" y="33358"/>
                </a:lnTo>
                <a:lnTo>
                  <a:pt x="885379" y="23731"/>
                </a:lnTo>
                <a:lnTo>
                  <a:pt x="826934" y="15550"/>
                </a:lnTo>
                <a:lnTo>
                  <a:pt x="763475" y="8950"/>
                </a:lnTo>
                <a:lnTo>
                  <a:pt x="695657" y="4068"/>
                </a:lnTo>
                <a:lnTo>
                  <a:pt x="624135" y="1039"/>
                </a:lnTo>
                <a:lnTo>
                  <a:pt x="549564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6916770" y="5696048"/>
            <a:ext cx="1532890" cy="280670"/>
          </a:xfrm>
          <a:custGeom>
            <a:avLst/>
            <a:gdLst/>
            <a:ahLst/>
            <a:cxnLst/>
            <a:rect l="l" t="t" r="r" b="b"/>
            <a:pathLst>
              <a:path w="1532890" h="280670">
                <a:moveTo>
                  <a:pt x="766385" y="0"/>
                </a:moveTo>
                <a:lnTo>
                  <a:pt x="692578" y="642"/>
                </a:lnTo>
                <a:lnTo>
                  <a:pt x="620756" y="2528"/>
                </a:lnTo>
                <a:lnTo>
                  <a:pt x="551240" y="5602"/>
                </a:lnTo>
                <a:lnTo>
                  <a:pt x="484351" y="9802"/>
                </a:lnTo>
                <a:lnTo>
                  <a:pt x="420410" y="15071"/>
                </a:lnTo>
                <a:lnTo>
                  <a:pt x="359738" y="21349"/>
                </a:lnTo>
                <a:lnTo>
                  <a:pt x="302658" y="28579"/>
                </a:lnTo>
                <a:lnTo>
                  <a:pt x="249489" y="36701"/>
                </a:lnTo>
                <a:lnTo>
                  <a:pt x="200553" y="45656"/>
                </a:lnTo>
                <a:lnTo>
                  <a:pt x="156171" y="55386"/>
                </a:lnTo>
                <a:lnTo>
                  <a:pt x="116665" y="65832"/>
                </a:lnTo>
                <a:lnTo>
                  <a:pt x="53564" y="88636"/>
                </a:lnTo>
                <a:lnTo>
                  <a:pt x="13819" y="113597"/>
                </a:lnTo>
                <a:lnTo>
                  <a:pt x="0" y="140247"/>
                </a:lnTo>
                <a:lnTo>
                  <a:pt x="3508" y="153754"/>
                </a:lnTo>
                <a:lnTo>
                  <a:pt x="53564" y="191862"/>
                </a:lnTo>
                <a:lnTo>
                  <a:pt x="116665" y="214666"/>
                </a:lnTo>
                <a:lnTo>
                  <a:pt x="156171" y="225111"/>
                </a:lnTo>
                <a:lnTo>
                  <a:pt x="200553" y="234841"/>
                </a:lnTo>
                <a:lnTo>
                  <a:pt x="249489" y="243796"/>
                </a:lnTo>
                <a:lnTo>
                  <a:pt x="302658" y="251917"/>
                </a:lnTo>
                <a:lnTo>
                  <a:pt x="359738" y="259146"/>
                </a:lnTo>
                <a:lnTo>
                  <a:pt x="420410" y="265424"/>
                </a:lnTo>
                <a:lnTo>
                  <a:pt x="484351" y="270693"/>
                </a:lnTo>
                <a:lnTo>
                  <a:pt x="551240" y="274892"/>
                </a:lnTo>
                <a:lnTo>
                  <a:pt x="620756" y="277965"/>
                </a:lnTo>
                <a:lnTo>
                  <a:pt x="692578" y="279852"/>
                </a:lnTo>
                <a:lnTo>
                  <a:pt x="766385" y="280494"/>
                </a:lnTo>
                <a:lnTo>
                  <a:pt x="840193" y="279852"/>
                </a:lnTo>
                <a:lnTo>
                  <a:pt x="912016" y="277965"/>
                </a:lnTo>
                <a:lnTo>
                  <a:pt x="981533" y="274892"/>
                </a:lnTo>
                <a:lnTo>
                  <a:pt x="1048423" y="270693"/>
                </a:lnTo>
                <a:lnTo>
                  <a:pt x="1112364" y="265424"/>
                </a:lnTo>
                <a:lnTo>
                  <a:pt x="1173035" y="259146"/>
                </a:lnTo>
                <a:lnTo>
                  <a:pt x="1230116" y="251917"/>
                </a:lnTo>
                <a:lnTo>
                  <a:pt x="1283284" y="243796"/>
                </a:lnTo>
                <a:lnTo>
                  <a:pt x="1332220" y="234841"/>
                </a:lnTo>
                <a:lnTo>
                  <a:pt x="1376601" y="225111"/>
                </a:lnTo>
                <a:lnTo>
                  <a:pt x="1416106" y="214666"/>
                </a:lnTo>
                <a:lnTo>
                  <a:pt x="1479206" y="191862"/>
                </a:lnTo>
                <a:lnTo>
                  <a:pt x="1518951" y="166899"/>
                </a:lnTo>
                <a:lnTo>
                  <a:pt x="1532770" y="140247"/>
                </a:lnTo>
                <a:lnTo>
                  <a:pt x="1529261" y="126740"/>
                </a:lnTo>
                <a:lnTo>
                  <a:pt x="1479206" y="88636"/>
                </a:lnTo>
                <a:lnTo>
                  <a:pt x="1416106" y="65832"/>
                </a:lnTo>
                <a:lnTo>
                  <a:pt x="1376601" y="55386"/>
                </a:lnTo>
                <a:lnTo>
                  <a:pt x="1332220" y="45656"/>
                </a:lnTo>
                <a:lnTo>
                  <a:pt x="1283284" y="36701"/>
                </a:lnTo>
                <a:lnTo>
                  <a:pt x="1230116" y="28579"/>
                </a:lnTo>
                <a:lnTo>
                  <a:pt x="1173035" y="21349"/>
                </a:lnTo>
                <a:lnTo>
                  <a:pt x="1112364" y="15071"/>
                </a:lnTo>
                <a:lnTo>
                  <a:pt x="1048423" y="9802"/>
                </a:lnTo>
                <a:lnTo>
                  <a:pt x="981533" y="5602"/>
                </a:lnTo>
                <a:lnTo>
                  <a:pt x="912016" y="2528"/>
                </a:lnTo>
                <a:lnTo>
                  <a:pt x="840193" y="642"/>
                </a:lnTo>
                <a:lnTo>
                  <a:pt x="766385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944232" y="5979025"/>
            <a:ext cx="1448435" cy="207010"/>
          </a:xfrm>
          <a:custGeom>
            <a:avLst/>
            <a:gdLst/>
            <a:ahLst/>
            <a:cxnLst/>
            <a:rect l="l" t="t" r="r" b="b"/>
            <a:pathLst>
              <a:path w="1448434" h="207010">
                <a:moveTo>
                  <a:pt x="723998" y="0"/>
                </a:moveTo>
                <a:lnTo>
                  <a:pt x="645109" y="607"/>
                </a:lnTo>
                <a:lnTo>
                  <a:pt x="568681" y="2386"/>
                </a:lnTo>
                <a:lnTo>
                  <a:pt x="495155" y="5274"/>
                </a:lnTo>
                <a:lnTo>
                  <a:pt x="424974" y="9208"/>
                </a:lnTo>
                <a:lnTo>
                  <a:pt x="358578" y="14125"/>
                </a:lnTo>
                <a:lnTo>
                  <a:pt x="296410" y="19962"/>
                </a:lnTo>
                <a:lnTo>
                  <a:pt x="238911" y="26655"/>
                </a:lnTo>
                <a:lnTo>
                  <a:pt x="186523" y="34142"/>
                </a:lnTo>
                <a:lnTo>
                  <a:pt x="139687" y="42359"/>
                </a:lnTo>
                <a:lnTo>
                  <a:pt x="98845" y="51243"/>
                </a:lnTo>
                <a:lnTo>
                  <a:pt x="36909" y="70761"/>
                </a:lnTo>
                <a:lnTo>
                  <a:pt x="4248" y="92189"/>
                </a:lnTo>
                <a:lnTo>
                  <a:pt x="0" y="103462"/>
                </a:lnTo>
                <a:lnTo>
                  <a:pt x="4248" y="114737"/>
                </a:lnTo>
                <a:lnTo>
                  <a:pt x="36909" y="136168"/>
                </a:lnTo>
                <a:lnTo>
                  <a:pt x="98845" y="155686"/>
                </a:lnTo>
                <a:lnTo>
                  <a:pt x="139687" y="164570"/>
                </a:lnTo>
                <a:lnTo>
                  <a:pt x="186523" y="172787"/>
                </a:lnTo>
                <a:lnTo>
                  <a:pt x="238911" y="180273"/>
                </a:lnTo>
                <a:lnTo>
                  <a:pt x="296410" y="186965"/>
                </a:lnTo>
                <a:lnTo>
                  <a:pt x="358578" y="192801"/>
                </a:lnTo>
                <a:lnTo>
                  <a:pt x="424974" y="197718"/>
                </a:lnTo>
                <a:lnTo>
                  <a:pt x="495155" y="201651"/>
                </a:lnTo>
                <a:lnTo>
                  <a:pt x="568681" y="204539"/>
                </a:lnTo>
                <a:lnTo>
                  <a:pt x="645109" y="206318"/>
                </a:lnTo>
                <a:lnTo>
                  <a:pt x="723998" y="206925"/>
                </a:lnTo>
                <a:lnTo>
                  <a:pt x="802886" y="206318"/>
                </a:lnTo>
                <a:lnTo>
                  <a:pt x="879313" y="204539"/>
                </a:lnTo>
                <a:lnTo>
                  <a:pt x="952837" y="201651"/>
                </a:lnTo>
                <a:lnTo>
                  <a:pt x="1023018" y="197718"/>
                </a:lnTo>
                <a:lnTo>
                  <a:pt x="1089414" y="192801"/>
                </a:lnTo>
                <a:lnTo>
                  <a:pt x="1151582" y="186965"/>
                </a:lnTo>
                <a:lnTo>
                  <a:pt x="1209081" y="180273"/>
                </a:lnTo>
                <a:lnTo>
                  <a:pt x="1261470" y="172787"/>
                </a:lnTo>
                <a:lnTo>
                  <a:pt x="1308307" y="164570"/>
                </a:lnTo>
                <a:lnTo>
                  <a:pt x="1349150" y="155686"/>
                </a:lnTo>
                <a:lnTo>
                  <a:pt x="1411087" y="136168"/>
                </a:lnTo>
                <a:lnTo>
                  <a:pt x="1443749" y="114737"/>
                </a:lnTo>
                <a:lnTo>
                  <a:pt x="1447997" y="103462"/>
                </a:lnTo>
                <a:lnTo>
                  <a:pt x="1443749" y="92189"/>
                </a:lnTo>
                <a:lnTo>
                  <a:pt x="1411087" y="70761"/>
                </a:lnTo>
                <a:lnTo>
                  <a:pt x="1349150" y="51243"/>
                </a:lnTo>
                <a:lnTo>
                  <a:pt x="1308307" y="42359"/>
                </a:lnTo>
                <a:lnTo>
                  <a:pt x="1261470" y="34142"/>
                </a:lnTo>
                <a:lnTo>
                  <a:pt x="1209081" y="26655"/>
                </a:lnTo>
                <a:lnTo>
                  <a:pt x="1151582" y="19962"/>
                </a:lnTo>
                <a:lnTo>
                  <a:pt x="1089414" y="14125"/>
                </a:lnTo>
                <a:lnTo>
                  <a:pt x="1023018" y="9208"/>
                </a:lnTo>
                <a:lnTo>
                  <a:pt x="952837" y="5274"/>
                </a:lnTo>
                <a:lnTo>
                  <a:pt x="879313" y="2386"/>
                </a:lnTo>
                <a:lnTo>
                  <a:pt x="802886" y="607"/>
                </a:lnTo>
                <a:lnTo>
                  <a:pt x="723998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3493327" y="9819333"/>
            <a:ext cx="1448435" cy="207010"/>
          </a:xfrm>
          <a:custGeom>
            <a:avLst/>
            <a:gdLst/>
            <a:ahLst/>
            <a:cxnLst/>
            <a:rect l="l" t="t" r="r" b="b"/>
            <a:pathLst>
              <a:path w="1448435" h="207009">
                <a:moveTo>
                  <a:pt x="723998" y="0"/>
                </a:moveTo>
                <a:lnTo>
                  <a:pt x="645109" y="607"/>
                </a:lnTo>
                <a:lnTo>
                  <a:pt x="568681" y="2386"/>
                </a:lnTo>
                <a:lnTo>
                  <a:pt x="495155" y="5274"/>
                </a:lnTo>
                <a:lnTo>
                  <a:pt x="424974" y="9208"/>
                </a:lnTo>
                <a:lnTo>
                  <a:pt x="358578" y="14125"/>
                </a:lnTo>
                <a:lnTo>
                  <a:pt x="296410" y="19962"/>
                </a:lnTo>
                <a:lnTo>
                  <a:pt x="238911" y="26655"/>
                </a:lnTo>
                <a:lnTo>
                  <a:pt x="186523" y="34142"/>
                </a:lnTo>
                <a:lnTo>
                  <a:pt x="139687" y="42359"/>
                </a:lnTo>
                <a:lnTo>
                  <a:pt x="98845" y="51243"/>
                </a:lnTo>
                <a:lnTo>
                  <a:pt x="36909" y="70761"/>
                </a:lnTo>
                <a:lnTo>
                  <a:pt x="4248" y="92189"/>
                </a:lnTo>
                <a:lnTo>
                  <a:pt x="0" y="103462"/>
                </a:lnTo>
                <a:lnTo>
                  <a:pt x="4248" y="114737"/>
                </a:lnTo>
                <a:lnTo>
                  <a:pt x="36909" y="136168"/>
                </a:lnTo>
                <a:lnTo>
                  <a:pt x="98845" y="155686"/>
                </a:lnTo>
                <a:lnTo>
                  <a:pt x="139687" y="164570"/>
                </a:lnTo>
                <a:lnTo>
                  <a:pt x="186523" y="172787"/>
                </a:lnTo>
                <a:lnTo>
                  <a:pt x="238911" y="180273"/>
                </a:lnTo>
                <a:lnTo>
                  <a:pt x="296410" y="186965"/>
                </a:lnTo>
                <a:lnTo>
                  <a:pt x="358578" y="192801"/>
                </a:lnTo>
                <a:lnTo>
                  <a:pt x="424974" y="197718"/>
                </a:lnTo>
                <a:lnTo>
                  <a:pt x="495155" y="201651"/>
                </a:lnTo>
                <a:lnTo>
                  <a:pt x="568681" y="204539"/>
                </a:lnTo>
                <a:lnTo>
                  <a:pt x="645109" y="206318"/>
                </a:lnTo>
                <a:lnTo>
                  <a:pt x="723998" y="206925"/>
                </a:lnTo>
                <a:lnTo>
                  <a:pt x="802886" y="206318"/>
                </a:lnTo>
                <a:lnTo>
                  <a:pt x="879313" y="204539"/>
                </a:lnTo>
                <a:lnTo>
                  <a:pt x="952837" y="201651"/>
                </a:lnTo>
                <a:lnTo>
                  <a:pt x="1023018" y="197718"/>
                </a:lnTo>
                <a:lnTo>
                  <a:pt x="1089414" y="192801"/>
                </a:lnTo>
                <a:lnTo>
                  <a:pt x="1151582" y="186965"/>
                </a:lnTo>
                <a:lnTo>
                  <a:pt x="1209081" y="180273"/>
                </a:lnTo>
                <a:lnTo>
                  <a:pt x="1261470" y="172787"/>
                </a:lnTo>
                <a:lnTo>
                  <a:pt x="1308307" y="164570"/>
                </a:lnTo>
                <a:lnTo>
                  <a:pt x="1349150" y="155686"/>
                </a:lnTo>
                <a:lnTo>
                  <a:pt x="1411087" y="136168"/>
                </a:lnTo>
                <a:lnTo>
                  <a:pt x="1443749" y="114737"/>
                </a:lnTo>
                <a:lnTo>
                  <a:pt x="1447997" y="103462"/>
                </a:lnTo>
                <a:lnTo>
                  <a:pt x="1443749" y="92189"/>
                </a:lnTo>
                <a:lnTo>
                  <a:pt x="1411087" y="70761"/>
                </a:lnTo>
                <a:lnTo>
                  <a:pt x="1349150" y="51243"/>
                </a:lnTo>
                <a:lnTo>
                  <a:pt x="1308307" y="42359"/>
                </a:lnTo>
                <a:lnTo>
                  <a:pt x="1261470" y="34142"/>
                </a:lnTo>
                <a:lnTo>
                  <a:pt x="1209081" y="26655"/>
                </a:lnTo>
                <a:lnTo>
                  <a:pt x="1151582" y="19962"/>
                </a:lnTo>
                <a:lnTo>
                  <a:pt x="1089414" y="14125"/>
                </a:lnTo>
                <a:lnTo>
                  <a:pt x="1023018" y="9208"/>
                </a:lnTo>
                <a:lnTo>
                  <a:pt x="952837" y="5274"/>
                </a:lnTo>
                <a:lnTo>
                  <a:pt x="879313" y="2386"/>
                </a:lnTo>
                <a:lnTo>
                  <a:pt x="802886" y="607"/>
                </a:lnTo>
                <a:lnTo>
                  <a:pt x="723998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600021" y="5415064"/>
            <a:ext cx="1918335" cy="274320"/>
          </a:xfrm>
          <a:custGeom>
            <a:avLst/>
            <a:gdLst/>
            <a:ahLst/>
            <a:cxnLst/>
            <a:rect l="l" t="t" r="r" b="b"/>
            <a:pathLst>
              <a:path w="1918335" h="274320">
                <a:moveTo>
                  <a:pt x="958986" y="0"/>
                </a:moveTo>
                <a:lnTo>
                  <a:pt x="880335" y="454"/>
                </a:lnTo>
                <a:lnTo>
                  <a:pt x="803435" y="1793"/>
                </a:lnTo>
                <a:lnTo>
                  <a:pt x="728532" y="3983"/>
                </a:lnTo>
                <a:lnTo>
                  <a:pt x="655874" y="6986"/>
                </a:lnTo>
                <a:lnTo>
                  <a:pt x="585708" y="10769"/>
                </a:lnTo>
                <a:lnTo>
                  <a:pt x="518279" y="15297"/>
                </a:lnTo>
                <a:lnTo>
                  <a:pt x="453835" y="20532"/>
                </a:lnTo>
                <a:lnTo>
                  <a:pt x="392624" y="26442"/>
                </a:lnTo>
                <a:lnTo>
                  <a:pt x="334890" y="32989"/>
                </a:lnTo>
                <a:lnTo>
                  <a:pt x="280882" y="40140"/>
                </a:lnTo>
                <a:lnTo>
                  <a:pt x="230847" y="47858"/>
                </a:lnTo>
                <a:lnTo>
                  <a:pt x="185030" y="56108"/>
                </a:lnTo>
                <a:lnTo>
                  <a:pt x="143679" y="64855"/>
                </a:lnTo>
                <a:lnTo>
                  <a:pt x="75362" y="83700"/>
                </a:lnTo>
                <a:lnTo>
                  <a:pt x="27871" y="104110"/>
                </a:lnTo>
                <a:lnTo>
                  <a:pt x="0" y="137042"/>
                </a:lnTo>
                <a:lnTo>
                  <a:pt x="3179" y="148283"/>
                </a:lnTo>
                <a:lnTo>
                  <a:pt x="48890" y="180361"/>
                </a:lnTo>
                <a:lnTo>
                  <a:pt x="107041" y="200025"/>
                </a:lnTo>
                <a:lnTo>
                  <a:pt x="185030" y="217981"/>
                </a:lnTo>
                <a:lnTo>
                  <a:pt x="230847" y="226232"/>
                </a:lnTo>
                <a:lnTo>
                  <a:pt x="280882" y="233949"/>
                </a:lnTo>
                <a:lnTo>
                  <a:pt x="334890" y="241099"/>
                </a:lnTo>
                <a:lnTo>
                  <a:pt x="392624" y="247646"/>
                </a:lnTo>
                <a:lnTo>
                  <a:pt x="453835" y="253555"/>
                </a:lnTo>
                <a:lnTo>
                  <a:pt x="518279" y="258790"/>
                </a:lnTo>
                <a:lnTo>
                  <a:pt x="585708" y="263317"/>
                </a:lnTo>
                <a:lnTo>
                  <a:pt x="655874" y="267100"/>
                </a:lnTo>
                <a:lnTo>
                  <a:pt x="728532" y="270103"/>
                </a:lnTo>
                <a:lnTo>
                  <a:pt x="803435" y="272292"/>
                </a:lnTo>
                <a:lnTo>
                  <a:pt x="880335" y="273631"/>
                </a:lnTo>
                <a:lnTo>
                  <a:pt x="958986" y="274085"/>
                </a:lnTo>
                <a:lnTo>
                  <a:pt x="1037638" y="273631"/>
                </a:lnTo>
                <a:lnTo>
                  <a:pt x="1114540" y="272292"/>
                </a:lnTo>
                <a:lnTo>
                  <a:pt x="1189443" y="270103"/>
                </a:lnTo>
                <a:lnTo>
                  <a:pt x="1262102" y="267100"/>
                </a:lnTo>
                <a:lnTo>
                  <a:pt x="1332269" y="263317"/>
                </a:lnTo>
                <a:lnTo>
                  <a:pt x="1399698" y="258790"/>
                </a:lnTo>
                <a:lnTo>
                  <a:pt x="1464141" y="253555"/>
                </a:lnTo>
                <a:lnTo>
                  <a:pt x="1525353" y="247646"/>
                </a:lnTo>
                <a:lnTo>
                  <a:pt x="1583086" y="241099"/>
                </a:lnTo>
                <a:lnTo>
                  <a:pt x="1637094" y="233949"/>
                </a:lnTo>
                <a:lnTo>
                  <a:pt x="1687129" y="226232"/>
                </a:lnTo>
                <a:lnTo>
                  <a:pt x="1732945" y="217981"/>
                </a:lnTo>
                <a:lnTo>
                  <a:pt x="1774295" y="209234"/>
                </a:lnTo>
                <a:lnTo>
                  <a:pt x="1842611" y="190389"/>
                </a:lnTo>
                <a:lnTo>
                  <a:pt x="1890102" y="169978"/>
                </a:lnTo>
                <a:lnTo>
                  <a:pt x="1917973" y="137042"/>
                </a:lnTo>
                <a:lnTo>
                  <a:pt x="1914794" y="125803"/>
                </a:lnTo>
                <a:lnTo>
                  <a:pt x="1869083" y="93727"/>
                </a:lnTo>
                <a:lnTo>
                  <a:pt x="1810933" y="74065"/>
                </a:lnTo>
                <a:lnTo>
                  <a:pt x="1732945" y="56108"/>
                </a:lnTo>
                <a:lnTo>
                  <a:pt x="1687129" y="47858"/>
                </a:lnTo>
                <a:lnTo>
                  <a:pt x="1637094" y="40140"/>
                </a:lnTo>
                <a:lnTo>
                  <a:pt x="1583086" y="32989"/>
                </a:lnTo>
                <a:lnTo>
                  <a:pt x="1525353" y="26442"/>
                </a:lnTo>
                <a:lnTo>
                  <a:pt x="1464141" y="20532"/>
                </a:lnTo>
                <a:lnTo>
                  <a:pt x="1399698" y="15297"/>
                </a:lnTo>
                <a:lnTo>
                  <a:pt x="1332269" y="10769"/>
                </a:lnTo>
                <a:lnTo>
                  <a:pt x="1262102" y="6986"/>
                </a:lnTo>
                <a:lnTo>
                  <a:pt x="1189443" y="3983"/>
                </a:lnTo>
                <a:lnTo>
                  <a:pt x="1114540" y="1793"/>
                </a:lnTo>
                <a:lnTo>
                  <a:pt x="1037638" y="454"/>
                </a:lnTo>
                <a:lnTo>
                  <a:pt x="958986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8609132" y="9785531"/>
            <a:ext cx="1663700" cy="227965"/>
          </a:xfrm>
          <a:custGeom>
            <a:avLst/>
            <a:gdLst/>
            <a:ahLst/>
            <a:cxnLst/>
            <a:rect l="l" t="t" r="r" b="b"/>
            <a:pathLst>
              <a:path w="1663700" h="227965">
                <a:moveTo>
                  <a:pt x="831660" y="0"/>
                </a:moveTo>
                <a:lnTo>
                  <a:pt x="755962" y="465"/>
                </a:lnTo>
                <a:lnTo>
                  <a:pt x="682167" y="1835"/>
                </a:lnTo>
                <a:lnTo>
                  <a:pt x="610571" y="4068"/>
                </a:lnTo>
                <a:lnTo>
                  <a:pt x="541466" y="7125"/>
                </a:lnTo>
                <a:lnTo>
                  <a:pt x="475146" y="10966"/>
                </a:lnTo>
                <a:lnTo>
                  <a:pt x="411904" y="15550"/>
                </a:lnTo>
                <a:lnTo>
                  <a:pt x="352034" y="20836"/>
                </a:lnTo>
                <a:lnTo>
                  <a:pt x="295831" y="26786"/>
                </a:lnTo>
                <a:lnTo>
                  <a:pt x="243586" y="33358"/>
                </a:lnTo>
                <a:lnTo>
                  <a:pt x="195595" y="40513"/>
                </a:lnTo>
                <a:lnTo>
                  <a:pt x="152150" y="48210"/>
                </a:lnTo>
                <a:lnTo>
                  <a:pt x="113545" y="56409"/>
                </a:lnTo>
                <a:lnTo>
                  <a:pt x="52030" y="74152"/>
                </a:lnTo>
                <a:lnTo>
                  <a:pt x="13399" y="93420"/>
                </a:lnTo>
                <a:lnTo>
                  <a:pt x="0" y="113891"/>
                </a:lnTo>
                <a:lnTo>
                  <a:pt x="3398" y="124257"/>
                </a:lnTo>
                <a:lnTo>
                  <a:pt x="52030" y="153631"/>
                </a:lnTo>
                <a:lnTo>
                  <a:pt x="113545" y="171374"/>
                </a:lnTo>
                <a:lnTo>
                  <a:pt x="152150" y="179573"/>
                </a:lnTo>
                <a:lnTo>
                  <a:pt x="195595" y="187270"/>
                </a:lnTo>
                <a:lnTo>
                  <a:pt x="243586" y="194424"/>
                </a:lnTo>
                <a:lnTo>
                  <a:pt x="295831" y="200997"/>
                </a:lnTo>
                <a:lnTo>
                  <a:pt x="352034" y="206946"/>
                </a:lnTo>
                <a:lnTo>
                  <a:pt x="411904" y="212233"/>
                </a:lnTo>
                <a:lnTo>
                  <a:pt x="475146" y="216817"/>
                </a:lnTo>
                <a:lnTo>
                  <a:pt x="541466" y="220658"/>
                </a:lnTo>
                <a:lnTo>
                  <a:pt x="610571" y="223715"/>
                </a:lnTo>
                <a:lnTo>
                  <a:pt x="682167" y="225948"/>
                </a:lnTo>
                <a:lnTo>
                  <a:pt x="755962" y="227318"/>
                </a:lnTo>
                <a:lnTo>
                  <a:pt x="831660" y="227783"/>
                </a:lnTo>
                <a:lnTo>
                  <a:pt x="907357" y="227318"/>
                </a:lnTo>
                <a:lnTo>
                  <a:pt x="981150" y="225948"/>
                </a:lnTo>
                <a:lnTo>
                  <a:pt x="1052745" y="223715"/>
                </a:lnTo>
                <a:lnTo>
                  <a:pt x="1121849" y="220658"/>
                </a:lnTo>
                <a:lnTo>
                  <a:pt x="1188168" y="216817"/>
                </a:lnTo>
                <a:lnTo>
                  <a:pt x="1251409" y="212233"/>
                </a:lnTo>
                <a:lnTo>
                  <a:pt x="1311278" y="206946"/>
                </a:lnTo>
                <a:lnTo>
                  <a:pt x="1367481" y="200997"/>
                </a:lnTo>
                <a:lnTo>
                  <a:pt x="1419725" y="194424"/>
                </a:lnTo>
                <a:lnTo>
                  <a:pt x="1467716" y="187270"/>
                </a:lnTo>
                <a:lnTo>
                  <a:pt x="1511160" y="179573"/>
                </a:lnTo>
                <a:lnTo>
                  <a:pt x="1549765" y="171374"/>
                </a:lnTo>
                <a:lnTo>
                  <a:pt x="1611280" y="153631"/>
                </a:lnTo>
                <a:lnTo>
                  <a:pt x="1649911" y="134363"/>
                </a:lnTo>
                <a:lnTo>
                  <a:pt x="1663310" y="113891"/>
                </a:lnTo>
                <a:lnTo>
                  <a:pt x="1659911" y="103525"/>
                </a:lnTo>
                <a:lnTo>
                  <a:pt x="1611280" y="74152"/>
                </a:lnTo>
                <a:lnTo>
                  <a:pt x="1549765" y="56409"/>
                </a:lnTo>
                <a:lnTo>
                  <a:pt x="1511160" y="48210"/>
                </a:lnTo>
                <a:lnTo>
                  <a:pt x="1467716" y="40513"/>
                </a:lnTo>
                <a:lnTo>
                  <a:pt x="1419725" y="33358"/>
                </a:lnTo>
                <a:lnTo>
                  <a:pt x="1367481" y="26786"/>
                </a:lnTo>
                <a:lnTo>
                  <a:pt x="1311278" y="20836"/>
                </a:lnTo>
                <a:lnTo>
                  <a:pt x="1251409" y="15550"/>
                </a:lnTo>
                <a:lnTo>
                  <a:pt x="1188168" y="10966"/>
                </a:lnTo>
                <a:lnTo>
                  <a:pt x="1121849" y="7125"/>
                </a:lnTo>
                <a:lnTo>
                  <a:pt x="1052745" y="4068"/>
                </a:lnTo>
                <a:lnTo>
                  <a:pt x="981150" y="1835"/>
                </a:lnTo>
                <a:lnTo>
                  <a:pt x="907357" y="465"/>
                </a:lnTo>
                <a:lnTo>
                  <a:pt x="831660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6091449" y="9785531"/>
            <a:ext cx="1663700" cy="227965"/>
          </a:xfrm>
          <a:custGeom>
            <a:avLst/>
            <a:gdLst/>
            <a:ahLst/>
            <a:cxnLst/>
            <a:rect l="l" t="t" r="r" b="b"/>
            <a:pathLst>
              <a:path w="1663700" h="227965">
                <a:moveTo>
                  <a:pt x="831660" y="0"/>
                </a:moveTo>
                <a:lnTo>
                  <a:pt x="755962" y="465"/>
                </a:lnTo>
                <a:lnTo>
                  <a:pt x="682167" y="1835"/>
                </a:lnTo>
                <a:lnTo>
                  <a:pt x="610571" y="4068"/>
                </a:lnTo>
                <a:lnTo>
                  <a:pt x="541466" y="7125"/>
                </a:lnTo>
                <a:lnTo>
                  <a:pt x="475146" y="10966"/>
                </a:lnTo>
                <a:lnTo>
                  <a:pt x="411904" y="15550"/>
                </a:lnTo>
                <a:lnTo>
                  <a:pt x="352034" y="20836"/>
                </a:lnTo>
                <a:lnTo>
                  <a:pt x="295831" y="26786"/>
                </a:lnTo>
                <a:lnTo>
                  <a:pt x="243586" y="33358"/>
                </a:lnTo>
                <a:lnTo>
                  <a:pt x="195595" y="40513"/>
                </a:lnTo>
                <a:lnTo>
                  <a:pt x="152150" y="48210"/>
                </a:lnTo>
                <a:lnTo>
                  <a:pt x="113545" y="56409"/>
                </a:lnTo>
                <a:lnTo>
                  <a:pt x="52030" y="74152"/>
                </a:lnTo>
                <a:lnTo>
                  <a:pt x="13399" y="93420"/>
                </a:lnTo>
                <a:lnTo>
                  <a:pt x="0" y="113891"/>
                </a:lnTo>
                <a:lnTo>
                  <a:pt x="3398" y="124257"/>
                </a:lnTo>
                <a:lnTo>
                  <a:pt x="52030" y="153631"/>
                </a:lnTo>
                <a:lnTo>
                  <a:pt x="113545" y="171374"/>
                </a:lnTo>
                <a:lnTo>
                  <a:pt x="152150" y="179573"/>
                </a:lnTo>
                <a:lnTo>
                  <a:pt x="195595" y="187270"/>
                </a:lnTo>
                <a:lnTo>
                  <a:pt x="243586" y="194424"/>
                </a:lnTo>
                <a:lnTo>
                  <a:pt x="295831" y="200997"/>
                </a:lnTo>
                <a:lnTo>
                  <a:pt x="352034" y="206946"/>
                </a:lnTo>
                <a:lnTo>
                  <a:pt x="411904" y="212233"/>
                </a:lnTo>
                <a:lnTo>
                  <a:pt x="475146" y="216817"/>
                </a:lnTo>
                <a:lnTo>
                  <a:pt x="541466" y="220658"/>
                </a:lnTo>
                <a:lnTo>
                  <a:pt x="610571" y="223715"/>
                </a:lnTo>
                <a:lnTo>
                  <a:pt x="682167" y="225948"/>
                </a:lnTo>
                <a:lnTo>
                  <a:pt x="755962" y="227318"/>
                </a:lnTo>
                <a:lnTo>
                  <a:pt x="831660" y="227783"/>
                </a:lnTo>
                <a:lnTo>
                  <a:pt x="907357" y="227318"/>
                </a:lnTo>
                <a:lnTo>
                  <a:pt x="981150" y="225948"/>
                </a:lnTo>
                <a:lnTo>
                  <a:pt x="1052745" y="223715"/>
                </a:lnTo>
                <a:lnTo>
                  <a:pt x="1121849" y="220658"/>
                </a:lnTo>
                <a:lnTo>
                  <a:pt x="1188168" y="216817"/>
                </a:lnTo>
                <a:lnTo>
                  <a:pt x="1251409" y="212233"/>
                </a:lnTo>
                <a:lnTo>
                  <a:pt x="1311278" y="206946"/>
                </a:lnTo>
                <a:lnTo>
                  <a:pt x="1367481" y="200997"/>
                </a:lnTo>
                <a:lnTo>
                  <a:pt x="1419725" y="194424"/>
                </a:lnTo>
                <a:lnTo>
                  <a:pt x="1467716" y="187270"/>
                </a:lnTo>
                <a:lnTo>
                  <a:pt x="1511160" y="179573"/>
                </a:lnTo>
                <a:lnTo>
                  <a:pt x="1549765" y="171374"/>
                </a:lnTo>
                <a:lnTo>
                  <a:pt x="1611280" y="153631"/>
                </a:lnTo>
                <a:lnTo>
                  <a:pt x="1649911" y="134363"/>
                </a:lnTo>
                <a:lnTo>
                  <a:pt x="1663310" y="113891"/>
                </a:lnTo>
                <a:lnTo>
                  <a:pt x="1659911" y="103525"/>
                </a:lnTo>
                <a:lnTo>
                  <a:pt x="1611280" y="74152"/>
                </a:lnTo>
                <a:lnTo>
                  <a:pt x="1549765" y="56409"/>
                </a:lnTo>
                <a:lnTo>
                  <a:pt x="1511160" y="48210"/>
                </a:lnTo>
                <a:lnTo>
                  <a:pt x="1467716" y="40513"/>
                </a:lnTo>
                <a:lnTo>
                  <a:pt x="1419725" y="33358"/>
                </a:lnTo>
                <a:lnTo>
                  <a:pt x="1367481" y="26786"/>
                </a:lnTo>
                <a:lnTo>
                  <a:pt x="1311278" y="20836"/>
                </a:lnTo>
                <a:lnTo>
                  <a:pt x="1251409" y="15550"/>
                </a:lnTo>
                <a:lnTo>
                  <a:pt x="1188168" y="10966"/>
                </a:lnTo>
                <a:lnTo>
                  <a:pt x="1121849" y="7125"/>
                </a:lnTo>
                <a:lnTo>
                  <a:pt x="1052745" y="4068"/>
                </a:lnTo>
                <a:lnTo>
                  <a:pt x="981150" y="1835"/>
                </a:lnTo>
                <a:lnTo>
                  <a:pt x="907357" y="465"/>
                </a:lnTo>
                <a:lnTo>
                  <a:pt x="831660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2588255" y="3130152"/>
            <a:ext cx="1045210" cy="566420"/>
            <a:chOff x="2588255" y="3130152"/>
            <a:chExt cx="1045210" cy="566420"/>
          </a:xfrm>
        </p:grpSpPr>
        <p:sp>
          <p:nvSpPr>
            <p:cNvPr id="23" name="object 23" descr=""/>
            <p:cNvSpPr/>
            <p:nvPr/>
          </p:nvSpPr>
          <p:spPr>
            <a:xfrm>
              <a:off x="2588255" y="3130152"/>
              <a:ext cx="1045210" cy="566420"/>
            </a:xfrm>
            <a:custGeom>
              <a:avLst/>
              <a:gdLst/>
              <a:ahLst/>
              <a:cxnLst/>
              <a:rect l="l" t="t" r="r" b="b"/>
              <a:pathLst>
                <a:path w="1045210" h="566420">
                  <a:moveTo>
                    <a:pt x="513373" y="0"/>
                  </a:moveTo>
                  <a:lnTo>
                    <a:pt x="456467" y="3366"/>
                  </a:lnTo>
                  <a:lnTo>
                    <a:pt x="397470" y="11782"/>
                  </a:lnTo>
                  <a:lnTo>
                    <a:pt x="338762" y="26511"/>
                  </a:lnTo>
                  <a:lnTo>
                    <a:pt x="282724" y="48815"/>
                  </a:lnTo>
                  <a:lnTo>
                    <a:pt x="253278" y="55189"/>
                  </a:lnTo>
                  <a:lnTo>
                    <a:pt x="191604" y="80665"/>
                  </a:lnTo>
                  <a:lnTo>
                    <a:pt x="159818" y="102008"/>
                  </a:lnTo>
                  <a:lnTo>
                    <a:pt x="127692" y="130581"/>
                  </a:lnTo>
                  <a:lnTo>
                    <a:pt x="95447" y="167504"/>
                  </a:lnTo>
                  <a:lnTo>
                    <a:pt x="63305" y="213899"/>
                  </a:lnTo>
                  <a:lnTo>
                    <a:pt x="31485" y="270884"/>
                  </a:lnTo>
                  <a:lnTo>
                    <a:pt x="209" y="339581"/>
                  </a:lnTo>
                  <a:lnTo>
                    <a:pt x="0" y="349312"/>
                  </a:lnTo>
                  <a:lnTo>
                    <a:pt x="1627" y="379535"/>
                  </a:lnTo>
                  <a:lnTo>
                    <a:pt x="8474" y="431799"/>
                  </a:lnTo>
                  <a:lnTo>
                    <a:pt x="23926" y="507649"/>
                  </a:lnTo>
                  <a:lnTo>
                    <a:pt x="59591" y="519884"/>
                  </a:lnTo>
                  <a:lnTo>
                    <a:pt x="103589" y="517673"/>
                  </a:lnTo>
                  <a:lnTo>
                    <a:pt x="152891" y="506264"/>
                  </a:lnTo>
                  <a:lnTo>
                    <a:pt x="204465" y="490905"/>
                  </a:lnTo>
                  <a:lnTo>
                    <a:pt x="255282" y="476846"/>
                  </a:lnTo>
                  <a:lnTo>
                    <a:pt x="302312" y="469334"/>
                  </a:lnTo>
                  <a:lnTo>
                    <a:pt x="342523" y="473619"/>
                  </a:lnTo>
                  <a:lnTo>
                    <a:pt x="391520" y="485819"/>
                  </a:lnTo>
                  <a:lnTo>
                    <a:pt x="438292" y="488812"/>
                  </a:lnTo>
                  <a:lnTo>
                    <a:pt x="482837" y="482302"/>
                  </a:lnTo>
                  <a:lnTo>
                    <a:pt x="525153" y="465993"/>
                  </a:lnTo>
                  <a:lnTo>
                    <a:pt x="565239" y="439588"/>
                  </a:lnTo>
                  <a:lnTo>
                    <a:pt x="614201" y="417264"/>
                  </a:lnTo>
                  <a:lnTo>
                    <a:pt x="662291" y="418713"/>
                  </a:lnTo>
                  <a:lnTo>
                    <a:pt x="707479" y="428281"/>
                  </a:lnTo>
                  <a:lnTo>
                    <a:pt x="747736" y="430311"/>
                  </a:lnTo>
                  <a:lnTo>
                    <a:pt x="821201" y="439208"/>
                  </a:lnTo>
                  <a:lnTo>
                    <a:pt x="856482" y="455109"/>
                  </a:lnTo>
                  <a:lnTo>
                    <a:pt x="890025" y="473619"/>
                  </a:lnTo>
                  <a:lnTo>
                    <a:pt x="948801" y="524660"/>
                  </a:lnTo>
                  <a:lnTo>
                    <a:pt x="987467" y="550177"/>
                  </a:lnTo>
                  <a:lnTo>
                    <a:pt x="1044690" y="566412"/>
                  </a:lnTo>
                  <a:lnTo>
                    <a:pt x="1045077" y="553411"/>
                  </a:lnTo>
                  <a:lnTo>
                    <a:pt x="1043145" y="515763"/>
                  </a:lnTo>
                  <a:lnTo>
                    <a:pt x="1034252" y="455495"/>
                  </a:lnTo>
                  <a:lnTo>
                    <a:pt x="1013759" y="374637"/>
                  </a:lnTo>
                  <a:lnTo>
                    <a:pt x="990201" y="311709"/>
                  </a:lnTo>
                  <a:lnTo>
                    <a:pt x="964860" y="263923"/>
                  </a:lnTo>
                  <a:lnTo>
                    <a:pt x="938925" y="225640"/>
                  </a:lnTo>
                  <a:lnTo>
                    <a:pt x="913584" y="191216"/>
                  </a:lnTo>
                  <a:lnTo>
                    <a:pt x="890025" y="155011"/>
                  </a:lnTo>
                  <a:lnTo>
                    <a:pt x="864201" y="122253"/>
                  </a:lnTo>
                  <a:lnTo>
                    <a:pt x="826749" y="90210"/>
                  </a:lnTo>
                  <a:lnTo>
                    <a:pt x="782023" y="60801"/>
                  </a:lnTo>
                  <a:lnTo>
                    <a:pt x="734376" y="35946"/>
                  </a:lnTo>
                  <a:lnTo>
                    <a:pt x="688160" y="17562"/>
                  </a:lnTo>
                  <a:lnTo>
                    <a:pt x="647729" y="7570"/>
                  </a:lnTo>
                  <a:lnTo>
                    <a:pt x="565806" y="420"/>
                  </a:lnTo>
                  <a:lnTo>
                    <a:pt x="51337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870885" y="3159435"/>
              <a:ext cx="701675" cy="404495"/>
            </a:xfrm>
            <a:custGeom>
              <a:avLst/>
              <a:gdLst/>
              <a:ahLst/>
              <a:cxnLst/>
              <a:rect l="l" t="t" r="r" b="b"/>
              <a:pathLst>
                <a:path w="701675" h="404495">
                  <a:moveTo>
                    <a:pt x="701141" y="348716"/>
                  </a:moveTo>
                  <a:lnTo>
                    <a:pt x="666203" y="329196"/>
                  </a:lnTo>
                  <a:lnTo>
                    <a:pt x="635990" y="314286"/>
                  </a:lnTo>
                  <a:lnTo>
                    <a:pt x="614654" y="304736"/>
                  </a:lnTo>
                  <a:lnTo>
                    <a:pt x="607593" y="301790"/>
                  </a:lnTo>
                  <a:lnTo>
                    <a:pt x="602754" y="295313"/>
                  </a:lnTo>
                  <a:lnTo>
                    <a:pt x="572541" y="258787"/>
                  </a:lnTo>
                  <a:lnTo>
                    <a:pt x="538822" y="222846"/>
                  </a:lnTo>
                  <a:lnTo>
                    <a:pt x="501294" y="188531"/>
                  </a:lnTo>
                  <a:lnTo>
                    <a:pt x="469125" y="164071"/>
                  </a:lnTo>
                  <a:lnTo>
                    <a:pt x="485254" y="166192"/>
                  </a:lnTo>
                  <a:lnTo>
                    <a:pt x="504024" y="167436"/>
                  </a:lnTo>
                  <a:lnTo>
                    <a:pt x="547827" y="169024"/>
                  </a:lnTo>
                  <a:lnTo>
                    <a:pt x="573430" y="172021"/>
                  </a:lnTo>
                  <a:lnTo>
                    <a:pt x="599782" y="179044"/>
                  </a:lnTo>
                  <a:lnTo>
                    <a:pt x="627634" y="192112"/>
                  </a:lnTo>
                  <a:lnTo>
                    <a:pt x="632841" y="183146"/>
                  </a:lnTo>
                  <a:lnTo>
                    <a:pt x="603453" y="169303"/>
                  </a:lnTo>
                  <a:lnTo>
                    <a:pt x="575818" y="161861"/>
                  </a:lnTo>
                  <a:lnTo>
                    <a:pt x="549122" y="158699"/>
                  </a:lnTo>
                  <a:lnTo>
                    <a:pt x="504774" y="157086"/>
                  </a:lnTo>
                  <a:lnTo>
                    <a:pt x="486524" y="155879"/>
                  </a:lnTo>
                  <a:lnTo>
                    <a:pt x="467563" y="153390"/>
                  </a:lnTo>
                  <a:lnTo>
                    <a:pt x="447662" y="149009"/>
                  </a:lnTo>
                  <a:lnTo>
                    <a:pt x="447535" y="149479"/>
                  </a:lnTo>
                  <a:lnTo>
                    <a:pt x="413613" y="128803"/>
                  </a:lnTo>
                  <a:lnTo>
                    <a:pt x="362851" y="105435"/>
                  </a:lnTo>
                  <a:lnTo>
                    <a:pt x="277253" y="72224"/>
                  </a:lnTo>
                  <a:lnTo>
                    <a:pt x="225907" y="53251"/>
                  </a:lnTo>
                  <a:lnTo>
                    <a:pt x="180124" y="38201"/>
                  </a:lnTo>
                  <a:lnTo>
                    <a:pt x="139547" y="27546"/>
                  </a:lnTo>
                  <a:lnTo>
                    <a:pt x="172567" y="17462"/>
                  </a:lnTo>
                  <a:lnTo>
                    <a:pt x="219862" y="10553"/>
                  </a:lnTo>
                  <a:lnTo>
                    <a:pt x="264401" y="10439"/>
                  </a:lnTo>
                  <a:lnTo>
                    <a:pt x="307936" y="14986"/>
                  </a:lnTo>
                  <a:lnTo>
                    <a:pt x="388899" y="28092"/>
                  </a:lnTo>
                  <a:lnTo>
                    <a:pt x="408101" y="30899"/>
                  </a:lnTo>
                  <a:lnTo>
                    <a:pt x="428066" y="33388"/>
                  </a:lnTo>
                  <a:lnTo>
                    <a:pt x="429234" y="23075"/>
                  </a:lnTo>
                  <a:lnTo>
                    <a:pt x="409460" y="20599"/>
                  </a:lnTo>
                  <a:lnTo>
                    <a:pt x="390410" y="17830"/>
                  </a:lnTo>
                  <a:lnTo>
                    <a:pt x="308775" y="4622"/>
                  </a:lnTo>
                  <a:lnTo>
                    <a:pt x="264337" y="0"/>
                  </a:lnTo>
                  <a:lnTo>
                    <a:pt x="218782" y="165"/>
                  </a:lnTo>
                  <a:lnTo>
                    <a:pt x="170294" y="7302"/>
                  </a:lnTo>
                  <a:lnTo>
                    <a:pt x="117652" y="23418"/>
                  </a:lnTo>
                  <a:lnTo>
                    <a:pt x="94703" y="19291"/>
                  </a:lnTo>
                  <a:lnTo>
                    <a:pt x="49834" y="15151"/>
                  </a:lnTo>
                  <a:lnTo>
                    <a:pt x="0" y="14351"/>
                  </a:lnTo>
                  <a:lnTo>
                    <a:pt x="165" y="24726"/>
                  </a:lnTo>
                  <a:lnTo>
                    <a:pt x="49187" y="25501"/>
                  </a:lnTo>
                  <a:lnTo>
                    <a:pt x="93408" y="29603"/>
                  </a:lnTo>
                  <a:lnTo>
                    <a:pt x="135420" y="37172"/>
                  </a:lnTo>
                  <a:lnTo>
                    <a:pt x="177812" y="48361"/>
                  </a:lnTo>
                  <a:lnTo>
                    <a:pt x="223139" y="63284"/>
                  </a:lnTo>
                  <a:lnTo>
                    <a:pt x="274002" y="82105"/>
                  </a:lnTo>
                  <a:lnTo>
                    <a:pt x="357886" y="114642"/>
                  </a:lnTo>
                  <a:lnTo>
                    <a:pt x="383578" y="144399"/>
                  </a:lnTo>
                  <a:lnTo>
                    <a:pt x="417017" y="202450"/>
                  </a:lnTo>
                  <a:lnTo>
                    <a:pt x="439699" y="256527"/>
                  </a:lnTo>
                  <a:lnTo>
                    <a:pt x="451980" y="282295"/>
                  </a:lnTo>
                  <a:lnTo>
                    <a:pt x="467588" y="308838"/>
                  </a:lnTo>
                  <a:lnTo>
                    <a:pt x="488124" y="336321"/>
                  </a:lnTo>
                  <a:lnTo>
                    <a:pt x="496074" y="329653"/>
                  </a:lnTo>
                  <a:lnTo>
                    <a:pt x="476199" y="303022"/>
                  </a:lnTo>
                  <a:lnTo>
                    <a:pt x="461035" y="277190"/>
                  </a:lnTo>
                  <a:lnTo>
                    <a:pt x="449072" y="252044"/>
                  </a:lnTo>
                  <a:lnTo>
                    <a:pt x="426618" y="198551"/>
                  </a:lnTo>
                  <a:lnTo>
                    <a:pt x="411810" y="168935"/>
                  </a:lnTo>
                  <a:lnTo>
                    <a:pt x="391972" y="138366"/>
                  </a:lnTo>
                  <a:lnTo>
                    <a:pt x="380415" y="124942"/>
                  </a:lnTo>
                  <a:lnTo>
                    <a:pt x="408889" y="138061"/>
                  </a:lnTo>
                  <a:lnTo>
                    <a:pt x="454126" y="165658"/>
                  </a:lnTo>
                  <a:lnTo>
                    <a:pt x="495058" y="196888"/>
                  </a:lnTo>
                  <a:lnTo>
                    <a:pt x="531990" y="230746"/>
                  </a:lnTo>
                  <a:lnTo>
                    <a:pt x="565213" y="266217"/>
                  </a:lnTo>
                  <a:lnTo>
                    <a:pt x="595007" y="302285"/>
                  </a:lnTo>
                  <a:lnTo>
                    <a:pt x="621652" y="337959"/>
                  </a:lnTo>
                  <a:lnTo>
                    <a:pt x="645452" y="372211"/>
                  </a:lnTo>
                  <a:lnTo>
                    <a:pt x="666686" y="404025"/>
                  </a:lnTo>
                  <a:lnTo>
                    <a:pt x="675347" y="398297"/>
                  </a:lnTo>
                  <a:lnTo>
                    <a:pt x="653859" y="366090"/>
                  </a:lnTo>
                  <a:lnTo>
                    <a:pt x="629754" y="331431"/>
                  </a:lnTo>
                  <a:lnTo>
                    <a:pt x="620115" y="318554"/>
                  </a:lnTo>
                  <a:lnTo>
                    <a:pt x="631672" y="323723"/>
                  </a:lnTo>
                  <a:lnTo>
                    <a:pt x="661403" y="338391"/>
                  </a:lnTo>
                  <a:lnTo>
                    <a:pt x="695794" y="357606"/>
                  </a:lnTo>
                  <a:lnTo>
                    <a:pt x="701141" y="348716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3884" y="3211568"/>
              <a:ext cx="112090" cy="25073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7834" y="3284612"/>
              <a:ext cx="161398" cy="247605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1460346" y="2749871"/>
            <a:ext cx="2002789" cy="2819400"/>
            <a:chOff x="1460346" y="2749871"/>
            <a:chExt cx="2002789" cy="2819400"/>
          </a:xfrm>
        </p:grpSpPr>
        <p:sp>
          <p:nvSpPr>
            <p:cNvPr id="28" name="object 28" descr=""/>
            <p:cNvSpPr/>
            <p:nvPr/>
          </p:nvSpPr>
          <p:spPr>
            <a:xfrm>
              <a:off x="1766491" y="2749871"/>
              <a:ext cx="541020" cy="255270"/>
            </a:xfrm>
            <a:custGeom>
              <a:avLst/>
              <a:gdLst/>
              <a:ahLst/>
              <a:cxnLst/>
              <a:rect l="l" t="t" r="r" b="b"/>
              <a:pathLst>
                <a:path w="541019" h="255269">
                  <a:moveTo>
                    <a:pt x="239123" y="0"/>
                  </a:moveTo>
                  <a:lnTo>
                    <a:pt x="192371" y="16007"/>
                  </a:lnTo>
                  <a:lnTo>
                    <a:pt x="141675" y="36357"/>
                  </a:lnTo>
                  <a:lnTo>
                    <a:pt x="96091" y="47243"/>
                  </a:lnTo>
                  <a:lnTo>
                    <a:pt x="56617" y="56051"/>
                  </a:lnTo>
                  <a:lnTo>
                    <a:pt x="24253" y="70165"/>
                  </a:lnTo>
                  <a:lnTo>
                    <a:pt x="0" y="96968"/>
                  </a:lnTo>
                  <a:lnTo>
                    <a:pt x="53258" y="97509"/>
                  </a:lnTo>
                  <a:lnTo>
                    <a:pt x="89413" y="108319"/>
                  </a:lnTo>
                  <a:lnTo>
                    <a:pt x="115560" y="124489"/>
                  </a:lnTo>
                  <a:lnTo>
                    <a:pt x="138795" y="141108"/>
                  </a:lnTo>
                  <a:lnTo>
                    <a:pt x="166215" y="153267"/>
                  </a:lnTo>
                  <a:lnTo>
                    <a:pt x="204915" y="156055"/>
                  </a:lnTo>
                  <a:lnTo>
                    <a:pt x="255815" y="163790"/>
                  </a:lnTo>
                  <a:lnTo>
                    <a:pt x="298290" y="188294"/>
                  </a:lnTo>
                  <a:lnTo>
                    <a:pt x="335160" y="218795"/>
                  </a:lnTo>
                  <a:lnTo>
                    <a:pt x="369246" y="244518"/>
                  </a:lnTo>
                  <a:lnTo>
                    <a:pt x="450173" y="243220"/>
                  </a:lnTo>
                  <a:lnTo>
                    <a:pt x="495788" y="218370"/>
                  </a:lnTo>
                  <a:lnTo>
                    <a:pt x="529581" y="190029"/>
                  </a:lnTo>
                  <a:lnTo>
                    <a:pt x="540915" y="168086"/>
                  </a:lnTo>
                  <a:lnTo>
                    <a:pt x="521725" y="102204"/>
                  </a:lnTo>
                  <a:lnTo>
                    <a:pt x="499076" y="62344"/>
                  </a:lnTo>
                  <a:lnTo>
                    <a:pt x="471125" y="41883"/>
                  </a:lnTo>
                  <a:lnTo>
                    <a:pt x="436030" y="34194"/>
                  </a:lnTo>
                  <a:lnTo>
                    <a:pt x="391946" y="32656"/>
                  </a:lnTo>
                  <a:lnTo>
                    <a:pt x="348174" y="26086"/>
                  </a:lnTo>
                  <a:lnTo>
                    <a:pt x="311677" y="13088"/>
                  </a:lnTo>
                  <a:lnTo>
                    <a:pt x="277110" y="1709"/>
                  </a:lnTo>
                  <a:lnTo>
                    <a:pt x="23912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334817" y="2783216"/>
              <a:ext cx="664845" cy="309880"/>
            </a:xfrm>
            <a:custGeom>
              <a:avLst/>
              <a:gdLst/>
              <a:ahLst/>
              <a:cxnLst/>
              <a:rect l="l" t="t" r="r" b="b"/>
              <a:pathLst>
                <a:path w="664844" h="309880">
                  <a:moveTo>
                    <a:pt x="289983" y="0"/>
                  </a:moveTo>
                  <a:lnTo>
                    <a:pt x="220652" y="10129"/>
                  </a:lnTo>
                  <a:lnTo>
                    <a:pt x="189600" y="10435"/>
                  </a:lnTo>
                  <a:lnTo>
                    <a:pt x="155806" y="17379"/>
                  </a:lnTo>
                  <a:lnTo>
                    <a:pt x="86198" y="55508"/>
                  </a:lnTo>
                  <a:lnTo>
                    <a:pt x="53486" y="88857"/>
                  </a:lnTo>
                  <a:lnTo>
                    <a:pt x="24236" y="133173"/>
                  </a:lnTo>
                  <a:lnTo>
                    <a:pt x="0" y="189537"/>
                  </a:lnTo>
                  <a:lnTo>
                    <a:pt x="4769" y="193711"/>
                  </a:lnTo>
                  <a:lnTo>
                    <a:pt x="19593" y="207467"/>
                  </a:lnTo>
                  <a:lnTo>
                    <a:pt x="45243" y="232655"/>
                  </a:lnTo>
                  <a:lnTo>
                    <a:pt x="82489" y="271126"/>
                  </a:lnTo>
                  <a:lnTo>
                    <a:pt x="124559" y="298443"/>
                  </a:lnTo>
                  <a:lnTo>
                    <a:pt x="176546" y="309460"/>
                  </a:lnTo>
                  <a:lnTo>
                    <a:pt x="231043" y="307526"/>
                  </a:lnTo>
                  <a:lnTo>
                    <a:pt x="280643" y="295991"/>
                  </a:lnTo>
                  <a:lnTo>
                    <a:pt x="317937" y="278205"/>
                  </a:lnTo>
                  <a:lnTo>
                    <a:pt x="355247" y="256650"/>
                  </a:lnTo>
                  <a:lnTo>
                    <a:pt x="395993" y="243409"/>
                  </a:lnTo>
                  <a:lnTo>
                    <a:pt x="440924" y="241380"/>
                  </a:lnTo>
                  <a:lnTo>
                    <a:pt x="490791" y="253462"/>
                  </a:lnTo>
                  <a:lnTo>
                    <a:pt x="533903" y="269861"/>
                  </a:lnTo>
                  <a:lnTo>
                    <a:pt x="563484" y="279495"/>
                  </a:lnTo>
                  <a:lnTo>
                    <a:pt x="587651" y="283329"/>
                  </a:lnTo>
                  <a:lnTo>
                    <a:pt x="614525" y="282330"/>
                  </a:lnTo>
                  <a:lnTo>
                    <a:pt x="641039" y="278946"/>
                  </a:lnTo>
                  <a:lnTo>
                    <a:pt x="658083" y="273823"/>
                  </a:lnTo>
                  <a:lnTo>
                    <a:pt x="664688" y="265220"/>
                  </a:lnTo>
                  <a:lnTo>
                    <a:pt x="659885" y="251399"/>
                  </a:lnTo>
                  <a:lnTo>
                    <a:pt x="652145" y="233424"/>
                  </a:lnTo>
                  <a:lnTo>
                    <a:pt x="640566" y="204507"/>
                  </a:lnTo>
                  <a:lnTo>
                    <a:pt x="620966" y="168143"/>
                  </a:lnTo>
                  <a:lnTo>
                    <a:pt x="589166" y="127826"/>
                  </a:lnTo>
                  <a:lnTo>
                    <a:pt x="540983" y="87050"/>
                  </a:lnTo>
                  <a:lnTo>
                    <a:pt x="472236" y="49311"/>
                  </a:lnTo>
                  <a:lnTo>
                    <a:pt x="459614" y="43115"/>
                  </a:lnTo>
                  <a:lnTo>
                    <a:pt x="434505" y="29987"/>
                  </a:lnTo>
                  <a:lnTo>
                    <a:pt x="397482" y="15027"/>
                  </a:lnTo>
                  <a:lnTo>
                    <a:pt x="349117" y="3331"/>
                  </a:lnTo>
                  <a:lnTo>
                    <a:pt x="28998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876140" y="2823339"/>
              <a:ext cx="1073785" cy="476250"/>
            </a:xfrm>
            <a:custGeom>
              <a:avLst/>
              <a:gdLst/>
              <a:ahLst/>
              <a:cxnLst/>
              <a:rect l="l" t="t" r="r" b="b"/>
              <a:pathLst>
                <a:path w="1073785" h="476250">
                  <a:moveTo>
                    <a:pt x="194816" y="12888"/>
                  </a:moveTo>
                  <a:lnTo>
                    <a:pt x="138686" y="12888"/>
                  </a:lnTo>
                  <a:lnTo>
                    <a:pt x="152039" y="12954"/>
                  </a:lnTo>
                  <a:lnTo>
                    <a:pt x="165080" y="15010"/>
                  </a:lnTo>
                  <a:lnTo>
                    <a:pt x="178232" y="18496"/>
                  </a:lnTo>
                  <a:lnTo>
                    <a:pt x="209504" y="28410"/>
                  </a:lnTo>
                  <a:lnTo>
                    <a:pt x="228982" y="33461"/>
                  </a:lnTo>
                  <a:lnTo>
                    <a:pt x="251122" y="37133"/>
                  </a:lnTo>
                  <a:lnTo>
                    <a:pt x="276693" y="38552"/>
                  </a:lnTo>
                  <a:lnTo>
                    <a:pt x="341119" y="47620"/>
                  </a:lnTo>
                  <a:lnTo>
                    <a:pt x="387705" y="67614"/>
                  </a:lnTo>
                  <a:lnTo>
                    <a:pt x="416079" y="87718"/>
                  </a:lnTo>
                  <a:lnTo>
                    <a:pt x="426531" y="97765"/>
                  </a:lnTo>
                  <a:lnTo>
                    <a:pt x="436636" y="106540"/>
                  </a:lnTo>
                  <a:lnTo>
                    <a:pt x="446002" y="115815"/>
                  </a:lnTo>
                  <a:lnTo>
                    <a:pt x="454652" y="125552"/>
                  </a:lnTo>
                  <a:lnTo>
                    <a:pt x="462614" y="135711"/>
                  </a:lnTo>
                  <a:lnTo>
                    <a:pt x="459891" y="139114"/>
                  </a:lnTo>
                  <a:lnTo>
                    <a:pt x="457232" y="142591"/>
                  </a:lnTo>
                  <a:lnTo>
                    <a:pt x="454645" y="146130"/>
                  </a:lnTo>
                  <a:lnTo>
                    <a:pt x="438225" y="173600"/>
                  </a:lnTo>
                  <a:lnTo>
                    <a:pt x="427412" y="212351"/>
                  </a:lnTo>
                  <a:lnTo>
                    <a:pt x="423545" y="259351"/>
                  </a:lnTo>
                  <a:lnTo>
                    <a:pt x="427969" y="311566"/>
                  </a:lnTo>
                  <a:lnTo>
                    <a:pt x="442023" y="365962"/>
                  </a:lnTo>
                  <a:lnTo>
                    <a:pt x="467051" y="419507"/>
                  </a:lnTo>
                  <a:lnTo>
                    <a:pt x="504393" y="469167"/>
                  </a:lnTo>
                  <a:lnTo>
                    <a:pt x="510905" y="476088"/>
                  </a:lnTo>
                  <a:lnTo>
                    <a:pt x="513199" y="466864"/>
                  </a:lnTo>
                  <a:lnTo>
                    <a:pt x="515762" y="455108"/>
                  </a:lnTo>
                  <a:lnTo>
                    <a:pt x="515840" y="454655"/>
                  </a:lnTo>
                  <a:lnTo>
                    <a:pt x="505251" y="454655"/>
                  </a:lnTo>
                  <a:lnTo>
                    <a:pt x="472142" y="407493"/>
                  </a:lnTo>
                  <a:lnTo>
                    <a:pt x="451283" y="360661"/>
                  </a:lnTo>
                  <a:lnTo>
                    <a:pt x="439869" y="318217"/>
                  </a:lnTo>
                  <a:lnTo>
                    <a:pt x="435096" y="284220"/>
                  </a:lnTo>
                  <a:lnTo>
                    <a:pt x="434459" y="243572"/>
                  </a:lnTo>
                  <a:lnTo>
                    <a:pt x="439168" y="206449"/>
                  </a:lnTo>
                  <a:lnTo>
                    <a:pt x="448697" y="175382"/>
                  </a:lnTo>
                  <a:lnTo>
                    <a:pt x="462519" y="152905"/>
                  </a:lnTo>
                  <a:lnTo>
                    <a:pt x="462875" y="152465"/>
                  </a:lnTo>
                  <a:lnTo>
                    <a:pt x="464823" y="149784"/>
                  </a:lnTo>
                  <a:lnTo>
                    <a:pt x="466813" y="147156"/>
                  </a:lnTo>
                  <a:lnTo>
                    <a:pt x="468812" y="144591"/>
                  </a:lnTo>
                  <a:lnTo>
                    <a:pt x="480302" y="144591"/>
                  </a:lnTo>
                  <a:lnTo>
                    <a:pt x="475619" y="136214"/>
                  </a:lnTo>
                  <a:lnTo>
                    <a:pt x="484630" y="127544"/>
                  </a:lnTo>
                  <a:lnTo>
                    <a:pt x="469399" y="127544"/>
                  </a:lnTo>
                  <a:lnTo>
                    <a:pt x="461187" y="117264"/>
                  </a:lnTo>
                  <a:lnTo>
                    <a:pt x="452450" y="107571"/>
                  </a:lnTo>
                  <a:lnTo>
                    <a:pt x="443193" y="98475"/>
                  </a:lnTo>
                  <a:lnTo>
                    <a:pt x="433421" y="89985"/>
                  </a:lnTo>
                  <a:lnTo>
                    <a:pt x="420844" y="77953"/>
                  </a:lnTo>
                  <a:lnTo>
                    <a:pt x="390545" y="56966"/>
                  </a:lnTo>
                  <a:lnTo>
                    <a:pt x="342502" y="37034"/>
                  </a:lnTo>
                  <a:lnTo>
                    <a:pt x="276693" y="28165"/>
                  </a:lnTo>
                  <a:lnTo>
                    <a:pt x="252221" y="26794"/>
                  </a:lnTo>
                  <a:lnTo>
                    <a:pt x="230940" y="23245"/>
                  </a:lnTo>
                  <a:lnTo>
                    <a:pt x="212148" y="18363"/>
                  </a:lnTo>
                  <a:lnTo>
                    <a:pt x="194816" y="12888"/>
                  </a:lnTo>
                  <a:close/>
                </a:path>
                <a:path w="1073785" h="476250">
                  <a:moveTo>
                    <a:pt x="480302" y="144591"/>
                  </a:moveTo>
                  <a:lnTo>
                    <a:pt x="468812" y="144591"/>
                  </a:lnTo>
                  <a:lnTo>
                    <a:pt x="493729" y="193497"/>
                  </a:lnTo>
                  <a:lnTo>
                    <a:pt x="508688" y="245952"/>
                  </a:lnTo>
                  <a:lnTo>
                    <a:pt x="515722" y="298906"/>
                  </a:lnTo>
                  <a:lnTo>
                    <a:pt x="516862" y="349305"/>
                  </a:lnTo>
                  <a:lnTo>
                    <a:pt x="514142" y="394097"/>
                  </a:lnTo>
                  <a:lnTo>
                    <a:pt x="509594" y="430231"/>
                  </a:lnTo>
                  <a:lnTo>
                    <a:pt x="505251" y="454655"/>
                  </a:lnTo>
                  <a:lnTo>
                    <a:pt x="515840" y="454655"/>
                  </a:lnTo>
                  <a:lnTo>
                    <a:pt x="521104" y="424006"/>
                  </a:lnTo>
                  <a:lnTo>
                    <a:pt x="526077" y="378345"/>
                  </a:lnTo>
                  <a:lnTo>
                    <a:pt x="527533" y="322910"/>
                  </a:lnTo>
                  <a:lnTo>
                    <a:pt x="523247" y="268406"/>
                  </a:lnTo>
                  <a:lnTo>
                    <a:pt x="513081" y="218913"/>
                  </a:lnTo>
                  <a:lnTo>
                    <a:pt x="497162" y="174744"/>
                  </a:lnTo>
                  <a:lnTo>
                    <a:pt x="480302" y="144591"/>
                  </a:lnTo>
                  <a:close/>
                </a:path>
                <a:path w="1073785" h="476250">
                  <a:moveTo>
                    <a:pt x="771996" y="38868"/>
                  </a:moveTo>
                  <a:lnTo>
                    <a:pt x="691727" y="38868"/>
                  </a:lnTo>
                  <a:lnTo>
                    <a:pt x="728703" y="40889"/>
                  </a:lnTo>
                  <a:lnTo>
                    <a:pt x="758814" y="46416"/>
                  </a:lnTo>
                  <a:lnTo>
                    <a:pt x="775541" y="50370"/>
                  </a:lnTo>
                  <a:lnTo>
                    <a:pt x="792244" y="53678"/>
                  </a:lnTo>
                  <a:lnTo>
                    <a:pt x="808838" y="56542"/>
                  </a:lnTo>
                  <a:lnTo>
                    <a:pt x="825241" y="59159"/>
                  </a:lnTo>
                  <a:lnTo>
                    <a:pt x="865738" y="66059"/>
                  </a:lnTo>
                  <a:lnTo>
                    <a:pt x="905392" y="75941"/>
                  </a:lnTo>
                  <a:lnTo>
                    <a:pt x="944498" y="91968"/>
                  </a:lnTo>
                  <a:lnTo>
                    <a:pt x="983352" y="117304"/>
                  </a:lnTo>
                  <a:lnTo>
                    <a:pt x="1002900" y="132507"/>
                  </a:lnTo>
                  <a:lnTo>
                    <a:pt x="1020980" y="145862"/>
                  </a:lnTo>
                  <a:lnTo>
                    <a:pt x="1037508" y="157589"/>
                  </a:lnTo>
                  <a:lnTo>
                    <a:pt x="1062679" y="175009"/>
                  </a:lnTo>
                  <a:lnTo>
                    <a:pt x="1067391" y="178317"/>
                  </a:lnTo>
                  <a:lnTo>
                    <a:pt x="1073370" y="169836"/>
                  </a:lnTo>
                  <a:lnTo>
                    <a:pt x="1068627" y="166496"/>
                  </a:lnTo>
                  <a:lnTo>
                    <a:pt x="1043512" y="149121"/>
                  </a:lnTo>
                  <a:lnTo>
                    <a:pt x="1027114" y="137486"/>
                  </a:lnTo>
                  <a:lnTo>
                    <a:pt x="1009189" y="124250"/>
                  </a:lnTo>
                  <a:lnTo>
                    <a:pt x="989833" y="109199"/>
                  </a:lnTo>
                  <a:lnTo>
                    <a:pt x="949163" y="82780"/>
                  </a:lnTo>
                  <a:lnTo>
                    <a:pt x="908234" y="66056"/>
                  </a:lnTo>
                  <a:lnTo>
                    <a:pt x="867359" y="55831"/>
                  </a:lnTo>
                  <a:lnTo>
                    <a:pt x="826854" y="48908"/>
                  </a:lnTo>
                  <a:lnTo>
                    <a:pt x="810643" y="46318"/>
                  </a:lnTo>
                  <a:lnTo>
                    <a:pt x="794263" y="43493"/>
                  </a:lnTo>
                  <a:lnTo>
                    <a:pt x="777821" y="40242"/>
                  </a:lnTo>
                  <a:lnTo>
                    <a:pt x="771996" y="38868"/>
                  </a:lnTo>
                  <a:close/>
                </a:path>
                <a:path w="1073785" h="476250">
                  <a:moveTo>
                    <a:pt x="688109" y="28169"/>
                  </a:moveTo>
                  <a:lnTo>
                    <a:pt x="649549" y="31166"/>
                  </a:lnTo>
                  <a:lnTo>
                    <a:pt x="611462" y="38868"/>
                  </a:lnTo>
                  <a:lnTo>
                    <a:pt x="570809" y="53017"/>
                  </a:lnTo>
                  <a:lnTo>
                    <a:pt x="533330" y="72682"/>
                  </a:lnTo>
                  <a:lnTo>
                    <a:pt x="499403" y="97609"/>
                  </a:lnTo>
                  <a:lnTo>
                    <a:pt x="469399" y="127544"/>
                  </a:lnTo>
                  <a:lnTo>
                    <a:pt x="484630" y="127544"/>
                  </a:lnTo>
                  <a:lnTo>
                    <a:pt x="516173" y="97195"/>
                  </a:lnTo>
                  <a:lnTo>
                    <a:pt x="560111" y="69518"/>
                  </a:lnTo>
                  <a:lnTo>
                    <a:pt x="605382" y="51616"/>
                  </a:lnTo>
                  <a:lnTo>
                    <a:pt x="649937" y="41922"/>
                  </a:lnTo>
                  <a:lnTo>
                    <a:pt x="691727" y="38868"/>
                  </a:lnTo>
                  <a:lnTo>
                    <a:pt x="771996" y="38868"/>
                  </a:lnTo>
                  <a:lnTo>
                    <a:pt x="761421" y="36374"/>
                  </a:lnTo>
                  <a:lnTo>
                    <a:pt x="725837" y="29897"/>
                  </a:lnTo>
                  <a:lnTo>
                    <a:pt x="688109" y="28169"/>
                  </a:lnTo>
                  <a:close/>
                </a:path>
                <a:path w="1073785" h="476250">
                  <a:moveTo>
                    <a:pt x="74855" y="0"/>
                  </a:moveTo>
                  <a:lnTo>
                    <a:pt x="49866" y="781"/>
                  </a:lnTo>
                  <a:lnTo>
                    <a:pt x="24686" y="6176"/>
                  </a:lnTo>
                  <a:lnTo>
                    <a:pt x="0" y="18553"/>
                  </a:lnTo>
                  <a:lnTo>
                    <a:pt x="5884" y="27107"/>
                  </a:lnTo>
                  <a:lnTo>
                    <a:pt x="28290" y="15888"/>
                  </a:lnTo>
                  <a:lnTo>
                    <a:pt x="51381" y="11017"/>
                  </a:lnTo>
                  <a:lnTo>
                    <a:pt x="74797" y="10370"/>
                  </a:lnTo>
                  <a:lnTo>
                    <a:pt x="186893" y="10370"/>
                  </a:lnTo>
                  <a:lnTo>
                    <a:pt x="180668" y="8391"/>
                  </a:lnTo>
                  <a:lnTo>
                    <a:pt x="166662" y="4721"/>
                  </a:lnTo>
                  <a:lnTo>
                    <a:pt x="154966" y="2938"/>
                  </a:lnTo>
                  <a:lnTo>
                    <a:pt x="128583" y="2938"/>
                  </a:lnTo>
                  <a:lnTo>
                    <a:pt x="119010" y="2769"/>
                  </a:lnTo>
                  <a:lnTo>
                    <a:pt x="109137" y="2217"/>
                  </a:lnTo>
                  <a:lnTo>
                    <a:pt x="98970" y="1464"/>
                  </a:lnTo>
                  <a:lnTo>
                    <a:pt x="74855" y="0"/>
                  </a:lnTo>
                  <a:close/>
                </a:path>
                <a:path w="1073785" h="476250">
                  <a:moveTo>
                    <a:pt x="186893" y="10370"/>
                  </a:moveTo>
                  <a:lnTo>
                    <a:pt x="74797" y="10370"/>
                  </a:lnTo>
                  <a:lnTo>
                    <a:pt x="98175" y="11820"/>
                  </a:lnTo>
                  <a:lnTo>
                    <a:pt x="108651" y="12593"/>
                  </a:lnTo>
                  <a:lnTo>
                    <a:pt x="118870" y="13155"/>
                  </a:lnTo>
                  <a:lnTo>
                    <a:pt x="128870" y="13316"/>
                  </a:lnTo>
                  <a:lnTo>
                    <a:pt x="138686" y="12888"/>
                  </a:lnTo>
                  <a:lnTo>
                    <a:pt x="194816" y="12888"/>
                  </a:lnTo>
                  <a:lnTo>
                    <a:pt x="186893" y="10370"/>
                  </a:lnTo>
                  <a:close/>
                </a:path>
                <a:path w="1073785" h="476250">
                  <a:moveTo>
                    <a:pt x="137849" y="2543"/>
                  </a:moveTo>
                  <a:lnTo>
                    <a:pt x="128583" y="2938"/>
                  </a:lnTo>
                  <a:lnTo>
                    <a:pt x="154966" y="2938"/>
                  </a:lnTo>
                  <a:lnTo>
                    <a:pt x="152573" y="2573"/>
                  </a:lnTo>
                  <a:lnTo>
                    <a:pt x="137849" y="2543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460346" y="3114869"/>
              <a:ext cx="1176655" cy="1562735"/>
            </a:xfrm>
            <a:custGeom>
              <a:avLst/>
              <a:gdLst/>
              <a:ahLst/>
              <a:cxnLst/>
              <a:rect l="l" t="t" r="r" b="b"/>
              <a:pathLst>
                <a:path w="1176655" h="1562735">
                  <a:moveTo>
                    <a:pt x="523172" y="0"/>
                  </a:moveTo>
                  <a:lnTo>
                    <a:pt x="481374" y="2491"/>
                  </a:lnTo>
                  <a:lnTo>
                    <a:pt x="441768" y="9235"/>
                  </a:lnTo>
                  <a:lnTo>
                    <a:pt x="403729" y="20104"/>
                  </a:lnTo>
                  <a:lnTo>
                    <a:pt x="366636" y="34968"/>
                  </a:lnTo>
                  <a:lnTo>
                    <a:pt x="329864" y="53699"/>
                  </a:lnTo>
                  <a:lnTo>
                    <a:pt x="292792" y="76168"/>
                  </a:lnTo>
                  <a:lnTo>
                    <a:pt x="254795" y="102246"/>
                  </a:lnTo>
                  <a:lnTo>
                    <a:pt x="208027" y="141130"/>
                  </a:lnTo>
                  <a:lnTo>
                    <a:pt x="170271" y="182815"/>
                  </a:lnTo>
                  <a:lnTo>
                    <a:pt x="140689" y="226205"/>
                  </a:lnTo>
                  <a:lnTo>
                    <a:pt x="118439" y="270207"/>
                  </a:lnTo>
                  <a:lnTo>
                    <a:pt x="102681" y="313724"/>
                  </a:lnTo>
                  <a:lnTo>
                    <a:pt x="92575" y="355663"/>
                  </a:lnTo>
                  <a:lnTo>
                    <a:pt x="87280" y="394929"/>
                  </a:lnTo>
                  <a:lnTo>
                    <a:pt x="85956" y="430427"/>
                  </a:lnTo>
                  <a:lnTo>
                    <a:pt x="87763" y="461062"/>
                  </a:lnTo>
                  <a:lnTo>
                    <a:pt x="94577" y="512390"/>
                  </a:lnTo>
                  <a:lnTo>
                    <a:pt x="95881" y="549220"/>
                  </a:lnTo>
                  <a:lnTo>
                    <a:pt x="83847" y="583732"/>
                  </a:lnTo>
                  <a:lnTo>
                    <a:pt x="50644" y="628104"/>
                  </a:lnTo>
                  <a:lnTo>
                    <a:pt x="27838" y="662127"/>
                  </a:lnTo>
                  <a:lnTo>
                    <a:pt x="12120" y="702211"/>
                  </a:lnTo>
                  <a:lnTo>
                    <a:pt x="3003" y="746839"/>
                  </a:lnTo>
                  <a:lnTo>
                    <a:pt x="0" y="794499"/>
                  </a:lnTo>
                  <a:lnTo>
                    <a:pt x="2623" y="843674"/>
                  </a:lnTo>
                  <a:lnTo>
                    <a:pt x="10386" y="892850"/>
                  </a:lnTo>
                  <a:lnTo>
                    <a:pt x="22802" y="940513"/>
                  </a:lnTo>
                  <a:lnTo>
                    <a:pt x="40275" y="994928"/>
                  </a:lnTo>
                  <a:lnTo>
                    <a:pt x="51955" y="1035092"/>
                  </a:lnTo>
                  <a:lnTo>
                    <a:pt x="57993" y="1071248"/>
                  </a:lnTo>
                  <a:lnTo>
                    <a:pt x="58536" y="1113638"/>
                  </a:lnTo>
                  <a:lnTo>
                    <a:pt x="53733" y="1172506"/>
                  </a:lnTo>
                  <a:lnTo>
                    <a:pt x="50266" y="1228945"/>
                  </a:lnTo>
                  <a:lnTo>
                    <a:pt x="52816" y="1280657"/>
                  </a:lnTo>
                  <a:lnTo>
                    <a:pt x="62239" y="1327558"/>
                  </a:lnTo>
                  <a:lnTo>
                    <a:pt x="79397" y="1369560"/>
                  </a:lnTo>
                  <a:lnTo>
                    <a:pt x="105147" y="1406580"/>
                  </a:lnTo>
                  <a:lnTo>
                    <a:pt x="189260" y="1482652"/>
                  </a:lnTo>
                  <a:lnTo>
                    <a:pt x="218449" y="1522427"/>
                  </a:lnTo>
                  <a:lnTo>
                    <a:pt x="232559" y="1551185"/>
                  </a:lnTo>
                  <a:lnTo>
                    <a:pt x="236230" y="1562253"/>
                  </a:lnTo>
                  <a:lnTo>
                    <a:pt x="264730" y="1516556"/>
                  </a:lnTo>
                  <a:lnTo>
                    <a:pt x="282748" y="1475069"/>
                  </a:lnTo>
                  <a:lnTo>
                    <a:pt x="295781" y="1437363"/>
                  </a:lnTo>
                  <a:lnTo>
                    <a:pt x="309329" y="1403009"/>
                  </a:lnTo>
                  <a:lnTo>
                    <a:pt x="359965" y="1342637"/>
                  </a:lnTo>
                  <a:lnTo>
                    <a:pt x="394395" y="1322335"/>
                  </a:lnTo>
                  <a:lnTo>
                    <a:pt x="431262" y="1306742"/>
                  </a:lnTo>
                  <a:lnTo>
                    <a:pt x="470347" y="1292231"/>
                  </a:lnTo>
                  <a:lnTo>
                    <a:pt x="511435" y="1275178"/>
                  </a:lnTo>
                  <a:lnTo>
                    <a:pt x="554308" y="1251956"/>
                  </a:lnTo>
                  <a:lnTo>
                    <a:pt x="598749" y="1218941"/>
                  </a:lnTo>
                  <a:lnTo>
                    <a:pt x="644542" y="1172506"/>
                  </a:lnTo>
                  <a:lnTo>
                    <a:pt x="685005" y="1119831"/>
                  </a:lnTo>
                  <a:lnTo>
                    <a:pt x="714863" y="1070402"/>
                  </a:lnTo>
                  <a:lnTo>
                    <a:pt x="736011" y="1024058"/>
                  </a:lnTo>
                  <a:lnTo>
                    <a:pt x="750341" y="980636"/>
                  </a:lnTo>
                  <a:lnTo>
                    <a:pt x="759748" y="939973"/>
                  </a:lnTo>
                  <a:lnTo>
                    <a:pt x="766125" y="901906"/>
                  </a:lnTo>
                  <a:lnTo>
                    <a:pt x="771366" y="866275"/>
                  </a:lnTo>
                  <a:lnTo>
                    <a:pt x="784124" y="834485"/>
                  </a:lnTo>
                  <a:lnTo>
                    <a:pt x="845463" y="784056"/>
                  </a:lnTo>
                  <a:lnTo>
                    <a:pt x="888091" y="763468"/>
                  </a:lnTo>
                  <a:lnTo>
                    <a:pt x="934725" y="744666"/>
                  </a:lnTo>
                  <a:lnTo>
                    <a:pt x="982387" y="726674"/>
                  </a:lnTo>
                  <a:lnTo>
                    <a:pt x="1028101" y="708520"/>
                  </a:lnTo>
                  <a:lnTo>
                    <a:pt x="1068468" y="685821"/>
                  </a:lnTo>
                  <a:lnTo>
                    <a:pt x="1102179" y="655709"/>
                  </a:lnTo>
                  <a:lnTo>
                    <a:pt x="1129396" y="619483"/>
                  </a:lnTo>
                  <a:lnTo>
                    <a:pt x="1150282" y="578441"/>
                  </a:lnTo>
                  <a:lnTo>
                    <a:pt x="1164999" y="533883"/>
                  </a:lnTo>
                  <a:lnTo>
                    <a:pt x="1173711" y="487106"/>
                  </a:lnTo>
                  <a:lnTo>
                    <a:pt x="1176578" y="439408"/>
                  </a:lnTo>
                  <a:lnTo>
                    <a:pt x="1171377" y="396308"/>
                  </a:lnTo>
                  <a:lnTo>
                    <a:pt x="1157004" y="351541"/>
                  </a:lnTo>
                  <a:lnTo>
                    <a:pt x="1135308" y="306629"/>
                  </a:lnTo>
                  <a:lnTo>
                    <a:pt x="1108139" y="263094"/>
                  </a:lnTo>
                  <a:lnTo>
                    <a:pt x="1077346" y="222459"/>
                  </a:lnTo>
                  <a:lnTo>
                    <a:pt x="1044776" y="186247"/>
                  </a:lnTo>
                  <a:lnTo>
                    <a:pt x="1012280" y="155978"/>
                  </a:lnTo>
                  <a:lnTo>
                    <a:pt x="981705" y="133177"/>
                  </a:lnTo>
                  <a:lnTo>
                    <a:pt x="928044" y="103336"/>
                  </a:lnTo>
                  <a:lnTo>
                    <a:pt x="880373" y="84272"/>
                  </a:lnTo>
                  <a:lnTo>
                    <a:pt x="786831" y="55849"/>
                  </a:lnTo>
                  <a:lnTo>
                    <a:pt x="724733" y="35142"/>
                  </a:lnTo>
                  <a:lnTo>
                    <a:pt x="667941" y="19333"/>
                  </a:lnTo>
                  <a:lnTo>
                    <a:pt x="615832" y="8292"/>
                  </a:lnTo>
                  <a:lnTo>
                    <a:pt x="567784" y="1890"/>
                  </a:lnTo>
                  <a:lnTo>
                    <a:pt x="52317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552778" y="3173075"/>
              <a:ext cx="935990" cy="1577975"/>
            </a:xfrm>
            <a:custGeom>
              <a:avLst/>
              <a:gdLst/>
              <a:ahLst/>
              <a:cxnLst/>
              <a:rect l="l" t="t" r="r" b="b"/>
              <a:pathLst>
                <a:path w="935989" h="1577975">
                  <a:moveTo>
                    <a:pt x="512000" y="150025"/>
                  </a:moveTo>
                  <a:lnTo>
                    <a:pt x="508660" y="140195"/>
                  </a:lnTo>
                  <a:lnTo>
                    <a:pt x="488835" y="145072"/>
                  </a:lnTo>
                  <a:lnTo>
                    <a:pt x="464794" y="148259"/>
                  </a:lnTo>
                  <a:lnTo>
                    <a:pt x="437222" y="150355"/>
                  </a:lnTo>
                  <a:lnTo>
                    <a:pt x="367830" y="154063"/>
                  </a:lnTo>
                  <a:lnTo>
                    <a:pt x="325983" y="157378"/>
                  </a:lnTo>
                  <a:lnTo>
                    <a:pt x="282206" y="162915"/>
                  </a:lnTo>
                  <a:lnTo>
                    <a:pt x="237413" y="171716"/>
                  </a:lnTo>
                  <a:lnTo>
                    <a:pt x="192570" y="184785"/>
                  </a:lnTo>
                  <a:lnTo>
                    <a:pt x="148577" y="203149"/>
                  </a:lnTo>
                  <a:lnTo>
                    <a:pt x="106400" y="227825"/>
                  </a:lnTo>
                  <a:lnTo>
                    <a:pt x="66941" y="259829"/>
                  </a:lnTo>
                  <a:lnTo>
                    <a:pt x="31165" y="300202"/>
                  </a:lnTo>
                  <a:lnTo>
                    <a:pt x="0" y="349948"/>
                  </a:lnTo>
                  <a:lnTo>
                    <a:pt x="9207" y="354736"/>
                  </a:lnTo>
                  <a:lnTo>
                    <a:pt x="39331" y="306438"/>
                  </a:lnTo>
                  <a:lnTo>
                    <a:pt x="73723" y="267258"/>
                  </a:lnTo>
                  <a:lnTo>
                    <a:pt x="111582" y="236194"/>
                  </a:lnTo>
                  <a:lnTo>
                    <a:pt x="152120" y="212255"/>
                  </a:lnTo>
                  <a:lnTo>
                    <a:pt x="194551" y="194437"/>
                  </a:lnTo>
                  <a:lnTo>
                    <a:pt x="238074" y="181749"/>
                  </a:lnTo>
                  <a:lnTo>
                    <a:pt x="281901" y="173202"/>
                  </a:lnTo>
                  <a:lnTo>
                    <a:pt x="325247" y="167767"/>
                  </a:lnTo>
                  <a:lnTo>
                    <a:pt x="367322" y="164490"/>
                  </a:lnTo>
                  <a:lnTo>
                    <a:pt x="438315" y="160693"/>
                  </a:lnTo>
                  <a:lnTo>
                    <a:pt x="466496" y="158521"/>
                  </a:lnTo>
                  <a:lnTo>
                    <a:pt x="491261" y="155168"/>
                  </a:lnTo>
                  <a:lnTo>
                    <a:pt x="512000" y="150025"/>
                  </a:lnTo>
                  <a:close/>
                </a:path>
                <a:path w="935989" h="1577975">
                  <a:moveTo>
                    <a:pt x="869200" y="606209"/>
                  </a:moveTo>
                  <a:lnTo>
                    <a:pt x="828751" y="567169"/>
                  </a:lnTo>
                  <a:lnTo>
                    <a:pt x="793330" y="526135"/>
                  </a:lnTo>
                  <a:lnTo>
                    <a:pt x="762749" y="483450"/>
                  </a:lnTo>
                  <a:lnTo>
                    <a:pt x="736854" y="439458"/>
                  </a:lnTo>
                  <a:lnTo>
                    <a:pt x="715441" y="394500"/>
                  </a:lnTo>
                  <a:lnTo>
                    <a:pt x="698360" y="348932"/>
                  </a:lnTo>
                  <a:lnTo>
                    <a:pt x="685419" y="303085"/>
                  </a:lnTo>
                  <a:lnTo>
                    <a:pt x="676452" y="257314"/>
                  </a:lnTo>
                  <a:lnTo>
                    <a:pt x="671271" y="211950"/>
                  </a:lnTo>
                  <a:lnTo>
                    <a:pt x="669696" y="167335"/>
                  </a:lnTo>
                  <a:lnTo>
                    <a:pt x="671576" y="123825"/>
                  </a:lnTo>
                  <a:lnTo>
                    <a:pt x="676719" y="81762"/>
                  </a:lnTo>
                  <a:lnTo>
                    <a:pt x="684936" y="41478"/>
                  </a:lnTo>
                  <a:lnTo>
                    <a:pt x="696074" y="3327"/>
                  </a:lnTo>
                  <a:lnTo>
                    <a:pt x="686244" y="0"/>
                  </a:lnTo>
                  <a:lnTo>
                    <a:pt x="673442" y="45173"/>
                  </a:lnTo>
                  <a:lnTo>
                    <a:pt x="664743" y="92722"/>
                  </a:lnTo>
                  <a:lnTo>
                    <a:pt x="660158" y="141884"/>
                  </a:lnTo>
                  <a:lnTo>
                    <a:pt x="659739" y="191884"/>
                  </a:lnTo>
                  <a:lnTo>
                    <a:pt x="663524" y="241998"/>
                  </a:lnTo>
                  <a:lnTo>
                    <a:pt x="671550" y="291439"/>
                  </a:lnTo>
                  <a:lnTo>
                    <a:pt x="683082" y="337210"/>
                  </a:lnTo>
                  <a:lnTo>
                    <a:pt x="698284" y="381711"/>
                  </a:lnTo>
                  <a:lnTo>
                    <a:pt x="717105" y="424802"/>
                  </a:lnTo>
                  <a:lnTo>
                    <a:pt x="739432" y="466318"/>
                  </a:lnTo>
                  <a:lnTo>
                    <a:pt x="765213" y="506145"/>
                  </a:lnTo>
                  <a:lnTo>
                    <a:pt x="794346" y="544118"/>
                  </a:lnTo>
                  <a:lnTo>
                    <a:pt x="826744" y="580123"/>
                  </a:lnTo>
                  <a:lnTo>
                    <a:pt x="862330" y="613994"/>
                  </a:lnTo>
                  <a:lnTo>
                    <a:pt x="869200" y="606209"/>
                  </a:lnTo>
                  <a:close/>
                </a:path>
                <a:path w="935989" h="1577975">
                  <a:moveTo>
                    <a:pt x="935697" y="1249375"/>
                  </a:moveTo>
                  <a:lnTo>
                    <a:pt x="925322" y="1249375"/>
                  </a:lnTo>
                  <a:lnTo>
                    <a:pt x="925068" y="1266126"/>
                  </a:lnTo>
                  <a:lnTo>
                    <a:pt x="923493" y="1309484"/>
                  </a:lnTo>
                  <a:lnTo>
                    <a:pt x="919340" y="1371841"/>
                  </a:lnTo>
                  <a:lnTo>
                    <a:pt x="911364" y="1445602"/>
                  </a:lnTo>
                  <a:lnTo>
                    <a:pt x="898321" y="1523161"/>
                  </a:lnTo>
                  <a:lnTo>
                    <a:pt x="892556" y="1491297"/>
                  </a:lnTo>
                  <a:lnTo>
                    <a:pt x="884402" y="1450390"/>
                  </a:lnTo>
                  <a:lnTo>
                    <a:pt x="873874" y="1403007"/>
                  </a:lnTo>
                  <a:lnTo>
                    <a:pt x="860983" y="1351699"/>
                  </a:lnTo>
                  <a:lnTo>
                    <a:pt x="845731" y="1299032"/>
                  </a:lnTo>
                  <a:lnTo>
                    <a:pt x="828128" y="1247559"/>
                  </a:lnTo>
                  <a:lnTo>
                    <a:pt x="818413" y="1251191"/>
                  </a:lnTo>
                  <a:lnTo>
                    <a:pt x="840790" y="1318412"/>
                  </a:lnTo>
                  <a:lnTo>
                    <a:pt x="859193" y="1386357"/>
                  </a:lnTo>
                  <a:lnTo>
                    <a:pt x="873569" y="1449298"/>
                  </a:lnTo>
                  <a:lnTo>
                    <a:pt x="883920" y="1501546"/>
                  </a:lnTo>
                  <a:lnTo>
                    <a:pt x="892378" y="1551203"/>
                  </a:lnTo>
                  <a:lnTo>
                    <a:pt x="896251" y="1577682"/>
                  </a:lnTo>
                  <a:lnTo>
                    <a:pt x="902563" y="1551686"/>
                  </a:lnTo>
                  <a:lnTo>
                    <a:pt x="916393" y="1482471"/>
                  </a:lnTo>
                  <a:lnTo>
                    <a:pt x="925715" y="1413611"/>
                  </a:lnTo>
                  <a:lnTo>
                    <a:pt x="931418" y="1350467"/>
                  </a:lnTo>
                  <a:lnTo>
                    <a:pt x="934389" y="1298460"/>
                  </a:lnTo>
                  <a:lnTo>
                    <a:pt x="935520" y="1262964"/>
                  </a:lnTo>
                  <a:lnTo>
                    <a:pt x="935697" y="1249375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0830" y="4645160"/>
              <a:ext cx="1137556" cy="92384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491729" y="3714603"/>
              <a:ext cx="542925" cy="584835"/>
            </a:xfrm>
            <a:custGeom>
              <a:avLst/>
              <a:gdLst/>
              <a:ahLst/>
              <a:cxnLst/>
              <a:rect l="l" t="t" r="r" b="b"/>
              <a:pathLst>
                <a:path w="542925" h="584835">
                  <a:moveTo>
                    <a:pt x="450862" y="6565"/>
                  </a:moveTo>
                  <a:lnTo>
                    <a:pt x="442810" y="0"/>
                  </a:lnTo>
                  <a:lnTo>
                    <a:pt x="413397" y="25806"/>
                  </a:lnTo>
                  <a:lnTo>
                    <a:pt x="374154" y="46202"/>
                  </a:lnTo>
                  <a:lnTo>
                    <a:pt x="327088" y="63385"/>
                  </a:lnTo>
                  <a:lnTo>
                    <a:pt x="227025" y="93789"/>
                  </a:lnTo>
                  <a:lnTo>
                    <a:pt x="178879" y="109969"/>
                  </a:lnTo>
                  <a:lnTo>
                    <a:pt x="130949" y="129349"/>
                  </a:lnTo>
                  <a:lnTo>
                    <a:pt x="84404" y="153238"/>
                  </a:lnTo>
                  <a:lnTo>
                    <a:pt x="40373" y="182930"/>
                  </a:lnTo>
                  <a:lnTo>
                    <a:pt x="0" y="219697"/>
                  </a:lnTo>
                  <a:lnTo>
                    <a:pt x="7569" y="226796"/>
                  </a:lnTo>
                  <a:lnTo>
                    <a:pt x="47015" y="190906"/>
                  </a:lnTo>
                  <a:lnTo>
                    <a:pt x="90195" y="161899"/>
                  </a:lnTo>
                  <a:lnTo>
                    <a:pt x="135966" y="138493"/>
                  </a:lnTo>
                  <a:lnTo>
                    <a:pt x="183146" y="119456"/>
                  </a:lnTo>
                  <a:lnTo>
                    <a:pt x="230619" y="103530"/>
                  </a:lnTo>
                  <a:lnTo>
                    <a:pt x="331254" y="72948"/>
                  </a:lnTo>
                  <a:lnTo>
                    <a:pt x="379514" y="55206"/>
                  </a:lnTo>
                  <a:lnTo>
                    <a:pt x="420027" y="33870"/>
                  </a:lnTo>
                  <a:lnTo>
                    <a:pt x="450862" y="6565"/>
                  </a:lnTo>
                  <a:close/>
                </a:path>
                <a:path w="542925" h="584835">
                  <a:moveTo>
                    <a:pt x="542328" y="576618"/>
                  </a:moveTo>
                  <a:lnTo>
                    <a:pt x="500799" y="536854"/>
                  </a:lnTo>
                  <a:lnTo>
                    <a:pt x="463804" y="494436"/>
                  </a:lnTo>
                  <a:lnTo>
                    <a:pt x="431634" y="449745"/>
                  </a:lnTo>
                  <a:lnTo>
                    <a:pt x="404558" y="403199"/>
                  </a:lnTo>
                  <a:lnTo>
                    <a:pt x="382866" y="355168"/>
                  </a:lnTo>
                  <a:lnTo>
                    <a:pt x="366725" y="305320"/>
                  </a:lnTo>
                  <a:lnTo>
                    <a:pt x="357314" y="256971"/>
                  </a:lnTo>
                  <a:lnTo>
                    <a:pt x="354812" y="211696"/>
                  </a:lnTo>
                  <a:lnTo>
                    <a:pt x="359460" y="171132"/>
                  </a:lnTo>
                  <a:lnTo>
                    <a:pt x="349326" y="168910"/>
                  </a:lnTo>
                  <a:lnTo>
                    <a:pt x="344474" y="210972"/>
                  </a:lnTo>
                  <a:lnTo>
                    <a:pt x="346976" y="257771"/>
                  </a:lnTo>
                  <a:lnTo>
                    <a:pt x="356616" y="307644"/>
                  </a:lnTo>
                  <a:lnTo>
                    <a:pt x="373202" y="358927"/>
                  </a:lnTo>
                  <a:lnTo>
                    <a:pt x="391210" y="399796"/>
                  </a:lnTo>
                  <a:lnTo>
                    <a:pt x="413067" y="439674"/>
                  </a:lnTo>
                  <a:lnTo>
                    <a:pt x="438594" y="478307"/>
                  </a:lnTo>
                  <a:lnTo>
                    <a:pt x="467614" y="515454"/>
                  </a:lnTo>
                  <a:lnTo>
                    <a:pt x="499973" y="550900"/>
                  </a:lnTo>
                  <a:lnTo>
                    <a:pt x="535495" y="584415"/>
                  </a:lnTo>
                  <a:lnTo>
                    <a:pt x="542328" y="576618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0026" y="4210203"/>
              <a:ext cx="169230" cy="22618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710130" y="3165870"/>
              <a:ext cx="539115" cy="1366520"/>
            </a:xfrm>
            <a:custGeom>
              <a:avLst/>
              <a:gdLst/>
              <a:ahLst/>
              <a:cxnLst/>
              <a:rect l="l" t="t" r="r" b="b"/>
              <a:pathLst>
                <a:path w="539114" h="1366520">
                  <a:moveTo>
                    <a:pt x="535191" y="0"/>
                  </a:moveTo>
                  <a:lnTo>
                    <a:pt x="487898" y="21604"/>
                  </a:lnTo>
                  <a:lnTo>
                    <a:pt x="444694" y="48738"/>
                  </a:lnTo>
                  <a:lnTo>
                    <a:pt x="405636" y="81348"/>
                  </a:lnTo>
                  <a:lnTo>
                    <a:pt x="370781" y="119378"/>
                  </a:lnTo>
                  <a:lnTo>
                    <a:pt x="340186" y="162773"/>
                  </a:lnTo>
                  <a:lnTo>
                    <a:pt x="313909" y="211480"/>
                  </a:lnTo>
                  <a:lnTo>
                    <a:pt x="292405" y="263908"/>
                  </a:lnTo>
                  <a:lnTo>
                    <a:pt x="276017" y="316226"/>
                  </a:lnTo>
                  <a:lnTo>
                    <a:pt x="263708" y="366967"/>
                  </a:lnTo>
                  <a:lnTo>
                    <a:pt x="254444" y="414664"/>
                  </a:lnTo>
                  <a:lnTo>
                    <a:pt x="244257" y="475713"/>
                  </a:lnTo>
                  <a:lnTo>
                    <a:pt x="233264" y="522304"/>
                  </a:lnTo>
                  <a:lnTo>
                    <a:pt x="217228" y="565596"/>
                  </a:lnTo>
                  <a:lnTo>
                    <a:pt x="197271" y="606636"/>
                  </a:lnTo>
                  <a:lnTo>
                    <a:pt x="174515" y="646471"/>
                  </a:lnTo>
                  <a:lnTo>
                    <a:pt x="128301" y="721411"/>
                  </a:lnTo>
                  <a:lnTo>
                    <a:pt x="106347" y="758827"/>
                  </a:lnTo>
                  <a:lnTo>
                    <a:pt x="85003" y="799016"/>
                  </a:lnTo>
                  <a:lnTo>
                    <a:pt x="65049" y="842600"/>
                  </a:lnTo>
                  <a:lnTo>
                    <a:pt x="47268" y="890201"/>
                  </a:lnTo>
                  <a:lnTo>
                    <a:pt x="32442" y="942442"/>
                  </a:lnTo>
                  <a:lnTo>
                    <a:pt x="18636" y="1006817"/>
                  </a:lnTo>
                  <a:lnTo>
                    <a:pt x="9233" y="1064544"/>
                  </a:lnTo>
                  <a:lnTo>
                    <a:pt x="3488" y="1116498"/>
                  </a:lnTo>
                  <a:lnTo>
                    <a:pt x="658" y="1163552"/>
                  </a:lnTo>
                  <a:lnTo>
                    <a:pt x="0" y="1206582"/>
                  </a:lnTo>
                  <a:lnTo>
                    <a:pt x="769" y="1246461"/>
                  </a:lnTo>
                  <a:lnTo>
                    <a:pt x="3757" y="1325399"/>
                  </a:lnTo>
                  <a:lnTo>
                    <a:pt x="4125" y="1345635"/>
                  </a:lnTo>
                  <a:lnTo>
                    <a:pt x="4034" y="1365822"/>
                  </a:lnTo>
                  <a:lnTo>
                    <a:pt x="14411" y="1366010"/>
                  </a:lnTo>
                  <a:lnTo>
                    <a:pt x="14501" y="1345621"/>
                  </a:lnTo>
                  <a:lnTo>
                    <a:pt x="14132" y="1325224"/>
                  </a:lnTo>
                  <a:lnTo>
                    <a:pt x="11148" y="1246327"/>
                  </a:lnTo>
                  <a:lnTo>
                    <a:pt x="10386" y="1206763"/>
                  </a:lnTo>
                  <a:lnTo>
                    <a:pt x="11039" y="1164079"/>
                  </a:lnTo>
                  <a:lnTo>
                    <a:pt x="13844" y="1117411"/>
                  </a:lnTo>
                  <a:lnTo>
                    <a:pt x="19538" y="1065893"/>
                  </a:lnTo>
                  <a:lnTo>
                    <a:pt x="28856" y="1008662"/>
                  </a:lnTo>
                  <a:lnTo>
                    <a:pt x="42535" y="944850"/>
                  </a:lnTo>
                  <a:lnTo>
                    <a:pt x="57017" y="893593"/>
                  </a:lnTo>
                  <a:lnTo>
                    <a:pt x="74269" y="847128"/>
                  </a:lnTo>
                  <a:lnTo>
                    <a:pt x="93687" y="804578"/>
                  </a:lnTo>
                  <a:lnTo>
                    <a:pt x="114666" y="765066"/>
                  </a:lnTo>
                  <a:lnTo>
                    <a:pt x="136601" y="727713"/>
                  </a:lnTo>
                  <a:lnTo>
                    <a:pt x="183651" y="651419"/>
                  </a:lnTo>
                  <a:lnTo>
                    <a:pt x="206725" y="610991"/>
                  </a:lnTo>
                  <a:lnTo>
                    <a:pt x="226978" y="569252"/>
                  </a:lnTo>
                  <a:lnTo>
                    <a:pt x="243280" y="525097"/>
                  </a:lnTo>
                  <a:lnTo>
                    <a:pt x="254498" y="477420"/>
                  </a:lnTo>
                  <a:lnTo>
                    <a:pt x="263408" y="423602"/>
                  </a:lnTo>
                  <a:lnTo>
                    <a:pt x="270601" y="384664"/>
                  </a:lnTo>
                  <a:lnTo>
                    <a:pt x="279597" y="343532"/>
                  </a:lnTo>
                  <a:lnTo>
                    <a:pt x="290986" y="301023"/>
                  </a:lnTo>
                  <a:lnTo>
                    <a:pt x="305355" y="257958"/>
                  </a:lnTo>
                  <a:lnTo>
                    <a:pt x="323295" y="215154"/>
                  </a:lnTo>
                  <a:lnTo>
                    <a:pt x="345395" y="173431"/>
                  </a:lnTo>
                  <a:lnTo>
                    <a:pt x="372242" y="133608"/>
                  </a:lnTo>
                  <a:lnTo>
                    <a:pt x="404427" y="96504"/>
                  </a:lnTo>
                  <a:lnTo>
                    <a:pt x="442539" y="62938"/>
                  </a:lnTo>
                  <a:lnTo>
                    <a:pt x="487166" y="33729"/>
                  </a:lnTo>
                  <a:lnTo>
                    <a:pt x="538897" y="9696"/>
                  </a:lnTo>
                  <a:lnTo>
                    <a:pt x="535191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152892" y="3635930"/>
              <a:ext cx="1310005" cy="1599565"/>
            </a:xfrm>
            <a:custGeom>
              <a:avLst/>
              <a:gdLst/>
              <a:ahLst/>
              <a:cxnLst/>
              <a:rect l="l" t="t" r="r" b="b"/>
              <a:pathLst>
                <a:path w="1310004" h="1599564">
                  <a:moveTo>
                    <a:pt x="851176" y="0"/>
                  </a:moveTo>
                  <a:lnTo>
                    <a:pt x="797815" y="2204"/>
                  </a:lnTo>
                  <a:lnTo>
                    <a:pt x="727978" y="11396"/>
                  </a:lnTo>
                  <a:lnTo>
                    <a:pt x="660506" y="24038"/>
                  </a:lnTo>
                  <a:lnTo>
                    <a:pt x="596746" y="39050"/>
                  </a:lnTo>
                  <a:lnTo>
                    <a:pt x="538043" y="55352"/>
                  </a:lnTo>
                  <a:lnTo>
                    <a:pt x="485745" y="71862"/>
                  </a:lnTo>
                  <a:lnTo>
                    <a:pt x="441197" y="87501"/>
                  </a:lnTo>
                  <a:lnTo>
                    <a:pt x="380740" y="111839"/>
                  </a:lnTo>
                  <a:lnTo>
                    <a:pt x="367524" y="118379"/>
                  </a:lnTo>
                  <a:lnTo>
                    <a:pt x="327310" y="132232"/>
                  </a:lnTo>
                  <a:lnTo>
                    <a:pt x="287096" y="142607"/>
                  </a:lnTo>
                  <a:lnTo>
                    <a:pt x="256163" y="149116"/>
                  </a:lnTo>
                  <a:lnTo>
                    <a:pt x="243790" y="151372"/>
                  </a:lnTo>
                  <a:lnTo>
                    <a:pt x="190045" y="182329"/>
                  </a:lnTo>
                  <a:lnTo>
                    <a:pt x="143999" y="215573"/>
                  </a:lnTo>
                  <a:lnTo>
                    <a:pt x="105213" y="250753"/>
                  </a:lnTo>
                  <a:lnTo>
                    <a:pt x="73245" y="287516"/>
                  </a:lnTo>
                  <a:lnTo>
                    <a:pt x="47656" y="325511"/>
                  </a:lnTo>
                  <a:lnTo>
                    <a:pt x="28006" y="364386"/>
                  </a:lnTo>
                  <a:lnTo>
                    <a:pt x="13856" y="403789"/>
                  </a:lnTo>
                  <a:lnTo>
                    <a:pt x="4764" y="443368"/>
                  </a:lnTo>
                  <a:lnTo>
                    <a:pt x="292" y="482771"/>
                  </a:lnTo>
                  <a:lnTo>
                    <a:pt x="0" y="521646"/>
                  </a:lnTo>
                  <a:lnTo>
                    <a:pt x="3446" y="559641"/>
                  </a:lnTo>
                  <a:lnTo>
                    <a:pt x="19798" y="631584"/>
                  </a:lnTo>
                  <a:lnTo>
                    <a:pt x="45827" y="695785"/>
                  </a:lnTo>
                  <a:lnTo>
                    <a:pt x="78045" y="743988"/>
                  </a:lnTo>
                  <a:lnTo>
                    <a:pt x="117224" y="779045"/>
                  </a:lnTo>
                  <a:lnTo>
                    <a:pt x="160656" y="803661"/>
                  </a:lnTo>
                  <a:lnTo>
                    <a:pt x="205636" y="820544"/>
                  </a:lnTo>
                  <a:lnTo>
                    <a:pt x="249457" y="832401"/>
                  </a:lnTo>
                  <a:lnTo>
                    <a:pt x="289412" y="841938"/>
                  </a:lnTo>
                  <a:lnTo>
                    <a:pt x="322794" y="851862"/>
                  </a:lnTo>
                  <a:lnTo>
                    <a:pt x="364579" y="895087"/>
                  </a:lnTo>
                  <a:lnTo>
                    <a:pt x="371492" y="940187"/>
                  </a:lnTo>
                  <a:lnTo>
                    <a:pt x="372676" y="993764"/>
                  </a:lnTo>
                  <a:lnTo>
                    <a:pt x="373172" y="1049403"/>
                  </a:lnTo>
                  <a:lnTo>
                    <a:pt x="378022" y="1100689"/>
                  </a:lnTo>
                  <a:lnTo>
                    <a:pt x="392267" y="1141206"/>
                  </a:lnTo>
                  <a:lnTo>
                    <a:pt x="446399" y="1193146"/>
                  </a:lnTo>
                  <a:lnTo>
                    <a:pt x="487385" y="1219359"/>
                  </a:lnTo>
                  <a:lnTo>
                    <a:pt x="534557" y="1244315"/>
                  </a:lnTo>
                  <a:lnTo>
                    <a:pt x="585595" y="1266952"/>
                  </a:lnTo>
                  <a:lnTo>
                    <a:pt x="638179" y="1286206"/>
                  </a:lnTo>
                  <a:lnTo>
                    <a:pt x="689990" y="1301013"/>
                  </a:lnTo>
                  <a:lnTo>
                    <a:pt x="738707" y="1310311"/>
                  </a:lnTo>
                  <a:lnTo>
                    <a:pt x="779012" y="1320753"/>
                  </a:lnTo>
                  <a:lnTo>
                    <a:pt x="816737" y="1340088"/>
                  </a:lnTo>
                  <a:lnTo>
                    <a:pt x="850830" y="1366824"/>
                  </a:lnTo>
                  <a:lnTo>
                    <a:pt x="880238" y="1399466"/>
                  </a:lnTo>
                  <a:lnTo>
                    <a:pt x="903909" y="1436521"/>
                  </a:lnTo>
                  <a:lnTo>
                    <a:pt x="920791" y="1476496"/>
                  </a:lnTo>
                  <a:lnTo>
                    <a:pt x="929831" y="1517897"/>
                  </a:lnTo>
                  <a:lnTo>
                    <a:pt x="929977" y="1559231"/>
                  </a:lnTo>
                  <a:lnTo>
                    <a:pt x="920177" y="1599004"/>
                  </a:lnTo>
                  <a:lnTo>
                    <a:pt x="988191" y="1573267"/>
                  </a:lnTo>
                  <a:lnTo>
                    <a:pt x="1048070" y="1547431"/>
                  </a:lnTo>
                  <a:lnTo>
                    <a:pt x="1100102" y="1521223"/>
                  </a:lnTo>
                  <a:lnTo>
                    <a:pt x="1144572" y="1494370"/>
                  </a:lnTo>
                  <a:lnTo>
                    <a:pt x="1181768" y="1466600"/>
                  </a:lnTo>
                  <a:lnTo>
                    <a:pt x="1211975" y="1437642"/>
                  </a:lnTo>
                  <a:lnTo>
                    <a:pt x="1235480" y="1407223"/>
                  </a:lnTo>
                  <a:lnTo>
                    <a:pt x="1263528" y="1340915"/>
                  </a:lnTo>
                  <a:lnTo>
                    <a:pt x="1268644" y="1304482"/>
                  </a:lnTo>
                  <a:lnTo>
                    <a:pt x="1268203" y="1265499"/>
                  </a:lnTo>
                  <a:lnTo>
                    <a:pt x="1262492" y="1223696"/>
                  </a:lnTo>
                  <a:lnTo>
                    <a:pt x="1248580" y="1164860"/>
                  </a:lnTo>
                  <a:lnTo>
                    <a:pt x="1233171" y="1116464"/>
                  </a:lnTo>
                  <a:lnTo>
                    <a:pt x="1218631" y="1075801"/>
                  </a:lnTo>
                  <a:lnTo>
                    <a:pt x="1207330" y="1040165"/>
                  </a:lnTo>
                  <a:lnTo>
                    <a:pt x="1201635" y="1006847"/>
                  </a:lnTo>
                  <a:lnTo>
                    <a:pt x="1203915" y="973143"/>
                  </a:lnTo>
                  <a:lnTo>
                    <a:pt x="1216539" y="936346"/>
                  </a:lnTo>
                  <a:lnTo>
                    <a:pt x="1241874" y="893748"/>
                  </a:lnTo>
                  <a:lnTo>
                    <a:pt x="1270488" y="847367"/>
                  </a:lnTo>
                  <a:lnTo>
                    <a:pt x="1291367" y="801082"/>
                  </a:lnTo>
                  <a:lnTo>
                    <a:pt x="1304513" y="754989"/>
                  </a:lnTo>
                  <a:lnTo>
                    <a:pt x="1309925" y="709186"/>
                  </a:lnTo>
                  <a:lnTo>
                    <a:pt x="1307603" y="663770"/>
                  </a:lnTo>
                  <a:lnTo>
                    <a:pt x="1297548" y="618836"/>
                  </a:lnTo>
                  <a:lnTo>
                    <a:pt x="1279761" y="574483"/>
                  </a:lnTo>
                  <a:lnTo>
                    <a:pt x="1254241" y="530806"/>
                  </a:lnTo>
                  <a:lnTo>
                    <a:pt x="1223178" y="477021"/>
                  </a:lnTo>
                  <a:lnTo>
                    <a:pt x="1206434" y="429076"/>
                  </a:lnTo>
                  <a:lnTo>
                    <a:pt x="1201145" y="383881"/>
                  </a:lnTo>
                  <a:lnTo>
                    <a:pt x="1204448" y="338342"/>
                  </a:lnTo>
                  <a:lnTo>
                    <a:pt x="1213478" y="289366"/>
                  </a:lnTo>
                  <a:lnTo>
                    <a:pt x="1225372" y="233862"/>
                  </a:lnTo>
                  <a:lnTo>
                    <a:pt x="1226203" y="203771"/>
                  </a:lnTo>
                  <a:lnTo>
                    <a:pt x="1198782" y="144207"/>
                  </a:lnTo>
                  <a:lnTo>
                    <a:pt x="1172575" y="115905"/>
                  </a:lnTo>
                  <a:lnTo>
                    <a:pt x="1139397" y="89370"/>
                  </a:lnTo>
                  <a:lnTo>
                    <a:pt x="1100271" y="65185"/>
                  </a:lnTo>
                  <a:lnTo>
                    <a:pt x="1056219" y="43936"/>
                  </a:lnTo>
                  <a:lnTo>
                    <a:pt x="1008262" y="26209"/>
                  </a:lnTo>
                  <a:lnTo>
                    <a:pt x="957421" y="12587"/>
                  </a:lnTo>
                  <a:lnTo>
                    <a:pt x="904719" y="3655"/>
                  </a:lnTo>
                  <a:lnTo>
                    <a:pt x="851176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322512" y="3736409"/>
              <a:ext cx="1045844" cy="1414780"/>
            </a:xfrm>
            <a:custGeom>
              <a:avLst/>
              <a:gdLst/>
              <a:ahLst/>
              <a:cxnLst/>
              <a:rect l="l" t="t" r="r" b="b"/>
              <a:pathLst>
                <a:path w="1045845" h="1414779">
                  <a:moveTo>
                    <a:pt x="1045552" y="792340"/>
                  </a:moveTo>
                  <a:lnTo>
                    <a:pt x="1011732" y="751560"/>
                  </a:lnTo>
                  <a:lnTo>
                    <a:pt x="975067" y="719137"/>
                  </a:lnTo>
                  <a:lnTo>
                    <a:pt x="936282" y="693762"/>
                  </a:lnTo>
                  <a:lnTo>
                    <a:pt x="896099" y="674103"/>
                  </a:lnTo>
                  <a:lnTo>
                    <a:pt x="855243" y="658812"/>
                  </a:lnTo>
                  <a:lnTo>
                    <a:pt x="814438" y="646582"/>
                  </a:lnTo>
                  <a:lnTo>
                    <a:pt x="723722" y="622503"/>
                  </a:lnTo>
                  <a:lnTo>
                    <a:pt x="677799" y="606767"/>
                  </a:lnTo>
                  <a:lnTo>
                    <a:pt x="637819" y="585787"/>
                  </a:lnTo>
                  <a:lnTo>
                    <a:pt x="605497" y="556933"/>
                  </a:lnTo>
                  <a:lnTo>
                    <a:pt x="586460" y="483400"/>
                  </a:lnTo>
                  <a:lnTo>
                    <a:pt x="585863" y="435927"/>
                  </a:lnTo>
                  <a:lnTo>
                    <a:pt x="590740" y="378345"/>
                  </a:lnTo>
                  <a:lnTo>
                    <a:pt x="592658" y="319024"/>
                  </a:lnTo>
                  <a:lnTo>
                    <a:pt x="583552" y="266230"/>
                  </a:lnTo>
                  <a:lnTo>
                    <a:pt x="563003" y="218541"/>
                  </a:lnTo>
                  <a:lnTo>
                    <a:pt x="530580" y="174548"/>
                  </a:lnTo>
                  <a:lnTo>
                    <a:pt x="504113" y="148437"/>
                  </a:lnTo>
                  <a:lnTo>
                    <a:pt x="529602" y="153657"/>
                  </a:lnTo>
                  <a:lnTo>
                    <a:pt x="578319" y="156019"/>
                  </a:lnTo>
                  <a:lnTo>
                    <a:pt x="629412" y="153631"/>
                  </a:lnTo>
                  <a:lnTo>
                    <a:pt x="730961" y="144284"/>
                  </a:lnTo>
                  <a:lnTo>
                    <a:pt x="779665" y="141325"/>
                  </a:lnTo>
                  <a:lnTo>
                    <a:pt x="828294" y="141516"/>
                  </a:lnTo>
                  <a:lnTo>
                    <a:pt x="876566" y="146431"/>
                  </a:lnTo>
                  <a:lnTo>
                    <a:pt x="924217" y="157683"/>
                  </a:lnTo>
                  <a:lnTo>
                    <a:pt x="970965" y="176872"/>
                  </a:lnTo>
                  <a:lnTo>
                    <a:pt x="1016533" y="205574"/>
                  </a:lnTo>
                  <a:lnTo>
                    <a:pt x="1022794" y="197307"/>
                  </a:lnTo>
                  <a:lnTo>
                    <a:pt x="975626" y="167728"/>
                  </a:lnTo>
                  <a:lnTo>
                    <a:pt x="927036" y="147993"/>
                  </a:lnTo>
                  <a:lnTo>
                    <a:pt x="877557" y="136436"/>
                  </a:lnTo>
                  <a:lnTo>
                    <a:pt x="827722" y="131356"/>
                  </a:lnTo>
                  <a:lnTo>
                    <a:pt x="778065" y="131127"/>
                  </a:lnTo>
                  <a:lnTo>
                    <a:pt x="729119" y="134048"/>
                  </a:lnTo>
                  <a:lnTo>
                    <a:pt x="629208" y="143230"/>
                  </a:lnTo>
                  <a:lnTo>
                    <a:pt x="578993" y="145618"/>
                  </a:lnTo>
                  <a:lnTo>
                    <a:pt x="531329" y="143395"/>
                  </a:lnTo>
                  <a:lnTo>
                    <a:pt x="486765" y="134327"/>
                  </a:lnTo>
                  <a:lnTo>
                    <a:pt x="435610" y="98094"/>
                  </a:lnTo>
                  <a:lnTo>
                    <a:pt x="392874" y="73444"/>
                  </a:lnTo>
                  <a:lnTo>
                    <a:pt x="344182" y="48971"/>
                  </a:lnTo>
                  <a:lnTo>
                    <a:pt x="289293" y="24536"/>
                  </a:lnTo>
                  <a:lnTo>
                    <a:pt x="227952" y="0"/>
                  </a:lnTo>
                  <a:lnTo>
                    <a:pt x="224256" y="9690"/>
                  </a:lnTo>
                  <a:lnTo>
                    <a:pt x="261112" y="24434"/>
                  </a:lnTo>
                  <a:lnTo>
                    <a:pt x="268782" y="74434"/>
                  </a:lnTo>
                  <a:lnTo>
                    <a:pt x="265798" y="123088"/>
                  </a:lnTo>
                  <a:lnTo>
                    <a:pt x="253517" y="168452"/>
                  </a:lnTo>
                  <a:lnTo>
                    <a:pt x="233680" y="211328"/>
                  </a:lnTo>
                  <a:lnTo>
                    <a:pt x="208051" y="252488"/>
                  </a:lnTo>
                  <a:lnTo>
                    <a:pt x="178396" y="292709"/>
                  </a:lnTo>
                  <a:lnTo>
                    <a:pt x="115760" y="371246"/>
                  </a:lnTo>
                  <a:lnTo>
                    <a:pt x="85928" y="410870"/>
                  </a:lnTo>
                  <a:lnTo>
                    <a:pt x="58216" y="452450"/>
                  </a:lnTo>
                  <a:lnTo>
                    <a:pt x="33832" y="496722"/>
                  </a:lnTo>
                  <a:lnTo>
                    <a:pt x="14020" y="544449"/>
                  </a:lnTo>
                  <a:lnTo>
                    <a:pt x="0" y="596366"/>
                  </a:lnTo>
                  <a:lnTo>
                    <a:pt x="10172" y="598373"/>
                  </a:lnTo>
                  <a:lnTo>
                    <a:pt x="23926" y="547598"/>
                  </a:lnTo>
                  <a:lnTo>
                    <a:pt x="43421" y="500799"/>
                  </a:lnTo>
                  <a:lnTo>
                    <a:pt x="67449" y="457288"/>
                  </a:lnTo>
                  <a:lnTo>
                    <a:pt x="94792" y="416344"/>
                  </a:lnTo>
                  <a:lnTo>
                    <a:pt x="124231" y="377253"/>
                  </a:lnTo>
                  <a:lnTo>
                    <a:pt x="187172" y="298335"/>
                  </a:lnTo>
                  <a:lnTo>
                    <a:pt x="217474" y="257162"/>
                  </a:lnTo>
                  <a:lnTo>
                    <a:pt x="243636" y="214972"/>
                  </a:lnTo>
                  <a:lnTo>
                    <a:pt x="263855" y="170903"/>
                  </a:lnTo>
                  <a:lnTo>
                    <a:pt x="276326" y="124142"/>
                  </a:lnTo>
                  <a:lnTo>
                    <a:pt x="279222" y="73825"/>
                  </a:lnTo>
                  <a:lnTo>
                    <a:pt x="272262" y="28892"/>
                  </a:lnTo>
                  <a:lnTo>
                    <a:pt x="284937" y="33959"/>
                  </a:lnTo>
                  <a:lnTo>
                    <a:pt x="339191" y="58077"/>
                  </a:lnTo>
                  <a:lnTo>
                    <a:pt x="387299" y="82194"/>
                  </a:lnTo>
                  <a:lnTo>
                    <a:pt x="429463" y="106464"/>
                  </a:lnTo>
                  <a:lnTo>
                    <a:pt x="465950" y="131000"/>
                  </a:lnTo>
                  <a:lnTo>
                    <a:pt x="497014" y="155968"/>
                  </a:lnTo>
                  <a:lnTo>
                    <a:pt x="553910" y="223659"/>
                  </a:lnTo>
                  <a:lnTo>
                    <a:pt x="573582" y="269417"/>
                  </a:lnTo>
                  <a:lnTo>
                    <a:pt x="582282" y="320116"/>
                  </a:lnTo>
                  <a:lnTo>
                    <a:pt x="580428" y="377151"/>
                  </a:lnTo>
                  <a:lnTo>
                    <a:pt x="576440" y="425196"/>
                  </a:lnTo>
                  <a:lnTo>
                    <a:pt x="548944" y="471703"/>
                  </a:lnTo>
                  <a:lnTo>
                    <a:pt x="527354" y="522795"/>
                  </a:lnTo>
                  <a:lnTo>
                    <a:pt x="509905" y="576884"/>
                  </a:lnTo>
                  <a:lnTo>
                    <a:pt x="482333" y="677125"/>
                  </a:lnTo>
                  <a:lnTo>
                    <a:pt x="469239" y="721017"/>
                  </a:lnTo>
                  <a:lnTo>
                    <a:pt x="454037" y="764552"/>
                  </a:lnTo>
                  <a:lnTo>
                    <a:pt x="435711" y="807389"/>
                  </a:lnTo>
                  <a:lnTo>
                    <a:pt x="413270" y="849160"/>
                  </a:lnTo>
                  <a:lnTo>
                    <a:pt x="385711" y="889508"/>
                  </a:lnTo>
                  <a:lnTo>
                    <a:pt x="352018" y="928065"/>
                  </a:lnTo>
                  <a:lnTo>
                    <a:pt x="311200" y="964476"/>
                  </a:lnTo>
                  <a:lnTo>
                    <a:pt x="317614" y="972642"/>
                  </a:lnTo>
                  <a:lnTo>
                    <a:pt x="359346" y="935443"/>
                  </a:lnTo>
                  <a:lnTo>
                    <a:pt x="393776" y="896137"/>
                  </a:lnTo>
                  <a:lnTo>
                    <a:pt x="421906" y="855091"/>
                  </a:lnTo>
                  <a:lnTo>
                    <a:pt x="444779" y="812634"/>
                  </a:lnTo>
                  <a:lnTo>
                    <a:pt x="463435" y="769137"/>
                  </a:lnTo>
                  <a:lnTo>
                    <a:pt x="478891" y="724954"/>
                  </a:lnTo>
                  <a:lnTo>
                    <a:pt x="492188" y="680440"/>
                  </a:lnTo>
                  <a:lnTo>
                    <a:pt x="519734" y="580263"/>
                  </a:lnTo>
                  <a:lnTo>
                    <a:pt x="536905" y="526910"/>
                  </a:lnTo>
                  <a:lnTo>
                    <a:pt x="558076" y="476669"/>
                  </a:lnTo>
                  <a:lnTo>
                    <a:pt x="575703" y="446786"/>
                  </a:lnTo>
                  <a:lnTo>
                    <a:pt x="576351" y="485076"/>
                  </a:lnTo>
                  <a:lnTo>
                    <a:pt x="583488" y="526923"/>
                  </a:lnTo>
                  <a:lnTo>
                    <a:pt x="597573" y="564756"/>
                  </a:lnTo>
                  <a:lnTo>
                    <a:pt x="619264" y="601586"/>
                  </a:lnTo>
                  <a:lnTo>
                    <a:pt x="649173" y="640461"/>
                  </a:lnTo>
                  <a:lnTo>
                    <a:pt x="686904" y="683221"/>
                  </a:lnTo>
                  <a:lnTo>
                    <a:pt x="689597" y="699046"/>
                  </a:lnTo>
                  <a:lnTo>
                    <a:pt x="695871" y="744296"/>
                  </a:lnTo>
                  <a:lnTo>
                    <a:pt x="702157" y="810272"/>
                  </a:lnTo>
                  <a:lnTo>
                    <a:pt x="705154" y="889698"/>
                  </a:lnTo>
                  <a:lnTo>
                    <a:pt x="702157" y="953389"/>
                  </a:lnTo>
                  <a:lnTo>
                    <a:pt x="693191" y="1005611"/>
                  </a:lnTo>
                  <a:lnTo>
                    <a:pt x="678929" y="1050836"/>
                  </a:lnTo>
                  <a:lnTo>
                    <a:pt x="659993" y="1093520"/>
                  </a:lnTo>
                  <a:lnTo>
                    <a:pt x="613943" y="1182738"/>
                  </a:lnTo>
                  <a:lnTo>
                    <a:pt x="623201" y="1187424"/>
                  </a:lnTo>
                  <a:lnTo>
                    <a:pt x="669582" y="1097559"/>
                  </a:lnTo>
                  <a:lnTo>
                    <a:pt x="688835" y="1054100"/>
                  </a:lnTo>
                  <a:lnTo>
                    <a:pt x="703364" y="1008011"/>
                  </a:lnTo>
                  <a:lnTo>
                    <a:pt x="712470" y="954722"/>
                  </a:lnTo>
                  <a:lnTo>
                    <a:pt x="715530" y="889673"/>
                  </a:lnTo>
                  <a:lnTo>
                    <a:pt x="712508" y="809523"/>
                  </a:lnTo>
                  <a:lnTo>
                    <a:pt x="706158" y="742924"/>
                  </a:lnTo>
                  <a:lnTo>
                    <a:pt x="700278" y="700646"/>
                  </a:lnTo>
                  <a:lnTo>
                    <a:pt x="720458" y="727176"/>
                  </a:lnTo>
                  <a:lnTo>
                    <a:pt x="740206" y="767969"/>
                  </a:lnTo>
                  <a:lnTo>
                    <a:pt x="751509" y="807821"/>
                  </a:lnTo>
                  <a:lnTo>
                    <a:pt x="758672" y="847763"/>
                  </a:lnTo>
                  <a:lnTo>
                    <a:pt x="764374" y="880719"/>
                  </a:lnTo>
                  <a:lnTo>
                    <a:pt x="772490" y="914628"/>
                  </a:lnTo>
                  <a:lnTo>
                    <a:pt x="785329" y="949858"/>
                  </a:lnTo>
                  <a:lnTo>
                    <a:pt x="822629" y="1019378"/>
                  </a:lnTo>
                  <a:lnTo>
                    <a:pt x="838009" y="1058938"/>
                  </a:lnTo>
                  <a:lnTo>
                    <a:pt x="850569" y="1104036"/>
                  </a:lnTo>
                  <a:lnTo>
                    <a:pt x="859510" y="1153236"/>
                  </a:lnTo>
                  <a:lnTo>
                    <a:pt x="864044" y="1205064"/>
                  </a:lnTo>
                  <a:lnTo>
                    <a:pt x="863396" y="1258074"/>
                  </a:lnTo>
                  <a:lnTo>
                    <a:pt x="856780" y="1310792"/>
                  </a:lnTo>
                  <a:lnTo>
                    <a:pt x="843394" y="1361795"/>
                  </a:lnTo>
                  <a:lnTo>
                    <a:pt x="822477" y="1409598"/>
                  </a:lnTo>
                  <a:lnTo>
                    <a:pt x="831583" y="1414576"/>
                  </a:lnTo>
                  <a:lnTo>
                    <a:pt x="853033" y="1365554"/>
                  </a:lnTo>
                  <a:lnTo>
                    <a:pt x="866749" y="1313281"/>
                  </a:lnTo>
                  <a:lnTo>
                    <a:pt x="873544" y="1259230"/>
                  </a:lnTo>
                  <a:lnTo>
                    <a:pt x="874217" y="1204899"/>
                  </a:lnTo>
                  <a:lnTo>
                    <a:pt x="869581" y="1151788"/>
                  </a:lnTo>
                  <a:lnTo>
                    <a:pt x="860425" y="1101369"/>
                  </a:lnTo>
                  <a:lnTo>
                    <a:pt x="847572" y="1055141"/>
                  </a:lnTo>
                  <a:lnTo>
                    <a:pt x="831811" y="1014603"/>
                  </a:lnTo>
                  <a:lnTo>
                    <a:pt x="794778" y="945515"/>
                  </a:lnTo>
                  <a:lnTo>
                    <a:pt x="782370" y="911301"/>
                  </a:lnTo>
                  <a:lnTo>
                    <a:pt x="774484" y="878268"/>
                  </a:lnTo>
                  <a:lnTo>
                    <a:pt x="768908" y="846112"/>
                  </a:lnTo>
                  <a:lnTo>
                    <a:pt x="761695" y="806018"/>
                  </a:lnTo>
                  <a:lnTo>
                    <a:pt x="749998" y="764819"/>
                  </a:lnTo>
                  <a:lnTo>
                    <a:pt x="729424" y="722083"/>
                  </a:lnTo>
                  <a:lnTo>
                    <a:pt x="695617" y="677392"/>
                  </a:lnTo>
                  <a:lnTo>
                    <a:pt x="657301" y="634060"/>
                  </a:lnTo>
                  <a:lnTo>
                    <a:pt x="627938" y="596099"/>
                  </a:lnTo>
                  <a:lnTo>
                    <a:pt x="621144" y="584631"/>
                  </a:lnTo>
                  <a:lnTo>
                    <a:pt x="631786" y="594106"/>
                  </a:lnTo>
                  <a:lnTo>
                    <a:pt x="673798" y="616204"/>
                  </a:lnTo>
                  <a:lnTo>
                    <a:pt x="721131" y="632523"/>
                  </a:lnTo>
                  <a:lnTo>
                    <a:pt x="817740" y="658279"/>
                  </a:lnTo>
                  <a:lnTo>
                    <a:pt x="864514" y="673011"/>
                  </a:lnTo>
                  <a:lnTo>
                    <a:pt x="910971" y="692327"/>
                  </a:lnTo>
                  <a:lnTo>
                    <a:pt x="955992" y="718299"/>
                  </a:lnTo>
                  <a:lnTo>
                    <a:pt x="998410" y="752944"/>
                  </a:lnTo>
                  <a:lnTo>
                    <a:pt x="1037082" y="798334"/>
                  </a:lnTo>
                  <a:lnTo>
                    <a:pt x="1045552" y="79234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4322" y="4842940"/>
              <a:ext cx="119933" cy="14903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13423" y="2778183"/>
              <a:ext cx="82824" cy="73191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929282" y="2823596"/>
              <a:ext cx="321310" cy="111125"/>
            </a:xfrm>
            <a:custGeom>
              <a:avLst/>
              <a:gdLst/>
              <a:ahLst/>
              <a:cxnLst/>
              <a:rect l="l" t="t" r="r" b="b"/>
              <a:pathLst>
                <a:path w="321310" h="111125">
                  <a:moveTo>
                    <a:pt x="44551" y="9613"/>
                  </a:moveTo>
                  <a:lnTo>
                    <a:pt x="40627" y="0"/>
                  </a:lnTo>
                  <a:lnTo>
                    <a:pt x="25996" y="8864"/>
                  </a:lnTo>
                  <a:lnTo>
                    <a:pt x="13157" y="20523"/>
                  </a:lnTo>
                  <a:lnTo>
                    <a:pt x="3898" y="30886"/>
                  </a:lnTo>
                  <a:lnTo>
                    <a:pt x="0" y="35814"/>
                  </a:lnTo>
                  <a:lnTo>
                    <a:pt x="8331" y="41998"/>
                  </a:lnTo>
                  <a:lnTo>
                    <a:pt x="11645" y="37820"/>
                  </a:lnTo>
                  <a:lnTo>
                    <a:pt x="20053" y="28346"/>
                  </a:lnTo>
                  <a:lnTo>
                    <a:pt x="31648" y="17602"/>
                  </a:lnTo>
                  <a:lnTo>
                    <a:pt x="44551" y="9613"/>
                  </a:lnTo>
                  <a:close/>
                </a:path>
                <a:path w="321310" h="111125">
                  <a:moveTo>
                    <a:pt x="321106" y="56896"/>
                  </a:moveTo>
                  <a:lnTo>
                    <a:pt x="314667" y="48755"/>
                  </a:lnTo>
                  <a:lnTo>
                    <a:pt x="305587" y="55295"/>
                  </a:lnTo>
                  <a:lnTo>
                    <a:pt x="281508" y="70192"/>
                  </a:lnTo>
                  <a:lnTo>
                    <a:pt x="245999" y="87261"/>
                  </a:lnTo>
                  <a:lnTo>
                    <a:pt x="202679" y="100317"/>
                  </a:lnTo>
                  <a:lnTo>
                    <a:pt x="204673" y="110502"/>
                  </a:lnTo>
                  <a:lnTo>
                    <a:pt x="249529" y="97104"/>
                  </a:lnTo>
                  <a:lnTo>
                    <a:pt x="286067" y="79654"/>
                  </a:lnTo>
                  <a:lnTo>
                    <a:pt x="311010" y="64223"/>
                  </a:lnTo>
                  <a:lnTo>
                    <a:pt x="321106" y="56896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81146" y="2871820"/>
              <a:ext cx="205020" cy="105839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2505383" y="2814667"/>
              <a:ext cx="133350" cy="53340"/>
            </a:xfrm>
            <a:custGeom>
              <a:avLst/>
              <a:gdLst/>
              <a:ahLst/>
              <a:cxnLst/>
              <a:rect l="l" t="t" r="r" b="b"/>
              <a:pathLst>
                <a:path w="133350" h="53339">
                  <a:moveTo>
                    <a:pt x="130331" y="0"/>
                  </a:moveTo>
                  <a:lnTo>
                    <a:pt x="78042" y="14427"/>
                  </a:lnTo>
                  <a:lnTo>
                    <a:pt x="36921" y="28465"/>
                  </a:lnTo>
                  <a:lnTo>
                    <a:pt x="9922" y="39141"/>
                  </a:lnTo>
                  <a:lnTo>
                    <a:pt x="0" y="43485"/>
                  </a:lnTo>
                  <a:lnTo>
                    <a:pt x="4397" y="52888"/>
                  </a:lnTo>
                  <a:lnTo>
                    <a:pt x="14149" y="48622"/>
                  </a:lnTo>
                  <a:lnTo>
                    <a:pt x="40706" y="38127"/>
                  </a:lnTo>
                  <a:lnTo>
                    <a:pt x="81197" y="24313"/>
                  </a:lnTo>
                  <a:lnTo>
                    <a:pt x="132749" y="10093"/>
                  </a:lnTo>
                  <a:lnTo>
                    <a:pt x="130331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4516" y="2893260"/>
              <a:ext cx="199596" cy="97504"/>
            </a:xfrm>
            <a:prstGeom prst="rect">
              <a:avLst/>
            </a:prstGeom>
          </p:spPr>
        </p:pic>
      </p:grpSp>
      <p:sp>
        <p:nvSpPr>
          <p:cNvPr id="45" name="object 45" descr=""/>
          <p:cNvSpPr/>
          <p:nvPr/>
        </p:nvSpPr>
        <p:spPr>
          <a:xfrm>
            <a:off x="4349244" y="5338872"/>
            <a:ext cx="1635760" cy="230504"/>
          </a:xfrm>
          <a:custGeom>
            <a:avLst/>
            <a:gdLst/>
            <a:ahLst/>
            <a:cxnLst/>
            <a:rect l="l" t="t" r="r" b="b"/>
            <a:pathLst>
              <a:path w="1635760" h="230504">
                <a:moveTo>
                  <a:pt x="817734" y="0"/>
                </a:moveTo>
                <a:lnTo>
                  <a:pt x="738981" y="526"/>
                </a:lnTo>
                <a:lnTo>
                  <a:pt x="662346" y="2074"/>
                </a:lnTo>
                <a:lnTo>
                  <a:pt x="588171" y="4595"/>
                </a:lnTo>
                <a:lnTo>
                  <a:pt x="516800" y="8042"/>
                </a:lnTo>
                <a:lnTo>
                  <a:pt x="448575" y="12364"/>
                </a:lnTo>
                <a:lnTo>
                  <a:pt x="383839" y="17515"/>
                </a:lnTo>
                <a:lnTo>
                  <a:pt x="322933" y="23447"/>
                </a:lnTo>
                <a:lnTo>
                  <a:pt x="266202" y="30110"/>
                </a:lnTo>
                <a:lnTo>
                  <a:pt x="213988" y="37457"/>
                </a:lnTo>
                <a:lnTo>
                  <a:pt x="166633" y="45440"/>
                </a:lnTo>
                <a:lnTo>
                  <a:pt x="124480" y="54010"/>
                </a:lnTo>
                <a:lnTo>
                  <a:pt x="57152" y="72719"/>
                </a:lnTo>
                <a:lnTo>
                  <a:pt x="14745" y="93199"/>
                </a:lnTo>
                <a:lnTo>
                  <a:pt x="0" y="115064"/>
                </a:lnTo>
                <a:lnTo>
                  <a:pt x="3743" y="126145"/>
                </a:lnTo>
                <a:lnTo>
                  <a:pt x="57152" y="157409"/>
                </a:lnTo>
                <a:lnTo>
                  <a:pt x="124480" y="176118"/>
                </a:lnTo>
                <a:lnTo>
                  <a:pt x="166633" y="184688"/>
                </a:lnTo>
                <a:lnTo>
                  <a:pt x="213988" y="192671"/>
                </a:lnTo>
                <a:lnTo>
                  <a:pt x="266202" y="200018"/>
                </a:lnTo>
                <a:lnTo>
                  <a:pt x="322933" y="206681"/>
                </a:lnTo>
                <a:lnTo>
                  <a:pt x="383839" y="212613"/>
                </a:lnTo>
                <a:lnTo>
                  <a:pt x="448575" y="217764"/>
                </a:lnTo>
                <a:lnTo>
                  <a:pt x="516800" y="222087"/>
                </a:lnTo>
                <a:lnTo>
                  <a:pt x="588171" y="225533"/>
                </a:lnTo>
                <a:lnTo>
                  <a:pt x="662346" y="228054"/>
                </a:lnTo>
                <a:lnTo>
                  <a:pt x="738981" y="229602"/>
                </a:lnTo>
                <a:lnTo>
                  <a:pt x="817734" y="230129"/>
                </a:lnTo>
                <a:lnTo>
                  <a:pt x="896488" y="229602"/>
                </a:lnTo>
                <a:lnTo>
                  <a:pt x="973125" y="228054"/>
                </a:lnTo>
                <a:lnTo>
                  <a:pt x="1047301" y="225533"/>
                </a:lnTo>
                <a:lnTo>
                  <a:pt x="1118673" y="222087"/>
                </a:lnTo>
                <a:lnTo>
                  <a:pt x="1186899" y="217764"/>
                </a:lnTo>
                <a:lnTo>
                  <a:pt x="1251637" y="212613"/>
                </a:lnTo>
                <a:lnTo>
                  <a:pt x="1312542" y="206681"/>
                </a:lnTo>
                <a:lnTo>
                  <a:pt x="1369274" y="200018"/>
                </a:lnTo>
                <a:lnTo>
                  <a:pt x="1421489" y="192671"/>
                </a:lnTo>
                <a:lnTo>
                  <a:pt x="1468844" y="184688"/>
                </a:lnTo>
                <a:lnTo>
                  <a:pt x="1510997" y="176118"/>
                </a:lnTo>
                <a:lnTo>
                  <a:pt x="1578326" y="157409"/>
                </a:lnTo>
                <a:lnTo>
                  <a:pt x="1620733" y="136929"/>
                </a:lnTo>
                <a:lnTo>
                  <a:pt x="1635478" y="115064"/>
                </a:lnTo>
                <a:lnTo>
                  <a:pt x="1631735" y="103983"/>
                </a:lnTo>
                <a:lnTo>
                  <a:pt x="1578326" y="72719"/>
                </a:lnTo>
                <a:lnTo>
                  <a:pt x="1510997" y="54010"/>
                </a:lnTo>
                <a:lnTo>
                  <a:pt x="1468844" y="45440"/>
                </a:lnTo>
                <a:lnTo>
                  <a:pt x="1421489" y="37457"/>
                </a:lnTo>
                <a:lnTo>
                  <a:pt x="1369274" y="30110"/>
                </a:lnTo>
                <a:lnTo>
                  <a:pt x="1312542" y="23447"/>
                </a:lnTo>
                <a:lnTo>
                  <a:pt x="1251637" y="17515"/>
                </a:lnTo>
                <a:lnTo>
                  <a:pt x="1186899" y="12364"/>
                </a:lnTo>
                <a:lnTo>
                  <a:pt x="1118673" y="8042"/>
                </a:lnTo>
                <a:lnTo>
                  <a:pt x="1047301" y="4595"/>
                </a:lnTo>
                <a:lnTo>
                  <a:pt x="973125" y="2074"/>
                </a:lnTo>
                <a:lnTo>
                  <a:pt x="896488" y="526"/>
                </a:lnTo>
                <a:lnTo>
                  <a:pt x="817734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4789063" y="3628294"/>
            <a:ext cx="744220" cy="54610"/>
          </a:xfrm>
          <a:custGeom>
            <a:avLst/>
            <a:gdLst/>
            <a:ahLst/>
            <a:cxnLst/>
            <a:rect l="l" t="t" r="r" b="b"/>
            <a:pathLst>
              <a:path w="744220" h="54610">
                <a:moveTo>
                  <a:pt x="743705" y="27140"/>
                </a:moveTo>
                <a:lnTo>
                  <a:pt x="680197" y="42317"/>
                </a:lnTo>
                <a:lnTo>
                  <a:pt x="634790" y="46333"/>
                </a:lnTo>
                <a:lnTo>
                  <a:pt x="579757" y="49647"/>
                </a:lnTo>
                <a:lnTo>
                  <a:pt x="516593" y="52148"/>
                </a:lnTo>
                <a:lnTo>
                  <a:pt x="446792" y="53729"/>
                </a:lnTo>
                <a:lnTo>
                  <a:pt x="371852" y="54281"/>
                </a:lnTo>
                <a:lnTo>
                  <a:pt x="296912" y="53729"/>
                </a:lnTo>
                <a:lnTo>
                  <a:pt x="227112" y="52148"/>
                </a:lnTo>
                <a:lnTo>
                  <a:pt x="163947" y="49647"/>
                </a:lnTo>
                <a:lnTo>
                  <a:pt x="108914" y="46333"/>
                </a:lnTo>
                <a:lnTo>
                  <a:pt x="63507" y="42317"/>
                </a:lnTo>
                <a:lnTo>
                  <a:pt x="7554" y="32611"/>
                </a:lnTo>
                <a:lnTo>
                  <a:pt x="0" y="27140"/>
                </a:lnTo>
                <a:lnTo>
                  <a:pt x="7554" y="21669"/>
                </a:lnTo>
                <a:lnTo>
                  <a:pt x="63507" y="11963"/>
                </a:lnTo>
                <a:lnTo>
                  <a:pt x="108914" y="7947"/>
                </a:lnTo>
                <a:lnTo>
                  <a:pt x="163947" y="4633"/>
                </a:lnTo>
                <a:lnTo>
                  <a:pt x="227112" y="2132"/>
                </a:lnTo>
                <a:lnTo>
                  <a:pt x="296912" y="551"/>
                </a:lnTo>
                <a:lnTo>
                  <a:pt x="371852" y="0"/>
                </a:lnTo>
                <a:lnTo>
                  <a:pt x="446792" y="551"/>
                </a:lnTo>
                <a:lnTo>
                  <a:pt x="516593" y="2132"/>
                </a:lnTo>
                <a:lnTo>
                  <a:pt x="579757" y="4633"/>
                </a:lnTo>
                <a:lnTo>
                  <a:pt x="634790" y="7947"/>
                </a:lnTo>
                <a:lnTo>
                  <a:pt x="680197" y="11963"/>
                </a:lnTo>
                <a:lnTo>
                  <a:pt x="736150" y="21669"/>
                </a:lnTo>
                <a:lnTo>
                  <a:pt x="743705" y="27140"/>
                </a:lnTo>
                <a:close/>
              </a:path>
            </a:pathLst>
          </a:custGeom>
          <a:ln w="10470">
            <a:solidFill>
              <a:srgbClr val="13A1D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4108397" y="1256751"/>
            <a:ext cx="2086610" cy="4232275"/>
            <a:chOff x="4108397" y="1256751"/>
            <a:chExt cx="2086610" cy="4232275"/>
          </a:xfrm>
        </p:grpSpPr>
        <p:sp>
          <p:nvSpPr>
            <p:cNvPr id="48" name="object 48" descr=""/>
            <p:cNvSpPr/>
            <p:nvPr/>
          </p:nvSpPr>
          <p:spPr>
            <a:xfrm>
              <a:off x="4759306" y="3989675"/>
              <a:ext cx="803275" cy="37465"/>
            </a:xfrm>
            <a:custGeom>
              <a:avLst/>
              <a:gdLst/>
              <a:ahLst/>
              <a:cxnLst/>
              <a:rect l="l" t="t" r="r" b="b"/>
              <a:pathLst>
                <a:path w="803275" h="37464">
                  <a:moveTo>
                    <a:pt x="775138" y="0"/>
                  </a:moveTo>
                  <a:lnTo>
                    <a:pt x="787168" y="2367"/>
                  </a:lnTo>
                  <a:lnTo>
                    <a:pt x="795973" y="4829"/>
                  </a:lnTo>
                  <a:lnTo>
                    <a:pt x="801381" y="7374"/>
                  </a:lnTo>
                  <a:lnTo>
                    <a:pt x="803221" y="9989"/>
                  </a:lnTo>
                  <a:lnTo>
                    <a:pt x="795062" y="15460"/>
                  </a:lnTo>
                  <a:lnTo>
                    <a:pt x="734633" y="25165"/>
                  </a:lnTo>
                  <a:lnTo>
                    <a:pt x="685592" y="29182"/>
                  </a:lnTo>
                  <a:lnTo>
                    <a:pt x="626155" y="32495"/>
                  </a:lnTo>
                  <a:lnTo>
                    <a:pt x="557936" y="34997"/>
                  </a:lnTo>
                  <a:lnTo>
                    <a:pt x="482549" y="36578"/>
                  </a:lnTo>
                  <a:lnTo>
                    <a:pt x="401610" y="37129"/>
                  </a:lnTo>
                  <a:lnTo>
                    <a:pt x="320671" y="36578"/>
                  </a:lnTo>
                  <a:lnTo>
                    <a:pt x="245285" y="34997"/>
                  </a:lnTo>
                  <a:lnTo>
                    <a:pt x="177065" y="32495"/>
                  </a:lnTo>
                  <a:lnTo>
                    <a:pt x="117628" y="29182"/>
                  </a:lnTo>
                  <a:lnTo>
                    <a:pt x="68588" y="25165"/>
                  </a:lnTo>
                  <a:lnTo>
                    <a:pt x="8159" y="15460"/>
                  </a:lnTo>
                  <a:lnTo>
                    <a:pt x="0" y="9989"/>
                  </a:lnTo>
                  <a:lnTo>
                    <a:pt x="1760" y="7428"/>
                  </a:lnTo>
                  <a:lnTo>
                    <a:pt x="6936" y="4937"/>
                  </a:lnTo>
                  <a:lnTo>
                    <a:pt x="15372" y="2523"/>
                  </a:lnTo>
                  <a:lnTo>
                    <a:pt x="26910" y="198"/>
                  </a:lnTo>
                </a:path>
              </a:pathLst>
            </a:custGeom>
            <a:ln w="10470">
              <a:solidFill>
                <a:srgbClr val="13A1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789063" y="3655435"/>
              <a:ext cx="744220" cy="708660"/>
            </a:xfrm>
            <a:custGeom>
              <a:avLst/>
              <a:gdLst/>
              <a:ahLst/>
              <a:cxnLst/>
              <a:rect l="l" t="t" r="r" b="b"/>
              <a:pathLst>
                <a:path w="744220" h="708660">
                  <a:moveTo>
                    <a:pt x="743705" y="0"/>
                  </a:moveTo>
                  <a:lnTo>
                    <a:pt x="743705" y="531994"/>
                  </a:lnTo>
                  <a:lnTo>
                    <a:pt x="741914" y="551626"/>
                  </a:lnTo>
                  <a:lnTo>
                    <a:pt x="722494" y="600653"/>
                  </a:lnTo>
                  <a:lnTo>
                    <a:pt x="670638" y="651825"/>
                  </a:lnTo>
                  <a:lnTo>
                    <a:pt x="628301" y="674138"/>
                  </a:lnTo>
                  <a:lnTo>
                    <a:pt x="572762" y="692095"/>
                  </a:lnTo>
                  <a:lnTo>
                    <a:pt x="502323" y="704065"/>
                  </a:lnTo>
                  <a:lnTo>
                    <a:pt x="415285" y="708418"/>
                  </a:lnTo>
                  <a:lnTo>
                    <a:pt x="328429" y="708418"/>
                  </a:lnTo>
                  <a:lnTo>
                    <a:pt x="241388" y="704065"/>
                  </a:lnTo>
                  <a:lnTo>
                    <a:pt x="170947" y="692095"/>
                  </a:lnTo>
                  <a:lnTo>
                    <a:pt x="115406" y="674138"/>
                  </a:lnTo>
                  <a:lnTo>
                    <a:pt x="73068" y="651825"/>
                  </a:lnTo>
                  <a:lnTo>
                    <a:pt x="42236" y="626786"/>
                  </a:lnTo>
                  <a:lnTo>
                    <a:pt x="8295" y="575056"/>
                  </a:lnTo>
                  <a:lnTo>
                    <a:pt x="0" y="531994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13A1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533609" y="3999663"/>
              <a:ext cx="226060" cy="1468120"/>
            </a:xfrm>
            <a:custGeom>
              <a:avLst/>
              <a:gdLst/>
              <a:ahLst/>
              <a:cxnLst/>
              <a:rect l="l" t="t" r="r" b="b"/>
              <a:pathLst>
                <a:path w="226060" h="1468120">
                  <a:moveTo>
                    <a:pt x="225699" y="0"/>
                  </a:moveTo>
                  <a:lnTo>
                    <a:pt x="0" y="1467536"/>
                  </a:lnTo>
                </a:path>
              </a:pathLst>
            </a:custGeom>
            <a:ln w="10470">
              <a:solidFill>
                <a:srgbClr val="13A1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562671" y="3999663"/>
              <a:ext cx="226060" cy="1468120"/>
            </a:xfrm>
            <a:custGeom>
              <a:avLst/>
              <a:gdLst/>
              <a:ahLst/>
              <a:cxnLst/>
              <a:rect l="l" t="t" r="r" b="b"/>
              <a:pathLst>
                <a:path w="226060" h="1468120">
                  <a:moveTo>
                    <a:pt x="0" y="0"/>
                  </a:moveTo>
                  <a:lnTo>
                    <a:pt x="225699" y="1467536"/>
                  </a:lnTo>
                </a:path>
              </a:pathLst>
            </a:custGeom>
            <a:ln w="10470">
              <a:solidFill>
                <a:srgbClr val="13A1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160918" y="4026806"/>
              <a:ext cx="0" cy="1462405"/>
            </a:xfrm>
            <a:custGeom>
              <a:avLst/>
              <a:gdLst/>
              <a:ahLst/>
              <a:cxnLst/>
              <a:rect l="l" t="t" r="r" b="b"/>
              <a:pathLst>
                <a:path w="0" h="1462404">
                  <a:moveTo>
                    <a:pt x="0" y="0"/>
                  </a:moveTo>
                  <a:lnTo>
                    <a:pt x="0" y="1462133"/>
                  </a:lnTo>
                </a:path>
              </a:pathLst>
            </a:custGeom>
            <a:ln w="10470">
              <a:solidFill>
                <a:srgbClr val="13A1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247690" y="2284686"/>
              <a:ext cx="374015" cy="1400810"/>
            </a:xfrm>
            <a:custGeom>
              <a:avLst/>
              <a:gdLst/>
              <a:ahLst/>
              <a:cxnLst/>
              <a:rect l="l" t="t" r="r" b="b"/>
              <a:pathLst>
                <a:path w="374014" h="1400810">
                  <a:moveTo>
                    <a:pt x="897" y="1400418"/>
                  </a:moveTo>
                  <a:lnTo>
                    <a:pt x="897" y="774259"/>
                  </a:lnTo>
                  <a:lnTo>
                    <a:pt x="721" y="745266"/>
                  </a:lnTo>
                  <a:lnTo>
                    <a:pt x="352" y="712649"/>
                  </a:lnTo>
                  <a:lnTo>
                    <a:pt x="32" y="676865"/>
                  </a:lnTo>
                  <a:lnTo>
                    <a:pt x="0" y="638371"/>
                  </a:lnTo>
                  <a:lnTo>
                    <a:pt x="496" y="597624"/>
                  </a:lnTo>
                  <a:lnTo>
                    <a:pt x="1760" y="555081"/>
                  </a:lnTo>
                  <a:lnTo>
                    <a:pt x="4034" y="511200"/>
                  </a:lnTo>
                  <a:lnTo>
                    <a:pt x="7556" y="466437"/>
                  </a:lnTo>
                  <a:lnTo>
                    <a:pt x="12568" y="421249"/>
                  </a:lnTo>
                  <a:lnTo>
                    <a:pt x="19309" y="376094"/>
                  </a:lnTo>
                  <a:lnTo>
                    <a:pt x="28020" y="331428"/>
                  </a:lnTo>
                  <a:lnTo>
                    <a:pt x="38940" y="287709"/>
                  </a:lnTo>
                  <a:lnTo>
                    <a:pt x="52311" y="245394"/>
                  </a:lnTo>
                  <a:lnTo>
                    <a:pt x="68371" y="204940"/>
                  </a:lnTo>
                  <a:lnTo>
                    <a:pt x="87362" y="166803"/>
                  </a:lnTo>
                  <a:lnTo>
                    <a:pt x="109524" y="131441"/>
                  </a:lnTo>
                  <a:lnTo>
                    <a:pt x="135096" y="99311"/>
                  </a:lnTo>
                  <a:lnTo>
                    <a:pt x="164320" y="70870"/>
                  </a:lnTo>
                  <a:lnTo>
                    <a:pt x="197434" y="46576"/>
                  </a:lnTo>
                  <a:lnTo>
                    <a:pt x="234680" y="26884"/>
                  </a:lnTo>
                  <a:lnTo>
                    <a:pt x="276297" y="12253"/>
                  </a:lnTo>
                  <a:lnTo>
                    <a:pt x="322527" y="3139"/>
                  </a:lnTo>
                  <a:lnTo>
                    <a:pt x="373608" y="0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177047" y="1610251"/>
              <a:ext cx="0" cy="2067560"/>
            </a:xfrm>
            <a:custGeom>
              <a:avLst/>
              <a:gdLst/>
              <a:ahLst/>
              <a:cxnLst/>
              <a:rect l="l" t="t" r="r" b="b"/>
              <a:pathLst>
                <a:path w="0" h="2067560">
                  <a:moveTo>
                    <a:pt x="0" y="2067444"/>
                  </a:moveTo>
                  <a:lnTo>
                    <a:pt x="0" y="948505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933761" y="2108592"/>
              <a:ext cx="154940" cy="1569720"/>
            </a:xfrm>
            <a:custGeom>
              <a:avLst/>
              <a:gdLst/>
              <a:ahLst/>
              <a:cxnLst/>
              <a:rect l="l" t="t" r="r" b="b"/>
              <a:pathLst>
                <a:path w="154939" h="1569720">
                  <a:moveTo>
                    <a:pt x="154361" y="1569104"/>
                  </a:moveTo>
                  <a:lnTo>
                    <a:pt x="154361" y="376061"/>
                  </a:lnTo>
                  <a:lnTo>
                    <a:pt x="151717" y="315561"/>
                  </a:lnTo>
                  <a:lnTo>
                    <a:pt x="144153" y="260574"/>
                  </a:lnTo>
                  <a:lnTo>
                    <a:pt x="132224" y="210743"/>
                  </a:lnTo>
                  <a:lnTo>
                    <a:pt x="116483" y="165710"/>
                  </a:lnTo>
                  <a:lnTo>
                    <a:pt x="97485" y="125118"/>
                  </a:lnTo>
                  <a:lnTo>
                    <a:pt x="75783" y="88608"/>
                  </a:lnTo>
                  <a:lnTo>
                    <a:pt x="51932" y="55824"/>
                  </a:lnTo>
                  <a:lnTo>
                    <a:pt x="26487" y="26407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113632" y="1813636"/>
              <a:ext cx="836294" cy="1081405"/>
            </a:xfrm>
            <a:custGeom>
              <a:avLst/>
              <a:gdLst/>
              <a:ahLst/>
              <a:cxnLst/>
              <a:rect l="l" t="t" r="r" b="b"/>
              <a:pathLst>
                <a:path w="836295" h="1081405">
                  <a:moveTo>
                    <a:pt x="556239" y="108996"/>
                  </a:moveTo>
                  <a:lnTo>
                    <a:pt x="434190" y="22003"/>
                  </a:lnTo>
                  <a:lnTo>
                    <a:pt x="352045" y="0"/>
                  </a:lnTo>
                  <a:lnTo>
                    <a:pt x="272490" y="49279"/>
                  </a:lnTo>
                  <a:lnTo>
                    <a:pt x="158210" y="176135"/>
                  </a:lnTo>
                  <a:lnTo>
                    <a:pt x="203072" y="154526"/>
                  </a:lnTo>
                  <a:lnTo>
                    <a:pt x="255156" y="144194"/>
                  </a:lnTo>
                  <a:lnTo>
                    <a:pt x="305975" y="142727"/>
                  </a:lnTo>
                  <a:lnTo>
                    <a:pt x="347045" y="147714"/>
                  </a:lnTo>
                  <a:lnTo>
                    <a:pt x="369878" y="156743"/>
                  </a:lnTo>
                  <a:lnTo>
                    <a:pt x="373990" y="169897"/>
                  </a:lnTo>
                  <a:lnTo>
                    <a:pt x="361451" y="181811"/>
                  </a:lnTo>
                  <a:lnTo>
                    <a:pt x="335798" y="189609"/>
                  </a:lnTo>
                  <a:lnTo>
                    <a:pt x="300572" y="190418"/>
                  </a:lnTo>
                  <a:lnTo>
                    <a:pt x="251461" y="190658"/>
                  </a:lnTo>
                  <a:lnTo>
                    <a:pt x="192452" y="198671"/>
                  </a:lnTo>
                  <a:lnTo>
                    <a:pt x="139525" y="214463"/>
                  </a:lnTo>
                  <a:lnTo>
                    <a:pt x="108661" y="238039"/>
                  </a:lnTo>
                  <a:lnTo>
                    <a:pt x="95688" y="274526"/>
                  </a:lnTo>
                  <a:lnTo>
                    <a:pt x="86013" y="319075"/>
                  </a:lnTo>
                  <a:lnTo>
                    <a:pt x="79966" y="356754"/>
                  </a:lnTo>
                  <a:lnTo>
                    <a:pt x="77877" y="372632"/>
                  </a:lnTo>
                  <a:lnTo>
                    <a:pt x="100696" y="342415"/>
                  </a:lnTo>
                  <a:lnTo>
                    <a:pt x="134695" y="314043"/>
                  </a:lnTo>
                  <a:lnTo>
                    <a:pt x="177446" y="290293"/>
                  </a:lnTo>
                  <a:lnTo>
                    <a:pt x="226518" y="273941"/>
                  </a:lnTo>
                  <a:lnTo>
                    <a:pt x="279483" y="267765"/>
                  </a:lnTo>
                  <a:lnTo>
                    <a:pt x="333911" y="274541"/>
                  </a:lnTo>
                  <a:lnTo>
                    <a:pt x="350853" y="286123"/>
                  </a:lnTo>
                  <a:lnTo>
                    <a:pt x="347233" y="300549"/>
                  </a:lnTo>
                  <a:lnTo>
                    <a:pt x="324172" y="314196"/>
                  </a:lnTo>
                  <a:lnTo>
                    <a:pt x="282792" y="323440"/>
                  </a:lnTo>
                  <a:lnTo>
                    <a:pt x="248420" y="329921"/>
                  </a:lnTo>
                  <a:lnTo>
                    <a:pt x="205481" y="342696"/>
                  </a:lnTo>
                  <a:lnTo>
                    <a:pt x="158254" y="361761"/>
                  </a:lnTo>
                  <a:lnTo>
                    <a:pt x="111016" y="387114"/>
                  </a:lnTo>
                  <a:lnTo>
                    <a:pt x="68046" y="418753"/>
                  </a:lnTo>
                  <a:lnTo>
                    <a:pt x="33623" y="456676"/>
                  </a:lnTo>
                  <a:lnTo>
                    <a:pt x="12025" y="500880"/>
                  </a:lnTo>
                  <a:lnTo>
                    <a:pt x="0" y="570679"/>
                  </a:lnTo>
                  <a:lnTo>
                    <a:pt x="4833" y="616533"/>
                  </a:lnTo>
                  <a:lnTo>
                    <a:pt x="15685" y="641674"/>
                  </a:lnTo>
                  <a:lnTo>
                    <a:pt x="21711" y="649336"/>
                  </a:lnTo>
                  <a:lnTo>
                    <a:pt x="42466" y="613765"/>
                  </a:lnTo>
                  <a:lnTo>
                    <a:pt x="68072" y="575806"/>
                  </a:lnTo>
                  <a:lnTo>
                    <a:pt x="97896" y="537637"/>
                  </a:lnTo>
                  <a:lnTo>
                    <a:pt x="131303" y="501438"/>
                  </a:lnTo>
                  <a:lnTo>
                    <a:pt x="167659" y="469387"/>
                  </a:lnTo>
                  <a:lnTo>
                    <a:pt x="206328" y="443663"/>
                  </a:lnTo>
                  <a:lnTo>
                    <a:pt x="246676" y="426444"/>
                  </a:lnTo>
                  <a:lnTo>
                    <a:pt x="288069" y="419908"/>
                  </a:lnTo>
                  <a:lnTo>
                    <a:pt x="336137" y="426283"/>
                  </a:lnTo>
                  <a:lnTo>
                    <a:pt x="352125" y="443331"/>
                  </a:lnTo>
                  <a:lnTo>
                    <a:pt x="343889" y="465712"/>
                  </a:lnTo>
                  <a:lnTo>
                    <a:pt x="319287" y="488085"/>
                  </a:lnTo>
                  <a:lnTo>
                    <a:pt x="286174" y="505110"/>
                  </a:lnTo>
                  <a:lnTo>
                    <a:pt x="260009" y="515568"/>
                  </a:lnTo>
                  <a:lnTo>
                    <a:pt x="227168" y="531306"/>
                  </a:lnTo>
                  <a:lnTo>
                    <a:pt x="190994" y="552442"/>
                  </a:lnTo>
                  <a:lnTo>
                    <a:pt x="154827" y="579093"/>
                  </a:lnTo>
                  <a:lnTo>
                    <a:pt x="122010" y="611378"/>
                  </a:lnTo>
                  <a:lnTo>
                    <a:pt x="95884" y="649413"/>
                  </a:lnTo>
                  <a:lnTo>
                    <a:pt x="79790" y="693317"/>
                  </a:lnTo>
                  <a:lnTo>
                    <a:pt x="77071" y="743207"/>
                  </a:lnTo>
                  <a:lnTo>
                    <a:pt x="84596" y="767959"/>
                  </a:lnTo>
                  <a:lnTo>
                    <a:pt x="89230" y="790037"/>
                  </a:lnTo>
                  <a:lnTo>
                    <a:pt x="91551" y="806852"/>
                  </a:lnTo>
                  <a:lnTo>
                    <a:pt x="92138" y="815812"/>
                  </a:lnTo>
                  <a:lnTo>
                    <a:pt x="101647" y="800741"/>
                  </a:lnTo>
                  <a:lnTo>
                    <a:pt x="126744" y="760575"/>
                  </a:lnTo>
                  <a:lnTo>
                    <a:pt x="162059" y="712898"/>
                  </a:lnTo>
                  <a:lnTo>
                    <a:pt x="202222" y="675290"/>
                  </a:lnTo>
                  <a:lnTo>
                    <a:pt x="241861" y="665335"/>
                  </a:lnTo>
                  <a:lnTo>
                    <a:pt x="252505" y="681525"/>
                  </a:lnTo>
                  <a:lnTo>
                    <a:pt x="237115" y="712250"/>
                  </a:lnTo>
                  <a:lnTo>
                    <a:pt x="207688" y="749266"/>
                  </a:lnTo>
                  <a:lnTo>
                    <a:pt x="176219" y="784326"/>
                  </a:lnTo>
                  <a:lnTo>
                    <a:pt x="155110" y="813029"/>
                  </a:lnTo>
                  <a:lnTo>
                    <a:pt x="139083" y="849228"/>
                  </a:lnTo>
                  <a:lnTo>
                    <a:pt x="130709" y="893247"/>
                  </a:lnTo>
                  <a:lnTo>
                    <a:pt x="132559" y="945409"/>
                  </a:lnTo>
                  <a:lnTo>
                    <a:pt x="147205" y="1006037"/>
                  </a:lnTo>
                  <a:lnTo>
                    <a:pt x="160983" y="1049399"/>
                  </a:lnTo>
                  <a:lnTo>
                    <a:pt x="170508" y="1073035"/>
                  </a:lnTo>
                  <a:lnTo>
                    <a:pt x="178642" y="1081003"/>
                  </a:lnTo>
                  <a:lnTo>
                    <a:pt x="188250" y="1077365"/>
                  </a:lnTo>
                  <a:lnTo>
                    <a:pt x="197217" y="1059322"/>
                  </a:lnTo>
                  <a:lnTo>
                    <a:pt x="203617" y="1031842"/>
                  </a:lnTo>
                  <a:lnTo>
                    <a:pt x="210573" y="1010629"/>
                  </a:lnTo>
                  <a:lnTo>
                    <a:pt x="221213" y="1011388"/>
                  </a:lnTo>
                  <a:lnTo>
                    <a:pt x="229151" y="1028010"/>
                  </a:lnTo>
                  <a:lnTo>
                    <a:pt x="230004" y="1043084"/>
                  </a:lnTo>
                  <a:lnTo>
                    <a:pt x="229878" y="1055357"/>
                  </a:lnTo>
                  <a:lnTo>
                    <a:pt x="234877" y="1063574"/>
                  </a:lnTo>
                  <a:lnTo>
                    <a:pt x="254363" y="1068697"/>
                  </a:lnTo>
                  <a:lnTo>
                    <a:pt x="284589" y="1067457"/>
                  </a:lnTo>
                  <a:lnTo>
                    <a:pt x="311998" y="1052257"/>
                  </a:lnTo>
                  <a:lnTo>
                    <a:pt x="323032" y="1015503"/>
                  </a:lnTo>
                  <a:lnTo>
                    <a:pt x="320915" y="966000"/>
                  </a:lnTo>
                  <a:lnTo>
                    <a:pt x="318423" y="905284"/>
                  </a:lnTo>
                  <a:lnTo>
                    <a:pt x="317347" y="844867"/>
                  </a:lnTo>
                  <a:lnTo>
                    <a:pt x="319476" y="796263"/>
                  </a:lnTo>
                  <a:lnTo>
                    <a:pt x="326602" y="770986"/>
                  </a:lnTo>
                  <a:lnTo>
                    <a:pt x="341030" y="764210"/>
                  </a:lnTo>
                  <a:lnTo>
                    <a:pt x="356035" y="770477"/>
                  </a:lnTo>
                  <a:lnTo>
                    <a:pt x="367550" y="792998"/>
                  </a:lnTo>
                  <a:lnTo>
                    <a:pt x="371512" y="834985"/>
                  </a:lnTo>
                  <a:lnTo>
                    <a:pt x="371139" y="890999"/>
                  </a:lnTo>
                  <a:lnTo>
                    <a:pt x="371812" y="946863"/>
                  </a:lnTo>
                  <a:lnTo>
                    <a:pt x="372706" y="992656"/>
                  </a:lnTo>
                  <a:lnTo>
                    <a:pt x="372999" y="1018455"/>
                  </a:lnTo>
                  <a:lnTo>
                    <a:pt x="390412" y="1016700"/>
                  </a:lnTo>
                  <a:lnTo>
                    <a:pt x="427802" y="991414"/>
                  </a:lnTo>
                  <a:lnTo>
                    <a:pt x="462073" y="950077"/>
                  </a:lnTo>
                  <a:lnTo>
                    <a:pt x="470127" y="900166"/>
                  </a:lnTo>
                  <a:lnTo>
                    <a:pt x="457248" y="856553"/>
                  </a:lnTo>
                  <a:lnTo>
                    <a:pt x="440533" y="809473"/>
                  </a:lnTo>
                  <a:lnTo>
                    <a:pt x="422261" y="760489"/>
                  </a:lnTo>
                  <a:lnTo>
                    <a:pt x="404708" y="711164"/>
                  </a:lnTo>
                  <a:lnTo>
                    <a:pt x="390150" y="663063"/>
                  </a:lnTo>
                  <a:lnTo>
                    <a:pt x="382751" y="604994"/>
                  </a:lnTo>
                  <a:lnTo>
                    <a:pt x="388363" y="555552"/>
                  </a:lnTo>
                  <a:lnTo>
                    <a:pt x="402573" y="525757"/>
                  </a:lnTo>
                  <a:lnTo>
                    <a:pt x="420966" y="526627"/>
                  </a:lnTo>
                  <a:lnTo>
                    <a:pt x="432000" y="559298"/>
                  </a:lnTo>
                  <a:lnTo>
                    <a:pt x="433920" y="611223"/>
                  </a:lnTo>
                  <a:lnTo>
                    <a:pt x="437011" y="672904"/>
                  </a:lnTo>
                  <a:lnTo>
                    <a:pt x="451562" y="734841"/>
                  </a:lnTo>
                  <a:lnTo>
                    <a:pt x="476245" y="796795"/>
                  </a:lnTo>
                  <a:lnTo>
                    <a:pt x="501681" y="856163"/>
                  </a:lnTo>
                  <a:lnTo>
                    <a:pt x="526072" y="899874"/>
                  </a:lnTo>
                  <a:lnTo>
                    <a:pt x="547622" y="914856"/>
                  </a:lnTo>
                  <a:lnTo>
                    <a:pt x="572258" y="900872"/>
                  </a:lnTo>
                  <a:lnTo>
                    <a:pt x="600061" y="869235"/>
                  </a:lnTo>
                  <a:lnTo>
                    <a:pt x="620516" y="824232"/>
                  </a:lnTo>
                  <a:lnTo>
                    <a:pt x="623106" y="770149"/>
                  </a:lnTo>
                  <a:lnTo>
                    <a:pt x="612412" y="729787"/>
                  </a:lnTo>
                  <a:lnTo>
                    <a:pt x="595263" y="685731"/>
                  </a:lnTo>
                  <a:lnTo>
                    <a:pt x="574360" y="639123"/>
                  </a:lnTo>
                  <a:lnTo>
                    <a:pt x="552408" y="591101"/>
                  </a:lnTo>
                  <a:lnTo>
                    <a:pt x="532110" y="542808"/>
                  </a:lnTo>
                  <a:lnTo>
                    <a:pt x="516167" y="495382"/>
                  </a:lnTo>
                  <a:lnTo>
                    <a:pt x="500456" y="437475"/>
                  </a:lnTo>
                  <a:lnTo>
                    <a:pt x="493438" y="402694"/>
                  </a:lnTo>
                  <a:lnTo>
                    <a:pt x="497402" y="389697"/>
                  </a:lnTo>
                  <a:lnTo>
                    <a:pt x="533557" y="419135"/>
                  </a:lnTo>
                  <a:lnTo>
                    <a:pt x="560020" y="460449"/>
                  </a:lnTo>
                  <a:lnTo>
                    <a:pt x="590823" y="513626"/>
                  </a:lnTo>
                  <a:lnTo>
                    <a:pt x="622760" y="571204"/>
                  </a:lnTo>
                  <a:lnTo>
                    <a:pt x="652624" y="625722"/>
                  </a:lnTo>
                  <a:lnTo>
                    <a:pt x="677211" y="669719"/>
                  </a:lnTo>
                  <a:lnTo>
                    <a:pt x="693314" y="695732"/>
                  </a:lnTo>
                  <a:lnTo>
                    <a:pt x="709520" y="699627"/>
                  </a:lnTo>
                  <a:lnTo>
                    <a:pt x="730073" y="681588"/>
                  </a:lnTo>
                  <a:lnTo>
                    <a:pt x="750664" y="647903"/>
                  </a:lnTo>
                  <a:lnTo>
                    <a:pt x="766984" y="604857"/>
                  </a:lnTo>
                  <a:lnTo>
                    <a:pt x="774723" y="558737"/>
                  </a:lnTo>
                  <a:lnTo>
                    <a:pt x="769573" y="515832"/>
                  </a:lnTo>
                  <a:lnTo>
                    <a:pt x="747037" y="475303"/>
                  </a:lnTo>
                  <a:lnTo>
                    <a:pt x="710517" y="433950"/>
                  </a:lnTo>
                  <a:lnTo>
                    <a:pt x="667572" y="394514"/>
                  </a:lnTo>
                  <a:lnTo>
                    <a:pt x="625759" y="359735"/>
                  </a:lnTo>
                  <a:lnTo>
                    <a:pt x="592635" y="332355"/>
                  </a:lnTo>
                  <a:lnTo>
                    <a:pt x="575757" y="315116"/>
                  </a:lnTo>
                  <a:lnTo>
                    <a:pt x="571214" y="300683"/>
                  </a:lnTo>
                  <a:lnTo>
                    <a:pt x="576267" y="292195"/>
                  </a:lnTo>
                  <a:lnTo>
                    <a:pt x="590882" y="291214"/>
                  </a:lnTo>
                  <a:lnTo>
                    <a:pt x="615023" y="299305"/>
                  </a:lnTo>
                  <a:lnTo>
                    <a:pt x="686942" y="351567"/>
                  </a:lnTo>
                  <a:lnTo>
                    <a:pt x="731072" y="390334"/>
                  </a:lnTo>
                  <a:lnTo>
                    <a:pt x="770782" y="427937"/>
                  </a:lnTo>
                  <a:lnTo>
                    <a:pt x="798672" y="457185"/>
                  </a:lnTo>
                  <a:lnTo>
                    <a:pt x="813872" y="459528"/>
                  </a:lnTo>
                  <a:lnTo>
                    <a:pt x="826053" y="435554"/>
                  </a:lnTo>
                  <a:lnTo>
                    <a:pt x="833859" y="395423"/>
                  </a:lnTo>
                  <a:lnTo>
                    <a:pt x="835930" y="349297"/>
                  </a:lnTo>
                  <a:lnTo>
                    <a:pt x="830908" y="307337"/>
                  </a:lnTo>
                  <a:lnTo>
                    <a:pt x="817436" y="279703"/>
                  </a:lnTo>
                  <a:lnTo>
                    <a:pt x="780117" y="256034"/>
                  </a:lnTo>
                  <a:lnTo>
                    <a:pt x="732480" y="235436"/>
                  </a:lnTo>
                  <a:lnTo>
                    <a:pt x="689319" y="216674"/>
                  </a:lnTo>
                  <a:lnTo>
                    <a:pt x="665430" y="198512"/>
                  </a:lnTo>
                  <a:lnTo>
                    <a:pt x="661111" y="183099"/>
                  </a:lnTo>
                  <a:lnTo>
                    <a:pt x="668970" y="174731"/>
                  </a:lnTo>
                  <a:lnTo>
                    <a:pt x="692262" y="175393"/>
                  </a:lnTo>
                  <a:lnTo>
                    <a:pt x="734244" y="187067"/>
                  </a:lnTo>
                  <a:lnTo>
                    <a:pt x="777911" y="209197"/>
                  </a:lnTo>
                  <a:lnTo>
                    <a:pt x="805763" y="231502"/>
                  </a:lnTo>
                  <a:lnTo>
                    <a:pt x="820340" y="241353"/>
                  </a:lnTo>
                  <a:lnTo>
                    <a:pt x="824179" y="226124"/>
                  </a:lnTo>
                  <a:lnTo>
                    <a:pt x="822373" y="208359"/>
                  </a:lnTo>
                  <a:lnTo>
                    <a:pt x="816673" y="185340"/>
                  </a:lnTo>
                  <a:lnTo>
                    <a:pt x="788279" y="134579"/>
                  </a:lnTo>
                  <a:lnTo>
                    <a:pt x="728380" y="95932"/>
                  </a:lnTo>
                  <a:lnTo>
                    <a:pt x="683299" y="88054"/>
                  </a:lnTo>
                  <a:lnTo>
                    <a:pt x="626361" y="91488"/>
                  </a:lnTo>
                  <a:lnTo>
                    <a:pt x="556239" y="108996"/>
                  </a:lnTo>
                  <a:close/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436312" y="2146930"/>
              <a:ext cx="753745" cy="644525"/>
            </a:xfrm>
            <a:custGeom>
              <a:avLst/>
              <a:gdLst/>
              <a:ahLst/>
              <a:cxnLst/>
              <a:rect l="l" t="t" r="r" b="b"/>
              <a:pathLst>
                <a:path w="753745" h="644525">
                  <a:moveTo>
                    <a:pt x="184985" y="137753"/>
                  </a:moveTo>
                  <a:lnTo>
                    <a:pt x="258532" y="41855"/>
                  </a:lnTo>
                  <a:lnTo>
                    <a:pt x="317604" y="0"/>
                  </a:lnTo>
                  <a:lnTo>
                    <a:pt x="393301" y="3286"/>
                  </a:lnTo>
                  <a:lnTo>
                    <a:pt x="516724" y="42814"/>
                  </a:lnTo>
                  <a:lnTo>
                    <a:pt x="464725" y="46946"/>
                  </a:lnTo>
                  <a:lnTo>
                    <a:pt x="410804" y="64169"/>
                  </a:lnTo>
                  <a:lnTo>
                    <a:pt x="366807" y="85869"/>
                  </a:lnTo>
                  <a:lnTo>
                    <a:pt x="344582" y="103430"/>
                  </a:lnTo>
                  <a:lnTo>
                    <a:pt x="344783" y="113006"/>
                  </a:lnTo>
                  <a:lnTo>
                    <a:pt x="357799" y="116098"/>
                  </a:lnTo>
                  <a:lnTo>
                    <a:pt x="380086" y="112136"/>
                  </a:lnTo>
                  <a:lnTo>
                    <a:pt x="408099" y="100550"/>
                  </a:lnTo>
                  <a:lnTo>
                    <a:pt x="446926" y="83839"/>
                  </a:lnTo>
                  <a:lnTo>
                    <a:pt x="495600" y="68556"/>
                  </a:lnTo>
                  <a:lnTo>
                    <a:pt x="541512" y="60193"/>
                  </a:lnTo>
                  <a:lnTo>
                    <a:pt x="572052" y="64237"/>
                  </a:lnTo>
                  <a:lnTo>
                    <a:pt x="591843" y="82436"/>
                  </a:lnTo>
                  <a:lnTo>
                    <a:pt x="611148" y="106772"/>
                  </a:lnTo>
                  <a:lnTo>
                    <a:pt x="625791" y="128089"/>
                  </a:lnTo>
                  <a:lnTo>
                    <a:pt x="631600" y="137230"/>
                  </a:lnTo>
                  <a:lnTo>
                    <a:pt x="599403" y="124688"/>
                  </a:lnTo>
                  <a:lnTo>
                    <a:pt x="555957" y="119578"/>
                  </a:lnTo>
                  <a:lnTo>
                    <a:pt x="505831" y="123437"/>
                  </a:lnTo>
                  <a:lnTo>
                    <a:pt x="453594" y="137803"/>
                  </a:lnTo>
                  <a:lnTo>
                    <a:pt x="403816" y="164213"/>
                  </a:lnTo>
                  <a:lnTo>
                    <a:pt x="393480" y="177219"/>
                  </a:lnTo>
                  <a:lnTo>
                    <a:pt x="400119" y="184934"/>
                  </a:lnTo>
                  <a:lnTo>
                    <a:pt x="421897" y="185492"/>
                  </a:lnTo>
                  <a:lnTo>
                    <a:pt x="456977" y="177029"/>
                  </a:lnTo>
                  <a:lnTo>
                    <a:pt x="491517" y="168014"/>
                  </a:lnTo>
                  <a:lnTo>
                    <a:pt x="536738" y="160646"/>
                  </a:lnTo>
                  <a:lnTo>
                    <a:pt x="587275" y="157256"/>
                  </a:lnTo>
                  <a:lnTo>
                    <a:pt x="637766" y="160174"/>
                  </a:lnTo>
                  <a:lnTo>
                    <a:pt x="682848" y="171730"/>
                  </a:lnTo>
                  <a:lnTo>
                    <a:pt x="717157" y="194254"/>
                  </a:lnTo>
                  <a:lnTo>
                    <a:pt x="744935" y="233456"/>
                  </a:lnTo>
                  <a:lnTo>
                    <a:pt x="753131" y="263580"/>
                  </a:lnTo>
                  <a:lnTo>
                    <a:pt x="751152" y="282913"/>
                  </a:lnTo>
                  <a:lnTo>
                    <a:pt x="748402" y="289738"/>
                  </a:lnTo>
                  <a:lnTo>
                    <a:pt x="713093" y="269780"/>
                  </a:lnTo>
                  <a:lnTo>
                    <a:pt x="670499" y="250817"/>
                  </a:lnTo>
                  <a:lnTo>
                    <a:pt x="623162" y="235541"/>
                  </a:lnTo>
                  <a:lnTo>
                    <a:pt x="573619" y="226641"/>
                  </a:lnTo>
                  <a:lnTo>
                    <a:pt x="524410" y="226809"/>
                  </a:lnTo>
                  <a:lnTo>
                    <a:pt x="478076" y="238734"/>
                  </a:lnTo>
                  <a:lnTo>
                    <a:pt x="437434" y="263642"/>
                  </a:lnTo>
                  <a:lnTo>
                    <a:pt x="437750" y="281456"/>
                  </a:lnTo>
                  <a:lnTo>
                    <a:pt x="464181" y="290969"/>
                  </a:lnTo>
                  <a:lnTo>
                    <a:pt x="501886" y="290974"/>
                  </a:lnTo>
                  <a:lnTo>
                    <a:pt x="534682" y="287814"/>
                  </a:lnTo>
                  <a:lnTo>
                    <a:pt x="577758" y="287133"/>
                  </a:lnTo>
                  <a:lnTo>
                    <a:pt x="624935" y="291822"/>
                  </a:lnTo>
                  <a:lnTo>
                    <a:pt x="670036" y="304772"/>
                  </a:lnTo>
                  <a:lnTo>
                    <a:pt x="706881" y="328875"/>
                  </a:lnTo>
                  <a:lnTo>
                    <a:pt x="729293" y="367024"/>
                  </a:lnTo>
                  <a:lnTo>
                    <a:pt x="729835" y="384969"/>
                  </a:lnTo>
                  <a:lnTo>
                    <a:pt x="731959" y="400263"/>
                  </a:lnTo>
                  <a:lnTo>
                    <a:pt x="734534" y="411498"/>
                  </a:lnTo>
                  <a:lnTo>
                    <a:pt x="736424" y="417263"/>
                  </a:lnTo>
                  <a:lnTo>
                    <a:pt x="718810" y="407692"/>
                  </a:lnTo>
                  <a:lnTo>
                    <a:pt x="675159" y="385685"/>
                  </a:lnTo>
                  <a:lnTo>
                    <a:pt x="622743" y="368960"/>
                  </a:lnTo>
                  <a:lnTo>
                    <a:pt x="578837" y="375233"/>
                  </a:lnTo>
                  <a:lnTo>
                    <a:pt x="574676" y="388937"/>
                  </a:lnTo>
                  <a:lnTo>
                    <a:pt x="594871" y="402728"/>
                  </a:lnTo>
                  <a:lnTo>
                    <a:pt x="627791" y="415606"/>
                  </a:lnTo>
                  <a:lnTo>
                    <a:pt x="661808" y="426572"/>
                  </a:lnTo>
                  <a:lnTo>
                    <a:pt x="691787" y="440750"/>
                  </a:lnTo>
                  <a:lnTo>
                    <a:pt x="717808" y="465347"/>
                  </a:lnTo>
                  <a:lnTo>
                    <a:pt x="736072" y="502479"/>
                  </a:lnTo>
                  <a:lnTo>
                    <a:pt x="742780" y="554264"/>
                  </a:lnTo>
                  <a:lnTo>
                    <a:pt x="743263" y="585911"/>
                  </a:lnTo>
                  <a:lnTo>
                    <a:pt x="741938" y="603853"/>
                  </a:lnTo>
                  <a:lnTo>
                    <a:pt x="737607" y="611592"/>
                  </a:lnTo>
                  <a:lnTo>
                    <a:pt x="729073" y="612629"/>
                  </a:lnTo>
                  <a:lnTo>
                    <a:pt x="717263" y="604506"/>
                  </a:lnTo>
                  <a:lnTo>
                    <a:pt x="705012" y="589644"/>
                  </a:lnTo>
                  <a:lnTo>
                    <a:pt x="693965" y="578864"/>
                  </a:lnTo>
                  <a:lnTo>
                    <a:pt x="685766" y="582986"/>
                  </a:lnTo>
                  <a:lnTo>
                    <a:pt x="683855" y="596030"/>
                  </a:lnTo>
                  <a:lnTo>
                    <a:pt x="687131" y="605680"/>
                  </a:lnTo>
                  <a:lnTo>
                    <a:pt x="690444" y="613255"/>
                  </a:lnTo>
                  <a:lnTo>
                    <a:pt x="688645" y="620074"/>
                  </a:lnTo>
                  <a:lnTo>
                    <a:pt x="674608" y="629943"/>
                  </a:lnTo>
                  <a:lnTo>
                    <a:pt x="650429" y="639547"/>
                  </a:lnTo>
                  <a:lnTo>
                    <a:pt x="624817" y="639519"/>
                  </a:lnTo>
                  <a:lnTo>
                    <a:pt x="606480" y="620492"/>
                  </a:lnTo>
                  <a:lnTo>
                    <a:pt x="591889" y="579754"/>
                  </a:lnTo>
                  <a:lnTo>
                    <a:pt x="573793" y="530972"/>
                  </a:lnTo>
                  <a:lnTo>
                    <a:pt x="555324" y="489304"/>
                  </a:lnTo>
                  <a:lnTo>
                    <a:pt x="539613" y="469911"/>
                  </a:lnTo>
                  <a:lnTo>
                    <a:pt x="526455" y="470656"/>
                  </a:lnTo>
                  <a:lnTo>
                    <a:pt x="516255" y="479698"/>
                  </a:lnTo>
                  <a:lnTo>
                    <a:pt x="513064" y="497634"/>
                  </a:lnTo>
                  <a:lnTo>
                    <a:pt x="520933" y="525061"/>
                  </a:lnTo>
                  <a:lnTo>
                    <a:pt x="535900" y="559705"/>
                  </a:lnTo>
                  <a:lnTo>
                    <a:pt x="550004" y="594618"/>
                  </a:lnTo>
                  <a:lnTo>
                    <a:pt x="561295" y="623355"/>
                  </a:lnTo>
                  <a:lnTo>
                    <a:pt x="567822" y="639476"/>
                  </a:lnTo>
                  <a:lnTo>
                    <a:pt x="553619" y="644361"/>
                  </a:lnTo>
                  <a:lnTo>
                    <a:pt x="517483" y="641496"/>
                  </a:lnTo>
                  <a:lnTo>
                    <a:pt x="479603" y="627595"/>
                  </a:lnTo>
                  <a:lnTo>
                    <a:pt x="460170" y="599373"/>
                  </a:lnTo>
                  <a:lnTo>
                    <a:pt x="458982" y="559389"/>
                  </a:lnTo>
                  <a:lnTo>
                    <a:pt x="460566" y="514674"/>
                  </a:lnTo>
                  <a:lnTo>
                    <a:pt x="462208" y="468647"/>
                  </a:lnTo>
                  <a:lnTo>
                    <a:pt x="461197" y="424729"/>
                  </a:lnTo>
                  <a:lnTo>
                    <a:pt x="451825" y="386134"/>
                  </a:lnTo>
                  <a:lnTo>
                    <a:pt x="434445" y="357364"/>
                  </a:lnTo>
                  <a:lnTo>
                    <a:pt x="415425" y="343743"/>
                  </a:lnTo>
                  <a:lnTo>
                    <a:pt x="401136" y="350595"/>
                  </a:lnTo>
                  <a:lnTo>
                    <a:pt x="400988" y="374667"/>
                  </a:lnTo>
                  <a:lnTo>
                    <a:pt x="413075" y="407563"/>
                  </a:lnTo>
                  <a:lnTo>
                    <a:pt x="426792" y="446916"/>
                  </a:lnTo>
                  <a:lnTo>
                    <a:pt x="431533" y="490360"/>
                  </a:lnTo>
                  <a:lnTo>
                    <a:pt x="428275" y="537296"/>
                  </a:lnTo>
                  <a:lnTo>
                    <a:pt x="423746" y="582885"/>
                  </a:lnTo>
                  <a:lnTo>
                    <a:pt x="415941" y="618396"/>
                  </a:lnTo>
                  <a:lnTo>
                    <a:pt x="402853" y="635099"/>
                  </a:lnTo>
                  <a:lnTo>
                    <a:pt x="379751" y="634866"/>
                  </a:lnTo>
                  <a:lnTo>
                    <a:pt x="349522" y="624767"/>
                  </a:lnTo>
                  <a:lnTo>
                    <a:pt x="321590" y="603851"/>
                  </a:lnTo>
                  <a:lnTo>
                    <a:pt x="305379" y="571164"/>
                  </a:lnTo>
                  <a:lnTo>
                    <a:pt x="303845" y="526281"/>
                  </a:lnTo>
                  <a:lnTo>
                    <a:pt x="309534" y="473091"/>
                  </a:lnTo>
                  <a:lnTo>
                    <a:pt x="316255" y="417117"/>
                  </a:lnTo>
                  <a:lnTo>
                    <a:pt x="317819" y="363882"/>
                  </a:lnTo>
                  <a:lnTo>
                    <a:pt x="315050" y="322536"/>
                  </a:lnTo>
                  <a:lnTo>
                    <a:pt x="311477" y="298531"/>
                  </a:lnTo>
                  <a:lnTo>
                    <a:pt x="304942" y="291823"/>
                  </a:lnTo>
                  <a:lnTo>
                    <a:pt x="293285" y="302366"/>
                  </a:lnTo>
                  <a:lnTo>
                    <a:pt x="280166" y="334974"/>
                  </a:lnTo>
                  <a:lnTo>
                    <a:pt x="265745" y="391678"/>
                  </a:lnTo>
                  <a:lnTo>
                    <a:pt x="251603" y="456747"/>
                  </a:lnTo>
                  <a:lnTo>
                    <a:pt x="239318" y="514451"/>
                  </a:lnTo>
                  <a:lnTo>
                    <a:pt x="230471" y="549060"/>
                  </a:lnTo>
                  <a:lnTo>
                    <a:pt x="209061" y="556334"/>
                  </a:lnTo>
                  <a:lnTo>
                    <a:pt x="172683" y="539051"/>
                  </a:lnTo>
                  <a:lnTo>
                    <a:pt x="138372" y="505397"/>
                  </a:lnTo>
                  <a:lnTo>
                    <a:pt x="123165" y="463555"/>
                  </a:lnTo>
                  <a:lnTo>
                    <a:pt x="138311" y="411947"/>
                  </a:lnTo>
                  <a:lnTo>
                    <a:pt x="171899" y="353223"/>
                  </a:lnTo>
                  <a:lnTo>
                    <a:pt x="206221" y="301881"/>
                  </a:lnTo>
                  <a:lnTo>
                    <a:pt x="223570" y="272419"/>
                  </a:lnTo>
                  <a:lnTo>
                    <a:pt x="223376" y="261897"/>
                  </a:lnTo>
                  <a:lnTo>
                    <a:pt x="217165" y="258359"/>
                  </a:lnTo>
                  <a:lnTo>
                    <a:pt x="205374" y="262766"/>
                  </a:lnTo>
                  <a:lnTo>
                    <a:pt x="163576" y="306543"/>
                  </a:lnTo>
                  <a:lnTo>
                    <a:pt x="132868" y="352662"/>
                  </a:lnTo>
                  <a:lnTo>
                    <a:pt x="104046" y="400749"/>
                  </a:lnTo>
                  <a:lnTo>
                    <a:pt x="84842" y="437126"/>
                  </a:lnTo>
                  <a:lnTo>
                    <a:pt x="65840" y="440256"/>
                  </a:lnTo>
                  <a:lnTo>
                    <a:pt x="40890" y="410864"/>
                  </a:lnTo>
                  <a:lnTo>
                    <a:pt x="22591" y="368670"/>
                  </a:lnTo>
                  <a:lnTo>
                    <a:pt x="23545" y="333391"/>
                  </a:lnTo>
                  <a:lnTo>
                    <a:pt x="46799" y="305883"/>
                  </a:lnTo>
                  <a:lnTo>
                    <a:pt x="79000" y="276744"/>
                  </a:lnTo>
                  <a:lnTo>
                    <a:pt x="108149" y="250282"/>
                  </a:lnTo>
                  <a:lnTo>
                    <a:pt x="122244" y="230808"/>
                  </a:lnTo>
                  <a:lnTo>
                    <a:pt x="121619" y="219757"/>
                  </a:lnTo>
                  <a:lnTo>
                    <a:pt x="113227" y="217260"/>
                  </a:lnTo>
                  <a:lnTo>
                    <a:pt x="95016" y="225665"/>
                  </a:lnTo>
                  <a:lnTo>
                    <a:pt x="64936" y="247321"/>
                  </a:lnTo>
                  <a:lnTo>
                    <a:pt x="36271" y="276047"/>
                  </a:lnTo>
                  <a:lnTo>
                    <a:pt x="20130" y="299452"/>
                  </a:lnTo>
                  <a:lnTo>
                    <a:pt x="11205" y="310572"/>
                  </a:lnTo>
                  <a:lnTo>
                    <a:pt x="4184" y="302439"/>
                  </a:lnTo>
                  <a:lnTo>
                    <a:pt x="272" y="286563"/>
                  </a:lnTo>
                  <a:lnTo>
                    <a:pt x="0" y="263678"/>
                  </a:lnTo>
                  <a:lnTo>
                    <a:pt x="7132" y="236458"/>
                  </a:lnTo>
                  <a:lnTo>
                    <a:pt x="25433" y="207580"/>
                  </a:lnTo>
                  <a:lnTo>
                    <a:pt x="58666" y="179720"/>
                  </a:lnTo>
                  <a:lnTo>
                    <a:pt x="110596" y="155552"/>
                  </a:lnTo>
                  <a:lnTo>
                    <a:pt x="184985" y="137753"/>
                  </a:lnTo>
                  <a:close/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924214" y="1261986"/>
              <a:ext cx="962025" cy="716915"/>
            </a:xfrm>
            <a:custGeom>
              <a:avLst/>
              <a:gdLst/>
              <a:ahLst/>
              <a:cxnLst/>
              <a:rect l="l" t="t" r="r" b="b"/>
              <a:pathLst>
                <a:path w="962025" h="716914">
                  <a:moveTo>
                    <a:pt x="216417" y="173773"/>
                  </a:moveTo>
                  <a:lnTo>
                    <a:pt x="228497" y="129576"/>
                  </a:lnTo>
                  <a:lnTo>
                    <a:pt x="243506" y="90480"/>
                  </a:lnTo>
                  <a:lnTo>
                    <a:pt x="262987" y="57619"/>
                  </a:lnTo>
                  <a:lnTo>
                    <a:pt x="321522" y="15137"/>
                  </a:lnTo>
                  <a:lnTo>
                    <a:pt x="363660" y="7784"/>
                  </a:lnTo>
                  <a:lnTo>
                    <a:pt x="416431" y="11202"/>
                  </a:lnTo>
                  <a:lnTo>
                    <a:pt x="411180" y="15494"/>
                  </a:lnTo>
                  <a:lnTo>
                    <a:pt x="398113" y="30303"/>
                  </a:lnTo>
                  <a:lnTo>
                    <a:pt x="383380" y="47618"/>
                  </a:lnTo>
                  <a:lnTo>
                    <a:pt x="373134" y="59431"/>
                  </a:lnTo>
                  <a:lnTo>
                    <a:pt x="382906" y="55055"/>
                  </a:lnTo>
                  <a:lnTo>
                    <a:pt x="415954" y="36429"/>
                  </a:lnTo>
                  <a:lnTo>
                    <a:pt x="460017" y="14509"/>
                  </a:lnTo>
                  <a:lnTo>
                    <a:pt x="502837" y="250"/>
                  </a:lnTo>
                  <a:lnTo>
                    <a:pt x="546970" y="0"/>
                  </a:lnTo>
                  <a:lnTo>
                    <a:pt x="592567" y="8645"/>
                  </a:lnTo>
                  <a:lnTo>
                    <a:pt x="623739" y="19925"/>
                  </a:lnTo>
                  <a:lnTo>
                    <a:pt x="624593" y="27579"/>
                  </a:lnTo>
                  <a:lnTo>
                    <a:pt x="593415" y="32635"/>
                  </a:lnTo>
                  <a:lnTo>
                    <a:pt x="541486" y="41648"/>
                  </a:lnTo>
                  <a:lnTo>
                    <a:pt x="484186" y="54392"/>
                  </a:lnTo>
                  <a:lnTo>
                    <a:pt x="436896" y="70642"/>
                  </a:lnTo>
                  <a:lnTo>
                    <a:pt x="414997" y="90174"/>
                  </a:lnTo>
                  <a:lnTo>
                    <a:pt x="418630" y="109273"/>
                  </a:lnTo>
                  <a:lnTo>
                    <a:pt x="436736" y="115135"/>
                  </a:lnTo>
                  <a:lnTo>
                    <a:pt x="464809" y="109718"/>
                  </a:lnTo>
                  <a:lnTo>
                    <a:pt x="498345" y="94980"/>
                  </a:lnTo>
                  <a:lnTo>
                    <a:pt x="543829" y="74849"/>
                  </a:lnTo>
                  <a:lnTo>
                    <a:pt x="601769" y="56183"/>
                  </a:lnTo>
                  <a:lnTo>
                    <a:pt x="658668" y="45334"/>
                  </a:lnTo>
                  <a:lnTo>
                    <a:pt x="701030" y="48657"/>
                  </a:lnTo>
                  <a:lnTo>
                    <a:pt x="739023" y="67350"/>
                  </a:lnTo>
                  <a:lnTo>
                    <a:pt x="781054" y="92603"/>
                  </a:lnTo>
                  <a:lnTo>
                    <a:pt x="810991" y="115751"/>
                  </a:lnTo>
                  <a:lnTo>
                    <a:pt x="812702" y="128131"/>
                  </a:lnTo>
                  <a:lnTo>
                    <a:pt x="789144" y="127946"/>
                  </a:lnTo>
                  <a:lnTo>
                    <a:pt x="746792" y="123951"/>
                  </a:lnTo>
                  <a:lnTo>
                    <a:pt x="692567" y="119196"/>
                  </a:lnTo>
                  <a:lnTo>
                    <a:pt x="633391" y="116733"/>
                  </a:lnTo>
                  <a:lnTo>
                    <a:pt x="576186" y="119612"/>
                  </a:lnTo>
                  <a:lnTo>
                    <a:pt x="527873" y="130885"/>
                  </a:lnTo>
                  <a:lnTo>
                    <a:pt x="479447" y="153024"/>
                  </a:lnTo>
                  <a:lnTo>
                    <a:pt x="452611" y="181596"/>
                  </a:lnTo>
                  <a:lnTo>
                    <a:pt x="465257" y="187951"/>
                  </a:lnTo>
                  <a:lnTo>
                    <a:pt x="486184" y="183827"/>
                  </a:lnTo>
                  <a:lnTo>
                    <a:pt x="515587" y="170021"/>
                  </a:lnTo>
                  <a:lnTo>
                    <a:pt x="560698" y="155479"/>
                  </a:lnTo>
                  <a:lnTo>
                    <a:pt x="628750" y="149146"/>
                  </a:lnTo>
                  <a:lnTo>
                    <a:pt x="689194" y="149538"/>
                  </a:lnTo>
                  <a:lnTo>
                    <a:pt x="740435" y="150386"/>
                  </a:lnTo>
                  <a:lnTo>
                    <a:pt x="783968" y="153004"/>
                  </a:lnTo>
                  <a:lnTo>
                    <a:pt x="853895" y="168810"/>
                  </a:lnTo>
                  <a:lnTo>
                    <a:pt x="893174" y="196282"/>
                  </a:lnTo>
                  <a:lnTo>
                    <a:pt x="926680" y="237142"/>
                  </a:lnTo>
                  <a:lnTo>
                    <a:pt x="943197" y="276838"/>
                  </a:lnTo>
                  <a:lnTo>
                    <a:pt x="931505" y="300817"/>
                  </a:lnTo>
                  <a:lnTo>
                    <a:pt x="905986" y="300588"/>
                  </a:lnTo>
                  <a:lnTo>
                    <a:pt x="869884" y="288424"/>
                  </a:lnTo>
                  <a:lnTo>
                    <a:pt x="824792" y="269630"/>
                  </a:lnTo>
                  <a:lnTo>
                    <a:pt x="772305" y="249511"/>
                  </a:lnTo>
                  <a:lnTo>
                    <a:pt x="714018" y="233371"/>
                  </a:lnTo>
                  <a:lnTo>
                    <a:pt x="651524" y="226515"/>
                  </a:lnTo>
                  <a:lnTo>
                    <a:pt x="582533" y="228299"/>
                  </a:lnTo>
                  <a:lnTo>
                    <a:pt x="530150" y="234445"/>
                  </a:lnTo>
                  <a:lnTo>
                    <a:pt x="495605" y="244526"/>
                  </a:lnTo>
                  <a:lnTo>
                    <a:pt x="480126" y="258115"/>
                  </a:lnTo>
                  <a:lnTo>
                    <a:pt x="484942" y="274786"/>
                  </a:lnTo>
                  <a:lnTo>
                    <a:pt x="516752" y="286916"/>
                  </a:lnTo>
                  <a:lnTo>
                    <a:pt x="565776" y="284452"/>
                  </a:lnTo>
                  <a:lnTo>
                    <a:pt x="620037" y="276870"/>
                  </a:lnTo>
                  <a:lnTo>
                    <a:pt x="667555" y="273645"/>
                  </a:lnTo>
                  <a:lnTo>
                    <a:pt x="752654" y="287964"/>
                  </a:lnTo>
                  <a:lnTo>
                    <a:pt x="808774" y="303638"/>
                  </a:lnTo>
                  <a:lnTo>
                    <a:pt x="864970" y="324884"/>
                  </a:lnTo>
                  <a:lnTo>
                    <a:pt x="914514" y="351620"/>
                  </a:lnTo>
                  <a:lnTo>
                    <a:pt x="950677" y="383767"/>
                  </a:lnTo>
                  <a:lnTo>
                    <a:pt x="961974" y="415476"/>
                  </a:lnTo>
                  <a:lnTo>
                    <a:pt x="960471" y="444473"/>
                  </a:lnTo>
                  <a:lnTo>
                    <a:pt x="949221" y="461677"/>
                  </a:lnTo>
                  <a:lnTo>
                    <a:pt x="931274" y="458006"/>
                  </a:lnTo>
                  <a:lnTo>
                    <a:pt x="916086" y="445206"/>
                  </a:lnTo>
                  <a:lnTo>
                    <a:pt x="893232" y="428129"/>
                  </a:lnTo>
                  <a:lnTo>
                    <a:pt x="862028" y="409392"/>
                  </a:lnTo>
                  <a:lnTo>
                    <a:pt x="821793" y="391614"/>
                  </a:lnTo>
                  <a:lnTo>
                    <a:pt x="771843" y="377413"/>
                  </a:lnTo>
                  <a:lnTo>
                    <a:pt x="711496" y="369408"/>
                  </a:lnTo>
                  <a:lnTo>
                    <a:pt x="640069" y="370218"/>
                  </a:lnTo>
                  <a:lnTo>
                    <a:pt x="630058" y="383966"/>
                  </a:lnTo>
                  <a:lnTo>
                    <a:pt x="658131" y="402015"/>
                  </a:lnTo>
                  <a:lnTo>
                    <a:pt x="703732" y="419684"/>
                  </a:lnTo>
                  <a:lnTo>
                    <a:pt x="746306" y="432289"/>
                  </a:lnTo>
                  <a:lnTo>
                    <a:pt x="782723" y="442138"/>
                  </a:lnTo>
                  <a:lnTo>
                    <a:pt x="829997" y="457653"/>
                  </a:lnTo>
                  <a:lnTo>
                    <a:pt x="877266" y="478181"/>
                  </a:lnTo>
                  <a:lnTo>
                    <a:pt x="913669" y="503067"/>
                  </a:lnTo>
                  <a:lnTo>
                    <a:pt x="928343" y="531658"/>
                  </a:lnTo>
                  <a:lnTo>
                    <a:pt x="924288" y="570187"/>
                  </a:lnTo>
                  <a:lnTo>
                    <a:pt x="912970" y="605421"/>
                  </a:lnTo>
                  <a:lnTo>
                    <a:pt x="896365" y="630197"/>
                  </a:lnTo>
                  <a:lnTo>
                    <a:pt x="876449" y="637351"/>
                  </a:lnTo>
                  <a:lnTo>
                    <a:pt x="854667" y="629049"/>
                  </a:lnTo>
                  <a:lnTo>
                    <a:pt x="833814" y="617151"/>
                  </a:lnTo>
                  <a:lnTo>
                    <a:pt x="817889" y="609037"/>
                  </a:lnTo>
                  <a:lnTo>
                    <a:pt x="810891" y="612085"/>
                  </a:lnTo>
                  <a:lnTo>
                    <a:pt x="816579" y="624134"/>
                  </a:lnTo>
                  <a:lnTo>
                    <a:pt x="829607" y="637250"/>
                  </a:lnTo>
                  <a:lnTo>
                    <a:pt x="840319" y="650152"/>
                  </a:lnTo>
                  <a:lnTo>
                    <a:pt x="839057" y="661560"/>
                  </a:lnTo>
                  <a:lnTo>
                    <a:pt x="821290" y="678428"/>
                  </a:lnTo>
                  <a:lnTo>
                    <a:pt x="792564" y="697068"/>
                  </a:lnTo>
                  <a:lnTo>
                    <a:pt x="758337" y="700255"/>
                  </a:lnTo>
                  <a:lnTo>
                    <a:pt x="724066" y="670763"/>
                  </a:lnTo>
                  <a:lnTo>
                    <a:pt x="697297" y="615482"/>
                  </a:lnTo>
                  <a:lnTo>
                    <a:pt x="677865" y="560087"/>
                  </a:lnTo>
                  <a:lnTo>
                    <a:pt x="659635" y="515540"/>
                  </a:lnTo>
                  <a:lnTo>
                    <a:pt x="636477" y="492800"/>
                  </a:lnTo>
                  <a:lnTo>
                    <a:pt x="611871" y="491360"/>
                  </a:lnTo>
                  <a:lnTo>
                    <a:pt x="597285" y="505183"/>
                  </a:lnTo>
                  <a:lnTo>
                    <a:pt x="598570" y="536938"/>
                  </a:lnTo>
                  <a:lnTo>
                    <a:pt x="621577" y="589289"/>
                  </a:lnTo>
                  <a:lnTo>
                    <a:pt x="654169" y="641806"/>
                  </a:lnTo>
                  <a:lnTo>
                    <a:pt x="678013" y="675530"/>
                  </a:lnTo>
                  <a:lnTo>
                    <a:pt x="689688" y="695343"/>
                  </a:lnTo>
                  <a:lnTo>
                    <a:pt x="685774" y="706124"/>
                  </a:lnTo>
                  <a:lnTo>
                    <a:pt x="656616" y="714299"/>
                  </a:lnTo>
                  <a:lnTo>
                    <a:pt x="607483" y="716605"/>
                  </a:lnTo>
                  <a:lnTo>
                    <a:pt x="557345" y="703385"/>
                  </a:lnTo>
                  <a:lnTo>
                    <a:pt x="525172" y="664984"/>
                  </a:lnTo>
                  <a:lnTo>
                    <a:pt x="510185" y="612926"/>
                  </a:lnTo>
                  <a:lnTo>
                    <a:pt x="498985" y="563841"/>
                  </a:lnTo>
                  <a:lnTo>
                    <a:pt x="491604" y="515733"/>
                  </a:lnTo>
                  <a:lnTo>
                    <a:pt x="488073" y="466602"/>
                  </a:lnTo>
                  <a:lnTo>
                    <a:pt x="483016" y="419199"/>
                  </a:lnTo>
                  <a:lnTo>
                    <a:pt x="471974" y="380778"/>
                  </a:lnTo>
                  <a:lnTo>
                    <a:pt x="456386" y="356099"/>
                  </a:lnTo>
                  <a:lnTo>
                    <a:pt x="437687" y="349925"/>
                  </a:lnTo>
                  <a:lnTo>
                    <a:pt x="419108" y="356373"/>
                  </a:lnTo>
                  <a:lnTo>
                    <a:pt x="405631" y="369354"/>
                  </a:lnTo>
                  <a:lnTo>
                    <a:pt x="401350" y="393313"/>
                  </a:lnTo>
                  <a:lnTo>
                    <a:pt x="410358" y="432697"/>
                  </a:lnTo>
                  <a:lnTo>
                    <a:pt x="423202" y="480015"/>
                  </a:lnTo>
                  <a:lnTo>
                    <a:pt x="434311" y="538167"/>
                  </a:lnTo>
                  <a:lnTo>
                    <a:pt x="443396" y="598040"/>
                  </a:lnTo>
                  <a:lnTo>
                    <a:pt x="450168" y="650522"/>
                  </a:lnTo>
                  <a:lnTo>
                    <a:pt x="454336" y="686501"/>
                  </a:lnTo>
                  <a:lnTo>
                    <a:pt x="442244" y="698544"/>
                  </a:lnTo>
                  <a:lnTo>
                    <a:pt x="366378" y="668308"/>
                  </a:lnTo>
                  <a:lnTo>
                    <a:pt x="327598" y="640404"/>
                  </a:lnTo>
                  <a:lnTo>
                    <a:pt x="292770" y="584717"/>
                  </a:lnTo>
                  <a:lnTo>
                    <a:pt x="283314" y="503953"/>
                  </a:lnTo>
                  <a:lnTo>
                    <a:pt x="292153" y="432467"/>
                  </a:lnTo>
                  <a:lnTo>
                    <a:pt x="305706" y="361402"/>
                  </a:lnTo>
                  <a:lnTo>
                    <a:pt x="313511" y="318827"/>
                  </a:lnTo>
                  <a:lnTo>
                    <a:pt x="310977" y="300431"/>
                  </a:lnTo>
                  <a:lnTo>
                    <a:pt x="293514" y="301906"/>
                  </a:lnTo>
                  <a:lnTo>
                    <a:pt x="266474" y="320985"/>
                  </a:lnTo>
                  <a:lnTo>
                    <a:pt x="240776" y="355068"/>
                  </a:lnTo>
                  <a:lnTo>
                    <a:pt x="220180" y="399337"/>
                  </a:lnTo>
                  <a:lnTo>
                    <a:pt x="208448" y="448980"/>
                  </a:lnTo>
                  <a:lnTo>
                    <a:pt x="208541" y="501439"/>
                  </a:lnTo>
                  <a:lnTo>
                    <a:pt x="213177" y="550530"/>
                  </a:lnTo>
                  <a:lnTo>
                    <a:pt x="210779" y="585994"/>
                  </a:lnTo>
                  <a:lnTo>
                    <a:pt x="189768" y="597572"/>
                  </a:lnTo>
                  <a:lnTo>
                    <a:pt x="157903" y="592855"/>
                  </a:lnTo>
                  <a:lnTo>
                    <a:pt x="122178" y="582501"/>
                  </a:lnTo>
                  <a:lnTo>
                    <a:pt x="90371" y="563125"/>
                  </a:lnTo>
                  <a:lnTo>
                    <a:pt x="70264" y="531338"/>
                  </a:lnTo>
                  <a:lnTo>
                    <a:pt x="69636" y="483753"/>
                  </a:lnTo>
                  <a:lnTo>
                    <a:pt x="91224" y="420553"/>
                  </a:lnTo>
                  <a:lnTo>
                    <a:pt x="121803" y="371830"/>
                  </a:lnTo>
                  <a:lnTo>
                    <a:pt x="154010" y="336630"/>
                  </a:lnTo>
                  <a:lnTo>
                    <a:pt x="180481" y="313999"/>
                  </a:lnTo>
                  <a:lnTo>
                    <a:pt x="198211" y="299465"/>
                  </a:lnTo>
                  <a:lnTo>
                    <a:pt x="206455" y="289464"/>
                  </a:lnTo>
                  <a:lnTo>
                    <a:pt x="201241" y="284406"/>
                  </a:lnTo>
                  <a:lnTo>
                    <a:pt x="178596" y="284702"/>
                  </a:lnTo>
                  <a:lnTo>
                    <a:pt x="144500" y="297768"/>
                  </a:lnTo>
                  <a:lnTo>
                    <a:pt x="100864" y="326741"/>
                  </a:lnTo>
                  <a:lnTo>
                    <a:pt x="57244" y="363749"/>
                  </a:lnTo>
                  <a:lnTo>
                    <a:pt x="23193" y="400917"/>
                  </a:lnTo>
                  <a:lnTo>
                    <a:pt x="8266" y="430373"/>
                  </a:lnTo>
                  <a:lnTo>
                    <a:pt x="916" y="415992"/>
                  </a:lnTo>
                  <a:lnTo>
                    <a:pt x="6073" y="354288"/>
                  </a:lnTo>
                  <a:lnTo>
                    <a:pt x="19694" y="314364"/>
                  </a:lnTo>
                  <a:lnTo>
                    <a:pt x="41420" y="273328"/>
                  </a:lnTo>
                  <a:lnTo>
                    <a:pt x="71808" y="234878"/>
                  </a:lnTo>
                  <a:lnTo>
                    <a:pt x="111416" y="202716"/>
                  </a:lnTo>
                  <a:lnTo>
                    <a:pt x="160801" y="180542"/>
                  </a:lnTo>
                  <a:lnTo>
                    <a:pt x="220521" y="172056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/>
          <p:nvPr/>
        </p:nvSpPr>
        <p:spPr>
          <a:xfrm>
            <a:off x="6913969" y="1914911"/>
            <a:ext cx="1470025" cy="1997710"/>
          </a:xfrm>
          <a:custGeom>
            <a:avLst/>
            <a:gdLst/>
            <a:ahLst/>
            <a:cxnLst/>
            <a:rect l="l" t="t" r="r" b="b"/>
            <a:pathLst>
              <a:path w="1470025" h="1997710">
                <a:moveTo>
                  <a:pt x="587438" y="1238465"/>
                </a:moveTo>
                <a:lnTo>
                  <a:pt x="585381" y="1194625"/>
                </a:lnTo>
                <a:lnTo>
                  <a:pt x="574065" y="1152283"/>
                </a:lnTo>
                <a:lnTo>
                  <a:pt x="555332" y="1111885"/>
                </a:lnTo>
                <a:lnTo>
                  <a:pt x="531012" y="1073899"/>
                </a:lnTo>
                <a:lnTo>
                  <a:pt x="502945" y="1038796"/>
                </a:lnTo>
                <a:lnTo>
                  <a:pt x="464934" y="998042"/>
                </a:lnTo>
                <a:lnTo>
                  <a:pt x="425831" y="958240"/>
                </a:lnTo>
                <a:lnTo>
                  <a:pt x="388073" y="917397"/>
                </a:lnTo>
                <a:lnTo>
                  <a:pt x="354152" y="873493"/>
                </a:lnTo>
                <a:lnTo>
                  <a:pt x="326821" y="827913"/>
                </a:lnTo>
                <a:lnTo>
                  <a:pt x="277291" y="732548"/>
                </a:lnTo>
                <a:lnTo>
                  <a:pt x="249834" y="687882"/>
                </a:lnTo>
                <a:lnTo>
                  <a:pt x="217068" y="648639"/>
                </a:lnTo>
                <a:lnTo>
                  <a:pt x="176390" y="617359"/>
                </a:lnTo>
                <a:lnTo>
                  <a:pt x="137528" y="601599"/>
                </a:lnTo>
                <a:lnTo>
                  <a:pt x="116928" y="598893"/>
                </a:lnTo>
                <a:lnTo>
                  <a:pt x="96291" y="600735"/>
                </a:lnTo>
                <a:lnTo>
                  <a:pt x="52171" y="623976"/>
                </a:lnTo>
                <a:lnTo>
                  <a:pt x="14732" y="676706"/>
                </a:lnTo>
                <a:lnTo>
                  <a:pt x="1803" y="723328"/>
                </a:lnTo>
                <a:lnTo>
                  <a:pt x="0" y="772604"/>
                </a:lnTo>
                <a:lnTo>
                  <a:pt x="7835" y="821359"/>
                </a:lnTo>
                <a:lnTo>
                  <a:pt x="23139" y="867676"/>
                </a:lnTo>
                <a:lnTo>
                  <a:pt x="43307" y="912202"/>
                </a:lnTo>
                <a:lnTo>
                  <a:pt x="66217" y="955649"/>
                </a:lnTo>
                <a:lnTo>
                  <a:pt x="89763" y="998753"/>
                </a:lnTo>
                <a:lnTo>
                  <a:pt x="115519" y="1048626"/>
                </a:lnTo>
                <a:lnTo>
                  <a:pt x="139992" y="1099146"/>
                </a:lnTo>
                <a:lnTo>
                  <a:pt x="163677" y="1150061"/>
                </a:lnTo>
                <a:lnTo>
                  <a:pt x="187083" y="1201102"/>
                </a:lnTo>
                <a:lnTo>
                  <a:pt x="207733" y="1244384"/>
                </a:lnTo>
                <a:lnTo>
                  <a:pt x="230962" y="1286611"/>
                </a:lnTo>
                <a:lnTo>
                  <a:pt x="258064" y="1325600"/>
                </a:lnTo>
                <a:lnTo>
                  <a:pt x="290309" y="1359128"/>
                </a:lnTo>
                <a:lnTo>
                  <a:pt x="328993" y="1385036"/>
                </a:lnTo>
                <a:lnTo>
                  <a:pt x="370192" y="1399565"/>
                </a:lnTo>
                <a:lnTo>
                  <a:pt x="413727" y="1403680"/>
                </a:lnTo>
                <a:lnTo>
                  <a:pt x="457009" y="1397444"/>
                </a:lnTo>
                <a:lnTo>
                  <a:pt x="497446" y="1380921"/>
                </a:lnTo>
                <a:lnTo>
                  <a:pt x="532384" y="1354683"/>
                </a:lnTo>
                <a:lnTo>
                  <a:pt x="559943" y="1320749"/>
                </a:lnTo>
                <a:lnTo>
                  <a:pt x="578764" y="1281277"/>
                </a:lnTo>
                <a:lnTo>
                  <a:pt x="587438" y="1238465"/>
                </a:lnTo>
                <a:close/>
              </a:path>
              <a:path w="1470025" h="1997710">
                <a:moveTo>
                  <a:pt x="910577" y="750290"/>
                </a:moveTo>
                <a:lnTo>
                  <a:pt x="910082" y="702589"/>
                </a:lnTo>
                <a:lnTo>
                  <a:pt x="904265" y="654659"/>
                </a:lnTo>
                <a:lnTo>
                  <a:pt x="893711" y="607009"/>
                </a:lnTo>
                <a:lnTo>
                  <a:pt x="878954" y="560184"/>
                </a:lnTo>
                <a:lnTo>
                  <a:pt x="860552" y="514692"/>
                </a:lnTo>
                <a:lnTo>
                  <a:pt x="839063" y="471068"/>
                </a:lnTo>
                <a:lnTo>
                  <a:pt x="815124" y="429209"/>
                </a:lnTo>
                <a:lnTo>
                  <a:pt x="789381" y="388467"/>
                </a:lnTo>
                <a:lnTo>
                  <a:pt x="762292" y="348551"/>
                </a:lnTo>
                <a:lnTo>
                  <a:pt x="734339" y="309156"/>
                </a:lnTo>
                <a:lnTo>
                  <a:pt x="677773" y="230759"/>
                </a:lnTo>
                <a:lnTo>
                  <a:pt x="650113" y="191147"/>
                </a:lnTo>
                <a:lnTo>
                  <a:pt x="623506" y="150888"/>
                </a:lnTo>
                <a:lnTo>
                  <a:pt x="598424" y="109664"/>
                </a:lnTo>
                <a:lnTo>
                  <a:pt x="585711" y="87477"/>
                </a:lnTo>
                <a:lnTo>
                  <a:pt x="572414" y="65646"/>
                </a:lnTo>
                <a:lnTo>
                  <a:pt x="540131" y="26746"/>
                </a:lnTo>
                <a:lnTo>
                  <a:pt x="495211" y="2514"/>
                </a:lnTo>
                <a:lnTo>
                  <a:pt x="470331" y="0"/>
                </a:lnTo>
                <a:lnTo>
                  <a:pt x="446239" y="5981"/>
                </a:lnTo>
                <a:lnTo>
                  <a:pt x="418934" y="29197"/>
                </a:lnTo>
                <a:lnTo>
                  <a:pt x="404304" y="62992"/>
                </a:lnTo>
                <a:lnTo>
                  <a:pt x="399034" y="102285"/>
                </a:lnTo>
                <a:lnTo>
                  <a:pt x="399821" y="142024"/>
                </a:lnTo>
                <a:lnTo>
                  <a:pt x="403796" y="195478"/>
                </a:lnTo>
                <a:lnTo>
                  <a:pt x="408127" y="248894"/>
                </a:lnTo>
                <a:lnTo>
                  <a:pt x="412826" y="302285"/>
                </a:lnTo>
                <a:lnTo>
                  <a:pt x="417893" y="355650"/>
                </a:lnTo>
                <a:lnTo>
                  <a:pt x="423316" y="408978"/>
                </a:lnTo>
                <a:lnTo>
                  <a:pt x="429094" y="462254"/>
                </a:lnTo>
                <a:lnTo>
                  <a:pt x="435229" y="515505"/>
                </a:lnTo>
                <a:lnTo>
                  <a:pt x="441731" y="568706"/>
                </a:lnTo>
                <a:lnTo>
                  <a:pt x="448589" y="621868"/>
                </a:lnTo>
                <a:lnTo>
                  <a:pt x="455320" y="669582"/>
                </a:lnTo>
                <a:lnTo>
                  <a:pt x="463613" y="717232"/>
                </a:lnTo>
                <a:lnTo>
                  <a:pt x="474472" y="764146"/>
                </a:lnTo>
                <a:lnTo>
                  <a:pt x="488911" y="809663"/>
                </a:lnTo>
                <a:lnTo>
                  <a:pt x="507949" y="853071"/>
                </a:lnTo>
                <a:lnTo>
                  <a:pt x="532599" y="893724"/>
                </a:lnTo>
                <a:lnTo>
                  <a:pt x="564388" y="930109"/>
                </a:lnTo>
                <a:lnTo>
                  <a:pt x="602818" y="960043"/>
                </a:lnTo>
                <a:lnTo>
                  <a:pt x="645883" y="981811"/>
                </a:lnTo>
                <a:lnTo>
                  <a:pt x="691565" y="993698"/>
                </a:lnTo>
                <a:lnTo>
                  <a:pt x="737819" y="993990"/>
                </a:lnTo>
                <a:lnTo>
                  <a:pt x="782650" y="980973"/>
                </a:lnTo>
                <a:lnTo>
                  <a:pt x="836117" y="941628"/>
                </a:lnTo>
                <a:lnTo>
                  <a:pt x="874750" y="886739"/>
                </a:lnTo>
                <a:lnTo>
                  <a:pt x="893470" y="842886"/>
                </a:lnTo>
                <a:lnTo>
                  <a:pt x="905230" y="797229"/>
                </a:lnTo>
                <a:lnTo>
                  <a:pt x="910577" y="750290"/>
                </a:lnTo>
                <a:close/>
              </a:path>
              <a:path w="1470025" h="1997710">
                <a:moveTo>
                  <a:pt x="1469999" y="755929"/>
                </a:moveTo>
                <a:lnTo>
                  <a:pt x="1465478" y="707199"/>
                </a:lnTo>
                <a:lnTo>
                  <a:pt x="1449857" y="663168"/>
                </a:lnTo>
                <a:lnTo>
                  <a:pt x="1419834" y="628281"/>
                </a:lnTo>
                <a:lnTo>
                  <a:pt x="1377518" y="609866"/>
                </a:lnTo>
                <a:lnTo>
                  <a:pt x="1331493" y="610971"/>
                </a:lnTo>
                <a:lnTo>
                  <a:pt x="1286167" y="628116"/>
                </a:lnTo>
                <a:lnTo>
                  <a:pt x="1245946" y="657834"/>
                </a:lnTo>
                <a:lnTo>
                  <a:pt x="1215224" y="696645"/>
                </a:lnTo>
                <a:lnTo>
                  <a:pt x="1194765" y="740435"/>
                </a:lnTo>
                <a:lnTo>
                  <a:pt x="1180731" y="786739"/>
                </a:lnTo>
                <a:lnTo>
                  <a:pt x="1170571" y="834605"/>
                </a:lnTo>
                <a:lnTo>
                  <a:pt x="1161783" y="883018"/>
                </a:lnTo>
                <a:lnTo>
                  <a:pt x="1151813" y="931011"/>
                </a:lnTo>
                <a:lnTo>
                  <a:pt x="1138250" y="979093"/>
                </a:lnTo>
                <a:lnTo>
                  <a:pt x="1121422" y="1025994"/>
                </a:lnTo>
                <a:lnTo>
                  <a:pt x="1102017" y="1071994"/>
                </a:lnTo>
                <a:lnTo>
                  <a:pt x="1080757" y="1117333"/>
                </a:lnTo>
                <a:lnTo>
                  <a:pt x="1058303" y="1162278"/>
                </a:lnTo>
                <a:lnTo>
                  <a:pt x="1035354" y="1207084"/>
                </a:lnTo>
                <a:lnTo>
                  <a:pt x="1012621" y="1251991"/>
                </a:lnTo>
                <a:lnTo>
                  <a:pt x="990777" y="1297266"/>
                </a:lnTo>
                <a:lnTo>
                  <a:pt x="970521" y="1343164"/>
                </a:lnTo>
                <a:lnTo>
                  <a:pt x="952550" y="1389938"/>
                </a:lnTo>
                <a:lnTo>
                  <a:pt x="937933" y="1435887"/>
                </a:lnTo>
                <a:lnTo>
                  <a:pt x="925868" y="1482471"/>
                </a:lnTo>
                <a:lnTo>
                  <a:pt x="916025" y="1529588"/>
                </a:lnTo>
                <a:lnTo>
                  <a:pt x="908113" y="1577162"/>
                </a:lnTo>
                <a:lnTo>
                  <a:pt x="901788" y="1625079"/>
                </a:lnTo>
                <a:lnTo>
                  <a:pt x="896772" y="1673237"/>
                </a:lnTo>
                <a:lnTo>
                  <a:pt x="892721" y="1721535"/>
                </a:lnTo>
                <a:lnTo>
                  <a:pt x="889330" y="1769872"/>
                </a:lnTo>
                <a:lnTo>
                  <a:pt x="886294" y="1818144"/>
                </a:lnTo>
                <a:lnTo>
                  <a:pt x="884910" y="1855254"/>
                </a:lnTo>
                <a:lnTo>
                  <a:pt x="887222" y="1892274"/>
                </a:lnTo>
                <a:lnTo>
                  <a:pt x="914933" y="1956993"/>
                </a:lnTo>
                <a:lnTo>
                  <a:pt x="952868" y="1983422"/>
                </a:lnTo>
                <a:lnTo>
                  <a:pt x="1018019" y="1997557"/>
                </a:lnTo>
                <a:lnTo>
                  <a:pt x="1068984" y="1992058"/>
                </a:lnTo>
                <a:lnTo>
                  <a:pt x="1117981" y="1974405"/>
                </a:lnTo>
                <a:lnTo>
                  <a:pt x="1162634" y="1946490"/>
                </a:lnTo>
                <a:lnTo>
                  <a:pt x="1200607" y="1910257"/>
                </a:lnTo>
                <a:lnTo>
                  <a:pt x="1230744" y="1868068"/>
                </a:lnTo>
                <a:lnTo>
                  <a:pt x="1254074" y="1821802"/>
                </a:lnTo>
                <a:lnTo>
                  <a:pt x="1271447" y="1772551"/>
                </a:lnTo>
                <a:lnTo>
                  <a:pt x="1283716" y="1721459"/>
                </a:lnTo>
                <a:lnTo>
                  <a:pt x="1291767" y="1669605"/>
                </a:lnTo>
                <a:lnTo>
                  <a:pt x="1296682" y="1617637"/>
                </a:lnTo>
                <a:lnTo>
                  <a:pt x="1299845" y="1565503"/>
                </a:lnTo>
                <a:lnTo>
                  <a:pt x="1302512" y="1513319"/>
                </a:lnTo>
                <a:lnTo>
                  <a:pt x="1305890" y="1461211"/>
                </a:lnTo>
                <a:lnTo>
                  <a:pt x="1311236" y="1409293"/>
                </a:lnTo>
                <a:lnTo>
                  <a:pt x="1319453" y="1357947"/>
                </a:lnTo>
                <a:lnTo>
                  <a:pt x="1330274" y="1307134"/>
                </a:lnTo>
                <a:lnTo>
                  <a:pt x="1343190" y="1256753"/>
                </a:lnTo>
                <a:lnTo>
                  <a:pt x="1357655" y="1206703"/>
                </a:lnTo>
                <a:lnTo>
                  <a:pt x="1373162" y="1156855"/>
                </a:lnTo>
                <a:lnTo>
                  <a:pt x="1405204" y="1057376"/>
                </a:lnTo>
                <a:lnTo>
                  <a:pt x="1420672" y="1007529"/>
                </a:lnTo>
                <a:lnTo>
                  <a:pt x="1435087" y="957453"/>
                </a:lnTo>
                <a:lnTo>
                  <a:pt x="1447914" y="907072"/>
                </a:lnTo>
                <a:lnTo>
                  <a:pt x="1458633" y="856246"/>
                </a:lnTo>
                <a:lnTo>
                  <a:pt x="1466723" y="804887"/>
                </a:lnTo>
                <a:lnTo>
                  <a:pt x="1469999" y="755929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6694658" y="4004269"/>
            <a:ext cx="797560" cy="511809"/>
          </a:xfrm>
          <a:custGeom>
            <a:avLst/>
            <a:gdLst/>
            <a:ahLst/>
            <a:cxnLst/>
            <a:rect l="l" t="t" r="r" b="b"/>
            <a:pathLst>
              <a:path w="797559" h="511810">
                <a:moveTo>
                  <a:pt x="387649" y="0"/>
                </a:moveTo>
                <a:lnTo>
                  <a:pt x="333378" y="255"/>
                </a:lnTo>
                <a:lnTo>
                  <a:pt x="279028" y="4643"/>
                </a:lnTo>
                <a:lnTo>
                  <a:pt x="224772" y="11784"/>
                </a:lnTo>
                <a:lnTo>
                  <a:pt x="170780" y="20301"/>
                </a:lnTo>
                <a:lnTo>
                  <a:pt x="116805" y="30566"/>
                </a:lnTo>
                <a:lnTo>
                  <a:pt x="65547" y="49054"/>
                </a:lnTo>
                <a:lnTo>
                  <a:pt x="22541" y="83105"/>
                </a:lnTo>
                <a:lnTo>
                  <a:pt x="0" y="131669"/>
                </a:lnTo>
                <a:lnTo>
                  <a:pt x="317" y="159678"/>
                </a:lnTo>
                <a:lnTo>
                  <a:pt x="20554" y="212826"/>
                </a:lnTo>
                <a:lnTo>
                  <a:pt x="66273" y="276886"/>
                </a:lnTo>
                <a:lnTo>
                  <a:pt x="99430" y="314055"/>
                </a:lnTo>
                <a:lnTo>
                  <a:pt x="135376" y="348541"/>
                </a:lnTo>
                <a:lnTo>
                  <a:pt x="173865" y="380185"/>
                </a:lnTo>
                <a:lnTo>
                  <a:pt x="214649" y="408825"/>
                </a:lnTo>
                <a:lnTo>
                  <a:pt x="257480" y="434303"/>
                </a:lnTo>
                <a:lnTo>
                  <a:pt x="302110" y="456456"/>
                </a:lnTo>
                <a:lnTo>
                  <a:pt x="348292" y="475127"/>
                </a:lnTo>
                <a:lnTo>
                  <a:pt x="395779" y="490153"/>
                </a:lnTo>
                <a:lnTo>
                  <a:pt x="444321" y="501375"/>
                </a:lnTo>
                <a:lnTo>
                  <a:pt x="495296" y="508754"/>
                </a:lnTo>
                <a:lnTo>
                  <a:pt x="546768" y="511431"/>
                </a:lnTo>
                <a:lnTo>
                  <a:pt x="598088" y="508863"/>
                </a:lnTo>
                <a:lnTo>
                  <a:pt x="648610" y="500505"/>
                </a:lnTo>
                <a:lnTo>
                  <a:pt x="697685" y="485815"/>
                </a:lnTo>
                <a:lnTo>
                  <a:pt x="755390" y="454405"/>
                </a:lnTo>
                <a:lnTo>
                  <a:pt x="792834" y="403504"/>
                </a:lnTo>
                <a:lnTo>
                  <a:pt x="797555" y="360621"/>
                </a:lnTo>
                <a:lnTo>
                  <a:pt x="794691" y="338828"/>
                </a:lnTo>
                <a:lnTo>
                  <a:pt x="773883" y="270705"/>
                </a:lnTo>
                <a:lnTo>
                  <a:pt x="752588" y="226323"/>
                </a:lnTo>
                <a:lnTo>
                  <a:pt x="726290" y="184677"/>
                </a:lnTo>
                <a:lnTo>
                  <a:pt x="695460" y="146189"/>
                </a:lnTo>
                <a:lnTo>
                  <a:pt x="660568" y="111283"/>
                </a:lnTo>
                <a:lnTo>
                  <a:pt x="622086" y="80381"/>
                </a:lnTo>
                <a:lnTo>
                  <a:pt x="580485" y="53904"/>
                </a:lnTo>
                <a:lnTo>
                  <a:pt x="536234" y="32276"/>
                </a:lnTo>
                <a:lnTo>
                  <a:pt x="489807" y="15919"/>
                </a:lnTo>
                <a:lnTo>
                  <a:pt x="441672" y="5254"/>
                </a:lnTo>
                <a:lnTo>
                  <a:pt x="387649" y="0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7818163" y="3889550"/>
            <a:ext cx="702945" cy="681355"/>
          </a:xfrm>
          <a:custGeom>
            <a:avLst/>
            <a:gdLst/>
            <a:ahLst/>
            <a:cxnLst/>
            <a:rect l="l" t="t" r="r" b="b"/>
            <a:pathLst>
              <a:path w="702945" h="681354">
                <a:moveTo>
                  <a:pt x="638019" y="0"/>
                </a:moveTo>
                <a:lnTo>
                  <a:pt x="587119" y="10090"/>
                </a:lnTo>
                <a:lnTo>
                  <a:pt x="544268" y="38424"/>
                </a:lnTo>
                <a:lnTo>
                  <a:pt x="505226" y="72664"/>
                </a:lnTo>
                <a:lnTo>
                  <a:pt x="463906" y="104817"/>
                </a:lnTo>
                <a:lnTo>
                  <a:pt x="420169" y="133405"/>
                </a:lnTo>
                <a:lnTo>
                  <a:pt x="374633" y="159361"/>
                </a:lnTo>
                <a:lnTo>
                  <a:pt x="327915" y="183621"/>
                </a:lnTo>
                <a:lnTo>
                  <a:pt x="233403" y="230786"/>
                </a:lnTo>
                <a:lnTo>
                  <a:pt x="186844" y="255560"/>
                </a:lnTo>
                <a:lnTo>
                  <a:pt x="141572" y="282374"/>
                </a:lnTo>
                <a:lnTo>
                  <a:pt x="101132" y="310462"/>
                </a:lnTo>
                <a:lnTo>
                  <a:pt x="64081" y="342807"/>
                </a:lnTo>
                <a:lnTo>
                  <a:pt x="32950" y="380014"/>
                </a:lnTo>
                <a:lnTo>
                  <a:pt x="10268" y="422684"/>
                </a:lnTo>
                <a:lnTo>
                  <a:pt x="0" y="464812"/>
                </a:lnTo>
                <a:lnTo>
                  <a:pt x="204" y="508048"/>
                </a:lnTo>
                <a:lnTo>
                  <a:pt x="9967" y="550426"/>
                </a:lnTo>
                <a:lnTo>
                  <a:pt x="28373" y="589979"/>
                </a:lnTo>
                <a:lnTo>
                  <a:pt x="54506" y="624740"/>
                </a:lnTo>
                <a:lnTo>
                  <a:pt x="87452" y="652741"/>
                </a:lnTo>
                <a:lnTo>
                  <a:pt x="126295" y="672017"/>
                </a:lnTo>
                <a:lnTo>
                  <a:pt x="165294" y="680521"/>
                </a:lnTo>
                <a:lnTo>
                  <a:pt x="185203" y="680903"/>
                </a:lnTo>
                <a:lnTo>
                  <a:pt x="204921" y="678258"/>
                </a:lnTo>
                <a:lnTo>
                  <a:pt x="259793" y="652490"/>
                </a:lnTo>
                <a:lnTo>
                  <a:pt x="305704" y="610898"/>
                </a:lnTo>
                <a:lnTo>
                  <a:pt x="340325" y="571746"/>
                </a:lnTo>
                <a:lnTo>
                  <a:pt x="372801" y="530795"/>
                </a:lnTo>
                <a:lnTo>
                  <a:pt x="403700" y="488527"/>
                </a:lnTo>
                <a:lnTo>
                  <a:pt x="433589" y="445421"/>
                </a:lnTo>
                <a:lnTo>
                  <a:pt x="492606" y="358615"/>
                </a:lnTo>
                <a:lnTo>
                  <a:pt x="522869" y="315875"/>
                </a:lnTo>
                <a:lnTo>
                  <a:pt x="554392" y="274216"/>
                </a:lnTo>
                <a:lnTo>
                  <a:pt x="587741" y="234119"/>
                </a:lnTo>
                <a:lnTo>
                  <a:pt x="623484" y="196063"/>
                </a:lnTo>
                <a:lnTo>
                  <a:pt x="642298" y="177681"/>
                </a:lnTo>
                <a:lnTo>
                  <a:pt x="660720" y="158899"/>
                </a:lnTo>
                <a:lnTo>
                  <a:pt x="677464" y="138896"/>
                </a:lnTo>
                <a:lnTo>
                  <a:pt x="691242" y="116851"/>
                </a:lnTo>
                <a:lnTo>
                  <a:pt x="700210" y="91934"/>
                </a:lnTo>
                <a:lnTo>
                  <a:pt x="702665" y="65615"/>
                </a:lnTo>
                <a:lnTo>
                  <a:pt x="697535" y="40496"/>
                </a:lnTo>
                <a:lnTo>
                  <a:pt x="683744" y="19178"/>
                </a:lnTo>
                <a:lnTo>
                  <a:pt x="662770" y="5400"/>
                </a:lnTo>
                <a:lnTo>
                  <a:pt x="638019" y="0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" name="object 62" descr=""/>
          <p:cNvGrpSpPr/>
          <p:nvPr/>
        </p:nvGrpSpPr>
        <p:grpSpPr>
          <a:xfrm>
            <a:off x="6861287" y="2051559"/>
            <a:ext cx="1488440" cy="4025900"/>
            <a:chOff x="6861287" y="2051559"/>
            <a:chExt cx="1488440" cy="4025900"/>
          </a:xfrm>
        </p:grpSpPr>
        <p:sp>
          <p:nvSpPr>
            <p:cNvPr id="63" name="object 63" descr=""/>
            <p:cNvSpPr/>
            <p:nvPr/>
          </p:nvSpPr>
          <p:spPr>
            <a:xfrm>
              <a:off x="7525676" y="2195260"/>
              <a:ext cx="201930" cy="2872105"/>
            </a:xfrm>
            <a:custGeom>
              <a:avLst/>
              <a:gdLst/>
              <a:ahLst/>
              <a:cxnLst/>
              <a:rect l="l" t="t" r="r" b="b"/>
              <a:pathLst>
                <a:path w="201929" h="2872104">
                  <a:moveTo>
                    <a:pt x="0" y="0"/>
                  </a:moveTo>
                  <a:lnTo>
                    <a:pt x="11307" y="49440"/>
                  </a:lnTo>
                  <a:lnTo>
                    <a:pt x="22289" y="98953"/>
                  </a:lnTo>
                  <a:lnTo>
                    <a:pt x="32947" y="148536"/>
                  </a:lnTo>
                  <a:lnTo>
                    <a:pt x="43279" y="198188"/>
                  </a:lnTo>
                  <a:lnTo>
                    <a:pt x="53287" y="247906"/>
                  </a:lnTo>
                  <a:lnTo>
                    <a:pt x="62969" y="297689"/>
                  </a:lnTo>
                  <a:lnTo>
                    <a:pt x="72327" y="347533"/>
                  </a:lnTo>
                  <a:lnTo>
                    <a:pt x="81359" y="397437"/>
                  </a:lnTo>
                  <a:lnTo>
                    <a:pt x="90065" y="447399"/>
                  </a:lnTo>
                  <a:lnTo>
                    <a:pt x="98447" y="497417"/>
                  </a:lnTo>
                  <a:lnTo>
                    <a:pt x="106502" y="547488"/>
                  </a:lnTo>
                  <a:lnTo>
                    <a:pt x="114232" y="597611"/>
                  </a:lnTo>
                  <a:lnTo>
                    <a:pt x="121636" y="647782"/>
                  </a:lnTo>
                  <a:lnTo>
                    <a:pt x="128715" y="698001"/>
                  </a:lnTo>
                  <a:lnTo>
                    <a:pt x="135467" y="748265"/>
                  </a:lnTo>
                  <a:lnTo>
                    <a:pt x="141894" y="798571"/>
                  </a:lnTo>
                  <a:lnTo>
                    <a:pt x="147994" y="848919"/>
                  </a:lnTo>
                  <a:lnTo>
                    <a:pt x="153768" y="899304"/>
                  </a:lnTo>
                  <a:lnTo>
                    <a:pt x="159216" y="949727"/>
                  </a:lnTo>
                  <a:lnTo>
                    <a:pt x="164337" y="1000183"/>
                  </a:lnTo>
                  <a:lnTo>
                    <a:pt x="169132" y="1050672"/>
                  </a:lnTo>
                  <a:lnTo>
                    <a:pt x="173601" y="1101191"/>
                  </a:lnTo>
                  <a:lnTo>
                    <a:pt x="177742" y="1151738"/>
                  </a:lnTo>
                  <a:lnTo>
                    <a:pt x="181557" y="1202310"/>
                  </a:lnTo>
                  <a:lnTo>
                    <a:pt x="185045" y="1252906"/>
                  </a:lnTo>
                  <a:lnTo>
                    <a:pt x="188206" y="1303524"/>
                  </a:lnTo>
                  <a:lnTo>
                    <a:pt x="191040" y="1354161"/>
                  </a:lnTo>
                  <a:lnTo>
                    <a:pt x="193547" y="1404815"/>
                  </a:lnTo>
                  <a:lnTo>
                    <a:pt x="195727" y="1455485"/>
                  </a:lnTo>
                  <a:lnTo>
                    <a:pt x="197580" y="1506167"/>
                  </a:lnTo>
                  <a:lnTo>
                    <a:pt x="199105" y="1556861"/>
                  </a:lnTo>
                  <a:lnTo>
                    <a:pt x="200302" y="1607563"/>
                  </a:lnTo>
                  <a:lnTo>
                    <a:pt x="201172" y="1658272"/>
                  </a:lnTo>
                  <a:lnTo>
                    <a:pt x="201714" y="1708985"/>
                  </a:lnTo>
                  <a:lnTo>
                    <a:pt x="201929" y="1759700"/>
                  </a:lnTo>
                  <a:lnTo>
                    <a:pt x="201815" y="1810416"/>
                  </a:lnTo>
                  <a:lnTo>
                    <a:pt x="201374" y="1861130"/>
                  </a:lnTo>
                  <a:lnTo>
                    <a:pt x="200605" y="1911840"/>
                  </a:lnTo>
                  <a:lnTo>
                    <a:pt x="199507" y="1962543"/>
                  </a:lnTo>
                  <a:lnTo>
                    <a:pt x="198081" y="2013239"/>
                  </a:lnTo>
                  <a:lnTo>
                    <a:pt x="196327" y="2063924"/>
                  </a:lnTo>
                  <a:lnTo>
                    <a:pt x="194245" y="2114596"/>
                  </a:lnTo>
                  <a:lnTo>
                    <a:pt x="191834" y="2165253"/>
                  </a:lnTo>
                  <a:lnTo>
                    <a:pt x="189094" y="2215894"/>
                  </a:lnTo>
                  <a:lnTo>
                    <a:pt x="186026" y="2266516"/>
                  </a:lnTo>
                  <a:lnTo>
                    <a:pt x="182629" y="2317117"/>
                  </a:lnTo>
                  <a:lnTo>
                    <a:pt x="178903" y="2367694"/>
                  </a:lnTo>
                  <a:lnTo>
                    <a:pt x="174848" y="2418246"/>
                  </a:lnTo>
                  <a:lnTo>
                    <a:pt x="170464" y="2468771"/>
                  </a:lnTo>
                  <a:lnTo>
                    <a:pt x="165751" y="2519266"/>
                  </a:lnTo>
                  <a:lnTo>
                    <a:pt x="160708" y="2569730"/>
                  </a:lnTo>
                  <a:lnTo>
                    <a:pt x="155337" y="2620159"/>
                  </a:lnTo>
                  <a:lnTo>
                    <a:pt x="149636" y="2670552"/>
                  </a:lnTo>
                  <a:lnTo>
                    <a:pt x="143605" y="2720908"/>
                  </a:lnTo>
                  <a:lnTo>
                    <a:pt x="137245" y="2771223"/>
                  </a:lnTo>
                  <a:lnTo>
                    <a:pt x="130555" y="2821495"/>
                  </a:lnTo>
                  <a:lnTo>
                    <a:pt x="123535" y="2871724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132030" y="2771105"/>
              <a:ext cx="593725" cy="941705"/>
            </a:xfrm>
            <a:custGeom>
              <a:avLst/>
              <a:gdLst/>
              <a:ahLst/>
              <a:cxnLst/>
              <a:rect l="l" t="t" r="r" b="b"/>
              <a:pathLst>
                <a:path w="593725" h="941704">
                  <a:moveTo>
                    <a:pt x="0" y="0"/>
                  </a:moveTo>
                  <a:lnTo>
                    <a:pt x="16796" y="44844"/>
                  </a:lnTo>
                  <a:lnTo>
                    <a:pt x="36899" y="87962"/>
                  </a:lnTo>
                  <a:lnTo>
                    <a:pt x="59899" y="129564"/>
                  </a:lnTo>
                  <a:lnTo>
                    <a:pt x="85383" y="169860"/>
                  </a:lnTo>
                  <a:lnTo>
                    <a:pt x="112938" y="209061"/>
                  </a:lnTo>
                  <a:lnTo>
                    <a:pt x="142154" y="247379"/>
                  </a:lnTo>
                  <a:lnTo>
                    <a:pt x="172617" y="285025"/>
                  </a:lnTo>
                  <a:lnTo>
                    <a:pt x="203917" y="322208"/>
                  </a:lnTo>
                  <a:lnTo>
                    <a:pt x="235640" y="359140"/>
                  </a:lnTo>
                  <a:lnTo>
                    <a:pt x="267376" y="396033"/>
                  </a:lnTo>
                  <a:lnTo>
                    <a:pt x="298712" y="433096"/>
                  </a:lnTo>
                  <a:lnTo>
                    <a:pt x="329236" y="470540"/>
                  </a:lnTo>
                  <a:lnTo>
                    <a:pt x="359350" y="509575"/>
                  </a:lnTo>
                  <a:lnTo>
                    <a:pt x="388311" y="549472"/>
                  </a:lnTo>
                  <a:lnTo>
                    <a:pt x="416099" y="590195"/>
                  </a:lnTo>
                  <a:lnTo>
                    <a:pt x="442693" y="631707"/>
                  </a:lnTo>
                  <a:lnTo>
                    <a:pt x="468072" y="673973"/>
                  </a:lnTo>
                  <a:lnTo>
                    <a:pt x="492217" y="716957"/>
                  </a:lnTo>
                  <a:lnTo>
                    <a:pt x="515107" y="760621"/>
                  </a:lnTo>
                  <a:lnTo>
                    <a:pt x="536721" y="804930"/>
                  </a:lnTo>
                  <a:lnTo>
                    <a:pt x="557040" y="849847"/>
                  </a:lnTo>
                  <a:lnTo>
                    <a:pt x="576043" y="895337"/>
                  </a:lnTo>
                  <a:lnTo>
                    <a:pt x="593709" y="941364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919792" y="4048723"/>
              <a:ext cx="1426210" cy="653415"/>
            </a:xfrm>
            <a:custGeom>
              <a:avLst/>
              <a:gdLst/>
              <a:ahLst/>
              <a:cxnLst/>
              <a:rect l="l" t="t" r="r" b="b"/>
              <a:pathLst>
                <a:path w="1426209" h="653414">
                  <a:moveTo>
                    <a:pt x="0" y="121713"/>
                  </a:moveTo>
                  <a:lnTo>
                    <a:pt x="47016" y="119859"/>
                  </a:lnTo>
                  <a:lnTo>
                    <a:pt x="97357" y="125741"/>
                  </a:lnTo>
                  <a:lnTo>
                    <a:pt x="147973" y="136964"/>
                  </a:lnTo>
                  <a:lnTo>
                    <a:pt x="195809" y="151131"/>
                  </a:lnTo>
                  <a:lnTo>
                    <a:pt x="237814" y="165848"/>
                  </a:lnTo>
                  <a:lnTo>
                    <a:pt x="282738" y="182691"/>
                  </a:lnTo>
                  <a:lnTo>
                    <a:pt x="327587" y="199987"/>
                  </a:lnTo>
                  <a:lnTo>
                    <a:pt x="372106" y="218096"/>
                  </a:lnTo>
                  <a:lnTo>
                    <a:pt x="416039" y="237373"/>
                  </a:lnTo>
                  <a:lnTo>
                    <a:pt x="459132" y="258178"/>
                  </a:lnTo>
                  <a:lnTo>
                    <a:pt x="501130" y="280867"/>
                  </a:lnTo>
                  <a:lnTo>
                    <a:pt x="541777" y="305798"/>
                  </a:lnTo>
                  <a:lnTo>
                    <a:pt x="580820" y="333330"/>
                  </a:lnTo>
                  <a:lnTo>
                    <a:pt x="617886" y="363995"/>
                  </a:lnTo>
                  <a:lnTo>
                    <a:pt x="652362" y="397890"/>
                  </a:lnTo>
                  <a:lnTo>
                    <a:pt x="683608" y="434725"/>
                  </a:lnTo>
                  <a:lnTo>
                    <a:pt x="710991" y="474210"/>
                  </a:lnTo>
                  <a:lnTo>
                    <a:pt x="733873" y="516058"/>
                  </a:lnTo>
                  <a:lnTo>
                    <a:pt x="751617" y="559978"/>
                  </a:lnTo>
                  <a:lnTo>
                    <a:pt x="763588" y="605682"/>
                  </a:lnTo>
                  <a:lnTo>
                    <a:pt x="769149" y="652880"/>
                  </a:lnTo>
                  <a:lnTo>
                    <a:pt x="777148" y="628898"/>
                  </a:lnTo>
                  <a:lnTo>
                    <a:pt x="805697" y="573807"/>
                  </a:lnTo>
                  <a:lnTo>
                    <a:pt x="849440" y="510742"/>
                  </a:lnTo>
                  <a:lnTo>
                    <a:pt x="876431" y="476793"/>
                  </a:lnTo>
                  <a:lnTo>
                    <a:pt x="906527" y="441537"/>
                  </a:lnTo>
                  <a:lnTo>
                    <a:pt x="939498" y="405204"/>
                  </a:lnTo>
                  <a:lnTo>
                    <a:pt x="975110" y="368023"/>
                  </a:lnTo>
                  <a:lnTo>
                    <a:pt x="1013135" y="330224"/>
                  </a:lnTo>
                  <a:lnTo>
                    <a:pt x="1053340" y="292035"/>
                  </a:lnTo>
                  <a:lnTo>
                    <a:pt x="1095494" y="253686"/>
                  </a:lnTo>
                  <a:lnTo>
                    <a:pt x="1139366" y="215405"/>
                  </a:lnTo>
                  <a:lnTo>
                    <a:pt x="1184726" y="177423"/>
                  </a:lnTo>
                  <a:lnTo>
                    <a:pt x="1231341" y="139968"/>
                  </a:lnTo>
                  <a:lnTo>
                    <a:pt x="1278980" y="103268"/>
                  </a:lnTo>
                  <a:lnTo>
                    <a:pt x="1327414" y="67555"/>
                  </a:lnTo>
                  <a:lnTo>
                    <a:pt x="1376409" y="33055"/>
                  </a:lnTo>
                  <a:lnTo>
                    <a:pt x="1425736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708728" y="2870147"/>
              <a:ext cx="546735" cy="1645920"/>
            </a:xfrm>
            <a:custGeom>
              <a:avLst/>
              <a:gdLst/>
              <a:ahLst/>
              <a:cxnLst/>
              <a:rect l="l" t="t" r="r" b="b"/>
              <a:pathLst>
                <a:path w="546734" h="1645920">
                  <a:moveTo>
                    <a:pt x="546412" y="0"/>
                  </a:moveTo>
                  <a:lnTo>
                    <a:pt x="529624" y="48010"/>
                  </a:lnTo>
                  <a:lnTo>
                    <a:pt x="512463" y="95879"/>
                  </a:lnTo>
                  <a:lnTo>
                    <a:pt x="494969" y="143624"/>
                  </a:lnTo>
                  <a:lnTo>
                    <a:pt x="477182" y="191258"/>
                  </a:lnTo>
                  <a:lnTo>
                    <a:pt x="459142" y="238797"/>
                  </a:lnTo>
                  <a:lnTo>
                    <a:pt x="440890" y="286257"/>
                  </a:lnTo>
                  <a:lnTo>
                    <a:pt x="422466" y="333652"/>
                  </a:lnTo>
                  <a:lnTo>
                    <a:pt x="403911" y="380998"/>
                  </a:lnTo>
                  <a:lnTo>
                    <a:pt x="385264" y="428310"/>
                  </a:lnTo>
                  <a:lnTo>
                    <a:pt x="366566" y="475603"/>
                  </a:lnTo>
                  <a:lnTo>
                    <a:pt x="347857" y="522892"/>
                  </a:lnTo>
                  <a:lnTo>
                    <a:pt x="329178" y="570192"/>
                  </a:lnTo>
                  <a:lnTo>
                    <a:pt x="310569" y="617520"/>
                  </a:lnTo>
                  <a:lnTo>
                    <a:pt x="292070" y="664889"/>
                  </a:lnTo>
                  <a:lnTo>
                    <a:pt x="273721" y="712315"/>
                  </a:lnTo>
                  <a:lnTo>
                    <a:pt x="255563" y="759813"/>
                  </a:lnTo>
                  <a:lnTo>
                    <a:pt x="237636" y="807399"/>
                  </a:lnTo>
                  <a:lnTo>
                    <a:pt x="220456" y="854209"/>
                  </a:lnTo>
                  <a:lnTo>
                    <a:pt x="203625" y="901718"/>
                  </a:lnTo>
                  <a:lnTo>
                    <a:pt x="187152" y="949848"/>
                  </a:lnTo>
                  <a:lnTo>
                    <a:pt x="171049" y="998523"/>
                  </a:lnTo>
                  <a:lnTo>
                    <a:pt x="155325" y="1047666"/>
                  </a:lnTo>
                  <a:lnTo>
                    <a:pt x="139991" y="1097199"/>
                  </a:lnTo>
                  <a:lnTo>
                    <a:pt x="125057" y="1147046"/>
                  </a:lnTo>
                  <a:lnTo>
                    <a:pt x="110534" y="1197130"/>
                  </a:lnTo>
                  <a:lnTo>
                    <a:pt x="96432" y="1247374"/>
                  </a:lnTo>
                  <a:lnTo>
                    <a:pt x="82760" y="1297702"/>
                  </a:lnTo>
                  <a:lnTo>
                    <a:pt x="69530" y="1348035"/>
                  </a:lnTo>
                  <a:lnTo>
                    <a:pt x="56752" y="1398297"/>
                  </a:lnTo>
                  <a:lnTo>
                    <a:pt x="44436" y="1448412"/>
                  </a:lnTo>
                  <a:lnTo>
                    <a:pt x="32593" y="1498302"/>
                  </a:lnTo>
                  <a:lnTo>
                    <a:pt x="21232" y="1547891"/>
                  </a:lnTo>
                  <a:lnTo>
                    <a:pt x="10364" y="1597101"/>
                  </a:lnTo>
                  <a:lnTo>
                    <a:pt x="0" y="1645855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453067" y="2501178"/>
              <a:ext cx="279400" cy="262255"/>
            </a:xfrm>
            <a:custGeom>
              <a:avLst/>
              <a:gdLst/>
              <a:ahLst/>
              <a:cxnLst/>
              <a:rect l="l" t="t" r="r" b="b"/>
              <a:pathLst>
                <a:path w="279400" h="262255">
                  <a:moveTo>
                    <a:pt x="279132" y="0"/>
                  </a:moveTo>
                  <a:lnTo>
                    <a:pt x="259871" y="52388"/>
                  </a:lnTo>
                  <a:lnTo>
                    <a:pt x="240612" y="104776"/>
                  </a:lnTo>
                  <a:lnTo>
                    <a:pt x="221352" y="157163"/>
                  </a:lnTo>
                  <a:lnTo>
                    <a:pt x="202093" y="209550"/>
                  </a:lnTo>
                  <a:lnTo>
                    <a:pt x="182832" y="261939"/>
                  </a:lnTo>
                  <a:lnTo>
                    <a:pt x="136490" y="234709"/>
                  </a:lnTo>
                  <a:lnTo>
                    <a:pt x="90563" y="206788"/>
                  </a:lnTo>
                  <a:lnTo>
                    <a:pt x="45063" y="178181"/>
                  </a:lnTo>
                  <a:lnTo>
                    <a:pt x="0" y="148895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95349" y="2271544"/>
              <a:ext cx="237217" cy="169062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80743" y="2051559"/>
              <a:ext cx="174570" cy="143953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7193766" y="3014212"/>
              <a:ext cx="193675" cy="139065"/>
            </a:xfrm>
            <a:custGeom>
              <a:avLst/>
              <a:gdLst/>
              <a:ahLst/>
              <a:cxnLst/>
              <a:rect l="l" t="t" r="r" b="b"/>
              <a:pathLst>
                <a:path w="193675" h="139064">
                  <a:moveTo>
                    <a:pt x="193334" y="0"/>
                  </a:moveTo>
                  <a:lnTo>
                    <a:pt x="193229" y="138613"/>
                  </a:lnTo>
                  <a:lnTo>
                    <a:pt x="144746" y="137330"/>
                  </a:lnTo>
                  <a:lnTo>
                    <a:pt x="96339" y="134317"/>
                  </a:lnTo>
                  <a:lnTo>
                    <a:pt x="48070" y="129581"/>
                  </a:lnTo>
                  <a:lnTo>
                    <a:pt x="0" y="123127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053343" y="2863374"/>
              <a:ext cx="218440" cy="147320"/>
            </a:xfrm>
            <a:custGeom>
              <a:avLst/>
              <a:gdLst/>
              <a:ahLst/>
              <a:cxnLst/>
              <a:rect l="l" t="t" r="r" b="b"/>
              <a:pathLst>
                <a:path w="218440" h="147319">
                  <a:moveTo>
                    <a:pt x="217909" y="20397"/>
                  </a:moveTo>
                  <a:lnTo>
                    <a:pt x="217134" y="52015"/>
                  </a:lnTo>
                  <a:lnTo>
                    <a:pt x="215969" y="83619"/>
                  </a:lnTo>
                  <a:lnTo>
                    <a:pt x="214416" y="115205"/>
                  </a:lnTo>
                  <a:lnTo>
                    <a:pt x="212475" y="146770"/>
                  </a:lnTo>
                  <a:lnTo>
                    <a:pt x="167693" y="120874"/>
                  </a:lnTo>
                  <a:lnTo>
                    <a:pt x="123987" y="93201"/>
                  </a:lnTo>
                  <a:lnTo>
                    <a:pt x="81424" y="63799"/>
                  </a:lnTo>
                  <a:lnTo>
                    <a:pt x="40072" y="32716"/>
                  </a:lnTo>
                  <a:lnTo>
                    <a:pt x="0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917368" y="3364119"/>
              <a:ext cx="226060" cy="395605"/>
            </a:xfrm>
            <a:custGeom>
              <a:avLst/>
              <a:gdLst/>
              <a:ahLst/>
              <a:cxnLst/>
              <a:rect l="l" t="t" r="r" b="b"/>
              <a:pathLst>
                <a:path w="226059" h="395604">
                  <a:moveTo>
                    <a:pt x="226035" y="186905"/>
                  </a:moveTo>
                  <a:lnTo>
                    <a:pt x="0" y="395548"/>
                  </a:lnTo>
                  <a:lnTo>
                    <a:pt x="8701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8028215" y="3075056"/>
              <a:ext cx="104775" cy="358775"/>
            </a:xfrm>
            <a:custGeom>
              <a:avLst/>
              <a:gdLst/>
              <a:ahLst/>
              <a:cxnLst/>
              <a:rect l="l" t="t" r="r" b="b"/>
              <a:pathLst>
                <a:path w="104775" h="358775">
                  <a:moveTo>
                    <a:pt x="0" y="0"/>
                  </a:moveTo>
                  <a:lnTo>
                    <a:pt x="10868" y="358606"/>
                  </a:lnTo>
                  <a:lnTo>
                    <a:pt x="104321" y="326011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145572" y="2742530"/>
              <a:ext cx="2540" cy="415290"/>
            </a:xfrm>
            <a:custGeom>
              <a:avLst/>
              <a:gdLst/>
              <a:ahLst/>
              <a:cxnLst/>
              <a:rect l="l" t="t" r="r" b="b"/>
              <a:pathLst>
                <a:path w="2540" h="415289">
                  <a:moveTo>
                    <a:pt x="2177" y="0"/>
                  </a:moveTo>
                  <a:lnTo>
                    <a:pt x="0" y="415118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7904333" y="4261715"/>
              <a:ext cx="189230" cy="156845"/>
            </a:xfrm>
            <a:custGeom>
              <a:avLst/>
              <a:gdLst/>
              <a:ahLst/>
              <a:cxnLst/>
              <a:rect l="l" t="t" r="r" b="b"/>
              <a:pathLst>
                <a:path w="189229" h="156845">
                  <a:moveTo>
                    <a:pt x="189083" y="156487"/>
                  </a:moveTo>
                  <a:lnTo>
                    <a:pt x="0" y="145618"/>
                  </a:lnTo>
                  <a:lnTo>
                    <a:pt x="13036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8019523" y="4174787"/>
              <a:ext cx="259079" cy="120014"/>
            </a:xfrm>
            <a:custGeom>
              <a:avLst/>
              <a:gdLst/>
              <a:ahLst/>
              <a:cxnLst/>
              <a:rect l="l" t="t" r="r" b="b"/>
              <a:pathLst>
                <a:path w="259079" h="120014">
                  <a:moveTo>
                    <a:pt x="258630" y="43464"/>
                  </a:moveTo>
                  <a:lnTo>
                    <a:pt x="0" y="119535"/>
                  </a:lnTo>
                  <a:lnTo>
                    <a:pt x="56511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865454" y="4076983"/>
              <a:ext cx="256540" cy="222250"/>
            </a:xfrm>
            <a:custGeom>
              <a:avLst/>
              <a:gdLst/>
              <a:ahLst/>
              <a:cxnLst/>
              <a:rect l="l" t="t" r="r" b="b"/>
              <a:pathLst>
                <a:path w="256540" h="222250">
                  <a:moveTo>
                    <a:pt x="121713" y="0"/>
                  </a:moveTo>
                  <a:lnTo>
                    <a:pt x="256463" y="126058"/>
                  </a:lnTo>
                  <a:lnTo>
                    <a:pt x="144871" y="147113"/>
                  </a:lnTo>
                  <a:lnTo>
                    <a:pt x="80959" y="164091"/>
                  </a:lnTo>
                  <a:lnTo>
                    <a:pt x="40683" y="185958"/>
                  </a:lnTo>
                  <a:lnTo>
                    <a:pt x="0" y="221679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043675" y="4096538"/>
              <a:ext cx="224154" cy="291465"/>
            </a:xfrm>
            <a:custGeom>
              <a:avLst/>
              <a:gdLst/>
              <a:ahLst/>
              <a:cxnLst/>
              <a:rect l="l" t="t" r="r" b="b"/>
              <a:pathLst>
                <a:path w="224154" h="291464">
                  <a:moveTo>
                    <a:pt x="0" y="291237"/>
                  </a:moveTo>
                  <a:lnTo>
                    <a:pt x="62178" y="229293"/>
                  </a:lnTo>
                  <a:lnTo>
                    <a:pt x="106223" y="195062"/>
                  </a:lnTo>
                  <a:lnTo>
                    <a:pt x="153120" y="176316"/>
                  </a:lnTo>
                  <a:lnTo>
                    <a:pt x="223857" y="160832"/>
                  </a:lnTo>
                  <a:lnTo>
                    <a:pt x="152131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207183" y="4995235"/>
              <a:ext cx="922655" cy="1082040"/>
            </a:xfrm>
            <a:custGeom>
              <a:avLst/>
              <a:gdLst/>
              <a:ahLst/>
              <a:cxnLst/>
              <a:rect l="l" t="t" r="r" b="b"/>
              <a:pathLst>
                <a:path w="922654" h="1082039">
                  <a:moveTo>
                    <a:pt x="922275" y="0"/>
                  </a:moveTo>
                  <a:lnTo>
                    <a:pt x="0" y="0"/>
                  </a:lnTo>
                  <a:lnTo>
                    <a:pt x="17915" y="1081967"/>
                  </a:lnTo>
                  <a:lnTo>
                    <a:pt x="904370" y="1081967"/>
                  </a:lnTo>
                  <a:lnTo>
                    <a:pt x="922275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290397" y="5070226"/>
              <a:ext cx="743585" cy="941069"/>
            </a:xfrm>
            <a:custGeom>
              <a:avLst/>
              <a:gdLst/>
              <a:ahLst/>
              <a:cxnLst/>
              <a:rect l="l" t="t" r="r" b="b"/>
              <a:pathLst>
                <a:path w="743584" h="941070">
                  <a:moveTo>
                    <a:pt x="38823" y="6845"/>
                  </a:moveTo>
                  <a:lnTo>
                    <a:pt x="30086" y="0"/>
                  </a:lnTo>
                  <a:lnTo>
                    <a:pt x="19405" y="0"/>
                  </a:lnTo>
                  <a:lnTo>
                    <a:pt x="8737" y="0"/>
                  </a:lnTo>
                  <a:lnTo>
                    <a:pt x="0" y="6845"/>
                  </a:lnTo>
                  <a:lnTo>
                    <a:pt x="0" y="933856"/>
                  </a:lnTo>
                  <a:lnTo>
                    <a:pt x="8737" y="940701"/>
                  </a:lnTo>
                  <a:lnTo>
                    <a:pt x="30086" y="940701"/>
                  </a:lnTo>
                  <a:lnTo>
                    <a:pt x="38823" y="933856"/>
                  </a:lnTo>
                  <a:lnTo>
                    <a:pt x="38823" y="6845"/>
                  </a:lnTo>
                  <a:close/>
                </a:path>
                <a:path w="743584" h="941070">
                  <a:moveTo>
                    <a:pt x="180289" y="6845"/>
                  </a:moveTo>
                  <a:lnTo>
                    <a:pt x="171551" y="0"/>
                  </a:lnTo>
                  <a:lnTo>
                    <a:pt x="160870" y="0"/>
                  </a:lnTo>
                  <a:lnTo>
                    <a:pt x="150190" y="0"/>
                  </a:lnTo>
                  <a:lnTo>
                    <a:pt x="141465" y="6845"/>
                  </a:lnTo>
                  <a:lnTo>
                    <a:pt x="141465" y="933856"/>
                  </a:lnTo>
                  <a:lnTo>
                    <a:pt x="150190" y="940701"/>
                  </a:lnTo>
                  <a:lnTo>
                    <a:pt x="171551" y="940701"/>
                  </a:lnTo>
                  <a:lnTo>
                    <a:pt x="180289" y="933856"/>
                  </a:lnTo>
                  <a:lnTo>
                    <a:pt x="180289" y="6845"/>
                  </a:lnTo>
                  <a:close/>
                </a:path>
                <a:path w="743584" h="941070">
                  <a:moveTo>
                    <a:pt x="316204" y="6845"/>
                  </a:moveTo>
                  <a:lnTo>
                    <a:pt x="307467" y="0"/>
                  </a:lnTo>
                  <a:lnTo>
                    <a:pt x="296786" y="0"/>
                  </a:lnTo>
                  <a:lnTo>
                    <a:pt x="286105" y="0"/>
                  </a:lnTo>
                  <a:lnTo>
                    <a:pt x="277380" y="6845"/>
                  </a:lnTo>
                  <a:lnTo>
                    <a:pt x="277380" y="933856"/>
                  </a:lnTo>
                  <a:lnTo>
                    <a:pt x="286105" y="940701"/>
                  </a:lnTo>
                  <a:lnTo>
                    <a:pt x="307467" y="940701"/>
                  </a:lnTo>
                  <a:lnTo>
                    <a:pt x="316204" y="933856"/>
                  </a:lnTo>
                  <a:lnTo>
                    <a:pt x="316204" y="6845"/>
                  </a:lnTo>
                  <a:close/>
                </a:path>
                <a:path w="743584" h="941070">
                  <a:moveTo>
                    <a:pt x="457657" y="6845"/>
                  </a:moveTo>
                  <a:lnTo>
                    <a:pt x="448932" y="0"/>
                  </a:lnTo>
                  <a:lnTo>
                    <a:pt x="438251" y="0"/>
                  </a:lnTo>
                  <a:lnTo>
                    <a:pt x="427570" y="0"/>
                  </a:lnTo>
                  <a:lnTo>
                    <a:pt x="418833" y="6845"/>
                  </a:lnTo>
                  <a:lnTo>
                    <a:pt x="418833" y="933856"/>
                  </a:lnTo>
                  <a:lnTo>
                    <a:pt x="427570" y="940701"/>
                  </a:lnTo>
                  <a:lnTo>
                    <a:pt x="448932" y="940701"/>
                  </a:lnTo>
                  <a:lnTo>
                    <a:pt x="457657" y="933856"/>
                  </a:lnTo>
                  <a:lnTo>
                    <a:pt x="457657" y="6845"/>
                  </a:lnTo>
                  <a:close/>
                </a:path>
                <a:path w="743584" h="941070">
                  <a:moveTo>
                    <a:pt x="601891" y="6845"/>
                  </a:moveTo>
                  <a:lnTo>
                    <a:pt x="593166" y="0"/>
                  </a:lnTo>
                  <a:lnTo>
                    <a:pt x="582485" y="0"/>
                  </a:lnTo>
                  <a:lnTo>
                    <a:pt x="571804" y="0"/>
                  </a:lnTo>
                  <a:lnTo>
                    <a:pt x="563067" y="6845"/>
                  </a:lnTo>
                  <a:lnTo>
                    <a:pt x="563067" y="933856"/>
                  </a:lnTo>
                  <a:lnTo>
                    <a:pt x="571804" y="940701"/>
                  </a:lnTo>
                  <a:lnTo>
                    <a:pt x="593166" y="940701"/>
                  </a:lnTo>
                  <a:lnTo>
                    <a:pt x="601891" y="933856"/>
                  </a:lnTo>
                  <a:lnTo>
                    <a:pt x="601891" y="6845"/>
                  </a:lnTo>
                  <a:close/>
                </a:path>
                <a:path w="743584" h="941070">
                  <a:moveTo>
                    <a:pt x="743356" y="6845"/>
                  </a:moveTo>
                  <a:lnTo>
                    <a:pt x="734618" y="0"/>
                  </a:lnTo>
                  <a:lnTo>
                    <a:pt x="723938" y="0"/>
                  </a:lnTo>
                  <a:lnTo>
                    <a:pt x="713270" y="0"/>
                  </a:lnTo>
                  <a:lnTo>
                    <a:pt x="704532" y="6845"/>
                  </a:lnTo>
                  <a:lnTo>
                    <a:pt x="704532" y="933856"/>
                  </a:lnTo>
                  <a:lnTo>
                    <a:pt x="713270" y="940701"/>
                  </a:lnTo>
                  <a:lnTo>
                    <a:pt x="734618" y="940701"/>
                  </a:lnTo>
                  <a:lnTo>
                    <a:pt x="743356" y="933856"/>
                  </a:lnTo>
                  <a:lnTo>
                    <a:pt x="743356" y="6845"/>
                  </a:lnTo>
                  <a:close/>
                </a:path>
              </a:pathLst>
            </a:custGeom>
            <a:solidFill>
              <a:srgbClr val="30303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 descr=""/>
          <p:cNvGrpSpPr/>
          <p:nvPr/>
        </p:nvGrpSpPr>
        <p:grpSpPr>
          <a:xfrm>
            <a:off x="8806742" y="1742217"/>
            <a:ext cx="2337435" cy="3832225"/>
            <a:chOff x="8806742" y="1742217"/>
            <a:chExt cx="2337435" cy="3832225"/>
          </a:xfrm>
        </p:grpSpPr>
        <p:pic>
          <p:nvPicPr>
            <p:cNvPr id="82" name="object 8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06742" y="1742217"/>
              <a:ext cx="2337433" cy="3826792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19251" y="4154277"/>
              <a:ext cx="729140" cy="1414731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9619251" y="4154277"/>
              <a:ext cx="729615" cy="1414780"/>
            </a:xfrm>
            <a:custGeom>
              <a:avLst/>
              <a:gdLst/>
              <a:ahLst/>
              <a:cxnLst/>
              <a:rect l="l" t="t" r="r" b="b"/>
              <a:pathLst>
                <a:path w="729615" h="1414779">
                  <a:moveTo>
                    <a:pt x="729140" y="0"/>
                  </a:moveTo>
                  <a:lnTo>
                    <a:pt x="0" y="0"/>
                  </a:lnTo>
                  <a:lnTo>
                    <a:pt x="0" y="215574"/>
                  </a:lnTo>
                  <a:lnTo>
                    <a:pt x="148634" y="1414731"/>
                  </a:lnTo>
                  <a:lnTo>
                    <a:pt x="580505" y="1414731"/>
                  </a:lnTo>
                  <a:lnTo>
                    <a:pt x="729140" y="215574"/>
                  </a:lnTo>
                  <a:lnTo>
                    <a:pt x="729140" y="0"/>
                  </a:lnTo>
                  <a:close/>
                </a:path>
              </a:pathLst>
            </a:custGeom>
            <a:ln w="10470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 descr=""/>
          <p:cNvGrpSpPr/>
          <p:nvPr/>
        </p:nvGrpSpPr>
        <p:grpSpPr>
          <a:xfrm>
            <a:off x="1316054" y="7515397"/>
            <a:ext cx="474980" cy="409575"/>
            <a:chOff x="1316054" y="7515397"/>
            <a:chExt cx="474980" cy="409575"/>
          </a:xfrm>
        </p:grpSpPr>
        <p:sp>
          <p:nvSpPr>
            <p:cNvPr id="86" name="object 86" descr=""/>
            <p:cNvSpPr/>
            <p:nvPr/>
          </p:nvSpPr>
          <p:spPr>
            <a:xfrm>
              <a:off x="1321289" y="7804337"/>
              <a:ext cx="348615" cy="115570"/>
            </a:xfrm>
            <a:custGeom>
              <a:avLst/>
              <a:gdLst/>
              <a:ahLst/>
              <a:cxnLst/>
              <a:rect l="l" t="t" r="r" b="b"/>
              <a:pathLst>
                <a:path w="348614" h="115570">
                  <a:moveTo>
                    <a:pt x="92002" y="0"/>
                  </a:moveTo>
                  <a:lnTo>
                    <a:pt x="36747" y="8360"/>
                  </a:lnTo>
                  <a:lnTo>
                    <a:pt x="0" y="33383"/>
                  </a:lnTo>
                  <a:lnTo>
                    <a:pt x="2471" y="46953"/>
                  </a:lnTo>
                  <a:lnTo>
                    <a:pt x="54387" y="81218"/>
                  </a:lnTo>
                  <a:lnTo>
                    <a:pt x="101150" y="100161"/>
                  </a:lnTo>
                  <a:lnTo>
                    <a:pt x="150777" y="111487"/>
                  </a:lnTo>
                  <a:lnTo>
                    <a:pt x="201789" y="115173"/>
                  </a:lnTo>
                  <a:lnTo>
                    <a:pt x="252707" y="111195"/>
                  </a:lnTo>
                  <a:lnTo>
                    <a:pt x="302052" y="99530"/>
                  </a:lnTo>
                  <a:lnTo>
                    <a:pt x="348345" y="80157"/>
                  </a:lnTo>
                  <a:lnTo>
                    <a:pt x="306013" y="56233"/>
                  </a:lnTo>
                  <a:lnTo>
                    <a:pt x="261664" y="36293"/>
                  </a:lnTo>
                  <a:lnTo>
                    <a:pt x="215683" y="20469"/>
                  </a:lnTo>
                  <a:lnTo>
                    <a:pt x="168454" y="8890"/>
                  </a:lnTo>
                  <a:lnTo>
                    <a:pt x="120362" y="1688"/>
                  </a:lnTo>
                  <a:lnTo>
                    <a:pt x="9200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321289" y="7804337"/>
              <a:ext cx="348615" cy="115570"/>
            </a:xfrm>
            <a:custGeom>
              <a:avLst/>
              <a:gdLst/>
              <a:ahLst/>
              <a:cxnLst/>
              <a:rect l="l" t="t" r="r" b="b"/>
              <a:pathLst>
                <a:path w="348614" h="115570">
                  <a:moveTo>
                    <a:pt x="348345" y="80157"/>
                  </a:moveTo>
                  <a:lnTo>
                    <a:pt x="306013" y="56233"/>
                  </a:lnTo>
                  <a:lnTo>
                    <a:pt x="261664" y="36293"/>
                  </a:lnTo>
                  <a:lnTo>
                    <a:pt x="215683" y="20469"/>
                  </a:lnTo>
                  <a:lnTo>
                    <a:pt x="168454" y="8890"/>
                  </a:lnTo>
                  <a:lnTo>
                    <a:pt x="120362" y="1688"/>
                  </a:lnTo>
                  <a:lnTo>
                    <a:pt x="92002" y="0"/>
                  </a:lnTo>
                  <a:lnTo>
                    <a:pt x="63683" y="1705"/>
                  </a:lnTo>
                  <a:lnTo>
                    <a:pt x="36747" y="8360"/>
                  </a:lnTo>
                  <a:lnTo>
                    <a:pt x="12533" y="21520"/>
                  </a:lnTo>
                  <a:lnTo>
                    <a:pt x="6188" y="26305"/>
                  </a:lnTo>
                  <a:lnTo>
                    <a:pt x="0" y="33383"/>
                  </a:lnTo>
                  <a:lnTo>
                    <a:pt x="1424" y="41205"/>
                  </a:lnTo>
                  <a:lnTo>
                    <a:pt x="54387" y="81218"/>
                  </a:lnTo>
                  <a:lnTo>
                    <a:pt x="101150" y="100161"/>
                  </a:lnTo>
                  <a:lnTo>
                    <a:pt x="150777" y="111487"/>
                  </a:lnTo>
                  <a:lnTo>
                    <a:pt x="201789" y="115173"/>
                  </a:lnTo>
                  <a:lnTo>
                    <a:pt x="252707" y="111195"/>
                  </a:lnTo>
                  <a:lnTo>
                    <a:pt x="302052" y="99530"/>
                  </a:lnTo>
                  <a:lnTo>
                    <a:pt x="348345" y="80157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421700" y="7520632"/>
              <a:ext cx="242570" cy="357505"/>
            </a:xfrm>
            <a:custGeom>
              <a:avLst/>
              <a:gdLst/>
              <a:ahLst/>
              <a:cxnLst/>
              <a:rect l="l" t="t" r="r" b="b"/>
              <a:pathLst>
                <a:path w="242569" h="357504">
                  <a:moveTo>
                    <a:pt x="9821" y="0"/>
                  </a:moveTo>
                  <a:lnTo>
                    <a:pt x="2853" y="12701"/>
                  </a:lnTo>
                  <a:lnTo>
                    <a:pt x="0" y="27056"/>
                  </a:lnTo>
                  <a:lnTo>
                    <a:pt x="232" y="42165"/>
                  </a:lnTo>
                  <a:lnTo>
                    <a:pt x="16308" y="104014"/>
                  </a:lnTo>
                  <a:lnTo>
                    <a:pt x="37182" y="148276"/>
                  </a:lnTo>
                  <a:lnTo>
                    <a:pt x="63804" y="189646"/>
                  </a:lnTo>
                  <a:lnTo>
                    <a:pt x="94834" y="227856"/>
                  </a:lnTo>
                  <a:lnTo>
                    <a:pt x="129032" y="262991"/>
                  </a:lnTo>
                  <a:lnTo>
                    <a:pt x="165504" y="295803"/>
                  </a:lnTo>
                  <a:lnTo>
                    <a:pt x="203454" y="327032"/>
                  </a:lnTo>
                  <a:lnTo>
                    <a:pt x="242086" y="357413"/>
                  </a:lnTo>
                  <a:lnTo>
                    <a:pt x="232009" y="309408"/>
                  </a:lnTo>
                  <a:lnTo>
                    <a:pt x="217147" y="263509"/>
                  </a:lnTo>
                  <a:lnTo>
                    <a:pt x="197867" y="219702"/>
                  </a:lnTo>
                  <a:lnTo>
                    <a:pt x="174532" y="177973"/>
                  </a:lnTo>
                  <a:lnTo>
                    <a:pt x="147508" y="138308"/>
                  </a:lnTo>
                  <a:lnTo>
                    <a:pt x="117159" y="100692"/>
                  </a:lnTo>
                  <a:lnTo>
                    <a:pt x="83852" y="65112"/>
                  </a:lnTo>
                  <a:lnTo>
                    <a:pt x="47951" y="31552"/>
                  </a:lnTo>
                  <a:lnTo>
                    <a:pt x="982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421700" y="7520632"/>
              <a:ext cx="242570" cy="357505"/>
            </a:xfrm>
            <a:custGeom>
              <a:avLst/>
              <a:gdLst/>
              <a:ahLst/>
              <a:cxnLst/>
              <a:rect l="l" t="t" r="r" b="b"/>
              <a:pathLst>
                <a:path w="242569" h="357504">
                  <a:moveTo>
                    <a:pt x="242086" y="357413"/>
                  </a:moveTo>
                  <a:lnTo>
                    <a:pt x="203454" y="327032"/>
                  </a:lnTo>
                  <a:lnTo>
                    <a:pt x="165504" y="295803"/>
                  </a:lnTo>
                  <a:lnTo>
                    <a:pt x="129032" y="262991"/>
                  </a:lnTo>
                  <a:lnTo>
                    <a:pt x="94834" y="227856"/>
                  </a:lnTo>
                  <a:lnTo>
                    <a:pt x="63804" y="189646"/>
                  </a:lnTo>
                  <a:lnTo>
                    <a:pt x="37182" y="148276"/>
                  </a:lnTo>
                  <a:lnTo>
                    <a:pt x="16308" y="104014"/>
                  </a:lnTo>
                  <a:lnTo>
                    <a:pt x="2523" y="57129"/>
                  </a:lnTo>
                  <a:lnTo>
                    <a:pt x="0" y="27056"/>
                  </a:lnTo>
                  <a:lnTo>
                    <a:pt x="2853" y="12701"/>
                  </a:lnTo>
                  <a:lnTo>
                    <a:pt x="9821" y="0"/>
                  </a:lnTo>
                  <a:lnTo>
                    <a:pt x="47951" y="31552"/>
                  </a:lnTo>
                  <a:lnTo>
                    <a:pt x="83852" y="65112"/>
                  </a:lnTo>
                  <a:lnTo>
                    <a:pt x="117159" y="100692"/>
                  </a:lnTo>
                  <a:lnTo>
                    <a:pt x="147508" y="138308"/>
                  </a:lnTo>
                  <a:lnTo>
                    <a:pt x="174532" y="177973"/>
                  </a:lnTo>
                  <a:lnTo>
                    <a:pt x="197867" y="219702"/>
                  </a:lnTo>
                  <a:lnTo>
                    <a:pt x="217147" y="263509"/>
                  </a:lnTo>
                  <a:lnTo>
                    <a:pt x="232009" y="309408"/>
                  </a:lnTo>
                  <a:lnTo>
                    <a:pt x="242086" y="35741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660938" y="7530754"/>
              <a:ext cx="125095" cy="367030"/>
            </a:xfrm>
            <a:custGeom>
              <a:avLst/>
              <a:gdLst/>
              <a:ahLst/>
              <a:cxnLst/>
              <a:rect l="l" t="t" r="r" b="b"/>
              <a:pathLst>
                <a:path w="125094" h="367029">
                  <a:moveTo>
                    <a:pt x="113185" y="0"/>
                  </a:moveTo>
                  <a:lnTo>
                    <a:pt x="76432" y="31242"/>
                  </a:lnTo>
                  <a:lnTo>
                    <a:pt x="47016" y="69601"/>
                  </a:lnTo>
                  <a:lnTo>
                    <a:pt x="24940" y="113042"/>
                  </a:lnTo>
                  <a:lnTo>
                    <a:pt x="10203" y="159534"/>
                  </a:lnTo>
                  <a:lnTo>
                    <a:pt x="2316" y="207340"/>
                  </a:lnTo>
                  <a:lnTo>
                    <a:pt x="0" y="255788"/>
                  </a:lnTo>
                  <a:lnTo>
                    <a:pt x="2105" y="304440"/>
                  </a:lnTo>
                  <a:lnTo>
                    <a:pt x="7481" y="352858"/>
                  </a:lnTo>
                  <a:lnTo>
                    <a:pt x="8350" y="366554"/>
                  </a:lnTo>
                  <a:lnTo>
                    <a:pt x="34280" y="326396"/>
                  </a:lnTo>
                  <a:lnTo>
                    <a:pt x="57543" y="284637"/>
                  </a:lnTo>
                  <a:lnTo>
                    <a:pt x="78051" y="241459"/>
                  </a:lnTo>
                  <a:lnTo>
                    <a:pt x="95720" y="197041"/>
                  </a:lnTo>
                  <a:lnTo>
                    <a:pt x="110462" y="151566"/>
                  </a:lnTo>
                  <a:lnTo>
                    <a:pt x="119771" y="113652"/>
                  </a:lnTo>
                  <a:lnTo>
                    <a:pt x="124793" y="74985"/>
                  </a:lnTo>
                  <a:lnTo>
                    <a:pt x="123330" y="36717"/>
                  </a:lnTo>
                  <a:lnTo>
                    <a:pt x="11318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660938" y="7530754"/>
              <a:ext cx="125095" cy="367030"/>
            </a:xfrm>
            <a:custGeom>
              <a:avLst/>
              <a:gdLst/>
              <a:ahLst/>
              <a:cxnLst/>
              <a:rect l="l" t="t" r="r" b="b"/>
              <a:pathLst>
                <a:path w="125094" h="367029">
                  <a:moveTo>
                    <a:pt x="7481" y="352858"/>
                  </a:moveTo>
                  <a:lnTo>
                    <a:pt x="2105" y="304440"/>
                  </a:lnTo>
                  <a:lnTo>
                    <a:pt x="0" y="255788"/>
                  </a:lnTo>
                  <a:lnTo>
                    <a:pt x="2316" y="207340"/>
                  </a:lnTo>
                  <a:lnTo>
                    <a:pt x="10203" y="159534"/>
                  </a:lnTo>
                  <a:lnTo>
                    <a:pt x="24940" y="113042"/>
                  </a:lnTo>
                  <a:lnTo>
                    <a:pt x="47016" y="69601"/>
                  </a:lnTo>
                  <a:lnTo>
                    <a:pt x="76432" y="31242"/>
                  </a:lnTo>
                  <a:lnTo>
                    <a:pt x="113185" y="0"/>
                  </a:lnTo>
                  <a:lnTo>
                    <a:pt x="123330" y="36717"/>
                  </a:lnTo>
                  <a:lnTo>
                    <a:pt x="124793" y="74985"/>
                  </a:lnTo>
                  <a:lnTo>
                    <a:pt x="119771" y="113652"/>
                  </a:lnTo>
                  <a:lnTo>
                    <a:pt x="110462" y="151566"/>
                  </a:lnTo>
                  <a:lnTo>
                    <a:pt x="95720" y="197041"/>
                  </a:lnTo>
                  <a:lnTo>
                    <a:pt x="78051" y="241459"/>
                  </a:lnTo>
                  <a:lnTo>
                    <a:pt x="57543" y="284637"/>
                  </a:lnTo>
                  <a:lnTo>
                    <a:pt x="34280" y="326396"/>
                  </a:lnTo>
                  <a:lnTo>
                    <a:pt x="8350" y="366554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2" name="object 92" descr=""/>
          <p:cNvGrpSpPr/>
          <p:nvPr/>
        </p:nvGrpSpPr>
        <p:grpSpPr>
          <a:xfrm>
            <a:off x="1490831" y="7690982"/>
            <a:ext cx="567690" cy="828675"/>
            <a:chOff x="1490831" y="7690982"/>
            <a:chExt cx="567690" cy="828675"/>
          </a:xfrm>
        </p:grpSpPr>
        <p:sp>
          <p:nvSpPr>
            <p:cNvPr id="93" name="object 93" descr=""/>
            <p:cNvSpPr/>
            <p:nvPr/>
          </p:nvSpPr>
          <p:spPr>
            <a:xfrm>
              <a:off x="1496066" y="8089783"/>
              <a:ext cx="287655" cy="272415"/>
            </a:xfrm>
            <a:custGeom>
              <a:avLst/>
              <a:gdLst/>
              <a:ahLst/>
              <a:cxnLst/>
              <a:rect l="l" t="t" r="r" b="b"/>
              <a:pathLst>
                <a:path w="287655" h="272415">
                  <a:moveTo>
                    <a:pt x="287415" y="0"/>
                  </a:moveTo>
                  <a:lnTo>
                    <a:pt x="236713" y="11399"/>
                  </a:lnTo>
                  <a:lnTo>
                    <a:pt x="189363" y="31741"/>
                  </a:lnTo>
                  <a:lnTo>
                    <a:pt x="145330" y="59344"/>
                  </a:lnTo>
                  <a:lnTo>
                    <a:pt x="104583" y="92531"/>
                  </a:lnTo>
                  <a:lnTo>
                    <a:pt x="68399" y="130849"/>
                  </a:lnTo>
                  <a:lnTo>
                    <a:pt x="38493" y="174256"/>
                  </a:lnTo>
                  <a:lnTo>
                    <a:pt x="15487" y="221684"/>
                  </a:lnTo>
                  <a:lnTo>
                    <a:pt x="0" y="272065"/>
                  </a:lnTo>
                  <a:lnTo>
                    <a:pt x="49352" y="261218"/>
                  </a:lnTo>
                  <a:lnTo>
                    <a:pt x="94282" y="237427"/>
                  </a:lnTo>
                  <a:lnTo>
                    <a:pt x="134268" y="204275"/>
                  </a:lnTo>
                  <a:lnTo>
                    <a:pt x="168790" y="165345"/>
                  </a:lnTo>
                  <a:lnTo>
                    <a:pt x="198448" y="123945"/>
                  </a:lnTo>
                  <a:lnTo>
                    <a:pt x="226067" y="81886"/>
                  </a:lnTo>
                  <a:lnTo>
                    <a:pt x="254466" y="40484"/>
                  </a:lnTo>
                  <a:lnTo>
                    <a:pt x="28741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496066" y="8089783"/>
              <a:ext cx="287655" cy="272415"/>
            </a:xfrm>
            <a:custGeom>
              <a:avLst/>
              <a:gdLst/>
              <a:ahLst/>
              <a:cxnLst/>
              <a:rect l="l" t="t" r="r" b="b"/>
              <a:pathLst>
                <a:path w="287655" h="272415">
                  <a:moveTo>
                    <a:pt x="287415" y="0"/>
                  </a:moveTo>
                  <a:lnTo>
                    <a:pt x="236713" y="11399"/>
                  </a:lnTo>
                  <a:lnTo>
                    <a:pt x="189363" y="31741"/>
                  </a:lnTo>
                  <a:lnTo>
                    <a:pt x="145330" y="59344"/>
                  </a:lnTo>
                  <a:lnTo>
                    <a:pt x="104583" y="92531"/>
                  </a:lnTo>
                  <a:lnTo>
                    <a:pt x="68399" y="130849"/>
                  </a:lnTo>
                  <a:lnTo>
                    <a:pt x="38493" y="174256"/>
                  </a:lnTo>
                  <a:lnTo>
                    <a:pt x="15487" y="221684"/>
                  </a:lnTo>
                  <a:lnTo>
                    <a:pt x="0" y="272065"/>
                  </a:lnTo>
                  <a:lnTo>
                    <a:pt x="49352" y="261218"/>
                  </a:lnTo>
                  <a:lnTo>
                    <a:pt x="94282" y="237427"/>
                  </a:lnTo>
                  <a:lnTo>
                    <a:pt x="134268" y="204275"/>
                  </a:lnTo>
                  <a:lnTo>
                    <a:pt x="168790" y="165345"/>
                  </a:lnTo>
                  <a:lnTo>
                    <a:pt x="198448" y="123945"/>
                  </a:lnTo>
                  <a:lnTo>
                    <a:pt x="226067" y="81886"/>
                  </a:lnTo>
                  <a:lnTo>
                    <a:pt x="254466" y="40484"/>
                  </a:lnTo>
                  <a:lnTo>
                    <a:pt x="286462" y="1057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777423" y="7696217"/>
              <a:ext cx="104775" cy="426720"/>
            </a:xfrm>
            <a:custGeom>
              <a:avLst/>
              <a:gdLst/>
              <a:ahLst/>
              <a:cxnLst/>
              <a:rect l="l" t="t" r="r" b="b"/>
              <a:pathLst>
                <a:path w="104775" h="426720">
                  <a:moveTo>
                    <a:pt x="83119" y="0"/>
                  </a:moveTo>
                  <a:lnTo>
                    <a:pt x="56319" y="41928"/>
                  </a:lnTo>
                  <a:lnTo>
                    <a:pt x="34597" y="86651"/>
                  </a:lnTo>
                  <a:lnTo>
                    <a:pt x="18030" y="133558"/>
                  </a:lnTo>
                  <a:lnTo>
                    <a:pt x="6691" y="182034"/>
                  </a:lnTo>
                  <a:lnTo>
                    <a:pt x="656" y="231469"/>
                  </a:lnTo>
                  <a:lnTo>
                    <a:pt x="0" y="281249"/>
                  </a:lnTo>
                  <a:lnTo>
                    <a:pt x="4796" y="330763"/>
                  </a:lnTo>
                  <a:lnTo>
                    <a:pt x="15120" y="379398"/>
                  </a:lnTo>
                  <a:lnTo>
                    <a:pt x="31047" y="426541"/>
                  </a:lnTo>
                  <a:lnTo>
                    <a:pt x="54490" y="383624"/>
                  </a:lnTo>
                  <a:lnTo>
                    <a:pt x="73359" y="338567"/>
                  </a:lnTo>
                  <a:lnTo>
                    <a:pt x="87725" y="291808"/>
                  </a:lnTo>
                  <a:lnTo>
                    <a:pt x="97653" y="243785"/>
                  </a:lnTo>
                  <a:lnTo>
                    <a:pt x="103212" y="194934"/>
                  </a:lnTo>
                  <a:lnTo>
                    <a:pt x="104471" y="145692"/>
                  </a:lnTo>
                  <a:lnTo>
                    <a:pt x="101496" y="96498"/>
                  </a:lnTo>
                  <a:lnTo>
                    <a:pt x="94356" y="47788"/>
                  </a:lnTo>
                  <a:lnTo>
                    <a:pt x="831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777423" y="7696217"/>
              <a:ext cx="104775" cy="426720"/>
            </a:xfrm>
            <a:custGeom>
              <a:avLst/>
              <a:gdLst/>
              <a:ahLst/>
              <a:cxnLst/>
              <a:rect l="l" t="t" r="r" b="b"/>
              <a:pathLst>
                <a:path w="104775" h="426720">
                  <a:moveTo>
                    <a:pt x="31047" y="426541"/>
                  </a:moveTo>
                  <a:lnTo>
                    <a:pt x="15120" y="379398"/>
                  </a:lnTo>
                  <a:lnTo>
                    <a:pt x="4796" y="330763"/>
                  </a:lnTo>
                  <a:lnTo>
                    <a:pt x="0" y="281249"/>
                  </a:lnTo>
                  <a:lnTo>
                    <a:pt x="656" y="231469"/>
                  </a:lnTo>
                  <a:lnTo>
                    <a:pt x="6691" y="182034"/>
                  </a:lnTo>
                  <a:lnTo>
                    <a:pt x="18030" y="133558"/>
                  </a:lnTo>
                  <a:lnTo>
                    <a:pt x="34597" y="86651"/>
                  </a:lnTo>
                  <a:lnTo>
                    <a:pt x="56319" y="41928"/>
                  </a:lnTo>
                  <a:lnTo>
                    <a:pt x="83119" y="0"/>
                  </a:lnTo>
                  <a:lnTo>
                    <a:pt x="94356" y="47788"/>
                  </a:lnTo>
                  <a:lnTo>
                    <a:pt x="101496" y="96498"/>
                  </a:lnTo>
                  <a:lnTo>
                    <a:pt x="104471" y="145692"/>
                  </a:lnTo>
                  <a:lnTo>
                    <a:pt x="103212" y="194934"/>
                  </a:lnTo>
                  <a:lnTo>
                    <a:pt x="97653" y="243785"/>
                  </a:lnTo>
                  <a:lnTo>
                    <a:pt x="87725" y="291808"/>
                  </a:lnTo>
                  <a:lnTo>
                    <a:pt x="73359" y="338567"/>
                  </a:lnTo>
                  <a:lnTo>
                    <a:pt x="54490" y="383624"/>
                  </a:lnTo>
                  <a:lnTo>
                    <a:pt x="31047" y="426541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644229" y="8303606"/>
              <a:ext cx="318135" cy="210820"/>
            </a:xfrm>
            <a:custGeom>
              <a:avLst/>
              <a:gdLst/>
              <a:ahLst/>
              <a:cxnLst/>
              <a:rect l="l" t="t" r="r" b="b"/>
              <a:pathLst>
                <a:path w="318135" h="210820">
                  <a:moveTo>
                    <a:pt x="317645" y="0"/>
                  </a:moveTo>
                  <a:lnTo>
                    <a:pt x="316273" y="178"/>
                  </a:lnTo>
                  <a:lnTo>
                    <a:pt x="268695" y="756"/>
                  </a:lnTo>
                  <a:lnTo>
                    <a:pt x="221703" y="8243"/>
                  </a:lnTo>
                  <a:lnTo>
                    <a:pt x="176277" y="22409"/>
                  </a:lnTo>
                  <a:lnTo>
                    <a:pt x="133399" y="43024"/>
                  </a:lnTo>
                  <a:lnTo>
                    <a:pt x="94034" y="69752"/>
                  </a:lnTo>
                  <a:lnTo>
                    <a:pt x="58968" y="101920"/>
                  </a:lnTo>
                  <a:lnTo>
                    <a:pt x="28891" y="138797"/>
                  </a:lnTo>
                  <a:lnTo>
                    <a:pt x="4492" y="179648"/>
                  </a:lnTo>
                  <a:lnTo>
                    <a:pt x="0" y="198443"/>
                  </a:lnTo>
                  <a:lnTo>
                    <a:pt x="2398" y="204098"/>
                  </a:lnTo>
                  <a:lnTo>
                    <a:pt x="6890" y="210098"/>
                  </a:lnTo>
                  <a:lnTo>
                    <a:pt x="15581" y="210663"/>
                  </a:lnTo>
                  <a:lnTo>
                    <a:pt x="23067" y="210171"/>
                  </a:lnTo>
                  <a:lnTo>
                    <a:pt x="67801" y="201438"/>
                  </a:lnTo>
                  <a:lnTo>
                    <a:pt x="109677" y="182946"/>
                  </a:lnTo>
                  <a:lnTo>
                    <a:pt x="148460" y="157305"/>
                  </a:lnTo>
                  <a:lnTo>
                    <a:pt x="183911" y="127127"/>
                  </a:lnTo>
                  <a:lnTo>
                    <a:pt x="216779" y="94625"/>
                  </a:lnTo>
                  <a:lnTo>
                    <a:pt x="249007" y="61431"/>
                  </a:lnTo>
                  <a:lnTo>
                    <a:pt x="282120" y="29303"/>
                  </a:lnTo>
                  <a:lnTo>
                    <a:pt x="31764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644229" y="8303606"/>
              <a:ext cx="318135" cy="210820"/>
            </a:xfrm>
            <a:custGeom>
              <a:avLst/>
              <a:gdLst/>
              <a:ahLst/>
              <a:cxnLst/>
              <a:rect l="l" t="t" r="r" b="b"/>
              <a:pathLst>
                <a:path w="318135" h="210820">
                  <a:moveTo>
                    <a:pt x="316273" y="178"/>
                  </a:moveTo>
                  <a:lnTo>
                    <a:pt x="268695" y="756"/>
                  </a:lnTo>
                  <a:lnTo>
                    <a:pt x="221703" y="8243"/>
                  </a:lnTo>
                  <a:lnTo>
                    <a:pt x="176277" y="22409"/>
                  </a:lnTo>
                  <a:lnTo>
                    <a:pt x="133399" y="43024"/>
                  </a:lnTo>
                  <a:lnTo>
                    <a:pt x="94034" y="69752"/>
                  </a:lnTo>
                  <a:lnTo>
                    <a:pt x="58968" y="101920"/>
                  </a:lnTo>
                  <a:lnTo>
                    <a:pt x="28891" y="138797"/>
                  </a:lnTo>
                  <a:lnTo>
                    <a:pt x="4492" y="179648"/>
                  </a:lnTo>
                  <a:lnTo>
                    <a:pt x="0" y="198443"/>
                  </a:lnTo>
                  <a:lnTo>
                    <a:pt x="2398" y="204098"/>
                  </a:lnTo>
                  <a:lnTo>
                    <a:pt x="6890" y="210098"/>
                  </a:lnTo>
                  <a:lnTo>
                    <a:pt x="15581" y="210663"/>
                  </a:lnTo>
                  <a:lnTo>
                    <a:pt x="23067" y="210171"/>
                  </a:lnTo>
                  <a:lnTo>
                    <a:pt x="67801" y="201438"/>
                  </a:lnTo>
                  <a:lnTo>
                    <a:pt x="109677" y="182946"/>
                  </a:lnTo>
                  <a:lnTo>
                    <a:pt x="148460" y="157305"/>
                  </a:lnTo>
                  <a:lnTo>
                    <a:pt x="183911" y="127127"/>
                  </a:lnTo>
                  <a:lnTo>
                    <a:pt x="216779" y="94625"/>
                  </a:lnTo>
                  <a:lnTo>
                    <a:pt x="249007" y="61431"/>
                  </a:lnTo>
                  <a:lnTo>
                    <a:pt x="282120" y="29303"/>
                  </a:lnTo>
                  <a:lnTo>
                    <a:pt x="317645" y="0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929690" y="7861113"/>
              <a:ext cx="123189" cy="433070"/>
            </a:xfrm>
            <a:custGeom>
              <a:avLst/>
              <a:gdLst/>
              <a:ahLst/>
              <a:cxnLst/>
              <a:rect l="l" t="t" r="r" b="b"/>
              <a:pathLst>
                <a:path w="123189" h="433070">
                  <a:moveTo>
                    <a:pt x="96512" y="0"/>
                  </a:moveTo>
                  <a:lnTo>
                    <a:pt x="63887" y="22001"/>
                  </a:lnTo>
                  <a:lnTo>
                    <a:pt x="30370" y="77133"/>
                  </a:lnTo>
                  <a:lnTo>
                    <a:pt x="9655" y="154213"/>
                  </a:lnTo>
                  <a:lnTo>
                    <a:pt x="2936" y="200686"/>
                  </a:lnTo>
                  <a:lnTo>
                    <a:pt x="0" y="247555"/>
                  </a:lnTo>
                  <a:lnTo>
                    <a:pt x="838" y="294512"/>
                  </a:lnTo>
                  <a:lnTo>
                    <a:pt x="5448" y="341247"/>
                  </a:lnTo>
                  <a:lnTo>
                    <a:pt x="13824" y="387451"/>
                  </a:lnTo>
                  <a:lnTo>
                    <a:pt x="25960" y="432814"/>
                  </a:lnTo>
                  <a:lnTo>
                    <a:pt x="26619" y="429672"/>
                  </a:lnTo>
                  <a:lnTo>
                    <a:pt x="29891" y="422976"/>
                  </a:lnTo>
                  <a:lnTo>
                    <a:pt x="47594" y="383683"/>
                  </a:lnTo>
                  <a:lnTo>
                    <a:pt x="58199" y="365423"/>
                  </a:lnTo>
                  <a:lnTo>
                    <a:pt x="77658" y="326150"/>
                  </a:lnTo>
                  <a:lnTo>
                    <a:pt x="90587" y="283843"/>
                  </a:lnTo>
                  <a:lnTo>
                    <a:pt x="99875" y="240050"/>
                  </a:lnTo>
                  <a:lnTo>
                    <a:pt x="108407" y="196318"/>
                  </a:lnTo>
                  <a:lnTo>
                    <a:pt x="113262" y="172934"/>
                  </a:lnTo>
                  <a:lnTo>
                    <a:pt x="117636" y="149458"/>
                  </a:lnTo>
                  <a:lnTo>
                    <a:pt x="121043" y="125861"/>
                  </a:lnTo>
                  <a:lnTo>
                    <a:pt x="122993" y="102112"/>
                  </a:lnTo>
                  <a:lnTo>
                    <a:pt x="122971" y="78200"/>
                  </a:lnTo>
                  <a:lnTo>
                    <a:pt x="115214" y="31231"/>
                  </a:lnTo>
                  <a:lnTo>
                    <a:pt x="103256" y="2533"/>
                  </a:lnTo>
                  <a:lnTo>
                    <a:pt x="9651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929690" y="7861113"/>
              <a:ext cx="123189" cy="433070"/>
            </a:xfrm>
            <a:custGeom>
              <a:avLst/>
              <a:gdLst/>
              <a:ahLst/>
              <a:cxnLst/>
              <a:rect l="l" t="t" r="r" b="b"/>
              <a:pathLst>
                <a:path w="123189" h="433070">
                  <a:moveTo>
                    <a:pt x="25960" y="432814"/>
                  </a:moveTo>
                  <a:lnTo>
                    <a:pt x="13824" y="387451"/>
                  </a:lnTo>
                  <a:lnTo>
                    <a:pt x="5448" y="341247"/>
                  </a:lnTo>
                  <a:lnTo>
                    <a:pt x="838" y="294512"/>
                  </a:lnTo>
                  <a:lnTo>
                    <a:pt x="0" y="247555"/>
                  </a:lnTo>
                  <a:lnTo>
                    <a:pt x="2936" y="200686"/>
                  </a:lnTo>
                  <a:lnTo>
                    <a:pt x="9655" y="154213"/>
                  </a:lnTo>
                  <a:lnTo>
                    <a:pt x="20159" y="108446"/>
                  </a:lnTo>
                  <a:lnTo>
                    <a:pt x="44581" y="47488"/>
                  </a:lnTo>
                  <a:lnTo>
                    <a:pt x="89382" y="3162"/>
                  </a:lnTo>
                  <a:lnTo>
                    <a:pt x="96512" y="0"/>
                  </a:lnTo>
                  <a:lnTo>
                    <a:pt x="99978" y="1298"/>
                  </a:lnTo>
                  <a:lnTo>
                    <a:pt x="120513" y="54426"/>
                  </a:lnTo>
                  <a:lnTo>
                    <a:pt x="122993" y="102112"/>
                  </a:lnTo>
                  <a:lnTo>
                    <a:pt x="121043" y="125861"/>
                  </a:lnTo>
                  <a:lnTo>
                    <a:pt x="117636" y="149458"/>
                  </a:lnTo>
                  <a:lnTo>
                    <a:pt x="113262" y="172934"/>
                  </a:lnTo>
                  <a:lnTo>
                    <a:pt x="108407" y="196318"/>
                  </a:lnTo>
                  <a:lnTo>
                    <a:pt x="99875" y="240050"/>
                  </a:lnTo>
                  <a:lnTo>
                    <a:pt x="90587" y="283843"/>
                  </a:lnTo>
                  <a:lnTo>
                    <a:pt x="77658" y="326150"/>
                  </a:lnTo>
                  <a:lnTo>
                    <a:pt x="58199" y="365423"/>
                  </a:lnTo>
                  <a:lnTo>
                    <a:pt x="52741" y="374426"/>
                  </a:lnTo>
                  <a:lnTo>
                    <a:pt x="47594" y="383683"/>
                  </a:lnTo>
                  <a:lnTo>
                    <a:pt x="42731" y="393095"/>
                  </a:lnTo>
                  <a:lnTo>
                    <a:pt x="38127" y="402563"/>
                  </a:lnTo>
                  <a:lnTo>
                    <a:pt x="34578" y="410714"/>
                  </a:lnTo>
                  <a:lnTo>
                    <a:pt x="32188" y="417088"/>
                  </a:lnTo>
                  <a:lnTo>
                    <a:pt x="29891" y="422976"/>
                  </a:lnTo>
                  <a:lnTo>
                    <a:pt x="26619" y="429672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" name="object 101" descr=""/>
          <p:cNvGrpSpPr/>
          <p:nvPr/>
        </p:nvGrpSpPr>
        <p:grpSpPr>
          <a:xfrm>
            <a:off x="2341834" y="7991393"/>
            <a:ext cx="468630" cy="406400"/>
            <a:chOff x="2341834" y="7991393"/>
            <a:chExt cx="468630" cy="406400"/>
          </a:xfrm>
        </p:grpSpPr>
        <p:sp>
          <p:nvSpPr>
            <p:cNvPr id="102" name="object 102" descr=""/>
            <p:cNvSpPr/>
            <p:nvPr/>
          </p:nvSpPr>
          <p:spPr>
            <a:xfrm>
              <a:off x="2347070" y="7996629"/>
              <a:ext cx="121285" cy="357505"/>
            </a:xfrm>
            <a:custGeom>
              <a:avLst/>
              <a:gdLst/>
              <a:ahLst/>
              <a:cxnLst/>
              <a:rect l="l" t="t" r="r" b="b"/>
              <a:pathLst>
                <a:path w="121285" h="357504">
                  <a:moveTo>
                    <a:pt x="105139" y="0"/>
                  </a:moveTo>
                  <a:lnTo>
                    <a:pt x="56176" y="55752"/>
                  </a:lnTo>
                  <a:lnTo>
                    <a:pt x="33304" y="102374"/>
                  </a:lnTo>
                  <a:lnTo>
                    <a:pt x="16065" y="152048"/>
                  </a:lnTo>
                  <a:lnTo>
                    <a:pt x="4838" y="203573"/>
                  </a:lnTo>
                  <a:lnTo>
                    <a:pt x="0" y="255749"/>
                  </a:lnTo>
                  <a:lnTo>
                    <a:pt x="1930" y="307377"/>
                  </a:lnTo>
                  <a:lnTo>
                    <a:pt x="11006" y="357256"/>
                  </a:lnTo>
                  <a:lnTo>
                    <a:pt x="37708" y="315342"/>
                  </a:lnTo>
                  <a:lnTo>
                    <a:pt x="60923" y="271404"/>
                  </a:lnTo>
                  <a:lnTo>
                    <a:pt x="80551" y="225745"/>
                  </a:lnTo>
                  <a:lnTo>
                    <a:pt x="96487" y="178668"/>
                  </a:lnTo>
                  <a:lnTo>
                    <a:pt x="108631" y="130476"/>
                  </a:lnTo>
                  <a:lnTo>
                    <a:pt x="116879" y="81471"/>
                  </a:lnTo>
                  <a:lnTo>
                    <a:pt x="121128" y="31957"/>
                  </a:lnTo>
                  <a:lnTo>
                    <a:pt x="120728" y="21564"/>
                  </a:lnTo>
                  <a:lnTo>
                    <a:pt x="118290" y="11482"/>
                  </a:lnTo>
                  <a:lnTo>
                    <a:pt x="113273" y="3648"/>
                  </a:lnTo>
                  <a:lnTo>
                    <a:pt x="10513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347070" y="7996629"/>
              <a:ext cx="121285" cy="357505"/>
            </a:xfrm>
            <a:custGeom>
              <a:avLst/>
              <a:gdLst/>
              <a:ahLst/>
              <a:cxnLst/>
              <a:rect l="l" t="t" r="r" b="b"/>
              <a:pathLst>
                <a:path w="121285" h="357504">
                  <a:moveTo>
                    <a:pt x="11006" y="357256"/>
                  </a:moveTo>
                  <a:lnTo>
                    <a:pt x="1930" y="307377"/>
                  </a:lnTo>
                  <a:lnTo>
                    <a:pt x="0" y="255749"/>
                  </a:lnTo>
                  <a:lnTo>
                    <a:pt x="4838" y="203573"/>
                  </a:lnTo>
                  <a:lnTo>
                    <a:pt x="16065" y="152048"/>
                  </a:lnTo>
                  <a:lnTo>
                    <a:pt x="33304" y="102374"/>
                  </a:lnTo>
                  <a:lnTo>
                    <a:pt x="56176" y="55752"/>
                  </a:lnTo>
                  <a:lnTo>
                    <a:pt x="84302" y="13381"/>
                  </a:lnTo>
                  <a:lnTo>
                    <a:pt x="105139" y="0"/>
                  </a:lnTo>
                  <a:lnTo>
                    <a:pt x="113273" y="3648"/>
                  </a:lnTo>
                  <a:lnTo>
                    <a:pt x="118290" y="11482"/>
                  </a:lnTo>
                  <a:lnTo>
                    <a:pt x="120728" y="21564"/>
                  </a:lnTo>
                  <a:lnTo>
                    <a:pt x="121128" y="31957"/>
                  </a:lnTo>
                  <a:lnTo>
                    <a:pt x="116879" y="81471"/>
                  </a:lnTo>
                  <a:lnTo>
                    <a:pt x="108631" y="130476"/>
                  </a:lnTo>
                  <a:lnTo>
                    <a:pt x="96487" y="178668"/>
                  </a:lnTo>
                  <a:lnTo>
                    <a:pt x="80551" y="225745"/>
                  </a:lnTo>
                  <a:lnTo>
                    <a:pt x="60923" y="271404"/>
                  </a:lnTo>
                  <a:lnTo>
                    <a:pt x="37708" y="315342"/>
                  </a:lnTo>
                  <a:lnTo>
                    <a:pt x="11006" y="357256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2394358" y="8260288"/>
              <a:ext cx="410845" cy="132080"/>
            </a:xfrm>
            <a:custGeom>
              <a:avLst/>
              <a:gdLst/>
              <a:ahLst/>
              <a:cxnLst/>
              <a:rect l="l" t="t" r="r" b="b"/>
              <a:pathLst>
                <a:path w="410844" h="132079">
                  <a:moveTo>
                    <a:pt x="278978" y="0"/>
                  </a:moveTo>
                  <a:lnTo>
                    <a:pt x="233348" y="660"/>
                  </a:lnTo>
                  <a:lnTo>
                    <a:pt x="188256" y="7647"/>
                  </a:lnTo>
                  <a:lnTo>
                    <a:pt x="134024" y="23601"/>
                  </a:lnTo>
                  <a:lnTo>
                    <a:pt x="83620" y="46691"/>
                  </a:lnTo>
                  <a:lnTo>
                    <a:pt x="38470" y="77947"/>
                  </a:lnTo>
                  <a:lnTo>
                    <a:pt x="0" y="118397"/>
                  </a:lnTo>
                  <a:lnTo>
                    <a:pt x="46592" y="127758"/>
                  </a:lnTo>
                  <a:lnTo>
                    <a:pt x="94162" y="132056"/>
                  </a:lnTo>
                  <a:lnTo>
                    <a:pt x="142186" y="131463"/>
                  </a:lnTo>
                  <a:lnTo>
                    <a:pt x="190137" y="126153"/>
                  </a:lnTo>
                  <a:lnTo>
                    <a:pt x="237493" y="116299"/>
                  </a:lnTo>
                  <a:lnTo>
                    <a:pt x="283727" y="102075"/>
                  </a:lnTo>
                  <a:lnTo>
                    <a:pt x="328316" y="83654"/>
                  </a:lnTo>
                  <a:lnTo>
                    <a:pt x="370735" y="61208"/>
                  </a:lnTo>
                  <a:lnTo>
                    <a:pt x="410458" y="34913"/>
                  </a:lnTo>
                  <a:lnTo>
                    <a:pt x="368396" y="17231"/>
                  </a:lnTo>
                  <a:lnTo>
                    <a:pt x="324282" y="5558"/>
                  </a:lnTo>
                  <a:lnTo>
                    <a:pt x="2789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394358" y="8260288"/>
              <a:ext cx="410845" cy="132080"/>
            </a:xfrm>
            <a:custGeom>
              <a:avLst/>
              <a:gdLst/>
              <a:ahLst/>
              <a:cxnLst/>
              <a:rect l="l" t="t" r="r" b="b"/>
              <a:pathLst>
                <a:path w="410844" h="132079">
                  <a:moveTo>
                    <a:pt x="0" y="118397"/>
                  </a:moveTo>
                  <a:lnTo>
                    <a:pt x="46592" y="127758"/>
                  </a:lnTo>
                  <a:lnTo>
                    <a:pt x="94162" y="132056"/>
                  </a:lnTo>
                  <a:lnTo>
                    <a:pt x="142186" y="131463"/>
                  </a:lnTo>
                  <a:lnTo>
                    <a:pt x="190137" y="126153"/>
                  </a:lnTo>
                  <a:lnTo>
                    <a:pt x="237493" y="116299"/>
                  </a:lnTo>
                  <a:lnTo>
                    <a:pt x="283727" y="102075"/>
                  </a:lnTo>
                  <a:lnTo>
                    <a:pt x="328316" y="83654"/>
                  </a:lnTo>
                  <a:lnTo>
                    <a:pt x="370735" y="61208"/>
                  </a:lnTo>
                  <a:lnTo>
                    <a:pt x="410458" y="34913"/>
                  </a:lnTo>
                  <a:lnTo>
                    <a:pt x="368396" y="17231"/>
                  </a:lnTo>
                  <a:lnTo>
                    <a:pt x="324282" y="5558"/>
                  </a:lnTo>
                  <a:lnTo>
                    <a:pt x="278978" y="0"/>
                  </a:lnTo>
                  <a:lnTo>
                    <a:pt x="233348" y="660"/>
                  </a:lnTo>
                  <a:lnTo>
                    <a:pt x="188256" y="7647"/>
                  </a:lnTo>
                  <a:lnTo>
                    <a:pt x="134024" y="23601"/>
                  </a:lnTo>
                  <a:lnTo>
                    <a:pt x="83620" y="46691"/>
                  </a:lnTo>
                  <a:lnTo>
                    <a:pt x="38470" y="77947"/>
                  </a:lnTo>
                  <a:lnTo>
                    <a:pt x="0" y="118397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2424956" y="8087765"/>
              <a:ext cx="372745" cy="215900"/>
            </a:xfrm>
            <a:custGeom>
              <a:avLst/>
              <a:gdLst/>
              <a:ahLst/>
              <a:cxnLst/>
              <a:rect l="l" t="t" r="r" b="b"/>
              <a:pathLst>
                <a:path w="372744" h="215900">
                  <a:moveTo>
                    <a:pt x="372522" y="0"/>
                  </a:moveTo>
                  <a:lnTo>
                    <a:pt x="323464" y="5214"/>
                  </a:lnTo>
                  <a:lnTo>
                    <a:pt x="274953" y="15703"/>
                  </a:lnTo>
                  <a:lnTo>
                    <a:pt x="227576" y="31211"/>
                  </a:lnTo>
                  <a:lnTo>
                    <a:pt x="181920" y="51485"/>
                  </a:lnTo>
                  <a:lnTo>
                    <a:pt x="138573" y="76268"/>
                  </a:lnTo>
                  <a:lnTo>
                    <a:pt x="98120" y="105307"/>
                  </a:lnTo>
                  <a:lnTo>
                    <a:pt x="61149" y="138346"/>
                  </a:lnTo>
                  <a:lnTo>
                    <a:pt x="28246" y="175131"/>
                  </a:lnTo>
                  <a:lnTo>
                    <a:pt x="0" y="215407"/>
                  </a:lnTo>
                  <a:lnTo>
                    <a:pt x="14388" y="203729"/>
                  </a:lnTo>
                  <a:lnTo>
                    <a:pt x="32789" y="195927"/>
                  </a:lnTo>
                  <a:lnTo>
                    <a:pt x="52761" y="190765"/>
                  </a:lnTo>
                  <a:lnTo>
                    <a:pt x="117790" y="177783"/>
                  </a:lnTo>
                  <a:lnTo>
                    <a:pt x="163360" y="166960"/>
                  </a:lnTo>
                  <a:lnTo>
                    <a:pt x="207883" y="153087"/>
                  </a:lnTo>
                  <a:lnTo>
                    <a:pt x="250672" y="134707"/>
                  </a:lnTo>
                  <a:lnTo>
                    <a:pt x="290775" y="110212"/>
                  </a:lnTo>
                  <a:lnTo>
                    <a:pt x="326075" y="79278"/>
                  </a:lnTo>
                  <a:lnTo>
                    <a:pt x="354135" y="42382"/>
                  </a:lnTo>
                  <a:lnTo>
                    <a:pt x="37252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2424956" y="8087765"/>
              <a:ext cx="372745" cy="215900"/>
            </a:xfrm>
            <a:custGeom>
              <a:avLst/>
              <a:gdLst/>
              <a:ahLst/>
              <a:cxnLst/>
              <a:rect l="l" t="t" r="r" b="b"/>
              <a:pathLst>
                <a:path w="372744" h="215900">
                  <a:moveTo>
                    <a:pt x="0" y="215407"/>
                  </a:moveTo>
                  <a:lnTo>
                    <a:pt x="28246" y="175131"/>
                  </a:lnTo>
                  <a:lnTo>
                    <a:pt x="61149" y="138346"/>
                  </a:lnTo>
                  <a:lnTo>
                    <a:pt x="98120" y="105307"/>
                  </a:lnTo>
                  <a:lnTo>
                    <a:pt x="138573" y="76268"/>
                  </a:lnTo>
                  <a:lnTo>
                    <a:pt x="181920" y="51485"/>
                  </a:lnTo>
                  <a:lnTo>
                    <a:pt x="227576" y="31211"/>
                  </a:lnTo>
                  <a:lnTo>
                    <a:pt x="274953" y="15703"/>
                  </a:lnTo>
                  <a:lnTo>
                    <a:pt x="323464" y="5214"/>
                  </a:lnTo>
                  <a:lnTo>
                    <a:pt x="372522" y="0"/>
                  </a:lnTo>
                  <a:lnTo>
                    <a:pt x="354135" y="42382"/>
                  </a:lnTo>
                  <a:lnTo>
                    <a:pt x="326075" y="79278"/>
                  </a:lnTo>
                  <a:lnTo>
                    <a:pt x="290775" y="110212"/>
                  </a:lnTo>
                  <a:lnTo>
                    <a:pt x="250672" y="134707"/>
                  </a:lnTo>
                  <a:lnTo>
                    <a:pt x="207883" y="153087"/>
                  </a:lnTo>
                  <a:lnTo>
                    <a:pt x="163360" y="166960"/>
                  </a:lnTo>
                  <a:lnTo>
                    <a:pt x="117790" y="177783"/>
                  </a:lnTo>
                  <a:lnTo>
                    <a:pt x="71861" y="187010"/>
                  </a:lnTo>
                  <a:lnTo>
                    <a:pt x="52761" y="190765"/>
                  </a:lnTo>
                  <a:lnTo>
                    <a:pt x="32789" y="195927"/>
                  </a:lnTo>
                  <a:lnTo>
                    <a:pt x="14388" y="203729"/>
                  </a:lnTo>
                  <a:lnTo>
                    <a:pt x="0" y="215407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" name="object 108" descr=""/>
          <p:cNvGrpSpPr/>
          <p:nvPr/>
        </p:nvGrpSpPr>
        <p:grpSpPr>
          <a:xfrm>
            <a:off x="2307215" y="7497551"/>
            <a:ext cx="113030" cy="452120"/>
            <a:chOff x="2307215" y="7497551"/>
            <a:chExt cx="113030" cy="452120"/>
          </a:xfrm>
        </p:grpSpPr>
        <p:sp>
          <p:nvSpPr>
            <p:cNvPr id="109" name="object 109" descr=""/>
            <p:cNvSpPr/>
            <p:nvPr/>
          </p:nvSpPr>
          <p:spPr>
            <a:xfrm>
              <a:off x="2312451" y="7502787"/>
              <a:ext cx="102235" cy="441959"/>
            </a:xfrm>
            <a:custGeom>
              <a:avLst/>
              <a:gdLst/>
              <a:ahLst/>
              <a:cxnLst/>
              <a:rect l="l" t="t" r="r" b="b"/>
              <a:pathLst>
                <a:path w="102235" h="441959">
                  <a:moveTo>
                    <a:pt x="57482" y="0"/>
                  </a:moveTo>
                  <a:lnTo>
                    <a:pt x="35876" y="47298"/>
                  </a:lnTo>
                  <a:lnTo>
                    <a:pt x="19197" y="95947"/>
                  </a:lnTo>
                  <a:lnTo>
                    <a:pt x="7573" y="145553"/>
                  </a:lnTo>
                  <a:lnTo>
                    <a:pt x="1131" y="195727"/>
                  </a:lnTo>
                  <a:lnTo>
                    <a:pt x="0" y="246078"/>
                  </a:lnTo>
                  <a:lnTo>
                    <a:pt x="4306" y="296216"/>
                  </a:lnTo>
                  <a:lnTo>
                    <a:pt x="14177" y="345750"/>
                  </a:lnTo>
                  <a:lnTo>
                    <a:pt x="29741" y="394288"/>
                  </a:lnTo>
                  <a:lnTo>
                    <a:pt x="51126" y="441442"/>
                  </a:lnTo>
                  <a:lnTo>
                    <a:pt x="53294" y="433965"/>
                  </a:lnTo>
                  <a:lnTo>
                    <a:pt x="68744" y="380132"/>
                  </a:lnTo>
                  <a:lnTo>
                    <a:pt x="82797" y="325920"/>
                  </a:lnTo>
                  <a:lnTo>
                    <a:pt x="94009" y="271188"/>
                  </a:lnTo>
                  <a:lnTo>
                    <a:pt x="100936" y="215794"/>
                  </a:lnTo>
                  <a:lnTo>
                    <a:pt x="101993" y="159683"/>
                  </a:lnTo>
                  <a:lnTo>
                    <a:pt x="95830" y="103947"/>
                  </a:lnTo>
                  <a:lnTo>
                    <a:pt x="81357" y="50185"/>
                  </a:lnTo>
                  <a:lnTo>
                    <a:pt x="5748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312451" y="7502787"/>
              <a:ext cx="102235" cy="441959"/>
            </a:xfrm>
            <a:custGeom>
              <a:avLst/>
              <a:gdLst/>
              <a:ahLst/>
              <a:cxnLst/>
              <a:rect l="l" t="t" r="r" b="b"/>
              <a:pathLst>
                <a:path w="102235" h="441959">
                  <a:moveTo>
                    <a:pt x="53294" y="433965"/>
                  </a:moveTo>
                  <a:lnTo>
                    <a:pt x="68744" y="380132"/>
                  </a:lnTo>
                  <a:lnTo>
                    <a:pt x="82797" y="325920"/>
                  </a:lnTo>
                  <a:lnTo>
                    <a:pt x="94009" y="271188"/>
                  </a:lnTo>
                  <a:lnTo>
                    <a:pt x="100936" y="215794"/>
                  </a:lnTo>
                  <a:lnTo>
                    <a:pt x="101993" y="159683"/>
                  </a:lnTo>
                  <a:lnTo>
                    <a:pt x="95830" y="103947"/>
                  </a:lnTo>
                  <a:lnTo>
                    <a:pt x="81357" y="50185"/>
                  </a:lnTo>
                  <a:lnTo>
                    <a:pt x="57482" y="0"/>
                  </a:lnTo>
                  <a:lnTo>
                    <a:pt x="35876" y="47298"/>
                  </a:lnTo>
                  <a:lnTo>
                    <a:pt x="19197" y="95947"/>
                  </a:lnTo>
                  <a:lnTo>
                    <a:pt x="7573" y="145553"/>
                  </a:lnTo>
                  <a:lnTo>
                    <a:pt x="1131" y="195727"/>
                  </a:lnTo>
                  <a:lnTo>
                    <a:pt x="0" y="246078"/>
                  </a:lnTo>
                  <a:lnTo>
                    <a:pt x="4306" y="296216"/>
                  </a:lnTo>
                  <a:lnTo>
                    <a:pt x="14177" y="345750"/>
                  </a:lnTo>
                  <a:lnTo>
                    <a:pt x="29741" y="394288"/>
                  </a:lnTo>
                  <a:lnTo>
                    <a:pt x="51126" y="441442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 descr=""/>
          <p:cNvGrpSpPr/>
          <p:nvPr/>
        </p:nvGrpSpPr>
        <p:grpSpPr>
          <a:xfrm>
            <a:off x="2395316" y="7254362"/>
            <a:ext cx="655955" cy="863600"/>
            <a:chOff x="2395316" y="7254362"/>
            <a:chExt cx="655955" cy="863600"/>
          </a:xfrm>
        </p:grpSpPr>
        <p:sp>
          <p:nvSpPr>
            <p:cNvPr id="112" name="object 112" descr=""/>
            <p:cNvSpPr/>
            <p:nvPr/>
          </p:nvSpPr>
          <p:spPr>
            <a:xfrm>
              <a:off x="2608429" y="7521358"/>
              <a:ext cx="430530" cy="292735"/>
            </a:xfrm>
            <a:custGeom>
              <a:avLst/>
              <a:gdLst/>
              <a:ahLst/>
              <a:cxnLst/>
              <a:rect l="l" t="t" r="r" b="b"/>
              <a:pathLst>
                <a:path w="430530" h="292734">
                  <a:moveTo>
                    <a:pt x="430301" y="0"/>
                  </a:moveTo>
                  <a:lnTo>
                    <a:pt x="382954" y="7230"/>
                  </a:lnTo>
                  <a:lnTo>
                    <a:pt x="336095" y="19344"/>
                  </a:lnTo>
                  <a:lnTo>
                    <a:pt x="290110" y="36004"/>
                  </a:lnTo>
                  <a:lnTo>
                    <a:pt x="245385" y="56877"/>
                  </a:lnTo>
                  <a:lnTo>
                    <a:pt x="202305" y="81626"/>
                  </a:lnTo>
                  <a:lnTo>
                    <a:pt x="161257" y="109915"/>
                  </a:lnTo>
                  <a:lnTo>
                    <a:pt x="122627" y="141410"/>
                  </a:lnTo>
                  <a:lnTo>
                    <a:pt x="86800" y="175775"/>
                  </a:lnTo>
                  <a:lnTo>
                    <a:pt x="54162" y="212674"/>
                  </a:lnTo>
                  <a:lnTo>
                    <a:pt x="25100" y="251772"/>
                  </a:lnTo>
                  <a:lnTo>
                    <a:pt x="0" y="292734"/>
                  </a:lnTo>
                  <a:lnTo>
                    <a:pt x="45015" y="290921"/>
                  </a:lnTo>
                  <a:lnTo>
                    <a:pt x="89742" y="283904"/>
                  </a:lnTo>
                  <a:lnTo>
                    <a:pt x="133768" y="272014"/>
                  </a:lnTo>
                  <a:lnTo>
                    <a:pt x="176679" y="255580"/>
                  </a:lnTo>
                  <a:lnTo>
                    <a:pt x="218062" y="234930"/>
                  </a:lnTo>
                  <a:lnTo>
                    <a:pt x="257506" y="210394"/>
                  </a:lnTo>
                  <a:lnTo>
                    <a:pt x="294597" y="182300"/>
                  </a:lnTo>
                  <a:lnTo>
                    <a:pt x="328921" y="150979"/>
                  </a:lnTo>
                  <a:lnTo>
                    <a:pt x="360067" y="116759"/>
                  </a:lnTo>
                  <a:lnTo>
                    <a:pt x="387620" y="79970"/>
                  </a:lnTo>
                  <a:lnTo>
                    <a:pt x="411169" y="40940"/>
                  </a:lnTo>
                  <a:lnTo>
                    <a:pt x="43030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2608429" y="7521358"/>
              <a:ext cx="430530" cy="292735"/>
            </a:xfrm>
            <a:custGeom>
              <a:avLst/>
              <a:gdLst/>
              <a:ahLst/>
              <a:cxnLst/>
              <a:rect l="l" t="t" r="r" b="b"/>
              <a:pathLst>
                <a:path w="430530" h="292734">
                  <a:moveTo>
                    <a:pt x="0" y="292734"/>
                  </a:moveTo>
                  <a:lnTo>
                    <a:pt x="25100" y="251772"/>
                  </a:lnTo>
                  <a:lnTo>
                    <a:pt x="54162" y="212674"/>
                  </a:lnTo>
                  <a:lnTo>
                    <a:pt x="86800" y="175775"/>
                  </a:lnTo>
                  <a:lnTo>
                    <a:pt x="122627" y="141410"/>
                  </a:lnTo>
                  <a:lnTo>
                    <a:pt x="161257" y="109915"/>
                  </a:lnTo>
                  <a:lnTo>
                    <a:pt x="202305" y="81626"/>
                  </a:lnTo>
                  <a:lnTo>
                    <a:pt x="245385" y="56877"/>
                  </a:lnTo>
                  <a:lnTo>
                    <a:pt x="290110" y="36004"/>
                  </a:lnTo>
                  <a:lnTo>
                    <a:pt x="336095" y="19344"/>
                  </a:lnTo>
                  <a:lnTo>
                    <a:pt x="382954" y="7230"/>
                  </a:lnTo>
                  <a:lnTo>
                    <a:pt x="430301" y="0"/>
                  </a:lnTo>
                  <a:lnTo>
                    <a:pt x="411169" y="40940"/>
                  </a:lnTo>
                  <a:lnTo>
                    <a:pt x="387620" y="79970"/>
                  </a:lnTo>
                  <a:lnTo>
                    <a:pt x="360067" y="116759"/>
                  </a:lnTo>
                  <a:lnTo>
                    <a:pt x="328921" y="150979"/>
                  </a:lnTo>
                  <a:lnTo>
                    <a:pt x="294597" y="182300"/>
                  </a:lnTo>
                  <a:lnTo>
                    <a:pt x="257506" y="210394"/>
                  </a:lnTo>
                  <a:lnTo>
                    <a:pt x="218062" y="234930"/>
                  </a:lnTo>
                  <a:lnTo>
                    <a:pt x="176679" y="255580"/>
                  </a:lnTo>
                  <a:lnTo>
                    <a:pt x="133768" y="272014"/>
                  </a:lnTo>
                  <a:lnTo>
                    <a:pt x="89742" y="283904"/>
                  </a:lnTo>
                  <a:lnTo>
                    <a:pt x="45015" y="290921"/>
                  </a:lnTo>
                  <a:lnTo>
                    <a:pt x="0" y="292734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2555396" y="7819350"/>
              <a:ext cx="490220" cy="189230"/>
            </a:xfrm>
            <a:custGeom>
              <a:avLst/>
              <a:gdLst/>
              <a:ahLst/>
              <a:cxnLst/>
              <a:rect l="l" t="t" r="r" b="b"/>
              <a:pathLst>
                <a:path w="490219" h="189229">
                  <a:moveTo>
                    <a:pt x="162865" y="0"/>
                  </a:moveTo>
                  <a:lnTo>
                    <a:pt x="112183" y="3553"/>
                  </a:lnTo>
                  <a:lnTo>
                    <a:pt x="61454" y="10689"/>
                  </a:lnTo>
                  <a:lnTo>
                    <a:pt x="10816" y="21193"/>
                  </a:lnTo>
                  <a:lnTo>
                    <a:pt x="0" y="24764"/>
                  </a:lnTo>
                  <a:lnTo>
                    <a:pt x="46327" y="34631"/>
                  </a:lnTo>
                  <a:lnTo>
                    <a:pt x="91250" y="49142"/>
                  </a:lnTo>
                  <a:lnTo>
                    <a:pt x="135109" y="67211"/>
                  </a:lnTo>
                  <a:lnTo>
                    <a:pt x="178241" y="87752"/>
                  </a:lnTo>
                  <a:lnTo>
                    <a:pt x="220988" y="109676"/>
                  </a:lnTo>
                  <a:lnTo>
                    <a:pt x="263688" y="131898"/>
                  </a:lnTo>
                  <a:lnTo>
                    <a:pt x="306680" y="153330"/>
                  </a:lnTo>
                  <a:lnTo>
                    <a:pt x="350303" y="172885"/>
                  </a:lnTo>
                  <a:lnTo>
                    <a:pt x="369488" y="180143"/>
                  </a:lnTo>
                  <a:lnTo>
                    <a:pt x="389217" y="185696"/>
                  </a:lnTo>
                  <a:lnTo>
                    <a:pt x="409289" y="188635"/>
                  </a:lnTo>
                  <a:lnTo>
                    <a:pt x="429505" y="188047"/>
                  </a:lnTo>
                  <a:lnTo>
                    <a:pt x="467155" y="172595"/>
                  </a:lnTo>
                  <a:lnTo>
                    <a:pt x="489115" y="139912"/>
                  </a:lnTo>
                  <a:lnTo>
                    <a:pt x="490207" y="123276"/>
                  </a:lnTo>
                  <a:lnTo>
                    <a:pt x="486523" y="106937"/>
                  </a:lnTo>
                  <a:lnTo>
                    <a:pt x="455589" y="67337"/>
                  </a:lnTo>
                  <a:lnTo>
                    <a:pt x="410793" y="43486"/>
                  </a:lnTo>
                  <a:lnTo>
                    <a:pt x="362395" y="25907"/>
                  </a:lnTo>
                  <a:lnTo>
                    <a:pt x="313267" y="12983"/>
                  </a:lnTo>
                  <a:lnTo>
                    <a:pt x="263544" y="4500"/>
                  </a:lnTo>
                  <a:lnTo>
                    <a:pt x="213365" y="244"/>
                  </a:lnTo>
                  <a:lnTo>
                    <a:pt x="16286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2555396" y="7819350"/>
              <a:ext cx="490220" cy="189230"/>
            </a:xfrm>
            <a:custGeom>
              <a:avLst/>
              <a:gdLst/>
              <a:ahLst/>
              <a:cxnLst/>
              <a:rect l="l" t="t" r="r" b="b"/>
              <a:pathLst>
                <a:path w="490219" h="189229">
                  <a:moveTo>
                    <a:pt x="0" y="24764"/>
                  </a:moveTo>
                  <a:lnTo>
                    <a:pt x="46327" y="34631"/>
                  </a:lnTo>
                  <a:lnTo>
                    <a:pt x="91250" y="49142"/>
                  </a:lnTo>
                  <a:lnTo>
                    <a:pt x="135109" y="67211"/>
                  </a:lnTo>
                  <a:lnTo>
                    <a:pt x="178241" y="87752"/>
                  </a:lnTo>
                  <a:lnTo>
                    <a:pt x="220988" y="109676"/>
                  </a:lnTo>
                  <a:lnTo>
                    <a:pt x="263688" y="131898"/>
                  </a:lnTo>
                  <a:lnTo>
                    <a:pt x="306680" y="153330"/>
                  </a:lnTo>
                  <a:lnTo>
                    <a:pt x="350303" y="172885"/>
                  </a:lnTo>
                  <a:lnTo>
                    <a:pt x="369488" y="180143"/>
                  </a:lnTo>
                  <a:lnTo>
                    <a:pt x="389217" y="185696"/>
                  </a:lnTo>
                  <a:lnTo>
                    <a:pt x="409289" y="188635"/>
                  </a:lnTo>
                  <a:lnTo>
                    <a:pt x="429505" y="188047"/>
                  </a:lnTo>
                  <a:lnTo>
                    <a:pt x="467155" y="172595"/>
                  </a:lnTo>
                  <a:lnTo>
                    <a:pt x="489115" y="139912"/>
                  </a:lnTo>
                  <a:lnTo>
                    <a:pt x="490207" y="123276"/>
                  </a:lnTo>
                  <a:lnTo>
                    <a:pt x="486523" y="106937"/>
                  </a:lnTo>
                  <a:lnTo>
                    <a:pt x="455589" y="67337"/>
                  </a:lnTo>
                  <a:lnTo>
                    <a:pt x="410793" y="43486"/>
                  </a:lnTo>
                  <a:lnTo>
                    <a:pt x="362395" y="25907"/>
                  </a:lnTo>
                  <a:lnTo>
                    <a:pt x="313267" y="12983"/>
                  </a:lnTo>
                  <a:lnTo>
                    <a:pt x="263544" y="4500"/>
                  </a:lnTo>
                  <a:lnTo>
                    <a:pt x="213365" y="244"/>
                  </a:lnTo>
                  <a:lnTo>
                    <a:pt x="162865" y="0"/>
                  </a:lnTo>
                  <a:lnTo>
                    <a:pt x="112183" y="3553"/>
                  </a:lnTo>
                  <a:lnTo>
                    <a:pt x="61454" y="10689"/>
                  </a:lnTo>
                  <a:lnTo>
                    <a:pt x="10816" y="2119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2482650" y="7927022"/>
              <a:ext cx="356870" cy="185420"/>
            </a:xfrm>
            <a:custGeom>
              <a:avLst/>
              <a:gdLst/>
              <a:ahLst/>
              <a:cxnLst/>
              <a:rect l="l" t="t" r="r" b="b"/>
              <a:pathLst>
                <a:path w="356869" h="185420">
                  <a:moveTo>
                    <a:pt x="0" y="0"/>
                  </a:moveTo>
                  <a:lnTo>
                    <a:pt x="0" y="5266"/>
                  </a:lnTo>
                  <a:lnTo>
                    <a:pt x="18325" y="12579"/>
                  </a:lnTo>
                  <a:lnTo>
                    <a:pt x="32582" y="22165"/>
                  </a:lnTo>
                  <a:lnTo>
                    <a:pt x="100180" y="78385"/>
                  </a:lnTo>
                  <a:lnTo>
                    <a:pt x="141917" y="106284"/>
                  </a:lnTo>
                  <a:lnTo>
                    <a:pt x="185667" y="130910"/>
                  </a:lnTo>
                  <a:lnTo>
                    <a:pt x="231167" y="152130"/>
                  </a:lnTo>
                  <a:lnTo>
                    <a:pt x="278154" y="169807"/>
                  </a:lnTo>
                  <a:lnTo>
                    <a:pt x="326367" y="183805"/>
                  </a:lnTo>
                  <a:lnTo>
                    <a:pt x="342527" y="185370"/>
                  </a:lnTo>
                  <a:lnTo>
                    <a:pt x="349704" y="183268"/>
                  </a:lnTo>
                  <a:lnTo>
                    <a:pt x="354847" y="178162"/>
                  </a:lnTo>
                  <a:lnTo>
                    <a:pt x="356432" y="171904"/>
                  </a:lnTo>
                  <a:lnTo>
                    <a:pt x="355202" y="165413"/>
                  </a:lnTo>
                  <a:lnTo>
                    <a:pt x="314310" y="117966"/>
                  </a:lnTo>
                  <a:lnTo>
                    <a:pt x="275458" y="88283"/>
                  </a:lnTo>
                  <a:lnTo>
                    <a:pt x="232768" y="63900"/>
                  </a:lnTo>
                  <a:lnTo>
                    <a:pt x="187585" y="44438"/>
                  </a:lnTo>
                  <a:lnTo>
                    <a:pt x="142705" y="27034"/>
                  </a:lnTo>
                  <a:lnTo>
                    <a:pt x="98245" y="11444"/>
                  </a:lnTo>
                  <a:lnTo>
                    <a:pt x="51559" y="1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2482650" y="7927022"/>
              <a:ext cx="356870" cy="185420"/>
            </a:xfrm>
            <a:custGeom>
              <a:avLst/>
              <a:gdLst/>
              <a:ahLst/>
              <a:cxnLst/>
              <a:rect l="l" t="t" r="r" b="b"/>
              <a:pathLst>
                <a:path w="356869" h="185420">
                  <a:moveTo>
                    <a:pt x="0" y="5266"/>
                  </a:moveTo>
                  <a:lnTo>
                    <a:pt x="18325" y="12579"/>
                  </a:lnTo>
                  <a:lnTo>
                    <a:pt x="32582" y="22165"/>
                  </a:lnTo>
                  <a:lnTo>
                    <a:pt x="45728" y="33822"/>
                  </a:lnTo>
                  <a:lnTo>
                    <a:pt x="60720" y="47349"/>
                  </a:lnTo>
                  <a:lnTo>
                    <a:pt x="100180" y="78385"/>
                  </a:lnTo>
                  <a:lnTo>
                    <a:pt x="141917" y="106284"/>
                  </a:lnTo>
                  <a:lnTo>
                    <a:pt x="185667" y="130910"/>
                  </a:lnTo>
                  <a:lnTo>
                    <a:pt x="231167" y="152130"/>
                  </a:lnTo>
                  <a:lnTo>
                    <a:pt x="278154" y="169807"/>
                  </a:lnTo>
                  <a:lnTo>
                    <a:pt x="326367" y="183805"/>
                  </a:lnTo>
                  <a:lnTo>
                    <a:pt x="342527" y="185370"/>
                  </a:lnTo>
                  <a:lnTo>
                    <a:pt x="349704" y="183268"/>
                  </a:lnTo>
                  <a:lnTo>
                    <a:pt x="354847" y="178162"/>
                  </a:lnTo>
                  <a:lnTo>
                    <a:pt x="356432" y="171904"/>
                  </a:lnTo>
                  <a:lnTo>
                    <a:pt x="355202" y="165413"/>
                  </a:lnTo>
                  <a:lnTo>
                    <a:pt x="314310" y="117966"/>
                  </a:lnTo>
                  <a:lnTo>
                    <a:pt x="275458" y="88283"/>
                  </a:lnTo>
                  <a:lnTo>
                    <a:pt x="232768" y="63900"/>
                  </a:lnTo>
                  <a:lnTo>
                    <a:pt x="187585" y="44438"/>
                  </a:lnTo>
                  <a:lnTo>
                    <a:pt x="142705" y="27034"/>
                  </a:lnTo>
                  <a:lnTo>
                    <a:pt x="98245" y="11444"/>
                  </a:lnTo>
                  <a:lnTo>
                    <a:pt x="51559" y="1242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2400552" y="7386155"/>
              <a:ext cx="407034" cy="147320"/>
            </a:xfrm>
            <a:custGeom>
              <a:avLst/>
              <a:gdLst/>
              <a:ahLst/>
              <a:cxnLst/>
              <a:rect l="l" t="t" r="r" b="b"/>
              <a:pathLst>
                <a:path w="407035" h="147320">
                  <a:moveTo>
                    <a:pt x="103667" y="0"/>
                  </a:moveTo>
                  <a:lnTo>
                    <a:pt x="52051" y="3522"/>
                  </a:lnTo>
                  <a:lnTo>
                    <a:pt x="0" y="13593"/>
                  </a:lnTo>
                  <a:lnTo>
                    <a:pt x="40202" y="47168"/>
                  </a:lnTo>
                  <a:lnTo>
                    <a:pt x="83774" y="76204"/>
                  </a:lnTo>
                  <a:lnTo>
                    <a:pt x="130171" y="100517"/>
                  </a:lnTo>
                  <a:lnTo>
                    <a:pt x="178846" y="119919"/>
                  </a:lnTo>
                  <a:lnTo>
                    <a:pt x="229255" y="134227"/>
                  </a:lnTo>
                  <a:lnTo>
                    <a:pt x="280851" y="143255"/>
                  </a:lnTo>
                  <a:lnTo>
                    <a:pt x="333088" y="146818"/>
                  </a:lnTo>
                  <a:lnTo>
                    <a:pt x="385422" y="144730"/>
                  </a:lnTo>
                  <a:lnTo>
                    <a:pt x="391757" y="144123"/>
                  </a:lnTo>
                  <a:lnTo>
                    <a:pt x="398668" y="143118"/>
                  </a:lnTo>
                  <a:lnTo>
                    <a:pt x="402972" y="138427"/>
                  </a:lnTo>
                  <a:lnTo>
                    <a:pt x="406587" y="129641"/>
                  </a:lnTo>
                  <a:lnTo>
                    <a:pt x="404231" y="119944"/>
                  </a:lnTo>
                  <a:lnTo>
                    <a:pt x="346160" y="72106"/>
                  </a:lnTo>
                  <a:lnTo>
                    <a:pt x="300599" y="46530"/>
                  </a:lnTo>
                  <a:lnTo>
                    <a:pt x="253312" y="26290"/>
                  </a:lnTo>
                  <a:lnTo>
                    <a:pt x="204555" y="11626"/>
                  </a:lnTo>
                  <a:lnTo>
                    <a:pt x="154587" y="2781"/>
                  </a:lnTo>
                  <a:lnTo>
                    <a:pt x="1036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2400552" y="7386155"/>
              <a:ext cx="407034" cy="147320"/>
            </a:xfrm>
            <a:custGeom>
              <a:avLst/>
              <a:gdLst/>
              <a:ahLst/>
              <a:cxnLst/>
              <a:rect l="l" t="t" r="r" b="b"/>
              <a:pathLst>
                <a:path w="407035" h="147320">
                  <a:moveTo>
                    <a:pt x="0" y="13593"/>
                  </a:moveTo>
                  <a:lnTo>
                    <a:pt x="40202" y="47168"/>
                  </a:lnTo>
                  <a:lnTo>
                    <a:pt x="83774" y="76204"/>
                  </a:lnTo>
                  <a:lnTo>
                    <a:pt x="130171" y="100517"/>
                  </a:lnTo>
                  <a:lnTo>
                    <a:pt x="178846" y="119919"/>
                  </a:lnTo>
                  <a:lnTo>
                    <a:pt x="229255" y="134227"/>
                  </a:lnTo>
                  <a:lnTo>
                    <a:pt x="280851" y="143255"/>
                  </a:lnTo>
                  <a:lnTo>
                    <a:pt x="333088" y="146818"/>
                  </a:lnTo>
                  <a:lnTo>
                    <a:pt x="385422" y="144730"/>
                  </a:lnTo>
                  <a:lnTo>
                    <a:pt x="391757" y="144123"/>
                  </a:lnTo>
                  <a:lnTo>
                    <a:pt x="398668" y="143118"/>
                  </a:lnTo>
                  <a:lnTo>
                    <a:pt x="402972" y="138427"/>
                  </a:lnTo>
                  <a:lnTo>
                    <a:pt x="406587" y="129641"/>
                  </a:lnTo>
                  <a:lnTo>
                    <a:pt x="404231" y="119944"/>
                  </a:lnTo>
                  <a:lnTo>
                    <a:pt x="346160" y="72106"/>
                  </a:lnTo>
                  <a:lnTo>
                    <a:pt x="300599" y="46530"/>
                  </a:lnTo>
                  <a:lnTo>
                    <a:pt x="253312" y="26290"/>
                  </a:lnTo>
                  <a:lnTo>
                    <a:pt x="204555" y="11626"/>
                  </a:lnTo>
                  <a:lnTo>
                    <a:pt x="154587" y="2781"/>
                  </a:lnTo>
                  <a:lnTo>
                    <a:pt x="103667" y="0"/>
                  </a:lnTo>
                  <a:lnTo>
                    <a:pt x="52051" y="3522"/>
                  </a:lnTo>
                  <a:lnTo>
                    <a:pt x="0" y="1359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2497887" y="7259598"/>
              <a:ext cx="481330" cy="129539"/>
            </a:xfrm>
            <a:custGeom>
              <a:avLst/>
              <a:gdLst/>
              <a:ahLst/>
              <a:cxnLst/>
              <a:rect l="l" t="t" r="r" b="b"/>
              <a:pathLst>
                <a:path w="481330" h="129540">
                  <a:moveTo>
                    <a:pt x="331814" y="0"/>
                  </a:moveTo>
                  <a:lnTo>
                    <a:pt x="281227" y="1236"/>
                  </a:lnTo>
                  <a:lnTo>
                    <a:pt x="230952" y="7161"/>
                  </a:lnTo>
                  <a:lnTo>
                    <a:pt x="181439" y="17701"/>
                  </a:lnTo>
                  <a:lnTo>
                    <a:pt x="133137" y="32782"/>
                  </a:lnTo>
                  <a:lnTo>
                    <a:pt x="86497" y="52329"/>
                  </a:lnTo>
                  <a:lnTo>
                    <a:pt x="41968" y="76268"/>
                  </a:lnTo>
                  <a:lnTo>
                    <a:pt x="0" y="104526"/>
                  </a:lnTo>
                  <a:lnTo>
                    <a:pt x="49739" y="115528"/>
                  </a:lnTo>
                  <a:lnTo>
                    <a:pt x="99895" y="123485"/>
                  </a:lnTo>
                  <a:lnTo>
                    <a:pt x="150358" y="128067"/>
                  </a:lnTo>
                  <a:lnTo>
                    <a:pt x="201017" y="128943"/>
                  </a:lnTo>
                  <a:lnTo>
                    <a:pt x="251761" y="125782"/>
                  </a:lnTo>
                  <a:lnTo>
                    <a:pt x="302262" y="117667"/>
                  </a:lnTo>
                  <a:lnTo>
                    <a:pt x="351530" y="103753"/>
                  </a:lnTo>
                  <a:lnTo>
                    <a:pt x="398467" y="83835"/>
                  </a:lnTo>
                  <a:lnTo>
                    <a:pt x="441972" y="57708"/>
                  </a:lnTo>
                  <a:lnTo>
                    <a:pt x="480948" y="25167"/>
                  </a:lnTo>
                  <a:lnTo>
                    <a:pt x="432124" y="11891"/>
                  </a:lnTo>
                  <a:lnTo>
                    <a:pt x="382263" y="3527"/>
                  </a:lnTo>
                  <a:lnTo>
                    <a:pt x="33181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2497887" y="7259598"/>
              <a:ext cx="481330" cy="129539"/>
            </a:xfrm>
            <a:custGeom>
              <a:avLst/>
              <a:gdLst/>
              <a:ahLst/>
              <a:cxnLst/>
              <a:rect l="l" t="t" r="r" b="b"/>
              <a:pathLst>
                <a:path w="481330" h="129540">
                  <a:moveTo>
                    <a:pt x="0" y="104526"/>
                  </a:moveTo>
                  <a:lnTo>
                    <a:pt x="41968" y="76268"/>
                  </a:lnTo>
                  <a:lnTo>
                    <a:pt x="86497" y="52329"/>
                  </a:lnTo>
                  <a:lnTo>
                    <a:pt x="133137" y="32782"/>
                  </a:lnTo>
                  <a:lnTo>
                    <a:pt x="181439" y="17701"/>
                  </a:lnTo>
                  <a:lnTo>
                    <a:pt x="230952" y="7161"/>
                  </a:lnTo>
                  <a:lnTo>
                    <a:pt x="281227" y="1236"/>
                  </a:lnTo>
                  <a:lnTo>
                    <a:pt x="331814" y="0"/>
                  </a:lnTo>
                  <a:lnTo>
                    <a:pt x="382263" y="3527"/>
                  </a:lnTo>
                  <a:lnTo>
                    <a:pt x="432124" y="11891"/>
                  </a:lnTo>
                  <a:lnTo>
                    <a:pt x="480948" y="25167"/>
                  </a:lnTo>
                  <a:lnTo>
                    <a:pt x="441972" y="57708"/>
                  </a:lnTo>
                  <a:lnTo>
                    <a:pt x="398467" y="83835"/>
                  </a:lnTo>
                  <a:lnTo>
                    <a:pt x="351530" y="103753"/>
                  </a:lnTo>
                  <a:lnTo>
                    <a:pt x="302262" y="117667"/>
                  </a:lnTo>
                  <a:lnTo>
                    <a:pt x="251761" y="125782"/>
                  </a:lnTo>
                  <a:lnTo>
                    <a:pt x="201017" y="128943"/>
                  </a:lnTo>
                  <a:lnTo>
                    <a:pt x="150358" y="128067"/>
                  </a:lnTo>
                  <a:lnTo>
                    <a:pt x="99895" y="123485"/>
                  </a:lnTo>
                  <a:lnTo>
                    <a:pt x="49739" y="115528"/>
                  </a:lnTo>
                  <a:lnTo>
                    <a:pt x="0" y="104526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 descr=""/>
          <p:cNvGrpSpPr/>
          <p:nvPr/>
        </p:nvGrpSpPr>
        <p:grpSpPr>
          <a:xfrm>
            <a:off x="2389301" y="6771136"/>
            <a:ext cx="712470" cy="437515"/>
            <a:chOff x="2389301" y="6771136"/>
            <a:chExt cx="712470" cy="437515"/>
          </a:xfrm>
        </p:grpSpPr>
        <p:sp>
          <p:nvSpPr>
            <p:cNvPr id="123" name="object 123" descr=""/>
            <p:cNvSpPr/>
            <p:nvPr/>
          </p:nvSpPr>
          <p:spPr>
            <a:xfrm>
              <a:off x="2394536" y="6779940"/>
              <a:ext cx="64769" cy="339725"/>
            </a:xfrm>
            <a:custGeom>
              <a:avLst/>
              <a:gdLst/>
              <a:ahLst/>
              <a:cxnLst/>
              <a:rect l="l" t="t" r="r" b="b"/>
              <a:pathLst>
                <a:path w="64769" h="339725">
                  <a:moveTo>
                    <a:pt x="64470" y="336935"/>
                  </a:moveTo>
                  <a:lnTo>
                    <a:pt x="64664" y="339470"/>
                  </a:lnTo>
                  <a:lnTo>
                    <a:pt x="64497" y="336978"/>
                  </a:lnTo>
                  <a:close/>
                </a:path>
                <a:path w="64769" h="339725">
                  <a:moveTo>
                    <a:pt x="33397" y="0"/>
                  </a:moveTo>
                  <a:lnTo>
                    <a:pt x="5011" y="67926"/>
                  </a:lnTo>
                  <a:lnTo>
                    <a:pt x="0" y="114714"/>
                  </a:lnTo>
                  <a:lnTo>
                    <a:pt x="1122" y="161789"/>
                  </a:lnTo>
                  <a:lnTo>
                    <a:pt x="8255" y="208352"/>
                  </a:lnTo>
                  <a:lnTo>
                    <a:pt x="21277" y="253604"/>
                  </a:lnTo>
                  <a:lnTo>
                    <a:pt x="40065" y="296746"/>
                  </a:lnTo>
                  <a:lnTo>
                    <a:pt x="64470" y="336935"/>
                  </a:lnTo>
                  <a:lnTo>
                    <a:pt x="60474" y="284679"/>
                  </a:lnTo>
                  <a:lnTo>
                    <a:pt x="58414" y="232520"/>
                  </a:lnTo>
                  <a:lnTo>
                    <a:pt x="57556" y="181656"/>
                  </a:lnTo>
                  <a:lnTo>
                    <a:pt x="56971" y="130748"/>
                  </a:lnTo>
                  <a:lnTo>
                    <a:pt x="55730" y="78458"/>
                  </a:lnTo>
                  <a:lnTo>
                    <a:pt x="52905" y="23449"/>
                  </a:lnTo>
                  <a:lnTo>
                    <a:pt x="41838" y="172"/>
                  </a:lnTo>
                  <a:lnTo>
                    <a:pt x="3339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2394536" y="6779940"/>
              <a:ext cx="64769" cy="339725"/>
            </a:xfrm>
            <a:custGeom>
              <a:avLst/>
              <a:gdLst/>
              <a:ahLst/>
              <a:cxnLst/>
              <a:rect l="l" t="t" r="r" b="b"/>
              <a:pathLst>
                <a:path w="64769" h="339725">
                  <a:moveTo>
                    <a:pt x="64664" y="339470"/>
                  </a:moveTo>
                  <a:lnTo>
                    <a:pt x="60474" y="284679"/>
                  </a:lnTo>
                  <a:lnTo>
                    <a:pt x="58414" y="232520"/>
                  </a:lnTo>
                  <a:lnTo>
                    <a:pt x="57556" y="181656"/>
                  </a:lnTo>
                  <a:lnTo>
                    <a:pt x="56971" y="130748"/>
                  </a:lnTo>
                  <a:lnTo>
                    <a:pt x="55730" y="78458"/>
                  </a:lnTo>
                  <a:lnTo>
                    <a:pt x="52905" y="23449"/>
                  </a:lnTo>
                  <a:lnTo>
                    <a:pt x="33397" y="0"/>
                  </a:lnTo>
                  <a:lnTo>
                    <a:pt x="26074" y="4966"/>
                  </a:lnTo>
                  <a:lnTo>
                    <a:pt x="20242" y="13049"/>
                  </a:lnTo>
                  <a:lnTo>
                    <a:pt x="16278" y="22223"/>
                  </a:lnTo>
                  <a:lnTo>
                    <a:pt x="5011" y="67926"/>
                  </a:lnTo>
                  <a:lnTo>
                    <a:pt x="0" y="114714"/>
                  </a:lnTo>
                  <a:lnTo>
                    <a:pt x="1122" y="161789"/>
                  </a:lnTo>
                  <a:lnTo>
                    <a:pt x="8255" y="208352"/>
                  </a:lnTo>
                  <a:lnTo>
                    <a:pt x="21277" y="253604"/>
                  </a:lnTo>
                  <a:lnTo>
                    <a:pt x="40065" y="296746"/>
                  </a:lnTo>
                  <a:lnTo>
                    <a:pt x="64497" y="33697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2451064" y="6776371"/>
              <a:ext cx="247650" cy="355600"/>
            </a:xfrm>
            <a:custGeom>
              <a:avLst/>
              <a:gdLst/>
              <a:ahLst/>
              <a:cxnLst/>
              <a:rect l="l" t="t" r="r" b="b"/>
              <a:pathLst>
                <a:path w="247650" h="355600">
                  <a:moveTo>
                    <a:pt x="247154" y="0"/>
                  </a:moveTo>
                  <a:lnTo>
                    <a:pt x="208866" y="4491"/>
                  </a:lnTo>
                  <a:lnTo>
                    <a:pt x="172764" y="18354"/>
                  </a:lnTo>
                  <a:lnTo>
                    <a:pt x="140070" y="39817"/>
                  </a:lnTo>
                  <a:lnTo>
                    <a:pt x="112007" y="67107"/>
                  </a:lnTo>
                  <a:lnTo>
                    <a:pt x="89092" y="98431"/>
                  </a:lnTo>
                  <a:lnTo>
                    <a:pt x="70509" y="132567"/>
                  </a:lnTo>
                  <a:lnTo>
                    <a:pt x="55451" y="168630"/>
                  </a:lnTo>
                  <a:lnTo>
                    <a:pt x="43108" y="205731"/>
                  </a:lnTo>
                  <a:lnTo>
                    <a:pt x="32517" y="243252"/>
                  </a:lnTo>
                  <a:lnTo>
                    <a:pt x="22528" y="280953"/>
                  </a:lnTo>
                  <a:lnTo>
                    <a:pt x="12051" y="318495"/>
                  </a:lnTo>
                  <a:lnTo>
                    <a:pt x="0" y="355538"/>
                  </a:lnTo>
                  <a:lnTo>
                    <a:pt x="43815" y="325380"/>
                  </a:lnTo>
                  <a:lnTo>
                    <a:pt x="83748" y="291916"/>
                  </a:lnTo>
                  <a:lnTo>
                    <a:pt x="120509" y="255321"/>
                  </a:lnTo>
                  <a:lnTo>
                    <a:pt x="154807" y="215771"/>
                  </a:lnTo>
                  <a:lnTo>
                    <a:pt x="187355" y="173439"/>
                  </a:lnTo>
                  <a:lnTo>
                    <a:pt x="213492" y="133716"/>
                  </a:lnTo>
                  <a:lnTo>
                    <a:pt x="234284" y="91035"/>
                  </a:lnTo>
                  <a:lnTo>
                    <a:pt x="246562" y="46196"/>
                  </a:lnTo>
                  <a:lnTo>
                    <a:pt x="2471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2451064" y="6776371"/>
              <a:ext cx="247650" cy="355600"/>
            </a:xfrm>
            <a:custGeom>
              <a:avLst/>
              <a:gdLst/>
              <a:ahLst/>
              <a:cxnLst/>
              <a:rect l="l" t="t" r="r" b="b"/>
              <a:pathLst>
                <a:path w="247650" h="355600">
                  <a:moveTo>
                    <a:pt x="0" y="355538"/>
                  </a:moveTo>
                  <a:lnTo>
                    <a:pt x="43815" y="325380"/>
                  </a:lnTo>
                  <a:lnTo>
                    <a:pt x="83748" y="291916"/>
                  </a:lnTo>
                  <a:lnTo>
                    <a:pt x="120509" y="255321"/>
                  </a:lnTo>
                  <a:lnTo>
                    <a:pt x="154807" y="215771"/>
                  </a:lnTo>
                  <a:lnTo>
                    <a:pt x="187355" y="173439"/>
                  </a:lnTo>
                  <a:lnTo>
                    <a:pt x="213492" y="133716"/>
                  </a:lnTo>
                  <a:lnTo>
                    <a:pt x="234284" y="91035"/>
                  </a:lnTo>
                  <a:lnTo>
                    <a:pt x="246562" y="46196"/>
                  </a:lnTo>
                  <a:lnTo>
                    <a:pt x="247154" y="0"/>
                  </a:lnTo>
                  <a:lnTo>
                    <a:pt x="208866" y="4491"/>
                  </a:lnTo>
                  <a:lnTo>
                    <a:pt x="172764" y="18354"/>
                  </a:lnTo>
                  <a:lnTo>
                    <a:pt x="140070" y="39817"/>
                  </a:lnTo>
                  <a:lnTo>
                    <a:pt x="112007" y="67107"/>
                  </a:lnTo>
                  <a:lnTo>
                    <a:pt x="89092" y="98431"/>
                  </a:lnTo>
                  <a:lnTo>
                    <a:pt x="70509" y="132567"/>
                  </a:lnTo>
                  <a:lnTo>
                    <a:pt x="55451" y="168630"/>
                  </a:lnTo>
                  <a:lnTo>
                    <a:pt x="43108" y="205731"/>
                  </a:lnTo>
                  <a:lnTo>
                    <a:pt x="32517" y="243252"/>
                  </a:lnTo>
                  <a:lnTo>
                    <a:pt x="22528" y="280953"/>
                  </a:lnTo>
                  <a:lnTo>
                    <a:pt x="12051" y="318495"/>
                  </a:lnTo>
                  <a:lnTo>
                    <a:pt x="0" y="35553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2632734" y="6798484"/>
              <a:ext cx="463550" cy="282575"/>
            </a:xfrm>
            <a:custGeom>
              <a:avLst/>
              <a:gdLst/>
              <a:ahLst/>
              <a:cxnLst/>
              <a:rect l="l" t="t" r="r" b="b"/>
              <a:pathLst>
                <a:path w="463550" h="282575">
                  <a:moveTo>
                    <a:pt x="420938" y="0"/>
                  </a:moveTo>
                  <a:lnTo>
                    <a:pt x="376886" y="408"/>
                  </a:lnTo>
                  <a:lnTo>
                    <a:pt x="332838" y="9145"/>
                  </a:lnTo>
                  <a:lnTo>
                    <a:pt x="290294" y="23724"/>
                  </a:lnTo>
                  <a:lnTo>
                    <a:pt x="244231" y="44406"/>
                  </a:lnTo>
                  <a:lnTo>
                    <a:pt x="200538" y="68364"/>
                  </a:lnTo>
                  <a:lnTo>
                    <a:pt x="159427" y="95602"/>
                  </a:lnTo>
                  <a:lnTo>
                    <a:pt x="121108" y="126121"/>
                  </a:lnTo>
                  <a:lnTo>
                    <a:pt x="85795" y="159924"/>
                  </a:lnTo>
                  <a:lnTo>
                    <a:pt x="53698" y="197013"/>
                  </a:lnTo>
                  <a:lnTo>
                    <a:pt x="25029" y="237389"/>
                  </a:lnTo>
                  <a:lnTo>
                    <a:pt x="0" y="281056"/>
                  </a:lnTo>
                  <a:lnTo>
                    <a:pt x="2408" y="282281"/>
                  </a:lnTo>
                  <a:lnTo>
                    <a:pt x="48006" y="264565"/>
                  </a:lnTo>
                  <a:lnTo>
                    <a:pt x="93001" y="245371"/>
                  </a:lnTo>
                  <a:lnTo>
                    <a:pt x="137348" y="224724"/>
                  </a:lnTo>
                  <a:lnTo>
                    <a:pt x="181003" y="202652"/>
                  </a:lnTo>
                  <a:lnTo>
                    <a:pt x="223922" y="179179"/>
                  </a:lnTo>
                  <a:lnTo>
                    <a:pt x="266060" y="154333"/>
                  </a:lnTo>
                  <a:lnTo>
                    <a:pt x="307374" y="128139"/>
                  </a:lnTo>
                  <a:lnTo>
                    <a:pt x="347818" y="100623"/>
                  </a:lnTo>
                  <a:lnTo>
                    <a:pt x="387349" y="71811"/>
                  </a:lnTo>
                  <a:lnTo>
                    <a:pt x="425922" y="41730"/>
                  </a:lnTo>
                  <a:lnTo>
                    <a:pt x="463493" y="10405"/>
                  </a:lnTo>
                  <a:lnTo>
                    <a:pt x="42093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2632734" y="6798484"/>
              <a:ext cx="463550" cy="282575"/>
            </a:xfrm>
            <a:custGeom>
              <a:avLst/>
              <a:gdLst/>
              <a:ahLst/>
              <a:cxnLst/>
              <a:rect l="l" t="t" r="r" b="b"/>
              <a:pathLst>
                <a:path w="463550" h="282575">
                  <a:moveTo>
                    <a:pt x="2408" y="282281"/>
                  </a:moveTo>
                  <a:lnTo>
                    <a:pt x="48006" y="264565"/>
                  </a:lnTo>
                  <a:lnTo>
                    <a:pt x="93001" y="245371"/>
                  </a:lnTo>
                  <a:lnTo>
                    <a:pt x="137348" y="224724"/>
                  </a:lnTo>
                  <a:lnTo>
                    <a:pt x="181003" y="202652"/>
                  </a:lnTo>
                  <a:lnTo>
                    <a:pt x="223922" y="179179"/>
                  </a:lnTo>
                  <a:lnTo>
                    <a:pt x="266060" y="154333"/>
                  </a:lnTo>
                  <a:lnTo>
                    <a:pt x="307374" y="128139"/>
                  </a:lnTo>
                  <a:lnTo>
                    <a:pt x="347818" y="100623"/>
                  </a:lnTo>
                  <a:lnTo>
                    <a:pt x="387349" y="71811"/>
                  </a:lnTo>
                  <a:lnTo>
                    <a:pt x="425922" y="41730"/>
                  </a:lnTo>
                  <a:lnTo>
                    <a:pt x="463493" y="10405"/>
                  </a:lnTo>
                  <a:lnTo>
                    <a:pt x="420938" y="0"/>
                  </a:lnTo>
                  <a:lnTo>
                    <a:pt x="376886" y="408"/>
                  </a:lnTo>
                  <a:lnTo>
                    <a:pt x="332838" y="9145"/>
                  </a:lnTo>
                  <a:lnTo>
                    <a:pt x="290294" y="23724"/>
                  </a:lnTo>
                  <a:lnTo>
                    <a:pt x="244231" y="44406"/>
                  </a:lnTo>
                  <a:lnTo>
                    <a:pt x="200538" y="68364"/>
                  </a:lnTo>
                  <a:lnTo>
                    <a:pt x="159427" y="95602"/>
                  </a:lnTo>
                  <a:lnTo>
                    <a:pt x="121108" y="126121"/>
                  </a:lnTo>
                  <a:lnTo>
                    <a:pt x="85795" y="159924"/>
                  </a:lnTo>
                  <a:lnTo>
                    <a:pt x="53698" y="197013"/>
                  </a:lnTo>
                  <a:lnTo>
                    <a:pt x="25029" y="237389"/>
                  </a:lnTo>
                  <a:lnTo>
                    <a:pt x="0" y="281056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2502821" y="7060467"/>
              <a:ext cx="514350" cy="143510"/>
            </a:xfrm>
            <a:custGeom>
              <a:avLst/>
              <a:gdLst/>
              <a:ahLst/>
              <a:cxnLst/>
              <a:rect l="l" t="t" r="r" b="b"/>
              <a:pathLst>
                <a:path w="514350" h="143509">
                  <a:moveTo>
                    <a:pt x="381624" y="0"/>
                  </a:moveTo>
                  <a:lnTo>
                    <a:pt x="329258" y="3933"/>
                  </a:lnTo>
                  <a:lnTo>
                    <a:pt x="277407" y="13631"/>
                  </a:lnTo>
                  <a:lnTo>
                    <a:pt x="226778" y="28243"/>
                  </a:lnTo>
                  <a:lnTo>
                    <a:pt x="178608" y="45709"/>
                  </a:lnTo>
                  <a:lnTo>
                    <a:pt x="132935" y="64691"/>
                  </a:lnTo>
                  <a:lnTo>
                    <a:pt x="88670" y="85448"/>
                  </a:lnTo>
                  <a:lnTo>
                    <a:pt x="44722" y="108238"/>
                  </a:lnTo>
                  <a:lnTo>
                    <a:pt x="0" y="133318"/>
                  </a:lnTo>
                  <a:lnTo>
                    <a:pt x="51204" y="138377"/>
                  </a:lnTo>
                  <a:lnTo>
                    <a:pt x="102570" y="141843"/>
                  </a:lnTo>
                  <a:lnTo>
                    <a:pt x="153938" y="142904"/>
                  </a:lnTo>
                  <a:lnTo>
                    <a:pt x="205145" y="140748"/>
                  </a:lnTo>
                  <a:lnTo>
                    <a:pt x="256034" y="134564"/>
                  </a:lnTo>
                  <a:lnTo>
                    <a:pt x="305317" y="124111"/>
                  </a:lnTo>
                  <a:lnTo>
                    <a:pt x="353682" y="110017"/>
                  </a:lnTo>
                  <a:lnTo>
                    <a:pt x="401306" y="93207"/>
                  </a:lnTo>
                  <a:lnTo>
                    <a:pt x="448367" y="74608"/>
                  </a:lnTo>
                  <a:lnTo>
                    <a:pt x="501471" y="52441"/>
                  </a:lnTo>
                  <a:lnTo>
                    <a:pt x="514340" y="35887"/>
                  </a:lnTo>
                  <a:lnTo>
                    <a:pt x="511083" y="27447"/>
                  </a:lnTo>
                  <a:lnTo>
                    <a:pt x="433802" y="2679"/>
                  </a:lnTo>
                  <a:lnTo>
                    <a:pt x="38162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2502821" y="7060467"/>
              <a:ext cx="514350" cy="143510"/>
            </a:xfrm>
            <a:custGeom>
              <a:avLst/>
              <a:gdLst/>
              <a:ahLst/>
              <a:cxnLst/>
              <a:rect l="l" t="t" r="r" b="b"/>
              <a:pathLst>
                <a:path w="514350" h="143509">
                  <a:moveTo>
                    <a:pt x="0" y="133318"/>
                  </a:moveTo>
                  <a:lnTo>
                    <a:pt x="51204" y="138377"/>
                  </a:lnTo>
                  <a:lnTo>
                    <a:pt x="102570" y="141843"/>
                  </a:lnTo>
                  <a:lnTo>
                    <a:pt x="153938" y="142904"/>
                  </a:lnTo>
                  <a:lnTo>
                    <a:pt x="205145" y="140748"/>
                  </a:lnTo>
                  <a:lnTo>
                    <a:pt x="256034" y="134564"/>
                  </a:lnTo>
                  <a:lnTo>
                    <a:pt x="305317" y="124111"/>
                  </a:lnTo>
                  <a:lnTo>
                    <a:pt x="353682" y="110017"/>
                  </a:lnTo>
                  <a:lnTo>
                    <a:pt x="401306" y="93207"/>
                  </a:lnTo>
                  <a:lnTo>
                    <a:pt x="448367" y="74608"/>
                  </a:lnTo>
                  <a:lnTo>
                    <a:pt x="495042" y="55143"/>
                  </a:lnTo>
                  <a:lnTo>
                    <a:pt x="514340" y="35887"/>
                  </a:lnTo>
                  <a:lnTo>
                    <a:pt x="511083" y="27447"/>
                  </a:lnTo>
                  <a:lnTo>
                    <a:pt x="505461" y="22369"/>
                  </a:lnTo>
                  <a:lnTo>
                    <a:pt x="499848" y="17280"/>
                  </a:lnTo>
                  <a:lnTo>
                    <a:pt x="492372" y="14851"/>
                  </a:lnTo>
                  <a:lnTo>
                    <a:pt x="485084" y="12819"/>
                  </a:lnTo>
                  <a:lnTo>
                    <a:pt x="433802" y="2679"/>
                  </a:lnTo>
                  <a:lnTo>
                    <a:pt x="381624" y="0"/>
                  </a:lnTo>
                  <a:lnTo>
                    <a:pt x="329258" y="3933"/>
                  </a:lnTo>
                  <a:lnTo>
                    <a:pt x="277407" y="13631"/>
                  </a:lnTo>
                  <a:lnTo>
                    <a:pt x="226778" y="28243"/>
                  </a:lnTo>
                  <a:lnTo>
                    <a:pt x="178608" y="45709"/>
                  </a:lnTo>
                  <a:lnTo>
                    <a:pt x="132935" y="64691"/>
                  </a:lnTo>
                  <a:lnTo>
                    <a:pt x="88670" y="85448"/>
                  </a:lnTo>
                  <a:lnTo>
                    <a:pt x="44722" y="108238"/>
                  </a:lnTo>
                  <a:lnTo>
                    <a:pt x="0" y="13331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" name="object 131" descr=""/>
          <p:cNvGrpSpPr/>
          <p:nvPr/>
        </p:nvGrpSpPr>
        <p:grpSpPr>
          <a:xfrm>
            <a:off x="1968908" y="7023550"/>
            <a:ext cx="85090" cy="391160"/>
            <a:chOff x="1968908" y="7023550"/>
            <a:chExt cx="85090" cy="391160"/>
          </a:xfrm>
        </p:grpSpPr>
        <p:sp>
          <p:nvSpPr>
            <p:cNvPr id="132" name="object 132" descr=""/>
            <p:cNvSpPr/>
            <p:nvPr/>
          </p:nvSpPr>
          <p:spPr>
            <a:xfrm>
              <a:off x="1974144" y="7028785"/>
              <a:ext cx="74295" cy="381000"/>
            </a:xfrm>
            <a:custGeom>
              <a:avLst/>
              <a:gdLst/>
              <a:ahLst/>
              <a:cxnLst/>
              <a:rect l="l" t="t" r="r" b="b"/>
              <a:pathLst>
                <a:path w="74294" h="381000">
                  <a:moveTo>
                    <a:pt x="38521" y="0"/>
                  </a:moveTo>
                  <a:lnTo>
                    <a:pt x="21913" y="45984"/>
                  </a:lnTo>
                  <a:lnTo>
                    <a:pt x="9837" y="93050"/>
                  </a:lnTo>
                  <a:lnTo>
                    <a:pt x="2472" y="140781"/>
                  </a:lnTo>
                  <a:lnTo>
                    <a:pt x="0" y="188759"/>
                  </a:lnTo>
                  <a:lnTo>
                    <a:pt x="2601" y="236570"/>
                  </a:lnTo>
                  <a:lnTo>
                    <a:pt x="10457" y="283796"/>
                  </a:lnTo>
                  <a:lnTo>
                    <a:pt x="23748" y="330020"/>
                  </a:lnTo>
                  <a:lnTo>
                    <a:pt x="42657" y="374826"/>
                  </a:lnTo>
                  <a:lnTo>
                    <a:pt x="44479" y="380648"/>
                  </a:lnTo>
                  <a:lnTo>
                    <a:pt x="48352" y="332151"/>
                  </a:lnTo>
                  <a:lnTo>
                    <a:pt x="56134" y="283391"/>
                  </a:lnTo>
                  <a:lnTo>
                    <a:pt x="64891" y="234691"/>
                  </a:lnTo>
                  <a:lnTo>
                    <a:pt x="71692" y="186371"/>
                  </a:lnTo>
                  <a:lnTo>
                    <a:pt x="74201" y="137800"/>
                  </a:lnTo>
                  <a:lnTo>
                    <a:pt x="70774" y="89349"/>
                  </a:lnTo>
                  <a:lnTo>
                    <a:pt x="59512" y="42815"/>
                  </a:lnTo>
                  <a:lnTo>
                    <a:pt x="3852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974144" y="7028785"/>
              <a:ext cx="74295" cy="381000"/>
            </a:xfrm>
            <a:custGeom>
              <a:avLst/>
              <a:gdLst/>
              <a:ahLst/>
              <a:cxnLst/>
              <a:rect l="l" t="t" r="r" b="b"/>
              <a:pathLst>
                <a:path w="74294" h="381000">
                  <a:moveTo>
                    <a:pt x="42657" y="374826"/>
                  </a:moveTo>
                  <a:lnTo>
                    <a:pt x="23748" y="330020"/>
                  </a:lnTo>
                  <a:lnTo>
                    <a:pt x="10457" y="283796"/>
                  </a:lnTo>
                  <a:lnTo>
                    <a:pt x="2601" y="236570"/>
                  </a:lnTo>
                  <a:lnTo>
                    <a:pt x="0" y="188759"/>
                  </a:lnTo>
                  <a:lnTo>
                    <a:pt x="2472" y="140781"/>
                  </a:lnTo>
                  <a:lnTo>
                    <a:pt x="9837" y="93050"/>
                  </a:lnTo>
                  <a:lnTo>
                    <a:pt x="21913" y="45984"/>
                  </a:lnTo>
                  <a:lnTo>
                    <a:pt x="38521" y="0"/>
                  </a:lnTo>
                  <a:lnTo>
                    <a:pt x="59512" y="42815"/>
                  </a:lnTo>
                  <a:lnTo>
                    <a:pt x="70774" y="89349"/>
                  </a:lnTo>
                  <a:lnTo>
                    <a:pt x="74201" y="137800"/>
                  </a:lnTo>
                  <a:lnTo>
                    <a:pt x="71692" y="186371"/>
                  </a:lnTo>
                  <a:lnTo>
                    <a:pt x="64891" y="234691"/>
                  </a:lnTo>
                  <a:lnTo>
                    <a:pt x="56134" y="283391"/>
                  </a:lnTo>
                  <a:lnTo>
                    <a:pt x="48352" y="332151"/>
                  </a:lnTo>
                  <a:lnTo>
                    <a:pt x="44479" y="38064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" name="object 134" descr=""/>
          <p:cNvGrpSpPr/>
          <p:nvPr/>
        </p:nvGrpSpPr>
        <p:grpSpPr>
          <a:xfrm>
            <a:off x="1258174" y="6788970"/>
            <a:ext cx="615315" cy="671830"/>
            <a:chOff x="1258174" y="6788970"/>
            <a:chExt cx="615315" cy="671830"/>
          </a:xfrm>
        </p:grpSpPr>
        <p:sp>
          <p:nvSpPr>
            <p:cNvPr id="135" name="object 135" descr=""/>
            <p:cNvSpPr/>
            <p:nvPr/>
          </p:nvSpPr>
          <p:spPr>
            <a:xfrm>
              <a:off x="1396343" y="7286608"/>
              <a:ext cx="395605" cy="168910"/>
            </a:xfrm>
            <a:custGeom>
              <a:avLst/>
              <a:gdLst/>
              <a:ahLst/>
              <a:cxnLst/>
              <a:rect l="l" t="t" r="r" b="b"/>
              <a:pathLst>
                <a:path w="395605" h="168909">
                  <a:moveTo>
                    <a:pt x="388469" y="0"/>
                  </a:moveTo>
                  <a:lnTo>
                    <a:pt x="340202" y="1439"/>
                  </a:lnTo>
                  <a:lnTo>
                    <a:pt x="292315" y="7496"/>
                  </a:lnTo>
                  <a:lnTo>
                    <a:pt x="245192" y="18009"/>
                  </a:lnTo>
                  <a:lnTo>
                    <a:pt x="199218" y="32814"/>
                  </a:lnTo>
                  <a:lnTo>
                    <a:pt x="154775" y="51746"/>
                  </a:lnTo>
                  <a:lnTo>
                    <a:pt x="112248" y="74643"/>
                  </a:lnTo>
                  <a:lnTo>
                    <a:pt x="72021" y="101340"/>
                  </a:lnTo>
                  <a:lnTo>
                    <a:pt x="34477" y="131674"/>
                  </a:lnTo>
                  <a:lnTo>
                    <a:pt x="0" y="165481"/>
                  </a:lnTo>
                  <a:lnTo>
                    <a:pt x="54508" y="168638"/>
                  </a:lnTo>
                  <a:lnTo>
                    <a:pt x="108808" y="162084"/>
                  </a:lnTo>
                  <a:lnTo>
                    <a:pt x="161883" y="147370"/>
                  </a:lnTo>
                  <a:lnTo>
                    <a:pt x="212716" y="126048"/>
                  </a:lnTo>
                  <a:lnTo>
                    <a:pt x="260813" y="99719"/>
                  </a:lnTo>
                  <a:lnTo>
                    <a:pt x="306800" y="69780"/>
                  </a:lnTo>
                  <a:lnTo>
                    <a:pt x="351318" y="37473"/>
                  </a:lnTo>
                  <a:lnTo>
                    <a:pt x="395003" y="4041"/>
                  </a:lnTo>
                  <a:lnTo>
                    <a:pt x="38846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396343" y="7286608"/>
              <a:ext cx="395605" cy="168910"/>
            </a:xfrm>
            <a:custGeom>
              <a:avLst/>
              <a:gdLst/>
              <a:ahLst/>
              <a:cxnLst/>
              <a:rect l="l" t="t" r="r" b="b"/>
              <a:pathLst>
                <a:path w="395605" h="168909">
                  <a:moveTo>
                    <a:pt x="388469" y="0"/>
                  </a:moveTo>
                  <a:lnTo>
                    <a:pt x="340202" y="1439"/>
                  </a:lnTo>
                  <a:lnTo>
                    <a:pt x="292315" y="7496"/>
                  </a:lnTo>
                  <a:lnTo>
                    <a:pt x="245192" y="18009"/>
                  </a:lnTo>
                  <a:lnTo>
                    <a:pt x="199218" y="32814"/>
                  </a:lnTo>
                  <a:lnTo>
                    <a:pt x="154775" y="51746"/>
                  </a:lnTo>
                  <a:lnTo>
                    <a:pt x="112248" y="74643"/>
                  </a:lnTo>
                  <a:lnTo>
                    <a:pt x="72021" y="101340"/>
                  </a:lnTo>
                  <a:lnTo>
                    <a:pt x="34477" y="131674"/>
                  </a:lnTo>
                  <a:lnTo>
                    <a:pt x="0" y="165481"/>
                  </a:lnTo>
                  <a:lnTo>
                    <a:pt x="54508" y="168638"/>
                  </a:lnTo>
                  <a:lnTo>
                    <a:pt x="108808" y="162084"/>
                  </a:lnTo>
                  <a:lnTo>
                    <a:pt x="161883" y="147370"/>
                  </a:lnTo>
                  <a:lnTo>
                    <a:pt x="212716" y="126048"/>
                  </a:lnTo>
                  <a:lnTo>
                    <a:pt x="260813" y="99719"/>
                  </a:lnTo>
                  <a:lnTo>
                    <a:pt x="306800" y="69780"/>
                  </a:lnTo>
                  <a:lnTo>
                    <a:pt x="351318" y="37473"/>
                  </a:lnTo>
                  <a:lnTo>
                    <a:pt x="395003" y="4041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263409" y="7227636"/>
              <a:ext cx="365760" cy="148590"/>
            </a:xfrm>
            <a:custGeom>
              <a:avLst/>
              <a:gdLst/>
              <a:ahLst/>
              <a:cxnLst/>
              <a:rect l="l" t="t" r="r" b="b"/>
              <a:pathLst>
                <a:path w="365760" h="148590">
                  <a:moveTo>
                    <a:pt x="260721" y="0"/>
                  </a:moveTo>
                  <a:lnTo>
                    <a:pt x="209256" y="2556"/>
                  </a:lnTo>
                  <a:lnTo>
                    <a:pt x="158058" y="13176"/>
                  </a:lnTo>
                  <a:lnTo>
                    <a:pt x="108500" y="33696"/>
                  </a:lnTo>
                  <a:lnTo>
                    <a:pt x="63880" y="63390"/>
                  </a:lnTo>
                  <a:lnTo>
                    <a:pt x="26834" y="101481"/>
                  </a:lnTo>
                  <a:lnTo>
                    <a:pt x="0" y="147193"/>
                  </a:lnTo>
                  <a:lnTo>
                    <a:pt x="49810" y="148491"/>
                  </a:lnTo>
                  <a:lnTo>
                    <a:pt x="99279" y="141979"/>
                  </a:lnTo>
                  <a:lnTo>
                    <a:pt x="147712" y="128897"/>
                  </a:lnTo>
                  <a:lnTo>
                    <a:pt x="194412" y="110482"/>
                  </a:lnTo>
                  <a:lnTo>
                    <a:pt x="239068" y="87998"/>
                  </a:lnTo>
                  <a:lnTo>
                    <a:pt x="282134" y="62549"/>
                  </a:lnTo>
                  <a:lnTo>
                    <a:pt x="324094" y="35147"/>
                  </a:lnTo>
                  <a:lnTo>
                    <a:pt x="365433" y="6810"/>
                  </a:lnTo>
                  <a:lnTo>
                    <a:pt x="312698" y="2440"/>
                  </a:lnTo>
                  <a:lnTo>
                    <a:pt x="26072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263409" y="7227636"/>
              <a:ext cx="365760" cy="148590"/>
            </a:xfrm>
            <a:custGeom>
              <a:avLst/>
              <a:gdLst/>
              <a:ahLst/>
              <a:cxnLst/>
              <a:rect l="l" t="t" r="r" b="b"/>
              <a:pathLst>
                <a:path w="365760" h="148590">
                  <a:moveTo>
                    <a:pt x="365433" y="6810"/>
                  </a:moveTo>
                  <a:lnTo>
                    <a:pt x="312698" y="2440"/>
                  </a:lnTo>
                  <a:lnTo>
                    <a:pt x="260721" y="0"/>
                  </a:lnTo>
                  <a:lnTo>
                    <a:pt x="209256" y="2556"/>
                  </a:lnTo>
                  <a:lnTo>
                    <a:pt x="158058" y="13176"/>
                  </a:lnTo>
                  <a:lnTo>
                    <a:pt x="108500" y="33696"/>
                  </a:lnTo>
                  <a:lnTo>
                    <a:pt x="63880" y="63390"/>
                  </a:lnTo>
                  <a:lnTo>
                    <a:pt x="26834" y="101481"/>
                  </a:lnTo>
                  <a:lnTo>
                    <a:pt x="0" y="147193"/>
                  </a:lnTo>
                  <a:lnTo>
                    <a:pt x="49810" y="148491"/>
                  </a:lnTo>
                  <a:lnTo>
                    <a:pt x="99279" y="141979"/>
                  </a:lnTo>
                  <a:lnTo>
                    <a:pt x="147712" y="128897"/>
                  </a:lnTo>
                  <a:lnTo>
                    <a:pt x="194412" y="110482"/>
                  </a:lnTo>
                  <a:lnTo>
                    <a:pt x="239068" y="87998"/>
                  </a:lnTo>
                  <a:lnTo>
                    <a:pt x="282134" y="62549"/>
                  </a:lnTo>
                  <a:lnTo>
                    <a:pt x="324094" y="35147"/>
                  </a:lnTo>
                  <a:lnTo>
                    <a:pt x="365433" y="6810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443944" y="7128456"/>
              <a:ext cx="424180" cy="120014"/>
            </a:xfrm>
            <a:custGeom>
              <a:avLst/>
              <a:gdLst/>
              <a:ahLst/>
              <a:cxnLst/>
              <a:rect l="l" t="t" r="r" b="b"/>
              <a:pathLst>
                <a:path w="424180" h="120015">
                  <a:moveTo>
                    <a:pt x="166575" y="0"/>
                  </a:moveTo>
                  <a:lnTo>
                    <a:pt x="120330" y="1182"/>
                  </a:lnTo>
                  <a:lnTo>
                    <a:pt x="75678" y="10849"/>
                  </a:lnTo>
                  <a:lnTo>
                    <a:pt x="34831" y="29628"/>
                  </a:lnTo>
                  <a:lnTo>
                    <a:pt x="0" y="58147"/>
                  </a:lnTo>
                  <a:lnTo>
                    <a:pt x="47262" y="79204"/>
                  </a:lnTo>
                  <a:lnTo>
                    <a:pt x="97828" y="91110"/>
                  </a:lnTo>
                  <a:lnTo>
                    <a:pt x="150190" y="96387"/>
                  </a:lnTo>
                  <a:lnTo>
                    <a:pt x="202841" y="97560"/>
                  </a:lnTo>
                  <a:lnTo>
                    <a:pt x="257542" y="97764"/>
                  </a:lnTo>
                  <a:lnTo>
                    <a:pt x="314820" y="100020"/>
                  </a:lnTo>
                  <a:lnTo>
                    <a:pt x="371348" y="106651"/>
                  </a:lnTo>
                  <a:lnTo>
                    <a:pt x="423798" y="119978"/>
                  </a:lnTo>
                  <a:lnTo>
                    <a:pt x="415830" y="108376"/>
                  </a:lnTo>
                  <a:lnTo>
                    <a:pt x="377282" y="83406"/>
                  </a:lnTo>
                  <a:lnTo>
                    <a:pt x="337983" y="59502"/>
                  </a:lnTo>
                  <a:lnTo>
                    <a:pt x="297596" y="37912"/>
                  </a:lnTo>
                  <a:lnTo>
                    <a:pt x="255782" y="19886"/>
                  </a:lnTo>
                  <a:lnTo>
                    <a:pt x="212202" y="6672"/>
                  </a:lnTo>
                  <a:lnTo>
                    <a:pt x="16657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443944" y="7128456"/>
              <a:ext cx="424180" cy="120014"/>
            </a:xfrm>
            <a:custGeom>
              <a:avLst/>
              <a:gdLst/>
              <a:ahLst/>
              <a:cxnLst/>
              <a:rect l="l" t="t" r="r" b="b"/>
              <a:pathLst>
                <a:path w="424180" h="120015">
                  <a:moveTo>
                    <a:pt x="415830" y="108376"/>
                  </a:moveTo>
                  <a:lnTo>
                    <a:pt x="377282" y="83406"/>
                  </a:lnTo>
                  <a:lnTo>
                    <a:pt x="337983" y="59502"/>
                  </a:lnTo>
                  <a:lnTo>
                    <a:pt x="297596" y="37912"/>
                  </a:lnTo>
                  <a:lnTo>
                    <a:pt x="255782" y="19886"/>
                  </a:lnTo>
                  <a:lnTo>
                    <a:pt x="212202" y="6672"/>
                  </a:lnTo>
                  <a:lnTo>
                    <a:pt x="166575" y="0"/>
                  </a:lnTo>
                  <a:lnTo>
                    <a:pt x="120330" y="1182"/>
                  </a:lnTo>
                  <a:lnTo>
                    <a:pt x="75678" y="10849"/>
                  </a:lnTo>
                  <a:lnTo>
                    <a:pt x="34831" y="29628"/>
                  </a:lnTo>
                  <a:lnTo>
                    <a:pt x="0" y="58147"/>
                  </a:lnTo>
                  <a:lnTo>
                    <a:pt x="47262" y="79204"/>
                  </a:lnTo>
                  <a:lnTo>
                    <a:pt x="97828" y="91110"/>
                  </a:lnTo>
                  <a:lnTo>
                    <a:pt x="150190" y="96387"/>
                  </a:lnTo>
                  <a:lnTo>
                    <a:pt x="202841" y="97560"/>
                  </a:lnTo>
                  <a:lnTo>
                    <a:pt x="257542" y="97764"/>
                  </a:lnTo>
                  <a:lnTo>
                    <a:pt x="314820" y="100020"/>
                  </a:lnTo>
                  <a:lnTo>
                    <a:pt x="371348" y="106651"/>
                  </a:lnTo>
                  <a:lnTo>
                    <a:pt x="423798" y="11997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736647" y="6794205"/>
              <a:ext cx="127635" cy="446405"/>
            </a:xfrm>
            <a:custGeom>
              <a:avLst/>
              <a:gdLst/>
              <a:ahLst/>
              <a:cxnLst/>
              <a:rect l="l" t="t" r="r" b="b"/>
              <a:pathLst>
                <a:path w="127635" h="446404">
                  <a:moveTo>
                    <a:pt x="16954" y="0"/>
                  </a:moveTo>
                  <a:lnTo>
                    <a:pt x="6329" y="45182"/>
                  </a:lnTo>
                  <a:lnTo>
                    <a:pt x="712" y="92335"/>
                  </a:lnTo>
                  <a:lnTo>
                    <a:pt x="0" y="140672"/>
                  </a:lnTo>
                  <a:lnTo>
                    <a:pt x="4086" y="189405"/>
                  </a:lnTo>
                  <a:lnTo>
                    <a:pt x="12867" y="237746"/>
                  </a:lnTo>
                  <a:lnTo>
                    <a:pt x="26236" y="284907"/>
                  </a:lnTo>
                  <a:lnTo>
                    <a:pt x="44090" y="330101"/>
                  </a:lnTo>
                  <a:lnTo>
                    <a:pt x="66323" y="372539"/>
                  </a:lnTo>
                  <a:lnTo>
                    <a:pt x="92830" y="411433"/>
                  </a:lnTo>
                  <a:lnTo>
                    <a:pt x="123506" y="445996"/>
                  </a:lnTo>
                  <a:lnTo>
                    <a:pt x="127308" y="394173"/>
                  </a:lnTo>
                  <a:lnTo>
                    <a:pt x="127034" y="342222"/>
                  </a:lnTo>
                  <a:lnTo>
                    <a:pt x="122754" y="290441"/>
                  </a:lnTo>
                  <a:lnTo>
                    <a:pt x="114541" y="239127"/>
                  </a:lnTo>
                  <a:lnTo>
                    <a:pt x="102465" y="188579"/>
                  </a:lnTo>
                  <a:lnTo>
                    <a:pt x="86597" y="139095"/>
                  </a:lnTo>
                  <a:lnTo>
                    <a:pt x="67009" y="90971"/>
                  </a:lnTo>
                  <a:lnTo>
                    <a:pt x="43771" y="44507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736647" y="6794205"/>
              <a:ext cx="127635" cy="446405"/>
            </a:xfrm>
            <a:custGeom>
              <a:avLst/>
              <a:gdLst/>
              <a:ahLst/>
              <a:cxnLst/>
              <a:rect l="l" t="t" r="r" b="b"/>
              <a:pathLst>
                <a:path w="127635" h="446404">
                  <a:moveTo>
                    <a:pt x="123506" y="445996"/>
                  </a:moveTo>
                  <a:lnTo>
                    <a:pt x="92830" y="411433"/>
                  </a:lnTo>
                  <a:lnTo>
                    <a:pt x="66323" y="372539"/>
                  </a:lnTo>
                  <a:lnTo>
                    <a:pt x="44090" y="330101"/>
                  </a:lnTo>
                  <a:lnTo>
                    <a:pt x="26236" y="284907"/>
                  </a:lnTo>
                  <a:lnTo>
                    <a:pt x="12867" y="237746"/>
                  </a:lnTo>
                  <a:lnTo>
                    <a:pt x="4086" y="189405"/>
                  </a:lnTo>
                  <a:lnTo>
                    <a:pt x="0" y="140672"/>
                  </a:lnTo>
                  <a:lnTo>
                    <a:pt x="712" y="92335"/>
                  </a:lnTo>
                  <a:lnTo>
                    <a:pt x="6329" y="45182"/>
                  </a:lnTo>
                  <a:lnTo>
                    <a:pt x="16954" y="0"/>
                  </a:lnTo>
                  <a:lnTo>
                    <a:pt x="43771" y="44507"/>
                  </a:lnTo>
                  <a:lnTo>
                    <a:pt x="67009" y="90971"/>
                  </a:lnTo>
                  <a:lnTo>
                    <a:pt x="86597" y="139095"/>
                  </a:lnTo>
                  <a:lnTo>
                    <a:pt x="102465" y="188579"/>
                  </a:lnTo>
                  <a:lnTo>
                    <a:pt x="114541" y="239127"/>
                  </a:lnTo>
                  <a:lnTo>
                    <a:pt x="122754" y="290441"/>
                  </a:lnTo>
                  <a:lnTo>
                    <a:pt x="127034" y="342222"/>
                  </a:lnTo>
                  <a:lnTo>
                    <a:pt x="127308" y="394173"/>
                  </a:lnTo>
                  <a:lnTo>
                    <a:pt x="123506" y="445996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3" name="object 143" descr=""/>
          <p:cNvGrpSpPr/>
          <p:nvPr/>
        </p:nvGrpSpPr>
        <p:grpSpPr>
          <a:xfrm>
            <a:off x="2154879" y="6579484"/>
            <a:ext cx="275590" cy="363220"/>
            <a:chOff x="2154879" y="6579484"/>
            <a:chExt cx="275590" cy="363220"/>
          </a:xfrm>
        </p:grpSpPr>
        <p:sp>
          <p:nvSpPr>
            <p:cNvPr id="144" name="object 144" descr=""/>
            <p:cNvSpPr/>
            <p:nvPr/>
          </p:nvSpPr>
          <p:spPr>
            <a:xfrm>
              <a:off x="2160115" y="6584719"/>
              <a:ext cx="265430" cy="353060"/>
            </a:xfrm>
            <a:custGeom>
              <a:avLst/>
              <a:gdLst/>
              <a:ahLst/>
              <a:cxnLst/>
              <a:rect l="l" t="t" r="r" b="b"/>
              <a:pathLst>
                <a:path w="265430" h="353059">
                  <a:moveTo>
                    <a:pt x="264881" y="0"/>
                  </a:moveTo>
                  <a:lnTo>
                    <a:pt x="226739" y="6590"/>
                  </a:lnTo>
                  <a:lnTo>
                    <a:pt x="190909" y="21478"/>
                  </a:lnTo>
                  <a:lnTo>
                    <a:pt x="158288" y="43131"/>
                  </a:lnTo>
                  <a:lnTo>
                    <a:pt x="129776" y="70018"/>
                  </a:lnTo>
                  <a:lnTo>
                    <a:pt x="105738" y="100614"/>
                  </a:lnTo>
                  <a:lnTo>
                    <a:pt x="85479" y="133883"/>
                  </a:lnTo>
                  <a:lnTo>
                    <a:pt x="68297" y="169033"/>
                  </a:lnTo>
                  <a:lnTo>
                    <a:pt x="53495" y="205271"/>
                  </a:lnTo>
                  <a:lnTo>
                    <a:pt x="40246" y="242004"/>
                  </a:lnTo>
                  <a:lnTo>
                    <a:pt x="27544" y="278943"/>
                  </a:lnTo>
                  <a:lnTo>
                    <a:pt x="14444" y="315722"/>
                  </a:lnTo>
                  <a:lnTo>
                    <a:pt x="0" y="351978"/>
                  </a:lnTo>
                  <a:lnTo>
                    <a:pt x="2670" y="352743"/>
                  </a:lnTo>
                  <a:lnTo>
                    <a:pt x="45291" y="326100"/>
                  </a:lnTo>
                  <a:lnTo>
                    <a:pt x="85146" y="295506"/>
                  </a:lnTo>
                  <a:lnTo>
                    <a:pt x="121974" y="261309"/>
                  </a:lnTo>
                  <a:lnTo>
                    <a:pt x="155517" y="223859"/>
                  </a:lnTo>
                  <a:lnTo>
                    <a:pt x="185516" y="183503"/>
                  </a:lnTo>
                  <a:lnTo>
                    <a:pt x="211711" y="140590"/>
                  </a:lnTo>
                  <a:lnTo>
                    <a:pt x="233843" y="95470"/>
                  </a:lnTo>
                  <a:lnTo>
                    <a:pt x="251653" y="48490"/>
                  </a:lnTo>
                  <a:lnTo>
                    <a:pt x="26488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2160115" y="6584719"/>
              <a:ext cx="265430" cy="353060"/>
            </a:xfrm>
            <a:custGeom>
              <a:avLst/>
              <a:gdLst/>
              <a:ahLst/>
              <a:cxnLst/>
              <a:rect l="l" t="t" r="r" b="b"/>
              <a:pathLst>
                <a:path w="265430" h="353059">
                  <a:moveTo>
                    <a:pt x="0" y="351978"/>
                  </a:moveTo>
                  <a:lnTo>
                    <a:pt x="14444" y="315722"/>
                  </a:lnTo>
                  <a:lnTo>
                    <a:pt x="27544" y="278943"/>
                  </a:lnTo>
                  <a:lnTo>
                    <a:pt x="40246" y="242004"/>
                  </a:lnTo>
                  <a:lnTo>
                    <a:pt x="53495" y="205271"/>
                  </a:lnTo>
                  <a:lnTo>
                    <a:pt x="68297" y="169033"/>
                  </a:lnTo>
                  <a:lnTo>
                    <a:pt x="85479" y="133883"/>
                  </a:lnTo>
                  <a:lnTo>
                    <a:pt x="105738" y="100614"/>
                  </a:lnTo>
                  <a:lnTo>
                    <a:pt x="129776" y="70018"/>
                  </a:lnTo>
                  <a:lnTo>
                    <a:pt x="158288" y="43131"/>
                  </a:lnTo>
                  <a:lnTo>
                    <a:pt x="190909" y="21478"/>
                  </a:lnTo>
                  <a:lnTo>
                    <a:pt x="226739" y="6590"/>
                  </a:lnTo>
                  <a:lnTo>
                    <a:pt x="264881" y="0"/>
                  </a:lnTo>
                  <a:lnTo>
                    <a:pt x="251653" y="48490"/>
                  </a:lnTo>
                  <a:lnTo>
                    <a:pt x="233843" y="95470"/>
                  </a:lnTo>
                  <a:lnTo>
                    <a:pt x="211711" y="140590"/>
                  </a:lnTo>
                  <a:lnTo>
                    <a:pt x="185516" y="183503"/>
                  </a:lnTo>
                  <a:lnTo>
                    <a:pt x="155517" y="223859"/>
                  </a:lnTo>
                  <a:lnTo>
                    <a:pt x="121974" y="261309"/>
                  </a:lnTo>
                  <a:lnTo>
                    <a:pt x="85146" y="295506"/>
                  </a:lnTo>
                  <a:lnTo>
                    <a:pt x="45291" y="326100"/>
                  </a:lnTo>
                  <a:lnTo>
                    <a:pt x="2670" y="35274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6" name="object 146" descr=""/>
          <p:cNvGrpSpPr/>
          <p:nvPr/>
        </p:nvGrpSpPr>
        <p:grpSpPr>
          <a:xfrm>
            <a:off x="1552510" y="6114961"/>
            <a:ext cx="1247140" cy="3793490"/>
            <a:chOff x="1552510" y="6114961"/>
            <a:chExt cx="1247140" cy="3793490"/>
          </a:xfrm>
        </p:grpSpPr>
        <p:sp>
          <p:nvSpPr>
            <p:cNvPr id="147" name="object 147" descr=""/>
            <p:cNvSpPr/>
            <p:nvPr/>
          </p:nvSpPr>
          <p:spPr>
            <a:xfrm>
              <a:off x="1823654" y="6807866"/>
              <a:ext cx="282575" cy="192405"/>
            </a:xfrm>
            <a:custGeom>
              <a:avLst/>
              <a:gdLst/>
              <a:ahLst/>
              <a:cxnLst/>
              <a:rect l="l" t="t" r="r" b="b"/>
              <a:pathLst>
                <a:path w="282575" h="192404">
                  <a:moveTo>
                    <a:pt x="42687" y="0"/>
                  </a:moveTo>
                  <a:lnTo>
                    <a:pt x="0" y="3912"/>
                  </a:lnTo>
                  <a:lnTo>
                    <a:pt x="27553" y="45879"/>
                  </a:lnTo>
                  <a:lnTo>
                    <a:pt x="60603" y="83647"/>
                  </a:lnTo>
                  <a:lnTo>
                    <a:pt x="98405" y="116718"/>
                  </a:lnTo>
                  <a:lnTo>
                    <a:pt x="140209" y="144594"/>
                  </a:lnTo>
                  <a:lnTo>
                    <a:pt x="185271" y="166777"/>
                  </a:lnTo>
                  <a:lnTo>
                    <a:pt x="232844" y="182770"/>
                  </a:lnTo>
                  <a:lnTo>
                    <a:pt x="282179" y="192073"/>
                  </a:lnTo>
                  <a:lnTo>
                    <a:pt x="255627" y="154494"/>
                  </a:lnTo>
                  <a:lnTo>
                    <a:pt x="226949" y="114891"/>
                  </a:lnTo>
                  <a:lnTo>
                    <a:pt x="196000" y="77517"/>
                  </a:lnTo>
                  <a:lnTo>
                    <a:pt x="162633" y="46622"/>
                  </a:lnTo>
                  <a:lnTo>
                    <a:pt x="125664" y="23305"/>
                  </a:lnTo>
                  <a:lnTo>
                    <a:pt x="85129" y="7114"/>
                  </a:lnTo>
                  <a:lnTo>
                    <a:pt x="4268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823654" y="6807866"/>
              <a:ext cx="282575" cy="192405"/>
            </a:xfrm>
            <a:custGeom>
              <a:avLst/>
              <a:gdLst/>
              <a:ahLst/>
              <a:cxnLst/>
              <a:rect l="l" t="t" r="r" b="b"/>
              <a:pathLst>
                <a:path w="282575" h="192404">
                  <a:moveTo>
                    <a:pt x="282179" y="192073"/>
                  </a:moveTo>
                  <a:lnTo>
                    <a:pt x="255627" y="154494"/>
                  </a:lnTo>
                  <a:lnTo>
                    <a:pt x="226949" y="114891"/>
                  </a:lnTo>
                  <a:lnTo>
                    <a:pt x="196000" y="77517"/>
                  </a:lnTo>
                  <a:lnTo>
                    <a:pt x="162633" y="46622"/>
                  </a:lnTo>
                  <a:lnTo>
                    <a:pt x="125664" y="23305"/>
                  </a:lnTo>
                  <a:lnTo>
                    <a:pt x="85129" y="7114"/>
                  </a:lnTo>
                  <a:lnTo>
                    <a:pt x="42687" y="0"/>
                  </a:lnTo>
                  <a:lnTo>
                    <a:pt x="0" y="3912"/>
                  </a:lnTo>
                  <a:lnTo>
                    <a:pt x="27553" y="45879"/>
                  </a:lnTo>
                  <a:lnTo>
                    <a:pt x="60603" y="83647"/>
                  </a:lnTo>
                  <a:lnTo>
                    <a:pt x="98405" y="116718"/>
                  </a:lnTo>
                  <a:lnTo>
                    <a:pt x="140209" y="144594"/>
                  </a:lnTo>
                  <a:lnTo>
                    <a:pt x="185271" y="166777"/>
                  </a:lnTo>
                  <a:lnTo>
                    <a:pt x="232844" y="182770"/>
                  </a:lnTo>
                  <a:lnTo>
                    <a:pt x="282179" y="19207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2058997" y="6589111"/>
              <a:ext cx="88900" cy="353060"/>
            </a:xfrm>
            <a:custGeom>
              <a:avLst/>
              <a:gdLst/>
              <a:ahLst/>
              <a:cxnLst/>
              <a:rect l="l" t="t" r="r" b="b"/>
              <a:pathLst>
                <a:path w="88900" h="353059">
                  <a:moveTo>
                    <a:pt x="31160" y="0"/>
                  </a:moveTo>
                  <a:lnTo>
                    <a:pt x="12628" y="41394"/>
                  </a:lnTo>
                  <a:lnTo>
                    <a:pt x="2580" y="85722"/>
                  </a:lnTo>
                  <a:lnTo>
                    <a:pt x="0" y="131491"/>
                  </a:lnTo>
                  <a:lnTo>
                    <a:pt x="3873" y="177209"/>
                  </a:lnTo>
                  <a:lnTo>
                    <a:pt x="12952" y="221893"/>
                  </a:lnTo>
                  <a:lnTo>
                    <a:pt x="25800" y="265686"/>
                  </a:lnTo>
                  <a:lnTo>
                    <a:pt x="41139" y="308811"/>
                  </a:lnTo>
                  <a:lnTo>
                    <a:pt x="57693" y="351486"/>
                  </a:lnTo>
                  <a:lnTo>
                    <a:pt x="60740" y="352774"/>
                  </a:lnTo>
                  <a:lnTo>
                    <a:pt x="77858" y="301997"/>
                  </a:lnTo>
                  <a:lnTo>
                    <a:pt x="87038" y="251004"/>
                  </a:lnTo>
                  <a:lnTo>
                    <a:pt x="88772" y="200002"/>
                  </a:lnTo>
                  <a:lnTo>
                    <a:pt x="83557" y="149195"/>
                  </a:lnTo>
                  <a:lnTo>
                    <a:pt x="71887" y="98788"/>
                  </a:lnTo>
                  <a:lnTo>
                    <a:pt x="54256" y="48988"/>
                  </a:lnTo>
                  <a:lnTo>
                    <a:pt x="3116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2058997" y="6589111"/>
              <a:ext cx="88900" cy="353060"/>
            </a:xfrm>
            <a:custGeom>
              <a:avLst/>
              <a:gdLst/>
              <a:ahLst/>
              <a:cxnLst/>
              <a:rect l="l" t="t" r="r" b="b"/>
              <a:pathLst>
                <a:path w="88900" h="353059">
                  <a:moveTo>
                    <a:pt x="57693" y="351486"/>
                  </a:moveTo>
                  <a:lnTo>
                    <a:pt x="41139" y="308811"/>
                  </a:lnTo>
                  <a:lnTo>
                    <a:pt x="25800" y="265686"/>
                  </a:lnTo>
                  <a:lnTo>
                    <a:pt x="12952" y="221893"/>
                  </a:lnTo>
                  <a:lnTo>
                    <a:pt x="3873" y="177209"/>
                  </a:lnTo>
                  <a:lnTo>
                    <a:pt x="0" y="131491"/>
                  </a:lnTo>
                  <a:lnTo>
                    <a:pt x="2580" y="85722"/>
                  </a:lnTo>
                  <a:lnTo>
                    <a:pt x="12628" y="41394"/>
                  </a:lnTo>
                  <a:lnTo>
                    <a:pt x="31160" y="0"/>
                  </a:lnTo>
                  <a:lnTo>
                    <a:pt x="54256" y="48988"/>
                  </a:lnTo>
                  <a:lnTo>
                    <a:pt x="71887" y="98788"/>
                  </a:lnTo>
                  <a:lnTo>
                    <a:pt x="83557" y="149195"/>
                  </a:lnTo>
                  <a:lnTo>
                    <a:pt x="88772" y="200002"/>
                  </a:lnTo>
                  <a:lnTo>
                    <a:pt x="87038" y="251004"/>
                  </a:lnTo>
                  <a:lnTo>
                    <a:pt x="77858" y="301997"/>
                  </a:lnTo>
                  <a:lnTo>
                    <a:pt x="60740" y="352774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2160665" y="6349255"/>
              <a:ext cx="323215" cy="240029"/>
            </a:xfrm>
            <a:custGeom>
              <a:avLst/>
              <a:gdLst/>
              <a:ahLst/>
              <a:cxnLst/>
              <a:rect l="l" t="t" r="r" b="b"/>
              <a:pathLst>
                <a:path w="323214" h="240029">
                  <a:moveTo>
                    <a:pt x="280022" y="0"/>
                  </a:moveTo>
                  <a:lnTo>
                    <a:pt x="200731" y="26054"/>
                  </a:lnTo>
                  <a:lnTo>
                    <a:pt x="155930" y="50205"/>
                  </a:lnTo>
                  <a:lnTo>
                    <a:pt x="114253" y="79302"/>
                  </a:lnTo>
                  <a:lnTo>
                    <a:pt x="76760" y="113079"/>
                  </a:lnTo>
                  <a:lnTo>
                    <a:pt x="44513" y="151274"/>
                  </a:lnTo>
                  <a:lnTo>
                    <a:pt x="18572" y="193622"/>
                  </a:lnTo>
                  <a:lnTo>
                    <a:pt x="0" y="239858"/>
                  </a:lnTo>
                  <a:lnTo>
                    <a:pt x="46061" y="224042"/>
                  </a:lnTo>
                  <a:lnTo>
                    <a:pt x="91122" y="205573"/>
                  </a:lnTo>
                  <a:lnTo>
                    <a:pt x="135042" y="184529"/>
                  </a:lnTo>
                  <a:lnTo>
                    <a:pt x="177676" y="160989"/>
                  </a:lnTo>
                  <a:lnTo>
                    <a:pt x="218883" y="135033"/>
                  </a:lnTo>
                  <a:lnTo>
                    <a:pt x="258519" y="106740"/>
                  </a:lnTo>
                  <a:lnTo>
                    <a:pt x="296441" y="76188"/>
                  </a:lnTo>
                  <a:lnTo>
                    <a:pt x="322642" y="41217"/>
                  </a:lnTo>
                  <a:lnTo>
                    <a:pt x="322995" y="27310"/>
                  </a:lnTo>
                  <a:lnTo>
                    <a:pt x="318761" y="17358"/>
                  </a:lnTo>
                  <a:lnTo>
                    <a:pt x="311330" y="9385"/>
                  </a:lnTo>
                  <a:lnTo>
                    <a:pt x="301732" y="3699"/>
                  </a:lnTo>
                  <a:lnTo>
                    <a:pt x="290996" y="609"/>
                  </a:lnTo>
                  <a:lnTo>
                    <a:pt x="28002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2160665" y="6349255"/>
              <a:ext cx="323215" cy="240029"/>
            </a:xfrm>
            <a:custGeom>
              <a:avLst/>
              <a:gdLst/>
              <a:ahLst/>
              <a:cxnLst/>
              <a:rect l="l" t="t" r="r" b="b"/>
              <a:pathLst>
                <a:path w="323214" h="240029">
                  <a:moveTo>
                    <a:pt x="0" y="239858"/>
                  </a:moveTo>
                  <a:lnTo>
                    <a:pt x="18572" y="193622"/>
                  </a:lnTo>
                  <a:lnTo>
                    <a:pt x="44513" y="151274"/>
                  </a:lnTo>
                  <a:lnTo>
                    <a:pt x="76760" y="113079"/>
                  </a:lnTo>
                  <a:lnTo>
                    <a:pt x="114253" y="79302"/>
                  </a:lnTo>
                  <a:lnTo>
                    <a:pt x="155930" y="50205"/>
                  </a:lnTo>
                  <a:lnTo>
                    <a:pt x="200731" y="26054"/>
                  </a:lnTo>
                  <a:lnTo>
                    <a:pt x="247594" y="7112"/>
                  </a:lnTo>
                  <a:lnTo>
                    <a:pt x="280022" y="0"/>
                  </a:lnTo>
                  <a:lnTo>
                    <a:pt x="290996" y="609"/>
                  </a:lnTo>
                  <a:lnTo>
                    <a:pt x="301732" y="3699"/>
                  </a:lnTo>
                  <a:lnTo>
                    <a:pt x="311330" y="9385"/>
                  </a:lnTo>
                  <a:lnTo>
                    <a:pt x="318761" y="17358"/>
                  </a:lnTo>
                  <a:lnTo>
                    <a:pt x="322995" y="27310"/>
                  </a:lnTo>
                  <a:lnTo>
                    <a:pt x="322642" y="41217"/>
                  </a:lnTo>
                  <a:lnTo>
                    <a:pt x="296441" y="76188"/>
                  </a:lnTo>
                  <a:lnTo>
                    <a:pt x="258519" y="106740"/>
                  </a:lnTo>
                  <a:lnTo>
                    <a:pt x="218883" y="135033"/>
                  </a:lnTo>
                  <a:lnTo>
                    <a:pt x="177676" y="160989"/>
                  </a:lnTo>
                  <a:lnTo>
                    <a:pt x="135042" y="184529"/>
                  </a:lnTo>
                  <a:lnTo>
                    <a:pt x="91122" y="205573"/>
                  </a:lnTo>
                  <a:lnTo>
                    <a:pt x="46061" y="224042"/>
                  </a:lnTo>
                  <a:lnTo>
                    <a:pt x="0" y="23985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2160118" y="6120197"/>
              <a:ext cx="170180" cy="401320"/>
            </a:xfrm>
            <a:custGeom>
              <a:avLst/>
              <a:gdLst/>
              <a:ahLst/>
              <a:cxnLst/>
              <a:rect l="l" t="t" r="r" b="b"/>
              <a:pathLst>
                <a:path w="170180" h="401320">
                  <a:moveTo>
                    <a:pt x="168989" y="0"/>
                  </a:moveTo>
                  <a:lnTo>
                    <a:pt x="123391" y="28461"/>
                  </a:lnTo>
                  <a:lnTo>
                    <a:pt x="85638" y="66969"/>
                  </a:lnTo>
                  <a:lnTo>
                    <a:pt x="55845" y="112705"/>
                  </a:lnTo>
                  <a:lnTo>
                    <a:pt x="34124" y="162853"/>
                  </a:lnTo>
                  <a:lnTo>
                    <a:pt x="19749" y="215083"/>
                  </a:lnTo>
                  <a:lnTo>
                    <a:pt x="10741" y="268576"/>
                  </a:lnTo>
                  <a:lnTo>
                    <a:pt x="5336" y="322782"/>
                  </a:lnTo>
                  <a:lnTo>
                    <a:pt x="1769" y="377150"/>
                  </a:lnTo>
                  <a:lnTo>
                    <a:pt x="0" y="401013"/>
                  </a:lnTo>
                  <a:lnTo>
                    <a:pt x="21429" y="350205"/>
                  </a:lnTo>
                  <a:lnTo>
                    <a:pt x="48724" y="302103"/>
                  </a:lnTo>
                  <a:lnTo>
                    <a:pt x="109096" y="208642"/>
                  </a:lnTo>
                  <a:lnTo>
                    <a:pt x="136434" y="159790"/>
                  </a:lnTo>
                  <a:lnTo>
                    <a:pt x="157831" y="108141"/>
                  </a:lnTo>
                  <a:lnTo>
                    <a:pt x="169833" y="54582"/>
                  </a:lnTo>
                  <a:lnTo>
                    <a:pt x="16898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2160118" y="6120197"/>
              <a:ext cx="170180" cy="401320"/>
            </a:xfrm>
            <a:custGeom>
              <a:avLst/>
              <a:gdLst/>
              <a:ahLst/>
              <a:cxnLst/>
              <a:rect l="l" t="t" r="r" b="b"/>
              <a:pathLst>
                <a:path w="170180" h="401320">
                  <a:moveTo>
                    <a:pt x="1769" y="377150"/>
                  </a:moveTo>
                  <a:lnTo>
                    <a:pt x="5336" y="322782"/>
                  </a:lnTo>
                  <a:lnTo>
                    <a:pt x="10741" y="268576"/>
                  </a:lnTo>
                  <a:lnTo>
                    <a:pt x="19749" y="215083"/>
                  </a:lnTo>
                  <a:lnTo>
                    <a:pt x="34124" y="162853"/>
                  </a:lnTo>
                  <a:lnTo>
                    <a:pt x="55845" y="112705"/>
                  </a:lnTo>
                  <a:lnTo>
                    <a:pt x="85638" y="66969"/>
                  </a:lnTo>
                  <a:lnTo>
                    <a:pt x="123391" y="28461"/>
                  </a:lnTo>
                  <a:lnTo>
                    <a:pt x="168989" y="0"/>
                  </a:lnTo>
                  <a:lnTo>
                    <a:pt x="169833" y="54582"/>
                  </a:lnTo>
                  <a:lnTo>
                    <a:pt x="157831" y="108141"/>
                  </a:lnTo>
                  <a:lnTo>
                    <a:pt x="136434" y="159790"/>
                  </a:lnTo>
                  <a:lnTo>
                    <a:pt x="109096" y="208642"/>
                  </a:lnTo>
                  <a:lnTo>
                    <a:pt x="78931" y="255363"/>
                  </a:lnTo>
                  <a:lnTo>
                    <a:pt x="48724" y="302103"/>
                  </a:lnTo>
                  <a:lnTo>
                    <a:pt x="21429" y="350205"/>
                  </a:lnTo>
                  <a:lnTo>
                    <a:pt x="0" y="40101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950090" y="6153780"/>
              <a:ext cx="210185" cy="393700"/>
            </a:xfrm>
            <a:custGeom>
              <a:avLst/>
              <a:gdLst/>
              <a:ahLst/>
              <a:cxnLst/>
              <a:rect l="l" t="t" r="r" b="b"/>
              <a:pathLst>
                <a:path w="210185" h="393700">
                  <a:moveTo>
                    <a:pt x="11580" y="0"/>
                  </a:moveTo>
                  <a:lnTo>
                    <a:pt x="1512" y="38116"/>
                  </a:lnTo>
                  <a:lnTo>
                    <a:pt x="0" y="77604"/>
                  </a:lnTo>
                  <a:lnTo>
                    <a:pt x="6003" y="117022"/>
                  </a:lnTo>
                  <a:lnTo>
                    <a:pt x="18481" y="154927"/>
                  </a:lnTo>
                  <a:lnTo>
                    <a:pt x="36184" y="190378"/>
                  </a:lnTo>
                  <a:lnTo>
                    <a:pt x="57871" y="223597"/>
                  </a:lnTo>
                  <a:lnTo>
                    <a:pt x="82508" y="254904"/>
                  </a:lnTo>
                  <a:lnTo>
                    <a:pt x="109064" y="284619"/>
                  </a:lnTo>
                  <a:lnTo>
                    <a:pt x="135391" y="312181"/>
                  </a:lnTo>
                  <a:lnTo>
                    <a:pt x="160502" y="338154"/>
                  </a:lnTo>
                  <a:lnTo>
                    <a:pt x="185135" y="364548"/>
                  </a:lnTo>
                  <a:lnTo>
                    <a:pt x="210025" y="393370"/>
                  </a:lnTo>
                  <a:lnTo>
                    <a:pt x="195652" y="342090"/>
                  </a:lnTo>
                  <a:lnTo>
                    <a:pt x="183893" y="288134"/>
                  </a:lnTo>
                  <a:lnTo>
                    <a:pt x="171330" y="234129"/>
                  </a:lnTo>
                  <a:lnTo>
                    <a:pt x="154546" y="182701"/>
                  </a:lnTo>
                  <a:lnTo>
                    <a:pt x="130121" y="136477"/>
                  </a:lnTo>
                  <a:lnTo>
                    <a:pt x="101307" y="101562"/>
                  </a:lnTo>
                  <a:lnTo>
                    <a:pt x="69076" y="69346"/>
                  </a:lnTo>
                  <a:lnTo>
                    <a:pt x="37733" y="36576"/>
                  </a:lnTo>
                  <a:lnTo>
                    <a:pt x="1158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950090" y="6153780"/>
              <a:ext cx="210185" cy="393700"/>
            </a:xfrm>
            <a:custGeom>
              <a:avLst/>
              <a:gdLst/>
              <a:ahLst/>
              <a:cxnLst/>
              <a:rect l="l" t="t" r="r" b="b"/>
              <a:pathLst>
                <a:path w="210185" h="393700">
                  <a:moveTo>
                    <a:pt x="210025" y="393370"/>
                  </a:moveTo>
                  <a:lnTo>
                    <a:pt x="195652" y="342090"/>
                  </a:lnTo>
                  <a:lnTo>
                    <a:pt x="183893" y="288134"/>
                  </a:lnTo>
                  <a:lnTo>
                    <a:pt x="171330" y="234129"/>
                  </a:lnTo>
                  <a:lnTo>
                    <a:pt x="154546" y="182701"/>
                  </a:lnTo>
                  <a:lnTo>
                    <a:pt x="130121" y="136477"/>
                  </a:lnTo>
                  <a:lnTo>
                    <a:pt x="101307" y="101562"/>
                  </a:lnTo>
                  <a:lnTo>
                    <a:pt x="69076" y="69346"/>
                  </a:lnTo>
                  <a:lnTo>
                    <a:pt x="37733" y="36576"/>
                  </a:lnTo>
                  <a:lnTo>
                    <a:pt x="11580" y="0"/>
                  </a:lnTo>
                  <a:lnTo>
                    <a:pt x="1512" y="38116"/>
                  </a:lnTo>
                  <a:lnTo>
                    <a:pt x="0" y="77604"/>
                  </a:lnTo>
                  <a:lnTo>
                    <a:pt x="6003" y="117022"/>
                  </a:lnTo>
                  <a:lnTo>
                    <a:pt x="18481" y="154927"/>
                  </a:lnTo>
                  <a:lnTo>
                    <a:pt x="36184" y="190378"/>
                  </a:lnTo>
                  <a:lnTo>
                    <a:pt x="57871" y="223597"/>
                  </a:lnTo>
                  <a:lnTo>
                    <a:pt x="82508" y="254904"/>
                  </a:lnTo>
                  <a:lnTo>
                    <a:pt x="109064" y="284619"/>
                  </a:lnTo>
                  <a:lnTo>
                    <a:pt x="135391" y="312181"/>
                  </a:lnTo>
                  <a:lnTo>
                    <a:pt x="160502" y="338154"/>
                  </a:lnTo>
                  <a:lnTo>
                    <a:pt x="185135" y="364548"/>
                  </a:lnTo>
                  <a:lnTo>
                    <a:pt x="210025" y="393370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52510" y="6513418"/>
              <a:ext cx="1246558" cy="3394818"/>
            </a:xfrm>
            <a:prstGeom prst="rect">
              <a:avLst/>
            </a:prstGeom>
          </p:spPr>
        </p:pic>
      </p:grpSp>
      <p:grpSp>
        <p:nvGrpSpPr>
          <p:cNvPr id="158" name="object 158" descr=""/>
          <p:cNvGrpSpPr/>
          <p:nvPr/>
        </p:nvGrpSpPr>
        <p:grpSpPr>
          <a:xfrm>
            <a:off x="4119036" y="6964999"/>
            <a:ext cx="1527175" cy="2061845"/>
            <a:chOff x="4119036" y="6964999"/>
            <a:chExt cx="1527175" cy="2061845"/>
          </a:xfrm>
        </p:grpSpPr>
        <p:sp>
          <p:nvSpPr>
            <p:cNvPr id="159" name="object 159" descr=""/>
            <p:cNvSpPr/>
            <p:nvPr/>
          </p:nvSpPr>
          <p:spPr>
            <a:xfrm>
              <a:off x="4152484" y="6964999"/>
              <a:ext cx="939800" cy="1133475"/>
            </a:xfrm>
            <a:custGeom>
              <a:avLst/>
              <a:gdLst/>
              <a:ahLst/>
              <a:cxnLst/>
              <a:rect l="l" t="t" r="r" b="b"/>
              <a:pathLst>
                <a:path w="939800" h="1133475">
                  <a:moveTo>
                    <a:pt x="663785" y="0"/>
                  </a:moveTo>
                  <a:lnTo>
                    <a:pt x="623232" y="1131"/>
                  </a:lnTo>
                  <a:lnTo>
                    <a:pt x="581542" y="6814"/>
                  </a:lnTo>
                  <a:lnTo>
                    <a:pt x="539022" y="16926"/>
                  </a:lnTo>
                  <a:lnTo>
                    <a:pt x="495984" y="31346"/>
                  </a:lnTo>
                  <a:lnTo>
                    <a:pt x="452737" y="49952"/>
                  </a:lnTo>
                  <a:lnTo>
                    <a:pt x="409590" y="72624"/>
                  </a:lnTo>
                  <a:lnTo>
                    <a:pt x="366854" y="99239"/>
                  </a:lnTo>
                  <a:lnTo>
                    <a:pt x="324838" y="129678"/>
                  </a:lnTo>
                  <a:lnTo>
                    <a:pt x="283851" y="163817"/>
                  </a:lnTo>
                  <a:lnTo>
                    <a:pt x="244205" y="201536"/>
                  </a:lnTo>
                  <a:lnTo>
                    <a:pt x="206208" y="242713"/>
                  </a:lnTo>
                  <a:lnTo>
                    <a:pt x="170171" y="287228"/>
                  </a:lnTo>
                  <a:lnTo>
                    <a:pt x="136402" y="334958"/>
                  </a:lnTo>
                  <a:lnTo>
                    <a:pt x="107493" y="382659"/>
                  </a:lnTo>
                  <a:lnTo>
                    <a:pt x="82168" y="432332"/>
                  </a:lnTo>
                  <a:lnTo>
                    <a:pt x="60365" y="483505"/>
                  </a:lnTo>
                  <a:lnTo>
                    <a:pt x="42022" y="535705"/>
                  </a:lnTo>
                  <a:lnTo>
                    <a:pt x="27075" y="588458"/>
                  </a:lnTo>
                  <a:lnTo>
                    <a:pt x="15462" y="641291"/>
                  </a:lnTo>
                  <a:lnTo>
                    <a:pt x="7121" y="693731"/>
                  </a:lnTo>
                  <a:lnTo>
                    <a:pt x="1987" y="745306"/>
                  </a:lnTo>
                  <a:lnTo>
                    <a:pt x="0" y="795542"/>
                  </a:lnTo>
                  <a:lnTo>
                    <a:pt x="1095" y="843966"/>
                  </a:lnTo>
                  <a:lnTo>
                    <a:pt x="5210" y="890106"/>
                  </a:lnTo>
                  <a:lnTo>
                    <a:pt x="12282" y="933488"/>
                  </a:lnTo>
                  <a:lnTo>
                    <a:pt x="22249" y="973639"/>
                  </a:lnTo>
                  <a:lnTo>
                    <a:pt x="35048" y="1010086"/>
                  </a:lnTo>
                  <a:lnTo>
                    <a:pt x="68889" y="1069976"/>
                  </a:lnTo>
                  <a:lnTo>
                    <a:pt x="113304" y="1109374"/>
                  </a:lnTo>
                  <a:lnTo>
                    <a:pt x="171145" y="1129446"/>
                  </a:lnTo>
                  <a:lnTo>
                    <a:pt x="204545" y="1133136"/>
                  </a:lnTo>
                  <a:lnTo>
                    <a:pt x="240440" y="1132750"/>
                  </a:lnTo>
                  <a:lnTo>
                    <a:pt x="278462" y="1128401"/>
                  </a:lnTo>
                  <a:lnTo>
                    <a:pt x="318243" y="1120206"/>
                  </a:lnTo>
                  <a:lnTo>
                    <a:pt x="359415" y="1108280"/>
                  </a:lnTo>
                  <a:lnTo>
                    <a:pt x="401610" y="1092738"/>
                  </a:lnTo>
                  <a:lnTo>
                    <a:pt x="444460" y="1073695"/>
                  </a:lnTo>
                  <a:lnTo>
                    <a:pt x="487596" y="1051266"/>
                  </a:lnTo>
                  <a:lnTo>
                    <a:pt x="530650" y="1025567"/>
                  </a:lnTo>
                  <a:lnTo>
                    <a:pt x="573255" y="996713"/>
                  </a:lnTo>
                  <a:lnTo>
                    <a:pt x="615041" y="964819"/>
                  </a:lnTo>
                  <a:lnTo>
                    <a:pt x="655642" y="930000"/>
                  </a:lnTo>
                  <a:lnTo>
                    <a:pt x="694689" y="892372"/>
                  </a:lnTo>
                  <a:lnTo>
                    <a:pt x="731813" y="852049"/>
                  </a:lnTo>
                  <a:lnTo>
                    <a:pt x="766647" y="809148"/>
                  </a:lnTo>
                  <a:lnTo>
                    <a:pt x="798822" y="763783"/>
                  </a:lnTo>
                  <a:lnTo>
                    <a:pt x="829484" y="714092"/>
                  </a:lnTo>
                  <a:lnTo>
                    <a:pt x="856405" y="663815"/>
                  </a:lnTo>
                  <a:lnTo>
                    <a:pt x="879580" y="613251"/>
                  </a:lnTo>
                  <a:lnTo>
                    <a:pt x="899007" y="562702"/>
                  </a:lnTo>
                  <a:lnTo>
                    <a:pt x="914680" y="512467"/>
                  </a:lnTo>
                  <a:lnTo>
                    <a:pt x="926595" y="462846"/>
                  </a:lnTo>
                  <a:lnTo>
                    <a:pt x="934748" y="414140"/>
                  </a:lnTo>
                  <a:lnTo>
                    <a:pt x="939134" y="366648"/>
                  </a:lnTo>
                  <a:lnTo>
                    <a:pt x="939749" y="320671"/>
                  </a:lnTo>
                  <a:lnTo>
                    <a:pt x="936590" y="276509"/>
                  </a:lnTo>
                  <a:lnTo>
                    <a:pt x="929651" y="234462"/>
                  </a:lnTo>
                  <a:lnTo>
                    <a:pt x="918929" y="194830"/>
                  </a:lnTo>
                  <a:lnTo>
                    <a:pt x="904419" y="157914"/>
                  </a:lnTo>
                  <a:lnTo>
                    <a:pt x="886116" y="124013"/>
                  </a:lnTo>
                  <a:lnTo>
                    <a:pt x="838118" y="66459"/>
                  </a:lnTo>
                  <a:lnTo>
                    <a:pt x="775513" y="25122"/>
                  </a:lnTo>
                  <a:lnTo>
                    <a:pt x="702889" y="3540"/>
                  </a:lnTo>
                  <a:lnTo>
                    <a:pt x="663785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4191929" y="7015374"/>
              <a:ext cx="767715" cy="2000250"/>
            </a:xfrm>
            <a:custGeom>
              <a:avLst/>
              <a:gdLst/>
              <a:ahLst/>
              <a:cxnLst/>
              <a:rect l="l" t="t" r="r" b="b"/>
              <a:pathLst>
                <a:path w="767714" h="2000250">
                  <a:moveTo>
                    <a:pt x="93906" y="1999897"/>
                  </a:moveTo>
                  <a:lnTo>
                    <a:pt x="0" y="1120713"/>
                  </a:lnTo>
                  <a:lnTo>
                    <a:pt x="38834" y="619329"/>
                  </a:lnTo>
                  <a:lnTo>
                    <a:pt x="273531" y="308255"/>
                  </a:lnTo>
                  <a:lnTo>
                    <a:pt x="767216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4566489" y="7351814"/>
              <a:ext cx="514984" cy="53340"/>
            </a:xfrm>
            <a:custGeom>
              <a:avLst/>
              <a:gdLst/>
              <a:ahLst/>
              <a:cxnLst/>
              <a:rect l="l" t="t" r="r" b="b"/>
              <a:pathLst>
                <a:path w="514985" h="53340">
                  <a:moveTo>
                    <a:pt x="514685" y="0"/>
                  </a:moveTo>
                  <a:lnTo>
                    <a:pt x="0" y="52731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4533803" y="7406289"/>
              <a:ext cx="540385" cy="55244"/>
            </a:xfrm>
            <a:custGeom>
              <a:avLst/>
              <a:gdLst/>
              <a:ahLst/>
              <a:cxnLst/>
              <a:rect l="l" t="t" r="r" b="b"/>
              <a:pathLst>
                <a:path w="540385" h="55245">
                  <a:moveTo>
                    <a:pt x="539962" y="0"/>
                  </a:moveTo>
                  <a:lnTo>
                    <a:pt x="0" y="54909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4294552" y="7303004"/>
              <a:ext cx="130810" cy="386715"/>
            </a:xfrm>
            <a:custGeom>
              <a:avLst/>
              <a:gdLst/>
              <a:ahLst/>
              <a:cxnLst/>
              <a:rect l="l" t="t" r="r" b="b"/>
              <a:pathLst>
                <a:path w="130810" h="386715">
                  <a:moveTo>
                    <a:pt x="0" y="0"/>
                  </a:moveTo>
                  <a:lnTo>
                    <a:pt x="130739" y="386553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4737496" y="8048707"/>
              <a:ext cx="908685" cy="593725"/>
            </a:xfrm>
            <a:custGeom>
              <a:avLst/>
              <a:gdLst/>
              <a:ahLst/>
              <a:cxnLst/>
              <a:rect l="l" t="t" r="r" b="b"/>
              <a:pathLst>
                <a:path w="908685" h="593725">
                  <a:moveTo>
                    <a:pt x="433136" y="0"/>
                  </a:moveTo>
                  <a:lnTo>
                    <a:pt x="376647" y="4300"/>
                  </a:lnTo>
                  <a:lnTo>
                    <a:pt x="320757" y="13057"/>
                  </a:lnTo>
                  <a:lnTo>
                    <a:pt x="266409" y="25619"/>
                  </a:lnTo>
                  <a:lnTo>
                    <a:pt x="214546" y="41339"/>
                  </a:lnTo>
                  <a:lnTo>
                    <a:pt x="166111" y="59565"/>
                  </a:lnTo>
                  <a:lnTo>
                    <a:pt x="122046" y="79648"/>
                  </a:lnTo>
                  <a:lnTo>
                    <a:pt x="83293" y="100938"/>
                  </a:lnTo>
                  <a:lnTo>
                    <a:pt x="50797" y="122785"/>
                  </a:lnTo>
                  <a:lnTo>
                    <a:pt x="8340" y="165552"/>
                  </a:lnTo>
                  <a:lnTo>
                    <a:pt x="0" y="205683"/>
                  </a:lnTo>
                  <a:lnTo>
                    <a:pt x="5283" y="231597"/>
                  </a:lnTo>
                  <a:lnTo>
                    <a:pt x="33346" y="295568"/>
                  </a:lnTo>
                  <a:lnTo>
                    <a:pt x="56551" y="331595"/>
                  </a:lnTo>
                  <a:lnTo>
                    <a:pt x="86154" y="368961"/>
                  </a:lnTo>
                  <a:lnTo>
                    <a:pt x="122368" y="406652"/>
                  </a:lnTo>
                  <a:lnTo>
                    <a:pt x="165405" y="443651"/>
                  </a:lnTo>
                  <a:lnTo>
                    <a:pt x="215476" y="478944"/>
                  </a:lnTo>
                  <a:lnTo>
                    <a:pt x="272796" y="511513"/>
                  </a:lnTo>
                  <a:lnTo>
                    <a:pt x="337575" y="540345"/>
                  </a:lnTo>
                  <a:lnTo>
                    <a:pt x="395486" y="560350"/>
                  </a:lnTo>
                  <a:lnTo>
                    <a:pt x="452814" y="575564"/>
                  </a:lnTo>
                  <a:lnTo>
                    <a:pt x="509037" y="586067"/>
                  </a:lnTo>
                  <a:lnTo>
                    <a:pt x="563635" y="591944"/>
                  </a:lnTo>
                  <a:lnTo>
                    <a:pt x="616086" y="593274"/>
                  </a:lnTo>
                  <a:lnTo>
                    <a:pt x="665869" y="590142"/>
                  </a:lnTo>
                  <a:lnTo>
                    <a:pt x="712462" y="582628"/>
                  </a:lnTo>
                  <a:lnTo>
                    <a:pt x="755344" y="570815"/>
                  </a:lnTo>
                  <a:lnTo>
                    <a:pt x="793993" y="554785"/>
                  </a:lnTo>
                  <a:lnTo>
                    <a:pt x="827889" y="534620"/>
                  </a:lnTo>
                  <a:lnTo>
                    <a:pt x="879334" y="482215"/>
                  </a:lnTo>
                  <a:lnTo>
                    <a:pt x="904948" y="417142"/>
                  </a:lnTo>
                  <a:lnTo>
                    <a:pt x="908103" y="381722"/>
                  </a:lnTo>
                  <a:lnTo>
                    <a:pt x="905478" y="344538"/>
                  </a:lnTo>
                  <a:lnTo>
                    <a:pt x="897244" y="306248"/>
                  </a:lnTo>
                  <a:lnTo>
                    <a:pt x="883572" y="267510"/>
                  </a:lnTo>
                  <a:lnTo>
                    <a:pt x="864634" y="228982"/>
                  </a:lnTo>
                  <a:lnTo>
                    <a:pt x="840601" y="191324"/>
                  </a:lnTo>
                  <a:lnTo>
                    <a:pt x="811646" y="155194"/>
                  </a:lnTo>
                  <a:lnTo>
                    <a:pt x="777940" y="121249"/>
                  </a:lnTo>
                  <a:lnTo>
                    <a:pt x="739654" y="90149"/>
                  </a:lnTo>
                  <a:lnTo>
                    <a:pt x="696959" y="62553"/>
                  </a:lnTo>
                  <a:lnTo>
                    <a:pt x="650029" y="39118"/>
                  </a:lnTo>
                  <a:lnTo>
                    <a:pt x="599033" y="20503"/>
                  </a:lnTo>
                  <a:lnTo>
                    <a:pt x="544144" y="7366"/>
                  </a:lnTo>
                  <a:lnTo>
                    <a:pt x="489283" y="805"/>
                  </a:lnTo>
                  <a:lnTo>
                    <a:pt x="433136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4130261" y="8200829"/>
              <a:ext cx="1494155" cy="814705"/>
            </a:xfrm>
            <a:custGeom>
              <a:avLst/>
              <a:gdLst/>
              <a:ahLst/>
              <a:cxnLst/>
              <a:rect l="l" t="t" r="r" b="b"/>
              <a:pathLst>
                <a:path w="1494154" h="814704">
                  <a:moveTo>
                    <a:pt x="2170" y="814442"/>
                  </a:moveTo>
                  <a:lnTo>
                    <a:pt x="0" y="429610"/>
                  </a:lnTo>
                  <a:lnTo>
                    <a:pt x="69776" y="218213"/>
                  </a:lnTo>
                  <a:lnTo>
                    <a:pt x="274948" y="105441"/>
                  </a:lnTo>
                  <a:lnTo>
                    <a:pt x="678966" y="16487"/>
                  </a:lnTo>
                  <a:lnTo>
                    <a:pt x="738655" y="6897"/>
                  </a:lnTo>
                  <a:lnTo>
                    <a:pt x="796845" y="1488"/>
                  </a:lnTo>
                  <a:lnTo>
                    <a:pt x="853470" y="0"/>
                  </a:lnTo>
                  <a:lnTo>
                    <a:pt x="908467" y="2172"/>
                  </a:lnTo>
                  <a:lnTo>
                    <a:pt x="961771" y="7747"/>
                  </a:lnTo>
                  <a:lnTo>
                    <a:pt x="1013316" y="16463"/>
                  </a:lnTo>
                  <a:lnTo>
                    <a:pt x="1063039" y="28062"/>
                  </a:lnTo>
                  <a:lnTo>
                    <a:pt x="1110873" y="42284"/>
                  </a:lnTo>
                  <a:lnTo>
                    <a:pt x="1156755" y="58868"/>
                  </a:lnTo>
                  <a:lnTo>
                    <a:pt x="1200619" y="77557"/>
                  </a:lnTo>
                  <a:lnTo>
                    <a:pt x="1242401" y="98089"/>
                  </a:lnTo>
                  <a:lnTo>
                    <a:pt x="1282036" y="120206"/>
                  </a:lnTo>
                  <a:lnTo>
                    <a:pt x="1319459" y="143647"/>
                  </a:lnTo>
                  <a:lnTo>
                    <a:pt x="1354605" y="168154"/>
                  </a:lnTo>
                  <a:lnTo>
                    <a:pt x="1387409" y="193466"/>
                  </a:lnTo>
                  <a:lnTo>
                    <a:pt x="1417807" y="219324"/>
                  </a:lnTo>
                  <a:lnTo>
                    <a:pt x="1445734" y="245469"/>
                  </a:lnTo>
                  <a:lnTo>
                    <a:pt x="1471125" y="271640"/>
                  </a:lnTo>
                  <a:lnTo>
                    <a:pt x="1493915" y="297578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5190998" y="8118387"/>
              <a:ext cx="239395" cy="109855"/>
            </a:xfrm>
            <a:custGeom>
              <a:avLst/>
              <a:gdLst/>
              <a:ahLst/>
              <a:cxnLst/>
              <a:rect l="l" t="t" r="r" b="b"/>
              <a:pathLst>
                <a:path w="239395" h="109854">
                  <a:moveTo>
                    <a:pt x="0" y="109389"/>
                  </a:moveTo>
                  <a:lnTo>
                    <a:pt x="238819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5250702" y="8142791"/>
              <a:ext cx="222250" cy="104139"/>
            </a:xfrm>
            <a:custGeom>
              <a:avLst/>
              <a:gdLst/>
              <a:ahLst/>
              <a:cxnLst/>
              <a:rect l="l" t="t" r="r" b="b"/>
              <a:pathLst>
                <a:path w="222250" h="104140">
                  <a:moveTo>
                    <a:pt x="0" y="103724"/>
                  </a:moveTo>
                  <a:lnTo>
                    <a:pt x="222255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5092506" y="8208601"/>
              <a:ext cx="93345" cy="405765"/>
            </a:xfrm>
            <a:custGeom>
              <a:avLst/>
              <a:gdLst/>
              <a:ahLst/>
              <a:cxnLst/>
              <a:rect l="l" t="t" r="r" b="b"/>
              <a:pathLst>
                <a:path w="93345" h="405765">
                  <a:moveTo>
                    <a:pt x="0" y="0"/>
                  </a:moveTo>
                  <a:lnTo>
                    <a:pt x="92824" y="405296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9" name="object 169" descr=""/>
          <p:cNvGrpSpPr/>
          <p:nvPr/>
        </p:nvGrpSpPr>
        <p:grpSpPr>
          <a:xfrm>
            <a:off x="3505988" y="7826674"/>
            <a:ext cx="1147445" cy="2087880"/>
            <a:chOff x="3505988" y="7826674"/>
            <a:chExt cx="1147445" cy="2087880"/>
          </a:xfrm>
        </p:grpSpPr>
        <p:sp>
          <p:nvSpPr>
            <p:cNvPr id="170" name="object 170" descr=""/>
            <p:cNvSpPr/>
            <p:nvPr/>
          </p:nvSpPr>
          <p:spPr>
            <a:xfrm>
              <a:off x="3505988" y="7826674"/>
              <a:ext cx="565150" cy="684530"/>
            </a:xfrm>
            <a:custGeom>
              <a:avLst/>
              <a:gdLst/>
              <a:ahLst/>
              <a:cxnLst/>
              <a:rect l="l" t="t" r="r" b="b"/>
              <a:pathLst>
                <a:path w="565150" h="684529">
                  <a:moveTo>
                    <a:pt x="184663" y="0"/>
                  </a:moveTo>
                  <a:lnTo>
                    <a:pt x="113308" y="10633"/>
                  </a:lnTo>
                  <a:lnTo>
                    <a:pt x="54444" y="49765"/>
                  </a:lnTo>
                  <a:lnTo>
                    <a:pt x="16264" y="112559"/>
                  </a:lnTo>
                  <a:lnTo>
                    <a:pt x="5379" y="150826"/>
                  </a:lnTo>
                  <a:lnTo>
                    <a:pt x="0" y="192665"/>
                  </a:lnTo>
                  <a:lnTo>
                    <a:pt x="150" y="237324"/>
                  </a:lnTo>
                  <a:lnTo>
                    <a:pt x="5856" y="284048"/>
                  </a:lnTo>
                  <a:lnTo>
                    <a:pt x="17143" y="332081"/>
                  </a:lnTo>
                  <a:lnTo>
                    <a:pt x="34037" y="380671"/>
                  </a:lnTo>
                  <a:lnTo>
                    <a:pt x="56563" y="429062"/>
                  </a:lnTo>
                  <a:lnTo>
                    <a:pt x="84747" y="476501"/>
                  </a:lnTo>
                  <a:lnTo>
                    <a:pt x="122217" y="524611"/>
                  </a:lnTo>
                  <a:lnTo>
                    <a:pt x="165176" y="566237"/>
                  </a:lnTo>
                  <a:lnTo>
                    <a:pt x="211816" y="601457"/>
                  </a:lnTo>
                  <a:lnTo>
                    <a:pt x="260330" y="630349"/>
                  </a:lnTo>
                  <a:lnTo>
                    <a:pt x="308913" y="652993"/>
                  </a:lnTo>
                  <a:lnTo>
                    <a:pt x="355757" y="669466"/>
                  </a:lnTo>
                  <a:lnTo>
                    <a:pt x="399054" y="679846"/>
                  </a:lnTo>
                  <a:lnTo>
                    <a:pt x="436999" y="684212"/>
                  </a:lnTo>
                  <a:lnTo>
                    <a:pt x="467785" y="682643"/>
                  </a:lnTo>
                  <a:lnTo>
                    <a:pt x="512899" y="655454"/>
                  </a:lnTo>
                  <a:lnTo>
                    <a:pt x="547335" y="592834"/>
                  </a:lnTo>
                  <a:lnTo>
                    <a:pt x="557972" y="552303"/>
                  </a:lnTo>
                  <a:lnTo>
                    <a:pt x="563886" y="507174"/>
                  </a:lnTo>
                  <a:lnTo>
                    <a:pt x="564827" y="458611"/>
                  </a:lnTo>
                  <a:lnTo>
                    <a:pt x="560542" y="407778"/>
                  </a:lnTo>
                  <a:lnTo>
                    <a:pt x="550780" y="355836"/>
                  </a:lnTo>
                  <a:lnTo>
                    <a:pt x="535289" y="303949"/>
                  </a:lnTo>
                  <a:lnTo>
                    <a:pt x="513819" y="253279"/>
                  </a:lnTo>
                  <a:lnTo>
                    <a:pt x="486117" y="204991"/>
                  </a:lnTo>
                  <a:lnTo>
                    <a:pt x="453634" y="160595"/>
                  </a:lnTo>
                  <a:lnTo>
                    <a:pt x="418409" y="121013"/>
                  </a:lnTo>
                  <a:lnTo>
                    <a:pt x="381069" y="86519"/>
                  </a:lnTo>
                  <a:lnTo>
                    <a:pt x="342244" y="57389"/>
                  </a:lnTo>
                  <a:lnTo>
                    <a:pt x="302561" y="33897"/>
                  </a:lnTo>
                  <a:lnTo>
                    <a:pt x="262651" y="16318"/>
                  </a:lnTo>
                  <a:lnTo>
                    <a:pt x="223142" y="4927"/>
                  </a:lnTo>
                  <a:lnTo>
                    <a:pt x="184663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3591171" y="7862133"/>
              <a:ext cx="486409" cy="1153160"/>
            </a:xfrm>
            <a:custGeom>
              <a:avLst/>
              <a:gdLst/>
              <a:ahLst/>
              <a:cxnLst/>
              <a:rect l="l" t="t" r="r" b="b"/>
              <a:pathLst>
                <a:path w="486410" h="1153159">
                  <a:moveTo>
                    <a:pt x="457588" y="1153137"/>
                  </a:moveTo>
                  <a:lnTo>
                    <a:pt x="486231" y="653422"/>
                  </a:lnTo>
                  <a:lnTo>
                    <a:pt x="448113" y="366732"/>
                  </a:lnTo>
                  <a:lnTo>
                    <a:pt x="300335" y="184960"/>
                  </a:lnTo>
                  <a:lnTo>
                    <a:pt x="0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3518387" y="8112289"/>
              <a:ext cx="329565" cy="0"/>
            </a:xfrm>
            <a:custGeom>
              <a:avLst/>
              <a:gdLst/>
              <a:ahLst/>
              <a:cxnLst/>
              <a:rect l="l" t="t" r="r" b="b"/>
              <a:pathLst>
                <a:path w="329564" h="0">
                  <a:moveTo>
                    <a:pt x="0" y="0"/>
                  </a:moveTo>
                  <a:lnTo>
                    <a:pt x="329026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3534949" y="8168942"/>
              <a:ext cx="345440" cy="0"/>
            </a:xfrm>
            <a:custGeom>
              <a:avLst/>
              <a:gdLst/>
              <a:ahLst/>
              <a:cxnLst/>
              <a:rect l="l" t="t" r="r" b="b"/>
              <a:pathLst>
                <a:path w="345439" h="0">
                  <a:moveTo>
                    <a:pt x="0" y="0"/>
                  </a:moveTo>
                  <a:lnTo>
                    <a:pt x="345151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3941113" y="8055198"/>
              <a:ext cx="59055" cy="236220"/>
            </a:xfrm>
            <a:custGeom>
              <a:avLst/>
              <a:gdLst/>
              <a:ahLst/>
              <a:cxnLst/>
              <a:rect l="l" t="t" r="r" b="b"/>
              <a:pathLst>
                <a:path w="59054" h="236220">
                  <a:moveTo>
                    <a:pt x="58835" y="0"/>
                  </a:moveTo>
                  <a:lnTo>
                    <a:pt x="0" y="235772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3754154" y="9015704"/>
              <a:ext cx="887730" cy="887730"/>
            </a:xfrm>
            <a:custGeom>
              <a:avLst/>
              <a:gdLst/>
              <a:ahLst/>
              <a:cxnLst/>
              <a:rect l="l" t="t" r="r" b="b"/>
              <a:pathLst>
                <a:path w="887729" h="887729">
                  <a:moveTo>
                    <a:pt x="741736" y="0"/>
                  </a:moveTo>
                  <a:lnTo>
                    <a:pt x="146435" y="0"/>
                  </a:lnTo>
                  <a:lnTo>
                    <a:pt x="113414" y="3710"/>
                  </a:lnTo>
                  <a:lnTo>
                    <a:pt x="56037" y="31072"/>
                  </a:lnTo>
                  <a:lnTo>
                    <a:pt x="19489" y="73374"/>
                  </a:lnTo>
                  <a:lnTo>
                    <a:pt x="2301" y="120155"/>
                  </a:lnTo>
                  <a:lnTo>
                    <a:pt x="0" y="145995"/>
                  </a:lnTo>
                  <a:lnTo>
                    <a:pt x="0" y="741296"/>
                  </a:lnTo>
                  <a:lnTo>
                    <a:pt x="8722" y="790551"/>
                  </a:lnTo>
                  <a:lnTo>
                    <a:pt x="29994" y="829384"/>
                  </a:lnTo>
                  <a:lnTo>
                    <a:pt x="61562" y="860003"/>
                  </a:lnTo>
                  <a:lnTo>
                    <a:pt x="101138" y="880082"/>
                  </a:lnTo>
                  <a:lnTo>
                    <a:pt x="146435" y="887292"/>
                  </a:lnTo>
                  <a:lnTo>
                    <a:pt x="741736" y="887292"/>
                  </a:lnTo>
                  <a:lnTo>
                    <a:pt x="787280" y="880075"/>
                  </a:lnTo>
                  <a:lnTo>
                    <a:pt x="826939" y="859948"/>
                  </a:lnTo>
                  <a:lnTo>
                    <a:pt x="858425" y="829199"/>
                  </a:lnTo>
                  <a:lnTo>
                    <a:pt x="879449" y="790112"/>
                  </a:lnTo>
                  <a:lnTo>
                    <a:pt x="887732" y="741296"/>
                  </a:lnTo>
                  <a:lnTo>
                    <a:pt x="887732" y="145995"/>
                  </a:lnTo>
                  <a:lnTo>
                    <a:pt x="878524" y="94621"/>
                  </a:lnTo>
                  <a:lnTo>
                    <a:pt x="853303" y="51422"/>
                  </a:lnTo>
                  <a:lnTo>
                    <a:pt x="804057" y="13947"/>
                  </a:lnTo>
                  <a:lnTo>
                    <a:pt x="741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3754154" y="9015704"/>
              <a:ext cx="887730" cy="887730"/>
            </a:xfrm>
            <a:custGeom>
              <a:avLst/>
              <a:gdLst/>
              <a:ahLst/>
              <a:cxnLst/>
              <a:rect l="l" t="t" r="r" b="b"/>
              <a:pathLst>
                <a:path w="887729" h="887729">
                  <a:moveTo>
                    <a:pt x="887732" y="145995"/>
                  </a:moveTo>
                  <a:lnTo>
                    <a:pt x="887732" y="741296"/>
                  </a:lnTo>
                  <a:lnTo>
                    <a:pt x="887174" y="753952"/>
                  </a:lnTo>
                  <a:lnTo>
                    <a:pt x="858425" y="829199"/>
                  </a:lnTo>
                  <a:lnTo>
                    <a:pt x="826939" y="859948"/>
                  </a:lnTo>
                  <a:lnTo>
                    <a:pt x="787280" y="880075"/>
                  </a:lnTo>
                  <a:lnTo>
                    <a:pt x="741736" y="887292"/>
                  </a:lnTo>
                  <a:lnTo>
                    <a:pt x="146435" y="887292"/>
                  </a:lnTo>
                  <a:lnTo>
                    <a:pt x="101138" y="880082"/>
                  </a:lnTo>
                  <a:lnTo>
                    <a:pt x="61562" y="860003"/>
                  </a:lnTo>
                  <a:lnTo>
                    <a:pt x="29994" y="829384"/>
                  </a:lnTo>
                  <a:lnTo>
                    <a:pt x="8722" y="790551"/>
                  </a:lnTo>
                  <a:lnTo>
                    <a:pt x="0" y="741296"/>
                  </a:lnTo>
                  <a:lnTo>
                    <a:pt x="0" y="145995"/>
                  </a:lnTo>
                  <a:lnTo>
                    <a:pt x="8934" y="95825"/>
                  </a:lnTo>
                  <a:lnTo>
                    <a:pt x="33559" y="53171"/>
                  </a:lnTo>
                  <a:lnTo>
                    <a:pt x="82968" y="14326"/>
                  </a:lnTo>
                  <a:lnTo>
                    <a:pt x="146435" y="0"/>
                  </a:lnTo>
                  <a:lnTo>
                    <a:pt x="741736" y="0"/>
                  </a:lnTo>
                  <a:lnTo>
                    <a:pt x="804057" y="13947"/>
                  </a:lnTo>
                  <a:lnTo>
                    <a:pt x="853303" y="51422"/>
                  </a:lnTo>
                  <a:lnTo>
                    <a:pt x="878524" y="94621"/>
                  </a:lnTo>
                  <a:lnTo>
                    <a:pt x="887732" y="145995"/>
                  </a:lnTo>
                  <a:close/>
                </a:path>
              </a:pathLst>
            </a:custGeom>
            <a:ln w="22449">
              <a:solidFill>
                <a:srgbClr val="046A3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00819" y="9125965"/>
              <a:ext cx="89777" cy="89777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99982" y="9125528"/>
              <a:ext cx="89777" cy="89777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99142" y="9125528"/>
              <a:ext cx="89777" cy="89777"/>
            </a:xfrm>
            <a:prstGeom prst="rect">
              <a:avLst/>
            </a:prstGeom>
          </p:spPr>
        </p:pic>
        <p:sp>
          <p:nvSpPr>
            <p:cNvPr id="180" name="object 180" descr=""/>
            <p:cNvSpPr/>
            <p:nvPr/>
          </p:nvSpPr>
          <p:spPr>
            <a:xfrm>
              <a:off x="4586108" y="9125523"/>
              <a:ext cx="45720" cy="89535"/>
            </a:xfrm>
            <a:custGeom>
              <a:avLst/>
              <a:gdLst/>
              <a:ahLst/>
              <a:cxnLst/>
              <a:rect l="l" t="t" r="r" b="b"/>
              <a:pathLst>
                <a:path w="45720" h="89534">
                  <a:moveTo>
                    <a:pt x="40522" y="0"/>
                  </a:moveTo>
                  <a:lnTo>
                    <a:pt x="24631" y="4621"/>
                  </a:lnTo>
                  <a:lnTo>
                    <a:pt x="11764" y="14388"/>
                  </a:lnTo>
                  <a:lnTo>
                    <a:pt x="3145" y="28075"/>
                  </a:lnTo>
                  <a:lnTo>
                    <a:pt x="0" y="44459"/>
                  </a:lnTo>
                  <a:lnTo>
                    <a:pt x="3519" y="61951"/>
                  </a:lnTo>
                  <a:lnTo>
                    <a:pt x="13125" y="76217"/>
                  </a:lnTo>
                  <a:lnTo>
                    <a:pt x="27387" y="85826"/>
                  </a:lnTo>
                  <a:lnTo>
                    <a:pt x="45317" y="89348"/>
                  </a:lnTo>
                  <a:lnTo>
                    <a:pt x="45317" y="36176"/>
                  </a:lnTo>
                  <a:lnTo>
                    <a:pt x="44998" y="26847"/>
                  </a:lnTo>
                  <a:lnTo>
                    <a:pt x="44066" y="17762"/>
                  </a:lnTo>
                  <a:lnTo>
                    <a:pt x="42561" y="8840"/>
                  </a:lnTo>
                  <a:lnTo>
                    <a:pt x="40522" y="0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1" name="object 18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01659" y="9125965"/>
              <a:ext cx="89777" cy="89777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3902761" y="9025299"/>
              <a:ext cx="681990" cy="56515"/>
            </a:xfrm>
            <a:custGeom>
              <a:avLst/>
              <a:gdLst/>
              <a:ahLst/>
              <a:cxnLst/>
              <a:rect l="l" t="t" r="r" b="b"/>
              <a:pathLst>
                <a:path w="681989" h="56515">
                  <a:moveTo>
                    <a:pt x="89090" y="20853"/>
                  </a:moveTo>
                  <a:lnTo>
                    <a:pt x="88900" y="2616"/>
                  </a:lnTo>
                  <a:lnTo>
                    <a:pt x="88468" y="1739"/>
                  </a:lnTo>
                  <a:lnTo>
                    <a:pt x="88468" y="876"/>
                  </a:lnTo>
                  <a:lnTo>
                    <a:pt x="1752" y="876"/>
                  </a:lnTo>
                  <a:lnTo>
                    <a:pt x="0" y="6985"/>
                  </a:lnTo>
                  <a:lnTo>
                    <a:pt x="0" y="13944"/>
                  </a:lnTo>
                  <a:lnTo>
                    <a:pt x="1308" y="20916"/>
                  </a:lnTo>
                  <a:lnTo>
                    <a:pt x="8140" y="37147"/>
                  </a:lnTo>
                  <a:lnTo>
                    <a:pt x="20320" y="49136"/>
                  </a:lnTo>
                  <a:lnTo>
                    <a:pt x="36182" y="55727"/>
                  </a:lnTo>
                  <a:lnTo>
                    <a:pt x="54038" y="55778"/>
                  </a:lnTo>
                  <a:lnTo>
                    <a:pt x="70523" y="48717"/>
                  </a:lnTo>
                  <a:lnTo>
                    <a:pt x="82588" y="36499"/>
                  </a:lnTo>
                  <a:lnTo>
                    <a:pt x="89090" y="20853"/>
                  </a:lnTo>
                  <a:close/>
                </a:path>
                <a:path w="681989" h="56515">
                  <a:moveTo>
                    <a:pt x="288937" y="7848"/>
                  </a:moveTo>
                  <a:lnTo>
                    <a:pt x="288493" y="3924"/>
                  </a:lnTo>
                  <a:lnTo>
                    <a:pt x="287197" y="0"/>
                  </a:lnTo>
                  <a:lnTo>
                    <a:pt x="200469" y="0"/>
                  </a:lnTo>
                  <a:lnTo>
                    <a:pt x="199593" y="3924"/>
                  </a:lnTo>
                  <a:lnTo>
                    <a:pt x="199161" y="7404"/>
                  </a:lnTo>
                  <a:lnTo>
                    <a:pt x="199161" y="11328"/>
                  </a:lnTo>
                  <a:lnTo>
                    <a:pt x="202679" y="28829"/>
                  </a:lnTo>
                  <a:lnTo>
                    <a:pt x="212293" y="43091"/>
                  </a:lnTo>
                  <a:lnTo>
                    <a:pt x="226555" y="52705"/>
                  </a:lnTo>
                  <a:lnTo>
                    <a:pt x="244043" y="56222"/>
                  </a:lnTo>
                  <a:lnTo>
                    <a:pt x="261543" y="52705"/>
                  </a:lnTo>
                  <a:lnTo>
                    <a:pt x="275805" y="43091"/>
                  </a:lnTo>
                  <a:lnTo>
                    <a:pt x="285407" y="28829"/>
                  </a:lnTo>
                  <a:lnTo>
                    <a:pt x="288937" y="11328"/>
                  </a:lnTo>
                  <a:lnTo>
                    <a:pt x="288937" y="7848"/>
                  </a:lnTo>
                  <a:close/>
                </a:path>
                <a:path w="681989" h="56515">
                  <a:moveTo>
                    <a:pt x="488099" y="7404"/>
                  </a:moveTo>
                  <a:lnTo>
                    <a:pt x="487654" y="3924"/>
                  </a:lnTo>
                  <a:lnTo>
                    <a:pt x="486359" y="431"/>
                  </a:lnTo>
                  <a:lnTo>
                    <a:pt x="399630" y="431"/>
                  </a:lnTo>
                  <a:lnTo>
                    <a:pt x="398754" y="3924"/>
                  </a:lnTo>
                  <a:lnTo>
                    <a:pt x="398322" y="7404"/>
                  </a:lnTo>
                  <a:lnTo>
                    <a:pt x="398322" y="11328"/>
                  </a:lnTo>
                  <a:lnTo>
                    <a:pt x="401840" y="28829"/>
                  </a:lnTo>
                  <a:lnTo>
                    <a:pt x="411454" y="43091"/>
                  </a:lnTo>
                  <a:lnTo>
                    <a:pt x="425716" y="52705"/>
                  </a:lnTo>
                  <a:lnTo>
                    <a:pt x="443204" y="56222"/>
                  </a:lnTo>
                  <a:lnTo>
                    <a:pt x="460705" y="52705"/>
                  </a:lnTo>
                  <a:lnTo>
                    <a:pt x="474967" y="43091"/>
                  </a:lnTo>
                  <a:lnTo>
                    <a:pt x="484581" y="28829"/>
                  </a:lnTo>
                  <a:lnTo>
                    <a:pt x="488099" y="11328"/>
                  </a:lnTo>
                  <a:lnTo>
                    <a:pt x="488099" y="7404"/>
                  </a:lnTo>
                  <a:close/>
                </a:path>
                <a:path w="681989" h="56515">
                  <a:moveTo>
                    <a:pt x="681596" y="33553"/>
                  </a:moveTo>
                  <a:lnTo>
                    <a:pt x="663270" y="20167"/>
                  </a:lnTo>
                  <a:lnTo>
                    <a:pt x="643191" y="10134"/>
                  </a:lnTo>
                  <a:lnTo>
                    <a:pt x="621715" y="3530"/>
                  </a:lnTo>
                  <a:lnTo>
                    <a:pt x="599224" y="444"/>
                  </a:lnTo>
                  <a:lnTo>
                    <a:pt x="598360" y="3924"/>
                  </a:lnTo>
                  <a:lnTo>
                    <a:pt x="597916" y="7416"/>
                  </a:lnTo>
                  <a:lnTo>
                    <a:pt x="597916" y="10896"/>
                  </a:lnTo>
                  <a:lnTo>
                    <a:pt x="601433" y="28397"/>
                  </a:lnTo>
                  <a:lnTo>
                    <a:pt x="611047" y="42659"/>
                  </a:lnTo>
                  <a:lnTo>
                    <a:pt x="625309" y="52273"/>
                  </a:lnTo>
                  <a:lnTo>
                    <a:pt x="642810" y="55791"/>
                  </a:lnTo>
                  <a:lnTo>
                    <a:pt x="654748" y="54216"/>
                  </a:lnTo>
                  <a:lnTo>
                    <a:pt x="665467" y="49733"/>
                  </a:lnTo>
                  <a:lnTo>
                    <a:pt x="674547" y="42735"/>
                  </a:lnTo>
                  <a:lnTo>
                    <a:pt x="681596" y="33553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19625" y="9405750"/>
              <a:ext cx="89777" cy="89777"/>
            </a:xfrm>
            <a:prstGeom prst="rect">
              <a:avLst/>
            </a:prstGeom>
          </p:spPr>
        </p:pic>
        <p:sp>
          <p:nvSpPr>
            <p:cNvPr id="184" name="object 184" descr=""/>
            <p:cNvSpPr/>
            <p:nvPr/>
          </p:nvSpPr>
          <p:spPr>
            <a:xfrm>
              <a:off x="4602223" y="9408364"/>
              <a:ext cx="29209" cy="83820"/>
            </a:xfrm>
            <a:custGeom>
              <a:avLst/>
              <a:gdLst/>
              <a:ahLst/>
              <a:cxnLst/>
              <a:rect l="l" t="t" r="r" b="b"/>
              <a:pathLst>
                <a:path w="29210" h="83820">
                  <a:moveTo>
                    <a:pt x="29203" y="0"/>
                  </a:moveTo>
                  <a:lnTo>
                    <a:pt x="17532" y="6596"/>
                  </a:lnTo>
                  <a:lnTo>
                    <a:pt x="8393" y="16176"/>
                  </a:lnTo>
                  <a:lnTo>
                    <a:pt x="2358" y="28125"/>
                  </a:lnTo>
                  <a:lnTo>
                    <a:pt x="0" y="41831"/>
                  </a:lnTo>
                  <a:lnTo>
                    <a:pt x="2358" y="55542"/>
                  </a:lnTo>
                  <a:lnTo>
                    <a:pt x="8393" y="67495"/>
                  </a:lnTo>
                  <a:lnTo>
                    <a:pt x="17532" y="77076"/>
                  </a:lnTo>
                  <a:lnTo>
                    <a:pt x="29203" y="83672"/>
                  </a:lnTo>
                  <a:lnTo>
                    <a:pt x="29203" y="0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5" name="object 18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20463" y="9405750"/>
              <a:ext cx="89777" cy="89777"/>
            </a:xfrm>
            <a:prstGeom prst="rect">
              <a:avLst/>
            </a:prstGeom>
          </p:spPr>
        </p:pic>
        <p:pic>
          <p:nvPicPr>
            <p:cNvPr id="186" name="object 18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21302" y="9406185"/>
              <a:ext cx="89777" cy="89777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40882" y="9414029"/>
              <a:ext cx="89777" cy="89777"/>
            </a:xfrm>
            <a:prstGeom prst="rect">
              <a:avLst/>
            </a:prstGeom>
          </p:spPr>
        </p:pic>
        <p:pic>
          <p:nvPicPr>
            <p:cNvPr id="188" name="object 18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21167" y="9271523"/>
              <a:ext cx="89777" cy="89777"/>
            </a:xfrm>
            <a:prstGeom prst="rect">
              <a:avLst/>
            </a:prstGeom>
          </p:spPr>
        </p:pic>
        <p:pic>
          <p:nvPicPr>
            <p:cNvPr id="189" name="object 18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22006" y="9271958"/>
              <a:ext cx="89777" cy="89777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22844" y="9272394"/>
              <a:ext cx="89777" cy="89777"/>
            </a:xfrm>
            <a:prstGeom prst="rect">
              <a:avLst/>
            </a:prstGeom>
          </p:spPr>
        </p:pic>
        <p:sp>
          <p:nvSpPr>
            <p:cNvPr id="191" name="object 191" descr=""/>
            <p:cNvSpPr/>
            <p:nvPr/>
          </p:nvSpPr>
          <p:spPr>
            <a:xfrm>
              <a:off x="3764181" y="9274137"/>
              <a:ext cx="46990" cy="89535"/>
            </a:xfrm>
            <a:custGeom>
              <a:avLst/>
              <a:gdLst/>
              <a:ahLst/>
              <a:cxnLst/>
              <a:rect l="l" t="t" r="r" b="b"/>
              <a:pathLst>
                <a:path w="46989" h="89534">
                  <a:moveTo>
                    <a:pt x="0" y="0"/>
                  </a:moveTo>
                  <a:lnTo>
                    <a:pt x="0" y="89337"/>
                  </a:lnTo>
                  <a:lnTo>
                    <a:pt x="7402" y="89337"/>
                  </a:lnTo>
                  <a:lnTo>
                    <a:pt x="11329" y="88468"/>
                  </a:lnTo>
                  <a:lnTo>
                    <a:pt x="27809" y="81395"/>
                  </a:lnTo>
                  <a:lnTo>
                    <a:pt x="39875" y="69131"/>
                  </a:lnTo>
                  <a:lnTo>
                    <a:pt x="46386" y="53353"/>
                  </a:lnTo>
                  <a:lnTo>
                    <a:pt x="46197" y="35737"/>
                  </a:lnTo>
                  <a:lnTo>
                    <a:pt x="40201" y="20776"/>
                  </a:lnTo>
                  <a:lnTo>
                    <a:pt x="29632" y="9206"/>
                  </a:lnTo>
                  <a:lnTo>
                    <a:pt x="15796" y="19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21068" y="9273701"/>
              <a:ext cx="89777" cy="89777"/>
            </a:xfrm>
            <a:prstGeom prst="rect">
              <a:avLst/>
            </a:prstGeom>
          </p:spPr>
        </p:pic>
        <p:pic>
          <p:nvPicPr>
            <p:cNvPr id="193" name="object 19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1875" y="9690329"/>
              <a:ext cx="89777" cy="89777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52714" y="9690329"/>
              <a:ext cx="89777" cy="89777"/>
            </a:xfrm>
            <a:prstGeom prst="rect">
              <a:avLst/>
            </a:prstGeom>
          </p:spPr>
        </p:pic>
        <p:pic>
          <p:nvPicPr>
            <p:cNvPr id="195" name="object 19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53552" y="9690763"/>
              <a:ext cx="89777" cy="89777"/>
            </a:xfrm>
            <a:prstGeom prst="rect">
              <a:avLst/>
            </a:prstGeom>
          </p:spPr>
        </p:pic>
        <p:pic>
          <p:nvPicPr>
            <p:cNvPr id="196" name="object 19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73130" y="9698608"/>
              <a:ext cx="89777" cy="89777"/>
            </a:xfrm>
            <a:prstGeom prst="rect">
              <a:avLst/>
            </a:prstGeom>
          </p:spPr>
        </p:pic>
        <p:pic>
          <p:nvPicPr>
            <p:cNvPr id="197" name="object 19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52978" y="9556098"/>
              <a:ext cx="78447" cy="89777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53819" y="9556538"/>
              <a:ext cx="89777" cy="89777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54658" y="9556538"/>
              <a:ext cx="89777" cy="89777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64179" y="9559585"/>
              <a:ext cx="78455" cy="88403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53317" y="9557844"/>
              <a:ext cx="89777" cy="89777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3792499" y="9836321"/>
              <a:ext cx="812800" cy="57150"/>
            </a:xfrm>
            <a:custGeom>
              <a:avLst/>
              <a:gdLst/>
              <a:ahLst/>
              <a:cxnLst/>
              <a:rect l="l" t="t" r="r" b="b"/>
              <a:pathLst>
                <a:path w="812800" h="57150">
                  <a:moveTo>
                    <a:pt x="54914" y="43154"/>
                  </a:moveTo>
                  <a:lnTo>
                    <a:pt x="54470" y="40970"/>
                  </a:lnTo>
                  <a:lnTo>
                    <a:pt x="54038" y="37922"/>
                  </a:lnTo>
                  <a:lnTo>
                    <a:pt x="47205" y="21691"/>
                  </a:lnTo>
                  <a:lnTo>
                    <a:pt x="35026" y="9702"/>
                  </a:lnTo>
                  <a:lnTo>
                    <a:pt x="19164" y="3111"/>
                  </a:lnTo>
                  <a:lnTo>
                    <a:pt x="1308" y="3060"/>
                  </a:lnTo>
                  <a:lnTo>
                    <a:pt x="876" y="3492"/>
                  </a:lnTo>
                  <a:lnTo>
                    <a:pt x="0" y="3492"/>
                  </a:lnTo>
                  <a:lnTo>
                    <a:pt x="11645" y="16725"/>
                  </a:lnTo>
                  <a:lnTo>
                    <a:pt x="24841" y="28232"/>
                  </a:lnTo>
                  <a:lnTo>
                    <a:pt x="39344" y="37934"/>
                  </a:lnTo>
                  <a:lnTo>
                    <a:pt x="54914" y="45770"/>
                  </a:lnTo>
                  <a:lnTo>
                    <a:pt x="54914" y="43154"/>
                  </a:lnTo>
                  <a:close/>
                </a:path>
                <a:path w="812800" h="57150">
                  <a:moveTo>
                    <a:pt x="256692" y="43586"/>
                  </a:moveTo>
                  <a:lnTo>
                    <a:pt x="236804" y="8839"/>
                  </a:lnTo>
                  <a:lnTo>
                    <a:pt x="203085" y="2184"/>
                  </a:lnTo>
                  <a:lnTo>
                    <a:pt x="186855" y="9017"/>
                  </a:lnTo>
                  <a:lnTo>
                    <a:pt x="174866" y="21196"/>
                  </a:lnTo>
                  <a:lnTo>
                    <a:pt x="168275" y="37058"/>
                  </a:lnTo>
                  <a:lnTo>
                    <a:pt x="168224" y="55359"/>
                  </a:lnTo>
                  <a:lnTo>
                    <a:pt x="168656" y="56222"/>
                  </a:lnTo>
                  <a:lnTo>
                    <a:pt x="168656" y="56667"/>
                  </a:lnTo>
                  <a:lnTo>
                    <a:pt x="255384" y="56667"/>
                  </a:lnTo>
                  <a:lnTo>
                    <a:pt x="256692" y="50558"/>
                  </a:lnTo>
                  <a:lnTo>
                    <a:pt x="256692" y="43586"/>
                  </a:lnTo>
                  <a:close/>
                </a:path>
                <a:path w="812800" h="57150">
                  <a:moveTo>
                    <a:pt x="456285" y="43586"/>
                  </a:moveTo>
                  <a:lnTo>
                    <a:pt x="435965" y="8839"/>
                  </a:lnTo>
                  <a:lnTo>
                    <a:pt x="402247" y="2184"/>
                  </a:lnTo>
                  <a:lnTo>
                    <a:pt x="386016" y="9017"/>
                  </a:lnTo>
                  <a:lnTo>
                    <a:pt x="374027" y="21196"/>
                  </a:lnTo>
                  <a:lnTo>
                    <a:pt x="367436" y="37058"/>
                  </a:lnTo>
                  <a:lnTo>
                    <a:pt x="367385" y="55359"/>
                  </a:lnTo>
                  <a:lnTo>
                    <a:pt x="367830" y="56222"/>
                  </a:lnTo>
                  <a:lnTo>
                    <a:pt x="367830" y="56667"/>
                  </a:lnTo>
                  <a:lnTo>
                    <a:pt x="454545" y="56667"/>
                  </a:lnTo>
                  <a:lnTo>
                    <a:pt x="455853" y="50126"/>
                  </a:lnTo>
                  <a:lnTo>
                    <a:pt x="456285" y="43586"/>
                  </a:lnTo>
                  <a:close/>
                </a:path>
                <a:path w="812800" h="57150">
                  <a:moveTo>
                    <a:pt x="655015" y="45326"/>
                  </a:moveTo>
                  <a:lnTo>
                    <a:pt x="651497" y="28092"/>
                  </a:lnTo>
                  <a:lnTo>
                    <a:pt x="641934" y="13957"/>
                  </a:lnTo>
                  <a:lnTo>
                    <a:pt x="627799" y="4394"/>
                  </a:lnTo>
                  <a:lnTo>
                    <a:pt x="610565" y="876"/>
                  </a:lnTo>
                  <a:lnTo>
                    <a:pt x="593077" y="4406"/>
                  </a:lnTo>
                  <a:lnTo>
                    <a:pt x="578802" y="14008"/>
                  </a:lnTo>
                  <a:lnTo>
                    <a:pt x="569201" y="28270"/>
                  </a:lnTo>
                  <a:lnTo>
                    <a:pt x="565670" y="45770"/>
                  </a:lnTo>
                  <a:lnTo>
                    <a:pt x="565670" y="49263"/>
                  </a:lnTo>
                  <a:lnTo>
                    <a:pt x="566102" y="53174"/>
                  </a:lnTo>
                  <a:lnTo>
                    <a:pt x="566978" y="56654"/>
                  </a:lnTo>
                  <a:lnTo>
                    <a:pt x="653707" y="56654"/>
                  </a:lnTo>
                  <a:lnTo>
                    <a:pt x="654570" y="52743"/>
                  </a:lnTo>
                  <a:lnTo>
                    <a:pt x="655015" y="49263"/>
                  </a:lnTo>
                  <a:lnTo>
                    <a:pt x="655015" y="45326"/>
                  </a:lnTo>
                  <a:close/>
                </a:path>
                <a:path w="812800" h="57150">
                  <a:moveTo>
                    <a:pt x="812774" y="444"/>
                  </a:moveTo>
                  <a:lnTo>
                    <a:pt x="810590" y="444"/>
                  </a:lnTo>
                  <a:lnTo>
                    <a:pt x="808850" y="0"/>
                  </a:lnTo>
                  <a:lnTo>
                    <a:pt x="792226" y="3225"/>
                  </a:lnTo>
                  <a:lnTo>
                    <a:pt x="778459" y="12039"/>
                  </a:lnTo>
                  <a:lnTo>
                    <a:pt x="768769" y="25196"/>
                  </a:lnTo>
                  <a:lnTo>
                    <a:pt x="764400" y="41402"/>
                  </a:lnTo>
                  <a:lnTo>
                    <a:pt x="778268" y="33413"/>
                  </a:lnTo>
                  <a:lnTo>
                    <a:pt x="791032" y="23876"/>
                  </a:lnTo>
                  <a:lnTo>
                    <a:pt x="802576" y="12852"/>
                  </a:lnTo>
                  <a:lnTo>
                    <a:pt x="812774" y="444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3" name="object 203" descr=""/>
          <p:cNvGrpSpPr/>
          <p:nvPr/>
        </p:nvGrpSpPr>
        <p:grpSpPr>
          <a:xfrm>
            <a:off x="5551621" y="7207843"/>
            <a:ext cx="2528570" cy="2700655"/>
            <a:chOff x="5551621" y="7207843"/>
            <a:chExt cx="2528570" cy="2700655"/>
          </a:xfrm>
        </p:grpSpPr>
        <p:sp>
          <p:nvSpPr>
            <p:cNvPr id="204" name="object 204" descr=""/>
            <p:cNvSpPr/>
            <p:nvPr/>
          </p:nvSpPr>
          <p:spPr>
            <a:xfrm>
              <a:off x="5822886" y="7527156"/>
              <a:ext cx="1933575" cy="1479550"/>
            </a:xfrm>
            <a:custGeom>
              <a:avLst/>
              <a:gdLst/>
              <a:ahLst/>
              <a:cxnLst/>
              <a:rect l="l" t="t" r="r" b="b"/>
              <a:pathLst>
                <a:path w="1933575" h="1479550">
                  <a:moveTo>
                    <a:pt x="1485011" y="352590"/>
                  </a:moveTo>
                  <a:lnTo>
                    <a:pt x="1443431" y="380936"/>
                  </a:lnTo>
                  <a:lnTo>
                    <a:pt x="1409065" y="418338"/>
                  </a:lnTo>
                  <a:lnTo>
                    <a:pt x="1375295" y="457619"/>
                  </a:lnTo>
                  <a:lnTo>
                    <a:pt x="1342313" y="498500"/>
                  </a:lnTo>
                  <a:lnTo>
                    <a:pt x="1310246" y="540727"/>
                  </a:lnTo>
                  <a:lnTo>
                    <a:pt x="1279271" y="584060"/>
                  </a:lnTo>
                  <a:lnTo>
                    <a:pt x="1249540" y="628230"/>
                  </a:lnTo>
                  <a:lnTo>
                    <a:pt x="1221206" y="672960"/>
                  </a:lnTo>
                  <a:lnTo>
                    <a:pt x="1194447" y="718019"/>
                  </a:lnTo>
                  <a:lnTo>
                    <a:pt x="1169403" y="763143"/>
                  </a:lnTo>
                  <a:lnTo>
                    <a:pt x="1146238" y="808062"/>
                  </a:lnTo>
                  <a:lnTo>
                    <a:pt x="1125118" y="852512"/>
                  </a:lnTo>
                  <a:lnTo>
                    <a:pt x="1106195" y="896251"/>
                  </a:lnTo>
                  <a:lnTo>
                    <a:pt x="1089621" y="939025"/>
                  </a:lnTo>
                  <a:lnTo>
                    <a:pt x="1075563" y="980554"/>
                  </a:lnTo>
                  <a:lnTo>
                    <a:pt x="1073797" y="986726"/>
                  </a:lnTo>
                  <a:lnTo>
                    <a:pt x="1073581" y="939546"/>
                  </a:lnTo>
                  <a:lnTo>
                    <a:pt x="1072261" y="880198"/>
                  </a:lnTo>
                  <a:lnTo>
                    <a:pt x="1069797" y="819810"/>
                  </a:lnTo>
                  <a:lnTo>
                    <a:pt x="1066126" y="758545"/>
                  </a:lnTo>
                  <a:lnTo>
                    <a:pt x="1062875" y="716216"/>
                  </a:lnTo>
                  <a:lnTo>
                    <a:pt x="1058811" y="672020"/>
                  </a:lnTo>
                  <a:lnTo>
                    <a:pt x="1053858" y="626224"/>
                  </a:lnTo>
                  <a:lnTo>
                    <a:pt x="1047940" y="579069"/>
                  </a:lnTo>
                  <a:lnTo>
                    <a:pt x="1040980" y="530821"/>
                  </a:lnTo>
                  <a:lnTo>
                    <a:pt x="1032891" y="481723"/>
                  </a:lnTo>
                  <a:lnTo>
                    <a:pt x="1023581" y="432041"/>
                  </a:lnTo>
                  <a:lnTo>
                    <a:pt x="1012990" y="382016"/>
                  </a:lnTo>
                  <a:lnTo>
                    <a:pt x="1001026" y="331901"/>
                  </a:lnTo>
                  <a:lnTo>
                    <a:pt x="987602" y="281952"/>
                  </a:lnTo>
                  <a:lnTo>
                    <a:pt x="972642" y="232435"/>
                  </a:lnTo>
                  <a:lnTo>
                    <a:pt x="956068" y="183578"/>
                  </a:lnTo>
                  <a:lnTo>
                    <a:pt x="937780" y="135661"/>
                  </a:lnTo>
                  <a:lnTo>
                    <a:pt x="917727" y="88925"/>
                  </a:lnTo>
                  <a:lnTo>
                    <a:pt x="895807" y="43611"/>
                  </a:lnTo>
                  <a:lnTo>
                    <a:pt x="871943" y="0"/>
                  </a:lnTo>
                  <a:lnTo>
                    <a:pt x="863574" y="4876"/>
                  </a:lnTo>
                  <a:lnTo>
                    <a:pt x="885253" y="44373"/>
                  </a:lnTo>
                  <a:lnTo>
                    <a:pt x="905522" y="85826"/>
                  </a:lnTo>
                  <a:lnTo>
                    <a:pt x="924407" y="129095"/>
                  </a:lnTo>
                  <a:lnTo>
                    <a:pt x="941933" y="174040"/>
                  </a:lnTo>
                  <a:lnTo>
                    <a:pt x="958138" y="220522"/>
                  </a:lnTo>
                  <a:lnTo>
                    <a:pt x="973048" y="268389"/>
                  </a:lnTo>
                  <a:lnTo>
                    <a:pt x="986701" y="317500"/>
                  </a:lnTo>
                  <a:lnTo>
                    <a:pt x="999134" y="367715"/>
                  </a:lnTo>
                  <a:lnTo>
                    <a:pt x="1010373" y="418896"/>
                  </a:lnTo>
                  <a:lnTo>
                    <a:pt x="1020445" y="470890"/>
                  </a:lnTo>
                  <a:lnTo>
                    <a:pt x="1029385" y="523570"/>
                  </a:lnTo>
                  <a:lnTo>
                    <a:pt x="1037221" y="576783"/>
                  </a:lnTo>
                  <a:lnTo>
                    <a:pt x="1044003" y="630377"/>
                  </a:lnTo>
                  <a:lnTo>
                    <a:pt x="1049743" y="684237"/>
                  </a:lnTo>
                  <a:lnTo>
                    <a:pt x="1054493" y="738200"/>
                  </a:lnTo>
                  <a:lnTo>
                    <a:pt x="1058265" y="792124"/>
                  </a:lnTo>
                  <a:lnTo>
                    <a:pt x="1061097" y="845870"/>
                  </a:lnTo>
                  <a:lnTo>
                    <a:pt x="1063015" y="899299"/>
                  </a:lnTo>
                  <a:lnTo>
                    <a:pt x="1064069" y="952258"/>
                  </a:lnTo>
                  <a:lnTo>
                    <a:pt x="1064285" y="1004620"/>
                  </a:lnTo>
                  <a:lnTo>
                    <a:pt x="1063675" y="1056233"/>
                  </a:lnTo>
                  <a:lnTo>
                    <a:pt x="1062304" y="1106957"/>
                  </a:lnTo>
                  <a:lnTo>
                    <a:pt x="1060183" y="1156639"/>
                  </a:lnTo>
                  <a:lnTo>
                    <a:pt x="1057338" y="1205166"/>
                  </a:lnTo>
                  <a:lnTo>
                    <a:pt x="1053820" y="1252359"/>
                  </a:lnTo>
                  <a:lnTo>
                    <a:pt x="1049655" y="1298092"/>
                  </a:lnTo>
                  <a:lnTo>
                    <a:pt x="1044867" y="1342237"/>
                  </a:lnTo>
                  <a:lnTo>
                    <a:pt x="1039495" y="1384630"/>
                  </a:lnTo>
                  <a:lnTo>
                    <a:pt x="1039431" y="1384985"/>
                  </a:lnTo>
                  <a:lnTo>
                    <a:pt x="1021130" y="1355051"/>
                  </a:lnTo>
                  <a:lnTo>
                    <a:pt x="996823" y="1321943"/>
                  </a:lnTo>
                  <a:lnTo>
                    <a:pt x="970584" y="1292364"/>
                  </a:lnTo>
                  <a:lnTo>
                    <a:pt x="943711" y="1267561"/>
                  </a:lnTo>
                  <a:lnTo>
                    <a:pt x="939622" y="1254760"/>
                  </a:lnTo>
                  <a:lnTo>
                    <a:pt x="922845" y="1206449"/>
                  </a:lnTo>
                  <a:lnTo>
                    <a:pt x="905179" y="1159383"/>
                  </a:lnTo>
                  <a:lnTo>
                    <a:pt x="886587" y="1113497"/>
                  </a:lnTo>
                  <a:lnTo>
                    <a:pt x="867041" y="1068755"/>
                  </a:lnTo>
                  <a:lnTo>
                    <a:pt x="846518" y="1025080"/>
                  </a:lnTo>
                  <a:lnTo>
                    <a:pt x="825004" y="982433"/>
                  </a:lnTo>
                  <a:lnTo>
                    <a:pt x="802462" y="940739"/>
                  </a:lnTo>
                  <a:lnTo>
                    <a:pt x="778865" y="899972"/>
                  </a:lnTo>
                  <a:lnTo>
                    <a:pt x="754202" y="860031"/>
                  </a:lnTo>
                  <a:lnTo>
                    <a:pt x="728446" y="820902"/>
                  </a:lnTo>
                  <a:lnTo>
                    <a:pt x="701560" y="782510"/>
                  </a:lnTo>
                  <a:lnTo>
                    <a:pt x="673798" y="745147"/>
                  </a:lnTo>
                  <a:lnTo>
                    <a:pt x="644804" y="708367"/>
                  </a:lnTo>
                  <a:lnTo>
                    <a:pt x="614603" y="672147"/>
                  </a:lnTo>
                  <a:lnTo>
                    <a:pt x="583145" y="636485"/>
                  </a:lnTo>
                  <a:lnTo>
                    <a:pt x="550430" y="601357"/>
                  </a:lnTo>
                  <a:lnTo>
                    <a:pt x="516445" y="566762"/>
                  </a:lnTo>
                  <a:lnTo>
                    <a:pt x="481190" y="532688"/>
                  </a:lnTo>
                  <a:lnTo>
                    <a:pt x="444627" y="499110"/>
                  </a:lnTo>
                  <a:lnTo>
                    <a:pt x="406755" y="466039"/>
                  </a:lnTo>
                  <a:lnTo>
                    <a:pt x="367563" y="433438"/>
                  </a:lnTo>
                  <a:lnTo>
                    <a:pt x="327037" y="401320"/>
                  </a:lnTo>
                  <a:lnTo>
                    <a:pt x="285153" y="369658"/>
                  </a:lnTo>
                  <a:lnTo>
                    <a:pt x="241909" y="338442"/>
                  </a:lnTo>
                  <a:lnTo>
                    <a:pt x="197294" y="307670"/>
                  </a:lnTo>
                  <a:lnTo>
                    <a:pt x="151282" y="277317"/>
                  </a:lnTo>
                  <a:lnTo>
                    <a:pt x="103873" y="247383"/>
                  </a:lnTo>
                  <a:lnTo>
                    <a:pt x="55041" y="217855"/>
                  </a:lnTo>
                  <a:lnTo>
                    <a:pt x="4787" y="188709"/>
                  </a:lnTo>
                  <a:lnTo>
                    <a:pt x="0" y="197129"/>
                  </a:lnTo>
                  <a:lnTo>
                    <a:pt x="60452" y="232371"/>
                  </a:lnTo>
                  <a:lnTo>
                    <a:pt x="118325" y="267944"/>
                  </a:lnTo>
                  <a:lnTo>
                    <a:pt x="173697" y="303834"/>
                  </a:lnTo>
                  <a:lnTo>
                    <a:pt x="226631" y="340017"/>
                  </a:lnTo>
                  <a:lnTo>
                    <a:pt x="277177" y="376478"/>
                  </a:lnTo>
                  <a:lnTo>
                    <a:pt x="325399" y="413207"/>
                  </a:lnTo>
                  <a:lnTo>
                    <a:pt x="371373" y="450151"/>
                  </a:lnTo>
                  <a:lnTo>
                    <a:pt x="415150" y="487324"/>
                  </a:lnTo>
                  <a:lnTo>
                    <a:pt x="456793" y="524687"/>
                  </a:lnTo>
                  <a:lnTo>
                    <a:pt x="496379" y="562229"/>
                  </a:lnTo>
                  <a:lnTo>
                    <a:pt x="533946" y="599922"/>
                  </a:lnTo>
                  <a:lnTo>
                    <a:pt x="569582" y="637755"/>
                  </a:lnTo>
                  <a:lnTo>
                    <a:pt x="603326" y="675703"/>
                  </a:lnTo>
                  <a:lnTo>
                    <a:pt x="635266" y="713752"/>
                  </a:lnTo>
                  <a:lnTo>
                    <a:pt x="665441" y="751865"/>
                  </a:lnTo>
                  <a:lnTo>
                    <a:pt x="693928" y="790041"/>
                  </a:lnTo>
                  <a:lnTo>
                    <a:pt x="720775" y="828255"/>
                  </a:lnTo>
                  <a:lnTo>
                    <a:pt x="746074" y="866470"/>
                  </a:lnTo>
                  <a:lnTo>
                    <a:pt x="769848" y="904697"/>
                  </a:lnTo>
                  <a:lnTo>
                    <a:pt x="792200" y="942886"/>
                  </a:lnTo>
                  <a:lnTo>
                    <a:pt x="813155" y="981036"/>
                  </a:lnTo>
                  <a:lnTo>
                    <a:pt x="832815" y="1019124"/>
                  </a:lnTo>
                  <a:lnTo>
                    <a:pt x="851204" y="1057135"/>
                  </a:lnTo>
                  <a:lnTo>
                    <a:pt x="868413" y="1095032"/>
                  </a:lnTo>
                  <a:lnTo>
                    <a:pt x="884491" y="1132801"/>
                  </a:lnTo>
                  <a:lnTo>
                    <a:pt x="899502" y="1170432"/>
                  </a:lnTo>
                  <a:lnTo>
                    <a:pt x="913511" y="1207897"/>
                  </a:lnTo>
                  <a:lnTo>
                    <a:pt x="926579" y="1245171"/>
                  </a:lnTo>
                  <a:lnTo>
                    <a:pt x="930643" y="1257566"/>
                  </a:lnTo>
                  <a:lnTo>
                    <a:pt x="912037" y="1243672"/>
                  </a:lnTo>
                  <a:lnTo>
                    <a:pt x="879589" y="1224534"/>
                  </a:lnTo>
                  <a:lnTo>
                    <a:pt x="808037" y="1196555"/>
                  </a:lnTo>
                  <a:lnTo>
                    <a:pt x="768807" y="1187665"/>
                  </a:lnTo>
                  <a:lnTo>
                    <a:pt x="727176" y="1182154"/>
                  </a:lnTo>
                  <a:lnTo>
                    <a:pt x="683094" y="1179982"/>
                  </a:lnTo>
                  <a:lnTo>
                    <a:pt x="636485" y="1181150"/>
                  </a:lnTo>
                  <a:lnTo>
                    <a:pt x="587298" y="1185633"/>
                  </a:lnTo>
                  <a:lnTo>
                    <a:pt x="535457" y="1193406"/>
                  </a:lnTo>
                  <a:lnTo>
                    <a:pt x="480898" y="1204429"/>
                  </a:lnTo>
                  <a:lnTo>
                    <a:pt x="423557" y="1218717"/>
                  </a:lnTo>
                  <a:lnTo>
                    <a:pt x="363372" y="1236218"/>
                  </a:lnTo>
                  <a:lnTo>
                    <a:pt x="366242" y="1245463"/>
                  </a:lnTo>
                  <a:lnTo>
                    <a:pt x="428104" y="1227518"/>
                  </a:lnTo>
                  <a:lnTo>
                    <a:pt x="486803" y="1213053"/>
                  </a:lnTo>
                  <a:lnTo>
                    <a:pt x="542391" y="1202042"/>
                  </a:lnTo>
                  <a:lnTo>
                    <a:pt x="594944" y="1194498"/>
                  </a:lnTo>
                  <a:lnTo>
                    <a:pt x="644525" y="1190409"/>
                  </a:lnTo>
                  <a:lnTo>
                    <a:pt x="691210" y="1189774"/>
                  </a:lnTo>
                  <a:lnTo>
                    <a:pt x="735063" y="1192568"/>
                  </a:lnTo>
                  <a:lnTo>
                    <a:pt x="776147" y="1198816"/>
                  </a:lnTo>
                  <a:lnTo>
                    <a:pt x="814552" y="1208481"/>
                  </a:lnTo>
                  <a:lnTo>
                    <a:pt x="856856" y="1224419"/>
                  </a:lnTo>
                  <a:lnTo>
                    <a:pt x="896226" y="1245349"/>
                  </a:lnTo>
                  <a:lnTo>
                    <a:pt x="932726" y="1271333"/>
                  </a:lnTo>
                  <a:lnTo>
                    <a:pt x="950150" y="1319098"/>
                  </a:lnTo>
                  <a:lnTo>
                    <a:pt x="960780" y="1355699"/>
                  </a:lnTo>
                  <a:lnTo>
                    <a:pt x="980033" y="1428089"/>
                  </a:lnTo>
                  <a:lnTo>
                    <a:pt x="988771" y="1463840"/>
                  </a:lnTo>
                  <a:lnTo>
                    <a:pt x="998194" y="1461604"/>
                  </a:lnTo>
                  <a:lnTo>
                    <a:pt x="984770" y="1407744"/>
                  </a:lnTo>
                  <a:lnTo>
                    <a:pt x="970559" y="1355356"/>
                  </a:lnTo>
                  <a:lnTo>
                    <a:pt x="955509" y="1304378"/>
                  </a:lnTo>
                  <a:lnTo>
                    <a:pt x="950048" y="1287348"/>
                  </a:lnTo>
                  <a:lnTo>
                    <a:pt x="966406" y="1302448"/>
                  </a:lnTo>
                  <a:lnTo>
                    <a:pt x="997318" y="1338745"/>
                  </a:lnTo>
                  <a:lnTo>
                    <a:pt x="1025525" y="1380274"/>
                  </a:lnTo>
                  <a:lnTo>
                    <a:pt x="1037043" y="1401394"/>
                  </a:lnTo>
                  <a:lnTo>
                    <a:pt x="1033576" y="1425130"/>
                  </a:lnTo>
                  <a:lnTo>
                    <a:pt x="1027125" y="1463611"/>
                  </a:lnTo>
                  <a:lnTo>
                    <a:pt x="1036650" y="1465313"/>
                  </a:lnTo>
                  <a:lnTo>
                    <a:pt x="1042441" y="1430807"/>
                  </a:lnTo>
                  <a:lnTo>
                    <a:pt x="1044689" y="1415427"/>
                  </a:lnTo>
                  <a:lnTo>
                    <a:pt x="1051077" y="1427111"/>
                  </a:lnTo>
                  <a:lnTo>
                    <a:pt x="1074039" y="1479296"/>
                  </a:lnTo>
                  <a:lnTo>
                    <a:pt x="1083043" y="1475740"/>
                  </a:lnTo>
                  <a:lnTo>
                    <a:pt x="1064171" y="1431937"/>
                  </a:lnTo>
                  <a:lnTo>
                    <a:pt x="1047140" y="1398714"/>
                  </a:lnTo>
                  <a:lnTo>
                    <a:pt x="1047978" y="1393037"/>
                  </a:lnTo>
                  <a:lnTo>
                    <a:pt x="1053185" y="1352207"/>
                  </a:lnTo>
                  <a:lnTo>
                    <a:pt x="1057998" y="1308531"/>
                  </a:lnTo>
                  <a:lnTo>
                    <a:pt x="1062329" y="1262189"/>
                  </a:lnTo>
                  <a:lnTo>
                    <a:pt x="1066088" y="1213383"/>
                  </a:lnTo>
                  <a:lnTo>
                    <a:pt x="1069200" y="1162329"/>
                  </a:lnTo>
                  <a:lnTo>
                    <a:pt x="1071587" y="1109218"/>
                  </a:lnTo>
                  <a:lnTo>
                    <a:pt x="1073175" y="1054252"/>
                  </a:lnTo>
                  <a:lnTo>
                    <a:pt x="1073543" y="1022972"/>
                  </a:lnTo>
                  <a:lnTo>
                    <a:pt x="1084872" y="983221"/>
                  </a:lnTo>
                  <a:lnTo>
                    <a:pt x="1098816" y="941997"/>
                  </a:lnTo>
                  <a:lnTo>
                    <a:pt x="1115275" y="899541"/>
                  </a:lnTo>
                  <a:lnTo>
                    <a:pt x="1134071" y="856107"/>
                  </a:lnTo>
                  <a:lnTo>
                    <a:pt x="1155065" y="811949"/>
                  </a:lnTo>
                  <a:lnTo>
                    <a:pt x="1178077" y="767346"/>
                  </a:lnTo>
                  <a:lnTo>
                    <a:pt x="1202956" y="722541"/>
                  </a:lnTo>
                  <a:lnTo>
                    <a:pt x="1229550" y="677786"/>
                  </a:lnTo>
                  <a:lnTo>
                    <a:pt x="1257693" y="633336"/>
                  </a:lnTo>
                  <a:lnTo>
                    <a:pt x="1287246" y="589470"/>
                  </a:lnTo>
                  <a:lnTo>
                    <a:pt x="1318031" y="546430"/>
                  </a:lnTo>
                  <a:lnTo>
                    <a:pt x="1349895" y="504469"/>
                  </a:lnTo>
                  <a:lnTo>
                    <a:pt x="1382687" y="463842"/>
                  </a:lnTo>
                  <a:lnTo>
                    <a:pt x="1416240" y="424815"/>
                  </a:lnTo>
                  <a:lnTo>
                    <a:pt x="1450403" y="387654"/>
                  </a:lnTo>
                  <a:lnTo>
                    <a:pt x="1485011" y="352590"/>
                  </a:lnTo>
                  <a:close/>
                </a:path>
                <a:path w="1933575" h="1479550">
                  <a:moveTo>
                    <a:pt x="1933409" y="1103528"/>
                  </a:moveTo>
                  <a:lnTo>
                    <a:pt x="1896110" y="1083373"/>
                  </a:lnTo>
                  <a:lnTo>
                    <a:pt x="1855000" y="1064679"/>
                  </a:lnTo>
                  <a:lnTo>
                    <a:pt x="1810575" y="1048016"/>
                  </a:lnTo>
                  <a:lnTo>
                    <a:pt x="1763318" y="1033919"/>
                  </a:lnTo>
                  <a:lnTo>
                    <a:pt x="1713750" y="1022997"/>
                  </a:lnTo>
                  <a:lnTo>
                    <a:pt x="1662328" y="1015784"/>
                  </a:lnTo>
                  <a:lnTo>
                    <a:pt x="1609572" y="1012850"/>
                  </a:lnTo>
                  <a:lnTo>
                    <a:pt x="1555965" y="1014768"/>
                  </a:lnTo>
                  <a:lnTo>
                    <a:pt x="1502016" y="1022096"/>
                  </a:lnTo>
                  <a:lnTo>
                    <a:pt x="1448193" y="1035405"/>
                  </a:lnTo>
                  <a:lnTo>
                    <a:pt x="1404188" y="1051267"/>
                  </a:lnTo>
                  <a:lnTo>
                    <a:pt x="1362049" y="1071194"/>
                  </a:lnTo>
                  <a:lnTo>
                    <a:pt x="1321790" y="1095171"/>
                  </a:lnTo>
                  <a:lnTo>
                    <a:pt x="1283449" y="1123175"/>
                  </a:lnTo>
                  <a:lnTo>
                    <a:pt x="1247025" y="1155179"/>
                  </a:lnTo>
                  <a:lnTo>
                    <a:pt x="1212557" y="1191171"/>
                  </a:lnTo>
                  <a:lnTo>
                    <a:pt x="1180045" y="1231138"/>
                  </a:lnTo>
                  <a:lnTo>
                    <a:pt x="1149515" y="1275067"/>
                  </a:lnTo>
                  <a:lnTo>
                    <a:pt x="1120990" y="1322908"/>
                  </a:lnTo>
                  <a:lnTo>
                    <a:pt x="1094498" y="1374673"/>
                  </a:lnTo>
                  <a:lnTo>
                    <a:pt x="1103261" y="1378813"/>
                  </a:lnTo>
                  <a:lnTo>
                    <a:pt x="1129360" y="1327797"/>
                  </a:lnTo>
                  <a:lnTo>
                    <a:pt x="1157452" y="1280642"/>
                  </a:lnTo>
                  <a:lnTo>
                    <a:pt x="1187500" y="1237361"/>
                  </a:lnTo>
                  <a:lnTo>
                    <a:pt x="1219479" y="1197978"/>
                  </a:lnTo>
                  <a:lnTo>
                    <a:pt x="1253388" y="1162519"/>
                  </a:lnTo>
                  <a:lnTo>
                    <a:pt x="1289189" y="1130998"/>
                  </a:lnTo>
                  <a:lnTo>
                    <a:pt x="1326883" y="1103439"/>
                  </a:lnTo>
                  <a:lnTo>
                    <a:pt x="1366431" y="1079842"/>
                  </a:lnTo>
                  <a:lnTo>
                    <a:pt x="1407820" y="1060246"/>
                  </a:lnTo>
                  <a:lnTo>
                    <a:pt x="1451038" y="1044663"/>
                  </a:lnTo>
                  <a:lnTo>
                    <a:pt x="1503959" y="1031582"/>
                  </a:lnTo>
                  <a:lnTo>
                    <a:pt x="1557032" y="1024382"/>
                  </a:lnTo>
                  <a:lnTo>
                    <a:pt x="1609763" y="1022515"/>
                  </a:lnTo>
                  <a:lnTo>
                    <a:pt x="1661668" y="1025410"/>
                  </a:lnTo>
                  <a:lnTo>
                    <a:pt x="1712264" y="1032535"/>
                  </a:lnTo>
                  <a:lnTo>
                    <a:pt x="1761058" y="1043317"/>
                  </a:lnTo>
                  <a:lnTo>
                    <a:pt x="1807565" y="1057198"/>
                  </a:lnTo>
                  <a:lnTo>
                    <a:pt x="1851291" y="1073619"/>
                  </a:lnTo>
                  <a:lnTo>
                    <a:pt x="1891779" y="1092034"/>
                  </a:lnTo>
                  <a:lnTo>
                    <a:pt x="1928507" y="1111872"/>
                  </a:lnTo>
                  <a:lnTo>
                    <a:pt x="1933409" y="1103528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551621" y="7528200"/>
              <a:ext cx="291017" cy="201805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01546" y="7512944"/>
              <a:ext cx="463382" cy="357832"/>
            </a:xfrm>
            <a:prstGeom prst="rect">
              <a:avLst/>
            </a:prstGeom>
          </p:spPr>
        </p:pic>
        <p:pic>
          <p:nvPicPr>
            <p:cNvPr id="207" name="object 20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755478" y="7909664"/>
              <a:ext cx="378417" cy="80544"/>
            </a:xfrm>
            <a:prstGeom prst="rect">
              <a:avLst/>
            </a:prstGeom>
          </p:spPr>
        </p:pic>
        <p:pic>
          <p:nvPicPr>
            <p:cNvPr id="208" name="object 20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61812" y="7629097"/>
              <a:ext cx="99202" cy="387401"/>
            </a:xfrm>
            <a:prstGeom prst="rect">
              <a:avLst/>
            </a:prstGeom>
          </p:spPr>
        </p:pic>
        <p:pic>
          <p:nvPicPr>
            <p:cNvPr id="209" name="object 20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81105" y="7720079"/>
              <a:ext cx="474036" cy="499471"/>
            </a:xfrm>
            <a:prstGeom prst="rect">
              <a:avLst/>
            </a:prstGeom>
          </p:spPr>
        </p:pic>
        <p:pic>
          <p:nvPicPr>
            <p:cNvPr id="210" name="object 21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84149" y="7944229"/>
              <a:ext cx="546162" cy="473818"/>
            </a:xfrm>
            <a:prstGeom prst="rect">
              <a:avLst/>
            </a:prstGeom>
          </p:spPr>
        </p:pic>
        <p:pic>
          <p:nvPicPr>
            <p:cNvPr id="211" name="object 21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42249" y="8274994"/>
              <a:ext cx="514198" cy="449368"/>
            </a:xfrm>
            <a:prstGeom prst="rect">
              <a:avLst/>
            </a:prstGeom>
          </p:spPr>
        </p:pic>
        <p:pic>
          <p:nvPicPr>
            <p:cNvPr id="212" name="object 21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95548" y="8676814"/>
              <a:ext cx="785808" cy="316754"/>
            </a:xfrm>
            <a:prstGeom prst="rect">
              <a:avLst/>
            </a:prstGeom>
          </p:spPr>
        </p:pic>
        <p:pic>
          <p:nvPicPr>
            <p:cNvPr id="213" name="object 21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478001" y="7207843"/>
              <a:ext cx="338367" cy="644367"/>
            </a:xfrm>
            <a:prstGeom prst="rect">
              <a:avLst/>
            </a:prstGeom>
          </p:spPr>
        </p:pic>
        <p:pic>
          <p:nvPicPr>
            <p:cNvPr id="214" name="object 21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06971" y="7537906"/>
              <a:ext cx="991560" cy="1323069"/>
            </a:xfrm>
            <a:prstGeom prst="rect">
              <a:avLst/>
            </a:prstGeom>
          </p:spPr>
        </p:pic>
        <p:pic>
          <p:nvPicPr>
            <p:cNvPr id="215" name="object 21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940793" y="8396330"/>
              <a:ext cx="1138949" cy="486770"/>
            </a:xfrm>
            <a:prstGeom prst="rect">
              <a:avLst/>
            </a:prstGeom>
          </p:spPr>
        </p:pic>
        <p:sp>
          <p:nvSpPr>
            <p:cNvPr id="216" name="object 216" descr=""/>
            <p:cNvSpPr/>
            <p:nvPr/>
          </p:nvSpPr>
          <p:spPr>
            <a:xfrm>
              <a:off x="6393191" y="8815620"/>
              <a:ext cx="1009650" cy="1087755"/>
            </a:xfrm>
            <a:custGeom>
              <a:avLst/>
              <a:gdLst/>
              <a:ahLst/>
              <a:cxnLst/>
              <a:rect l="l" t="t" r="r" b="b"/>
              <a:pathLst>
                <a:path w="1009650" h="1087754">
                  <a:moveTo>
                    <a:pt x="1007812" y="0"/>
                  </a:moveTo>
                  <a:lnTo>
                    <a:pt x="1424" y="0"/>
                  </a:lnTo>
                  <a:lnTo>
                    <a:pt x="0" y="1434"/>
                  </a:lnTo>
                  <a:lnTo>
                    <a:pt x="0" y="858853"/>
                  </a:lnTo>
                  <a:lnTo>
                    <a:pt x="4642" y="904910"/>
                  </a:lnTo>
                  <a:lnTo>
                    <a:pt x="17958" y="947808"/>
                  </a:lnTo>
                  <a:lnTo>
                    <a:pt x="39027" y="986626"/>
                  </a:lnTo>
                  <a:lnTo>
                    <a:pt x="66932" y="1020447"/>
                  </a:lnTo>
                  <a:lnTo>
                    <a:pt x="100753" y="1048352"/>
                  </a:lnTo>
                  <a:lnTo>
                    <a:pt x="139572" y="1069422"/>
                  </a:lnTo>
                  <a:lnTo>
                    <a:pt x="182469" y="1082737"/>
                  </a:lnTo>
                  <a:lnTo>
                    <a:pt x="228527" y="1087380"/>
                  </a:lnTo>
                  <a:lnTo>
                    <a:pt x="785232" y="1087380"/>
                  </a:lnTo>
                  <a:lnTo>
                    <a:pt x="830377" y="1082829"/>
                  </a:lnTo>
                  <a:lnTo>
                    <a:pt x="872426" y="1069776"/>
                  </a:lnTo>
                  <a:lnTo>
                    <a:pt x="910478" y="1049123"/>
                  </a:lnTo>
                  <a:lnTo>
                    <a:pt x="943632" y="1021769"/>
                  </a:lnTo>
                  <a:lnTo>
                    <a:pt x="970987" y="988616"/>
                  </a:lnTo>
                  <a:lnTo>
                    <a:pt x="991641" y="950564"/>
                  </a:lnTo>
                  <a:lnTo>
                    <a:pt x="1004695" y="908514"/>
                  </a:lnTo>
                  <a:lnTo>
                    <a:pt x="1009246" y="863366"/>
                  </a:lnTo>
                  <a:lnTo>
                    <a:pt x="1009246" y="1434"/>
                  </a:lnTo>
                  <a:lnTo>
                    <a:pt x="10078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6393191" y="8815620"/>
              <a:ext cx="1009650" cy="1087755"/>
            </a:xfrm>
            <a:custGeom>
              <a:avLst/>
              <a:gdLst/>
              <a:ahLst/>
              <a:cxnLst/>
              <a:rect l="l" t="t" r="r" b="b"/>
              <a:pathLst>
                <a:path w="1009650" h="1087754">
                  <a:moveTo>
                    <a:pt x="785232" y="1087380"/>
                  </a:moveTo>
                  <a:lnTo>
                    <a:pt x="228527" y="1087380"/>
                  </a:lnTo>
                  <a:lnTo>
                    <a:pt x="182469" y="1082737"/>
                  </a:lnTo>
                  <a:lnTo>
                    <a:pt x="139572" y="1069422"/>
                  </a:lnTo>
                  <a:lnTo>
                    <a:pt x="100753" y="1048352"/>
                  </a:lnTo>
                  <a:lnTo>
                    <a:pt x="66932" y="1020447"/>
                  </a:lnTo>
                  <a:lnTo>
                    <a:pt x="39027" y="986626"/>
                  </a:lnTo>
                  <a:lnTo>
                    <a:pt x="17958" y="947808"/>
                  </a:lnTo>
                  <a:lnTo>
                    <a:pt x="4642" y="904910"/>
                  </a:lnTo>
                  <a:lnTo>
                    <a:pt x="0" y="858853"/>
                  </a:lnTo>
                  <a:lnTo>
                    <a:pt x="0" y="3204"/>
                  </a:lnTo>
                  <a:lnTo>
                    <a:pt x="0" y="1434"/>
                  </a:lnTo>
                  <a:lnTo>
                    <a:pt x="1424" y="0"/>
                  </a:lnTo>
                  <a:lnTo>
                    <a:pt x="3193" y="0"/>
                  </a:lnTo>
                  <a:lnTo>
                    <a:pt x="1006053" y="0"/>
                  </a:lnTo>
                  <a:lnTo>
                    <a:pt x="1007812" y="0"/>
                  </a:lnTo>
                  <a:lnTo>
                    <a:pt x="1009246" y="1434"/>
                  </a:lnTo>
                  <a:lnTo>
                    <a:pt x="1009246" y="3204"/>
                  </a:lnTo>
                  <a:lnTo>
                    <a:pt x="1009246" y="863366"/>
                  </a:lnTo>
                  <a:lnTo>
                    <a:pt x="1004695" y="908514"/>
                  </a:lnTo>
                  <a:lnTo>
                    <a:pt x="991641" y="950564"/>
                  </a:lnTo>
                  <a:lnTo>
                    <a:pt x="970987" y="988616"/>
                  </a:lnTo>
                  <a:lnTo>
                    <a:pt x="943632" y="1021769"/>
                  </a:lnTo>
                  <a:lnTo>
                    <a:pt x="910478" y="1049123"/>
                  </a:lnTo>
                  <a:lnTo>
                    <a:pt x="872426" y="1069776"/>
                  </a:lnTo>
                  <a:lnTo>
                    <a:pt x="830377" y="1082829"/>
                  </a:lnTo>
                  <a:lnTo>
                    <a:pt x="785232" y="1087380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6393187" y="8955724"/>
              <a:ext cx="1009650" cy="168275"/>
            </a:xfrm>
            <a:custGeom>
              <a:avLst/>
              <a:gdLst/>
              <a:ahLst/>
              <a:cxnLst/>
              <a:rect l="l" t="t" r="r" b="b"/>
              <a:pathLst>
                <a:path w="1009650" h="168275">
                  <a:moveTo>
                    <a:pt x="65589" y="0"/>
                  </a:moveTo>
                  <a:lnTo>
                    <a:pt x="47646" y="4630"/>
                  </a:lnTo>
                  <a:lnTo>
                    <a:pt x="30855" y="12240"/>
                  </a:lnTo>
                  <a:lnTo>
                    <a:pt x="15033" y="22646"/>
                  </a:lnTo>
                  <a:lnTo>
                    <a:pt x="0" y="35663"/>
                  </a:lnTo>
                  <a:lnTo>
                    <a:pt x="0" y="141922"/>
                  </a:lnTo>
                  <a:lnTo>
                    <a:pt x="21945" y="108461"/>
                  </a:lnTo>
                  <a:lnTo>
                    <a:pt x="41505" y="84651"/>
                  </a:lnTo>
                  <a:lnTo>
                    <a:pt x="59327" y="69794"/>
                  </a:lnTo>
                  <a:lnTo>
                    <a:pt x="76060" y="63191"/>
                  </a:lnTo>
                  <a:lnTo>
                    <a:pt x="98964" y="65065"/>
                  </a:lnTo>
                  <a:lnTo>
                    <a:pt x="128024" y="77574"/>
                  </a:lnTo>
                  <a:lnTo>
                    <a:pt x="163772" y="101041"/>
                  </a:lnTo>
                  <a:lnTo>
                    <a:pt x="206737" y="135786"/>
                  </a:lnTo>
                  <a:lnTo>
                    <a:pt x="226555" y="150596"/>
                  </a:lnTo>
                  <a:lnTo>
                    <a:pt x="245688" y="160483"/>
                  </a:lnTo>
                  <a:lnTo>
                    <a:pt x="264107" y="166005"/>
                  </a:lnTo>
                  <a:lnTo>
                    <a:pt x="281781" y="167722"/>
                  </a:lnTo>
                  <a:lnTo>
                    <a:pt x="311845" y="162928"/>
                  </a:lnTo>
                  <a:lnTo>
                    <a:pt x="339186" y="150782"/>
                  </a:lnTo>
                  <a:lnTo>
                    <a:pt x="363624" y="134617"/>
                  </a:lnTo>
                  <a:lnTo>
                    <a:pt x="384983" y="117766"/>
                  </a:lnTo>
                  <a:lnTo>
                    <a:pt x="420573" y="90744"/>
                  </a:lnTo>
                  <a:lnTo>
                    <a:pt x="453963" y="77192"/>
                  </a:lnTo>
                  <a:lnTo>
                    <a:pt x="490595" y="84374"/>
                  </a:lnTo>
                  <a:lnTo>
                    <a:pt x="535910" y="119556"/>
                  </a:lnTo>
                  <a:lnTo>
                    <a:pt x="586871" y="156588"/>
                  </a:lnTo>
                  <a:lnTo>
                    <a:pt x="632005" y="165451"/>
                  </a:lnTo>
                  <a:lnTo>
                    <a:pt x="671176" y="154711"/>
                  </a:lnTo>
                  <a:lnTo>
                    <a:pt x="704246" y="132938"/>
                  </a:lnTo>
                  <a:lnTo>
                    <a:pt x="748388" y="92446"/>
                  </a:lnTo>
                  <a:lnTo>
                    <a:pt x="765390" y="78569"/>
                  </a:lnTo>
                  <a:lnTo>
                    <a:pt x="782336" y="69037"/>
                  </a:lnTo>
                  <a:lnTo>
                    <a:pt x="799483" y="65819"/>
                  </a:lnTo>
                  <a:lnTo>
                    <a:pt x="815051" y="69010"/>
                  </a:lnTo>
                  <a:lnTo>
                    <a:pt x="832280" y="77754"/>
                  </a:lnTo>
                  <a:lnTo>
                    <a:pt x="851108" y="92015"/>
                  </a:lnTo>
                  <a:lnTo>
                    <a:pt x="871470" y="111755"/>
                  </a:lnTo>
                  <a:lnTo>
                    <a:pt x="897141" y="135255"/>
                  </a:lnTo>
                  <a:lnTo>
                    <a:pt x="922737" y="151037"/>
                  </a:lnTo>
                  <a:lnTo>
                    <a:pt x="948179" y="159060"/>
                  </a:lnTo>
                  <a:lnTo>
                    <a:pt x="973383" y="159283"/>
                  </a:lnTo>
                  <a:lnTo>
                    <a:pt x="983141" y="157229"/>
                  </a:lnTo>
                  <a:lnTo>
                    <a:pt x="992355" y="154092"/>
                  </a:lnTo>
                  <a:lnTo>
                    <a:pt x="1001050" y="149977"/>
                  </a:lnTo>
                  <a:lnTo>
                    <a:pt x="1009246" y="144990"/>
                  </a:lnTo>
                  <a:lnTo>
                    <a:pt x="1009246" y="43873"/>
                  </a:lnTo>
                  <a:lnTo>
                    <a:pt x="999152" y="61655"/>
                  </a:lnTo>
                  <a:lnTo>
                    <a:pt x="988001" y="77881"/>
                  </a:lnTo>
                  <a:lnTo>
                    <a:pt x="976175" y="90115"/>
                  </a:lnTo>
                  <a:lnTo>
                    <a:pt x="964054" y="95923"/>
                  </a:lnTo>
                  <a:lnTo>
                    <a:pt x="954843" y="94950"/>
                  </a:lnTo>
                  <a:lnTo>
                    <a:pt x="943849" y="89799"/>
                  </a:lnTo>
                  <a:lnTo>
                    <a:pt x="931479" y="80708"/>
                  </a:lnTo>
                  <a:lnTo>
                    <a:pt x="887963" y="39390"/>
                  </a:lnTo>
                  <a:lnTo>
                    <a:pt x="858552" y="18939"/>
                  </a:lnTo>
                  <a:lnTo>
                    <a:pt x="829703" y="6447"/>
                  </a:lnTo>
                  <a:lnTo>
                    <a:pt x="801211" y="1800"/>
                  </a:lnTo>
                  <a:lnTo>
                    <a:pt x="766561" y="6719"/>
                  </a:lnTo>
                  <a:lnTo>
                    <a:pt x="736701" y="20797"/>
                  </a:lnTo>
                  <a:lnTo>
                    <a:pt x="710502" y="40526"/>
                  </a:lnTo>
                  <a:lnTo>
                    <a:pt x="686837" y="62396"/>
                  </a:lnTo>
                  <a:lnTo>
                    <a:pt x="658261" y="88315"/>
                  </a:lnTo>
                  <a:lnTo>
                    <a:pt x="634669" y="101135"/>
                  </a:lnTo>
                  <a:lnTo>
                    <a:pt x="610767" y="97570"/>
                  </a:lnTo>
                  <a:lnTo>
                    <a:pt x="581259" y="74332"/>
                  </a:lnTo>
                  <a:lnTo>
                    <a:pt x="529225" y="32890"/>
                  </a:lnTo>
                  <a:lnTo>
                    <a:pt x="482485" y="14762"/>
                  </a:lnTo>
                  <a:lnTo>
                    <a:pt x="440843" y="14584"/>
                  </a:lnTo>
                  <a:lnTo>
                    <a:pt x="404105" y="26992"/>
                  </a:lnTo>
                  <a:lnTo>
                    <a:pt x="372074" y="46619"/>
                  </a:lnTo>
                  <a:lnTo>
                    <a:pt x="344554" y="68102"/>
                  </a:lnTo>
                  <a:lnTo>
                    <a:pt x="313511" y="91636"/>
                  </a:lnTo>
                  <a:lnTo>
                    <a:pt x="290221" y="102812"/>
                  </a:lnTo>
                  <a:lnTo>
                    <a:pt x="270127" y="101452"/>
                  </a:lnTo>
                  <a:lnTo>
                    <a:pt x="248673" y="87379"/>
                  </a:lnTo>
                  <a:lnTo>
                    <a:pt x="192778" y="42978"/>
                  </a:lnTo>
                  <a:lnTo>
                    <a:pt x="145131" y="14326"/>
                  </a:lnTo>
                  <a:lnTo>
                    <a:pt x="103484" y="356"/>
                  </a:lnTo>
                  <a:lnTo>
                    <a:pt x="6558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518381" y="9184275"/>
              <a:ext cx="77463" cy="77463"/>
            </a:xfrm>
            <a:prstGeom prst="rect">
              <a:avLst/>
            </a:prstGeom>
          </p:spPr>
        </p:pic>
        <p:pic>
          <p:nvPicPr>
            <p:cNvPr id="220" name="object 22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726328" y="9433768"/>
              <a:ext cx="77463" cy="77463"/>
            </a:xfrm>
            <a:prstGeom prst="rect">
              <a:avLst/>
            </a:prstGeom>
          </p:spPr>
        </p:pic>
        <p:pic>
          <p:nvPicPr>
            <p:cNvPr id="221" name="object 22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535768" y="9813592"/>
              <a:ext cx="77463" cy="77463"/>
            </a:xfrm>
            <a:prstGeom prst="rect">
              <a:avLst/>
            </a:prstGeom>
          </p:spPr>
        </p:pic>
        <p:sp>
          <p:nvSpPr>
            <p:cNvPr id="222" name="object 222" descr=""/>
            <p:cNvSpPr/>
            <p:nvPr/>
          </p:nvSpPr>
          <p:spPr>
            <a:xfrm>
              <a:off x="6393189" y="9545967"/>
              <a:ext cx="38100" cy="77470"/>
            </a:xfrm>
            <a:custGeom>
              <a:avLst/>
              <a:gdLst/>
              <a:ahLst/>
              <a:cxnLst/>
              <a:rect l="l" t="t" r="r" b="b"/>
              <a:pathLst>
                <a:path w="38100" h="77470">
                  <a:moveTo>
                    <a:pt x="0" y="0"/>
                  </a:moveTo>
                  <a:lnTo>
                    <a:pt x="0" y="77379"/>
                  </a:lnTo>
                  <a:lnTo>
                    <a:pt x="14782" y="74117"/>
                  </a:lnTo>
                  <a:lnTo>
                    <a:pt x="26823" y="65785"/>
                  </a:lnTo>
                  <a:lnTo>
                    <a:pt x="34926" y="53578"/>
                  </a:lnTo>
                  <a:lnTo>
                    <a:pt x="37894" y="38689"/>
                  </a:lnTo>
                  <a:lnTo>
                    <a:pt x="34926" y="23800"/>
                  </a:lnTo>
                  <a:lnTo>
                    <a:pt x="26823" y="11593"/>
                  </a:lnTo>
                  <a:lnTo>
                    <a:pt x="14782" y="3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3" name="object 22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925685" y="9719540"/>
              <a:ext cx="77463" cy="77463"/>
            </a:xfrm>
            <a:prstGeom prst="rect">
              <a:avLst/>
            </a:prstGeom>
          </p:spPr>
        </p:pic>
        <p:pic>
          <p:nvPicPr>
            <p:cNvPr id="224" name="object 22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226324" y="9457828"/>
              <a:ext cx="77463" cy="77463"/>
            </a:xfrm>
            <a:prstGeom prst="rect">
              <a:avLst/>
            </a:prstGeom>
          </p:spPr>
        </p:pic>
        <p:pic>
          <p:nvPicPr>
            <p:cNvPr id="225" name="object 22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934465" y="9209221"/>
              <a:ext cx="77463" cy="77463"/>
            </a:xfrm>
            <a:prstGeom prst="rect">
              <a:avLst/>
            </a:prstGeom>
          </p:spPr>
        </p:pic>
        <p:pic>
          <p:nvPicPr>
            <p:cNvPr id="226" name="object 22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91149" y="9170486"/>
              <a:ext cx="77463" cy="77463"/>
            </a:xfrm>
            <a:prstGeom prst="rect">
              <a:avLst/>
            </a:prstGeom>
          </p:spPr>
        </p:pic>
        <p:pic>
          <p:nvPicPr>
            <p:cNvPr id="227" name="object 22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91149" y="9736123"/>
              <a:ext cx="77463" cy="77463"/>
            </a:xfrm>
            <a:prstGeom prst="rect">
              <a:avLst/>
            </a:prstGeom>
          </p:spPr>
        </p:pic>
      </p:grpSp>
      <p:grpSp>
        <p:nvGrpSpPr>
          <p:cNvPr id="228" name="object 228" descr=""/>
          <p:cNvGrpSpPr/>
          <p:nvPr/>
        </p:nvGrpSpPr>
        <p:grpSpPr>
          <a:xfrm>
            <a:off x="8062591" y="7207843"/>
            <a:ext cx="2528570" cy="2695575"/>
            <a:chOff x="8062591" y="7207843"/>
            <a:chExt cx="2528570" cy="2695575"/>
          </a:xfrm>
        </p:grpSpPr>
        <p:sp>
          <p:nvSpPr>
            <p:cNvPr id="229" name="object 229" descr=""/>
            <p:cNvSpPr/>
            <p:nvPr/>
          </p:nvSpPr>
          <p:spPr>
            <a:xfrm>
              <a:off x="8333854" y="7527156"/>
              <a:ext cx="1933575" cy="1479550"/>
            </a:xfrm>
            <a:custGeom>
              <a:avLst/>
              <a:gdLst/>
              <a:ahLst/>
              <a:cxnLst/>
              <a:rect l="l" t="t" r="r" b="b"/>
              <a:pathLst>
                <a:path w="1933575" h="1479550">
                  <a:moveTo>
                    <a:pt x="1485011" y="352590"/>
                  </a:moveTo>
                  <a:lnTo>
                    <a:pt x="1443443" y="380936"/>
                  </a:lnTo>
                  <a:lnTo>
                    <a:pt x="1409065" y="418338"/>
                  </a:lnTo>
                  <a:lnTo>
                    <a:pt x="1375308" y="457619"/>
                  </a:lnTo>
                  <a:lnTo>
                    <a:pt x="1342313" y="498500"/>
                  </a:lnTo>
                  <a:lnTo>
                    <a:pt x="1310246" y="540727"/>
                  </a:lnTo>
                  <a:lnTo>
                    <a:pt x="1279271" y="584060"/>
                  </a:lnTo>
                  <a:lnTo>
                    <a:pt x="1249540" y="628230"/>
                  </a:lnTo>
                  <a:lnTo>
                    <a:pt x="1221206" y="672960"/>
                  </a:lnTo>
                  <a:lnTo>
                    <a:pt x="1194447" y="718019"/>
                  </a:lnTo>
                  <a:lnTo>
                    <a:pt x="1169403" y="763143"/>
                  </a:lnTo>
                  <a:lnTo>
                    <a:pt x="1146238" y="808062"/>
                  </a:lnTo>
                  <a:lnTo>
                    <a:pt x="1125118" y="852512"/>
                  </a:lnTo>
                  <a:lnTo>
                    <a:pt x="1106195" y="896251"/>
                  </a:lnTo>
                  <a:lnTo>
                    <a:pt x="1089621" y="939025"/>
                  </a:lnTo>
                  <a:lnTo>
                    <a:pt x="1075575" y="980554"/>
                  </a:lnTo>
                  <a:lnTo>
                    <a:pt x="1073797" y="986777"/>
                  </a:lnTo>
                  <a:lnTo>
                    <a:pt x="1073581" y="939546"/>
                  </a:lnTo>
                  <a:lnTo>
                    <a:pt x="1072261" y="880198"/>
                  </a:lnTo>
                  <a:lnTo>
                    <a:pt x="1069797" y="819810"/>
                  </a:lnTo>
                  <a:lnTo>
                    <a:pt x="1066126" y="758545"/>
                  </a:lnTo>
                  <a:lnTo>
                    <a:pt x="1062875" y="716216"/>
                  </a:lnTo>
                  <a:lnTo>
                    <a:pt x="1058811" y="672020"/>
                  </a:lnTo>
                  <a:lnTo>
                    <a:pt x="1053858" y="626224"/>
                  </a:lnTo>
                  <a:lnTo>
                    <a:pt x="1047940" y="579069"/>
                  </a:lnTo>
                  <a:lnTo>
                    <a:pt x="1040980" y="530821"/>
                  </a:lnTo>
                  <a:lnTo>
                    <a:pt x="1032891" y="481723"/>
                  </a:lnTo>
                  <a:lnTo>
                    <a:pt x="1023594" y="432041"/>
                  </a:lnTo>
                  <a:lnTo>
                    <a:pt x="1012990" y="382016"/>
                  </a:lnTo>
                  <a:lnTo>
                    <a:pt x="1001026" y="331901"/>
                  </a:lnTo>
                  <a:lnTo>
                    <a:pt x="987602" y="281952"/>
                  </a:lnTo>
                  <a:lnTo>
                    <a:pt x="972642" y="232435"/>
                  </a:lnTo>
                  <a:lnTo>
                    <a:pt x="956068" y="183578"/>
                  </a:lnTo>
                  <a:lnTo>
                    <a:pt x="937780" y="135661"/>
                  </a:lnTo>
                  <a:lnTo>
                    <a:pt x="917727" y="88925"/>
                  </a:lnTo>
                  <a:lnTo>
                    <a:pt x="895807" y="43611"/>
                  </a:lnTo>
                  <a:lnTo>
                    <a:pt x="871943" y="0"/>
                  </a:lnTo>
                  <a:lnTo>
                    <a:pt x="863574" y="4876"/>
                  </a:lnTo>
                  <a:lnTo>
                    <a:pt x="885266" y="44373"/>
                  </a:lnTo>
                  <a:lnTo>
                    <a:pt x="905522" y="85826"/>
                  </a:lnTo>
                  <a:lnTo>
                    <a:pt x="924407" y="129095"/>
                  </a:lnTo>
                  <a:lnTo>
                    <a:pt x="941933" y="174040"/>
                  </a:lnTo>
                  <a:lnTo>
                    <a:pt x="958138" y="220522"/>
                  </a:lnTo>
                  <a:lnTo>
                    <a:pt x="973048" y="268389"/>
                  </a:lnTo>
                  <a:lnTo>
                    <a:pt x="986713" y="317500"/>
                  </a:lnTo>
                  <a:lnTo>
                    <a:pt x="999134" y="367715"/>
                  </a:lnTo>
                  <a:lnTo>
                    <a:pt x="1010373" y="418896"/>
                  </a:lnTo>
                  <a:lnTo>
                    <a:pt x="1020445" y="470890"/>
                  </a:lnTo>
                  <a:lnTo>
                    <a:pt x="1029385" y="523570"/>
                  </a:lnTo>
                  <a:lnTo>
                    <a:pt x="1037234" y="576783"/>
                  </a:lnTo>
                  <a:lnTo>
                    <a:pt x="1044003" y="630377"/>
                  </a:lnTo>
                  <a:lnTo>
                    <a:pt x="1049743" y="684237"/>
                  </a:lnTo>
                  <a:lnTo>
                    <a:pt x="1054493" y="738200"/>
                  </a:lnTo>
                  <a:lnTo>
                    <a:pt x="1058265" y="792124"/>
                  </a:lnTo>
                  <a:lnTo>
                    <a:pt x="1061097" y="845870"/>
                  </a:lnTo>
                  <a:lnTo>
                    <a:pt x="1063015" y="899299"/>
                  </a:lnTo>
                  <a:lnTo>
                    <a:pt x="1064069" y="952258"/>
                  </a:lnTo>
                  <a:lnTo>
                    <a:pt x="1064285" y="1004620"/>
                  </a:lnTo>
                  <a:lnTo>
                    <a:pt x="1063688" y="1056233"/>
                  </a:lnTo>
                  <a:lnTo>
                    <a:pt x="1062304" y="1106957"/>
                  </a:lnTo>
                  <a:lnTo>
                    <a:pt x="1060183" y="1156639"/>
                  </a:lnTo>
                  <a:lnTo>
                    <a:pt x="1057351" y="1205166"/>
                  </a:lnTo>
                  <a:lnTo>
                    <a:pt x="1053833" y="1252359"/>
                  </a:lnTo>
                  <a:lnTo>
                    <a:pt x="1049655" y="1298092"/>
                  </a:lnTo>
                  <a:lnTo>
                    <a:pt x="1044867" y="1342237"/>
                  </a:lnTo>
                  <a:lnTo>
                    <a:pt x="1039495" y="1384630"/>
                  </a:lnTo>
                  <a:lnTo>
                    <a:pt x="1039431" y="1384985"/>
                  </a:lnTo>
                  <a:lnTo>
                    <a:pt x="1021130" y="1355051"/>
                  </a:lnTo>
                  <a:lnTo>
                    <a:pt x="996835" y="1321943"/>
                  </a:lnTo>
                  <a:lnTo>
                    <a:pt x="970597" y="1292364"/>
                  </a:lnTo>
                  <a:lnTo>
                    <a:pt x="943711" y="1267536"/>
                  </a:lnTo>
                  <a:lnTo>
                    <a:pt x="939622" y="1254760"/>
                  </a:lnTo>
                  <a:lnTo>
                    <a:pt x="922845" y="1206449"/>
                  </a:lnTo>
                  <a:lnTo>
                    <a:pt x="905179" y="1159383"/>
                  </a:lnTo>
                  <a:lnTo>
                    <a:pt x="886587" y="1113497"/>
                  </a:lnTo>
                  <a:lnTo>
                    <a:pt x="867041" y="1068755"/>
                  </a:lnTo>
                  <a:lnTo>
                    <a:pt x="846518" y="1025080"/>
                  </a:lnTo>
                  <a:lnTo>
                    <a:pt x="825004" y="982433"/>
                  </a:lnTo>
                  <a:lnTo>
                    <a:pt x="802462" y="940739"/>
                  </a:lnTo>
                  <a:lnTo>
                    <a:pt x="778865" y="899972"/>
                  </a:lnTo>
                  <a:lnTo>
                    <a:pt x="754202" y="860031"/>
                  </a:lnTo>
                  <a:lnTo>
                    <a:pt x="728446" y="820902"/>
                  </a:lnTo>
                  <a:lnTo>
                    <a:pt x="701560" y="782510"/>
                  </a:lnTo>
                  <a:lnTo>
                    <a:pt x="673798" y="745147"/>
                  </a:lnTo>
                  <a:lnTo>
                    <a:pt x="644817" y="708367"/>
                  </a:lnTo>
                  <a:lnTo>
                    <a:pt x="614603" y="672147"/>
                  </a:lnTo>
                  <a:lnTo>
                    <a:pt x="583145" y="636485"/>
                  </a:lnTo>
                  <a:lnTo>
                    <a:pt x="550430" y="601357"/>
                  </a:lnTo>
                  <a:lnTo>
                    <a:pt x="516458" y="566762"/>
                  </a:lnTo>
                  <a:lnTo>
                    <a:pt x="481190" y="532688"/>
                  </a:lnTo>
                  <a:lnTo>
                    <a:pt x="444627" y="499110"/>
                  </a:lnTo>
                  <a:lnTo>
                    <a:pt x="406755" y="466039"/>
                  </a:lnTo>
                  <a:lnTo>
                    <a:pt x="367563" y="433438"/>
                  </a:lnTo>
                  <a:lnTo>
                    <a:pt x="327037" y="401320"/>
                  </a:lnTo>
                  <a:lnTo>
                    <a:pt x="285165" y="369658"/>
                  </a:lnTo>
                  <a:lnTo>
                    <a:pt x="241922" y="338442"/>
                  </a:lnTo>
                  <a:lnTo>
                    <a:pt x="197294" y="307670"/>
                  </a:lnTo>
                  <a:lnTo>
                    <a:pt x="151295" y="277317"/>
                  </a:lnTo>
                  <a:lnTo>
                    <a:pt x="103873" y="247383"/>
                  </a:lnTo>
                  <a:lnTo>
                    <a:pt x="55041" y="217855"/>
                  </a:lnTo>
                  <a:lnTo>
                    <a:pt x="4787" y="188709"/>
                  </a:lnTo>
                  <a:lnTo>
                    <a:pt x="0" y="197129"/>
                  </a:lnTo>
                  <a:lnTo>
                    <a:pt x="60452" y="232371"/>
                  </a:lnTo>
                  <a:lnTo>
                    <a:pt x="118338" y="267944"/>
                  </a:lnTo>
                  <a:lnTo>
                    <a:pt x="173710" y="303834"/>
                  </a:lnTo>
                  <a:lnTo>
                    <a:pt x="226631" y="340017"/>
                  </a:lnTo>
                  <a:lnTo>
                    <a:pt x="277177" y="376478"/>
                  </a:lnTo>
                  <a:lnTo>
                    <a:pt x="325412" y="413207"/>
                  </a:lnTo>
                  <a:lnTo>
                    <a:pt x="371373" y="450151"/>
                  </a:lnTo>
                  <a:lnTo>
                    <a:pt x="415150" y="487324"/>
                  </a:lnTo>
                  <a:lnTo>
                    <a:pt x="456806" y="524687"/>
                  </a:lnTo>
                  <a:lnTo>
                    <a:pt x="496379" y="562229"/>
                  </a:lnTo>
                  <a:lnTo>
                    <a:pt x="533958" y="599922"/>
                  </a:lnTo>
                  <a:lnTo>
                    <a:pt x="569582" y="637755"/>
                  </a:lnTo>
                  <a:lnTo>
                    <a:pt x="603326" y="675703"/>
                  </a:lnTo>
                  <a:lnTo>
                    <a:pt x="635266" y="713752"/>
                  </a:lnTo>
                  <a:lnTo>
                    <a:pt x="665441" y="751865"/>
                  </a:lnTo>
                  <a:lnTo>
                    <a:pt x="693928" y="790041"/>
                  </a:lnTo>
                  <a:lnTo>
                    <a:pt x="720775" y="828255"/>
                  </a:lnTo>
                  <a:lnTo>
                    <a:pt x="746074" y="866470"/>
                  </a:lnTo>
                  <a:lnTo>
                    <a:pt x="769861" y="904697"/>
                  </a:lnTo>
                  <a:lnTo>
                    <a:pt x="792200" y="942886"/>
                  </a:lnTo>
                  <a:lnTo>
                    <a:pt x="813168" y="981036"/>
                  </a:lnTo>
                  <a:lnTo>
                    <a:pt x="832815" y="1019124"/>
                  </a:lnTo>
                  <a:lnTo>
                    <a:pt x="851204" y="1057135"/>
                  </a:lnTo>
                  <a:lnTo>
                    <a:pt x="868413" y="1095032"/>
                  </a:lnTo>
                  <a:lnTo>
                    <a:pt x="884491" y="1132801"/>
                  </a:lnTo>
                  <a:lnTo>
                    <a:pt x="899502" y="1170432"/>
                  </a:lnTo>
                  <a:lnTo>
                    <a:pt x="913511" y="1207897"/>
                  </a:lnTo>
                  <a:lnTo>
                    <a:pt x="926579" y="1245171"/>
                  </a:lnTo>
                  <a:lnTo>
                    <a:pt x="930643" y="1257554"/>
                  </a:lnTo>
                  <a:lnTo>
                    <a:pt x="912037" y="1243672"/>
                  </a:lnTo>
                  <a:lnTo>
                    <a:pt x="879589" y="1224534"/>
                  </a:lnTo>
                  <a:lnTo>
                    <a:pt x="808037" y="1196555"/>
                  </a:lnTo>
                  <a:lnTo>
                    <a:pt x="768807" y="1187665"/>
                  </a:lnTo>
                  <a:lnTo>
                    <a:pt x="727176" y="1182154"/>
                  </a:lnTo>
                  <a:lnTo>
                    <a:pt x="683094" y="1179982"/>
                  </a:lnTo>
                  <a:lnTo>
                    <a:pt x="636498" y="1181150"/>
                  </a:lnTo>
                  <a:lnTo>
                    <a:pt x="587298" y="1185633"/>
                  </a:lnTo>
                  <a:lnTo>
                    <a:pt x="535457" y="1193406"/>
                  </a:lnTo>
                  <a:lnTo>
                    <a:pt x="480898" y="1204429"/>
                  </a:lnTo>
                  <a:lnTo>
                    <a:pt x="423557" y="1218717"/>
                  </a:lnTo>
                  <a:lnTo>
                    <a:pt x="363372" y="1236218"/>
                  </a:lnTo>
                  <a:lnTo>
                    <a:pt x="366242" y="1245463"/>
                  </a:lnTo>
                  <a:lnTo>
                    <a:pt x="428117" y="1227518"/>
                  </a:lnTo>
                  <a:lnTo>
                    <a:pt x="486803" y="1213053"/>
                  </a:lnTo>
                  <a:lnTo>
                    <a:pt x="542391" y="1202042"/>
                  </a:lnTo>
                  <a:lnTo>
                    <a:pt x="594944" y="1194498"/>
                  </a:lnTo>
                  <a:lnTo>
                    <a:pt x="644525" y="1190409"/>
                  </a:lnTo>
                  <a:lnTo>
                    <a:pt x="691210" y="1189774"/>
                  </a:lnTo>
                  <a:lnTo>
                    <a:pt x="735063" y="1192568"/>
                  </a:lnTo>
                  <a:lnTo>
                    <a:pt x="776160" y="1198816"/>
                  </a:lnTo>
                  <a:lnTo>
                    <a:pt x="814552" y="1208481"/>
                  </a:lnTo>
                  <a:lnTo>
                    <a:pt x="856869" y="1224419"/>
                  </a:lnTo>
                  <a:lnTo>
                    <a:pt x="896239" y="1245349"/>
                  </a:lnTo>
                  <a:lnTo>
                    <a:pt x="932738" y="1271333"/>
                  </a:lnTo>
                  <a:lnTo>
                    <a:pt x="950150" y="1319098"/>
                  </a:lnTo>
                  <a:lnTo>
                    <a:pt x="960780" y="1355699"/>
                  </a:lnTo>
                  <a:lnTo>
                    <a:pt x="980033" y="1428089"/>
                  </a:lnTo>
                  <a:lnTo>
                    <a:pt x="988783" y="1463840"/>
                  </a:lnTo>
                  <a:lnTo>
                    <a:pt x="998194" y="1461604"/>
                  </a:lnTo>
                  <a:lnTo>
                    <a:pt x="984770" y="1407744"/>
                  </a:lnTo>
                  <a:lnTo>
                    <a:pt x="970559" y="1355356"/>
                  </a:lnTo>
                  <a:lnTo>
                    <a:pt x="955509" y="1304378"/>
                  </a:lnTo>
                  <a:lnTo>
                    <a:pt x="950048" y="1287335"/>
                  </a:lnTo>
                  <a:lnTo>
                    <a:pt x="966406" y="1302448"/>
                  </a:lnTo>
                  <a:lnTo>
                    <a:pt x="997318" y="1338745"/>
                  </a:lnTo>
                  <a:lnTo>
                    <a:pt x="1025525" y="1380274"/>
                  </a:lnTo>
                  <a:lnTo>
                    <a:pt x="1037043" y="1401394"/>
                  </a:lnTo>
                  <a:lnTo>
                    <a:pt x="1033576" y="1425130"/>
                  </a:lnTo>
                  <a:lnTo>
                    <a:pt x="1027125" y="1463611"/>
                  </a:lnTo>
                  <a:lnTo>
                    <a:pt x="1036662" y="1465313"/>
                  </a:lnTo>
                  <a:lnTo>
                    <a:pt x="1042441" y="1430807"/>
                  </a:lnTo>
                  <a:lnTo>
                    <a:pt x="1044689" y="1415427"/>
                  </a:lnTo>
                  <a:lnTo>
                    <a:pt x="1051077" y="1427111"/>
                  </a:lnTo>
                  <a:lnTo>
                    <a:pt x="1074039" y="1479296"/>
                  </a:lnTo>
                  <a:lnTo>
                    <a:pt x="1083043" y="1475740"/>
                  </a:lnTo>
                  <a:lnTo>
                    <a:pt x="1064171" y="1431937"/>
                  </a:lnTo>
                  <a:lnTo>
                    <a:pt x="1047140" y="1398714"/>
                  </a:lnTo>
                  <a:lnTo>
                    <a:pt x="1047978" y="1393037"/>
                  </a:lnTo>
                  <a:lnTo>
                    <a:pt x="1053185" y="1352207"/>
                  </a:lnTo>
                  <a:lnTo>
                    <a:pt x="1057998" y="1308531"/>
                  </a:lnTo>
                  <a:lnTo>
                    <a:pt x="1062329" y="1262189"/>
                  </a:lnTo>
                  <a:lnTo>
                    <a:pt x="1066088" y="1213383"/>
                  </a:lnTo>
                  <a:lnTo>
                    <a:pt x="1069200" y="1162329"/>
                  </a:lnTo>
                  <a:lnTo>
                    <a:pt x="1071587" y="1109218"/>
                  </a:lnTo>
                  <a:lnTo>
                    <a:pt x="1073175" y="1054252"/>
                  </a:lnTo>
                  <a:lnTo>
                    <a:pt x="1073543" y="1022972"/>
                  </a:lnTo>
                  <a:lnTo>
                    <a:pt x="1084872" y="983221"/>
                  </a:lnTo>
                  <a:lnTo>
                    <a:pt x="1098829" y="941997"/>
                  </a:lnTo>
                  <a:lnTo>
                    <a:pt x="1115275" y="899541"/>
                  </a:lnTo>
                  <a:lnTo>
                    <a:pt x="1134084" y="856107"/>
                  </a:lnTo>
                  <a:lnTo>
                    <a:pt x="1155065" y="811949"/>
                  </a:lnTo>
                  <a:lnTo>
                    <a:pt x="1178077" y="767346"/>
                  </a:lnTo>
                  <a:lnTo>
                    <a:pt x="1202956" y="722541"/>
                  </a:lnTo>
                  <a:lnTo>
                    <a:pt x="1229550" y="677786"/>
                  </a:lnTo>
                  <a:lnTo>
                    <a:pt x="1257706" y="633336"/>
                  </a:lnTo>
                  <a:lnTo>
                    <a:pt x="1287246" y="589470"/>
                  </a:lnTo>
                  <a:lnTo>
                    <a:pt x="1318031" y="546430"/>
                  </a:lnTo>
                  <a:lnTo>
                    <a:pt x="1349895" y="504469"/>
                  </a:lnTo>
                  <a:lnTo>
                    <a:pt x="1382687" y="463842"/>
                  </a:lnTo>
                  <a:lnTo>
                    <a:pt x="1416240" y="424815"/>
                  </a:lnTo>
                  <a:lnTo>
                    <a:pt x="1450403" y="387654"/>
                  </a:lnTo>
                  <a:lnTo>
                    <a:pt x="1485011" y="352590"/>
                  </a:lnTo>
                  <a:close/>
                </a:path>
                <a:path w="1933575" h="1479550">
                  <a:moveTo>
                    <a:pt x="1933409" y="1103528"/>
                  </a:moveTo>
                  <a:lnTo>
                    <a:pt x="1896110" y="1083373"/>
                  </a:lnTo>
                  <a:lnTo>
                    <a:pt x="1855000" y="1064679"/>
                  </a:lnTo>
                  <a:lnTo>
                    <a:pt x="1810575" y="1048016"/>
                  </a:lnTo>
                  <a:lnTo>
                    <a:pt x="1763318" y="1033919"/>
                  </a:lnTo>
                  <a:lnTo>
                    <a:pt x="1713750" y="1022997"/>
                  </a:lnTo>
                  <a:lnTo>
                    <a:pt x="1662328" y="1015784"/>
                  </a:lnTo>
                  <a:lnTo>
                    <a:pt x="1609572" y="1012850"/>
                  </a:lnTo>
                  <a:lnTo>
                    <a:pt x="1555978" y="1014768"/>
                  </a:lnTo>
                  <a:lnTo>
                    <a:pt x="1502016" y="1022096"/>
                  </a:lnTo>
                  <a:lnTo>
                    <a:pt x="1448193" y="1035405"/>
                  </a:lnTo>
                  <a:lnTo>
                    <a:pt x="1404188" y="1051267"/>
                  </a:lnTo>
                  <a:lnTo>
                    <a:pt x="1362049" y="1071194"/>
                  </a:lnTo>
                  <a:lnTo>
                    <a:pt x="1321803" y="1095171"/>
                  </a:lnTo>
                  <a:lnTo>
                    <a:pt x="1283449" y="1123175"/>
                  </a:lnTo>
                  <a:lnTo>
                    <a:pt x="1247025" y="1155179"/>
                  </a:lnTo>
                  <a:lnTo>
                    <a:pt x="1212557" y="1191171"/>
                  </a:lnTo>
                  <a:lnTo>
                    <a:pt x="1180045" y="1231138"/>
                  </a:lnTo>
                  <a:lnTo>
                    <a:pt x="1149527" y="1275067"/>
                  </a:lnTo>
                  <a:lnTo>
                    <a:pt x="1121003" y="1322908"/>
                  </a:lnTo>
                  <a:lnTo>
                    <a:pt x="1094511" y="1374673"/>
                  </a:lnTo>
                  <a:lnTo>
                    <a:pt x="1103261" y="1378813"/>
                  </a:lnTo>
                  <a:lnTo>
                    <a:pt x="1129360" y="1327797"/>
                  </a:lnTo>
                  <a:lnTo>
                    <a:pt x="1157452" y="1280642"/>
                  </a:lnTo>
                  <a:lnTo>
                    <a:pt x="1187500" y="1237361"/>
                  </a:lnTo>
                  <a:lnTo>
                    <a:pt x="1219479" y="1197978"/>
                  </a:lnTo>
                  <a:lnTo>
                    <a:pt x="1253388" y="1162519"/>
                  </a:lnTo>
                  <a:lnTo>
                    <a:pt x="1289189" y="1130998"/>
                  </a:lnTo>
                  <a:lnTo>
                    <a:pt x="1326883" y="1103439"/>
                  </a:lnTo>
                  <a:lnTo>
                    <a:pt x="1366431" y="1079842"/>
                  </a:lnTo>
                  <a:lnTo>
                    <a:pt x="1407820" y="1060246"/>
                  </a:lnTo>
                  <a:lnTo>
                    <a:pt x="1451038" y="1044663"/>
                  </a:lnTo>
                  <a:lnTo>
                    <a:pt x="1503959" y="1031582"/>
                  </a:lnTo>
                  <a:lnTo>
                    <a:pt x="1557032" y="1024382"/>
                  </a:lnTo>
                  <a:lnTo>
                    <a:pt x="1609763" y="1022515"/>
                  </a:lnTo>
                  <a:lnTo>
                    <a:pt x="1661668" y="1025410"/>
                  </a:lnTo>
                  <a:lnTo>
                    <a:pt x="1712264" y="1032535"/>
                  </a:lnTo>
                  <a:lnTo>
                    <a:pt x="1761058" y="1043317"/>
                  </a:lnTo>
                  <a:lnTo>
                    <a:pt x="1807565" y="1057198"/>
                  </a:lnTo>
                  <a:lnTo>
                    <a:pt x="1851304" y="1073619"/>
                  </a:lnTo>
                  <a:lnTo>
                    <a:pt x="1891779" y="1092034"/>
                  </a:lnTo>
                  <a:lnTo>
                    <a:pt x="1928507" y="1111872"/>
                  </a:lnTo>
                  <a:lnTo>
                    <a:pt x="1933409" y="1103528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0" name="object 23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062591" y="7528200"/>
              <a:ext cx="291017" cy="201805"/>
            </a:xfrm>
            <a:prstGeom prst="rect">
              <a:avLst/>
            </a:prstGeom>
          </p:spPr>
        </p:pic>
        <p:pic>
          <p:nvPicPr>
            <p:cNvPr id="231" name="object 23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112517" y="7512944"/>
              <a:ext cx="463382" cy="357832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266449" y="7909664"/>
              <a:ext cx="378417" cy="80544"/>
            </a:xfrm>
            <a:prstGeom prst="rect">
              <a:avLst/>
            </a:prstGeom>
          </p:spPr>
        </p:pic>
        <p:pic>
          <p:nvPicPr>
            <p:cNvPr id="233" name="object 23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672783" y="7629097"/>
              <a:ext cx="99202" cy="387401"/>
            </a:xfrm>
            <a:prstGeom prst="rect">
              <a:avLst/>
            </a:prstGeom>
          </p:spPr>
        </p:pic>
        <p:pic>
          <p:nvPicPr>
            <p:cNvPr id="234" name="object 23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492075" y="7720079"/>
              <a:ext cx="474045" cy="499471"/>
            </a:xfrm>
            <a:prstGeom prst="rect">
              <a:avLst/>
            </a:prstGeom>
          </p:spPr>
        </p:pic>
        <p:pic>
          <p:nvPicPr>
            <p:cNvPr id="235" name="object 23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595119" y="7944229"/>
              <a:ext cx="546162" cy="473818"/>
            </a:xfrm>
            <a:prstGeom prst="rect">
              <a:avLst/>
            </a:prstGeom>
          </p:spPr>
        </p:pic>
        <p:pic>
          <p:nvPicPr>
            <p:cNvPr id="236" name="object 23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753219" y="8274994"/>
              <a:ext cx="514198" cy="449368"/>
            </a:xfrm>
            <a:prstGeom prst="rect">
              <a:avLst/>
            </a:prstGeom>
          </p:spPr>
        </p:pic>
        <p:pic>
          <p:nvPicPr>
            <p:cNvPr id="237" name="object 23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406518" y="8676814"/>
              <a:ext cx="785808" cy="316754"/>
            </a:xfrm>
            <a:prstGeom prst="rect">
              <a:avLst/>
            </a:prstGeom>
          </p:spPr>
        </p:pic>
        <p:pic>
          <p:nvPicPr>
            <p:cNvPr id="238" name="object 238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988971" y="7207843"/>
              <a:ext cx="338377" cy="644367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117942" y="7537906"/>
              <a:ext cx="991561" cy="1323069"/>
            </a:xfrm>
            <a:prstGeom prst="rect">
              <a:avLst/>
            </a:prstGeom>
          </p:spPr>
        </p:pic>
        <p:pic>
          <p:nvPicPr>
            <p:cNvPr id="240" name="object 240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904157" y="8396330"/>
              <a:ext cx="1686556" cy="1506666"/>
            </a:xfrm>
            <a:prstGeom prst="rect">
              <a:avLst/>
            </a:prstGeom>
          </p:spPr>
        </p:pic>
        <p:sp>
          <p:nvSpPr>
            <p:cNvPr id="241" name="object 241" descr=""/>
            <p:cNvSpPr/>
            <p:nvPr/>
          </p:nvSpPr>
          <p:spPr>
            <a:xfrm>
              <a:off x="8904157" y="8955724"/>
              <a:ext cx="1009650" cy="168275"/>
            </a:xfrm>
            <a:custGeom>
              <a:avLst/>
              <a:gdLst/>
              <a:ahLst/>
              <a:cxnLst/>
              <a:rect l="l" t="t" r="r" b="b"/>
              <a:pathLst>
                <a:path w="1009650" h="168275">
                  <a:moveTo>
                    <a:pt x="65589" y="0"/>
                  </a:moveTo>
                  <a:lnTo>
                    <a:pt x="47646" y="4630"/>
                  </a:lnTo>
                  <a:lnTo>
                    <a:pt x="30855" y="12240"/>
                  </a:lnTo>
                  <a:lnTo>
                    <a:pt x="15033" y="22646"/>
                  </a:lnTo>
                  <a:lnTo>
                    <a:pt x="0" y="35663"/>
                  </a:lnTo>
                  <a:lnTo>
                    <a:pt x="0" y="141922"/>
                  </a:lnTo>
                  <a:lnTo>
                    <a:pt x="21945" y="108461"/>
                  </a:lnTo>
                  <a:lnTo>
                    <a:pt x="41505" y="84651"/>
                  </a:lnTo>
                  <a:lnTo>
                    <a:pt x="59327" y="69794"/>
                  </a:lnTo>
                  <a:lnTo>
                    <a:pt x="76060" y="63191"/>
                  </a:lnTo>
                  <a:lnTo>
                    <a:pt x="98964" y="65065"/>
                  </a:lnTo>
                  <a:lnTo>
                    <a:pt x="128024" y="77574"/>
                  </a:lnTo>
                  <a:lnTo>
                    <a:pt x="163772" y="101041"/>
                  </a:lnTo>
                  <a:lnTo>
                    <a:pt x="206737" y="135786"/>
                  </a:lnTo>
                  <a:lnTo>
                    <a:pt x="226555" y="150596"/>
                  </a:lnTo>
                  <a:lnTo>
                    <a:pt x="245688" y="160483"/>
                  </a:lnTo>
                  <a:lnTo>
                    <a:pt x="264107" y="166005"/>
                  </a:lnTo>
                  <a:lnTo>
                    <a:pt x="281781" y="167722"/>
                  </a:lnTo>
                  <a:lnTo>
                    <a:pt x="311845" y="162928"/>
                  </a:lnTo>
                  <a:lnTo>
                    <a:pt x="339186" y="150782"/>
                  </a:lnTo>
                  <a:lnTo>
                    <a:pt x="363624" y="134617"/>
                  </a:lnTo>
                  <a:lnTo>
                    <a:pt x="384983" y="117766"/>
                  </a:lnTo>
                  <a:lnTo>
                    <a:pt x="420573" y="90744"/>
                  </a:lnTo>
                  <a:lnTo>
                    <a:pt x="453963" y="77192"/>
                  </a:lnTo>
                  <a:lnTo>
                    <a:pt x="490595" y="84374"/>
                  </a:lnTo>
                  <a:lnTo>
                    <a:pt x="535910" y="119556"/>
                  </a:lnTo>
                  <a:lnTo>
                    <a:pt x="586871" y="156588"/>
                  </a:lnTo>
                  <a:lnTo>
                    <a:pt x="632005" y="165451"/>
                  </a:lnTo>
                  <a:lnTo>
                    <a:pt x="671176" y="154711"/>
                  </a:lnTo>
                  <a:lnTo>
                    <a:pt x="704246" y="132938"/>
                  </a:lnTo>
                  <a:lnTo>
                    <a:pt x="748388" y="92446"/>
                  </a:lnTo>
                  <a:lnTo>
                    <a:pt x="765390" y="78569"/>
                  </a:lnTo>
                  <a:lnTo>
                    <a:pt x="782336" y="69037"/>
                  </a:lnTo>
                  <a:lnTo>
                    <a:pt x="799483" y="65819"/>
                  </a:lnTo>
                  <a:lnTo>
                    <a:pt x="815051" y="69010"/>
                  </a:lnTo>
                  <a:lnTo>
                    <a:pt x="832280" y="77754"/>
                  </a:lnTo>
                  <a:lnTo>
                    <a:pt x="851108" y="92015"/>
                  </a:lnTo>
                  <a:lnTo>
                    <a:pt x="871470" y="111755"/>
                  </a:lnTo>
                  <a:lnTo>
                    <a:pt x="897141" y="135255"/>
                  </a:lnTo>
                  <a:lnTo>
                    <a:pt x="922737" y="151037"/>
                  </a:lnTo>
                  <a:lnTo>
                    <a:pt x="948179" y="159060"/>
                  </a:lnTo>
                  <a:lnTo>
                    <a:pt x="973383" y="159283"/>
                  </a:lnTo>
                  <a:lnTo>
                    <a:pt x="983141" y="157229"/>
                  </a:lnTo>
                  <a:lnTo>
                    <a:pt x="992355" y="154092"/>
                  </a:lnTo>
                  <a:lnTo>
                    <a:pt x="1001050" y="149977"/>
                  </a:lnTo>
                  <a:lnTo>
                    <a:pt x="1009246" y="144990"/>
                  </a:lnTo>
                  <a:lnTo>
                    <a:pt x="1009246" y="43873"/>
                  </a:lnTo>
                  <a:lnTo>
                    <a:pt x="999152" y="61655"/>
                  </a:lnTo>
                  <a:lnTo>
                    <a:pt x="988001" y="77881"/>
                  </a:lnTo>
                  <a:lnTo>
                    <a:pt x="976175" y="90115"/>
                  </a:lnTo>
                  <a:lnTo>
                    <a:pt x="964054" y="95923"/>
                  </a:lnTo>
                  <a:lnTo>
                    <a:pt x="954843" y="94950"/>
                  </a:lnTo>
                  <a:lnTo>
                    <a:pt x="943849" y="89799"/>
                  </a:lnTo>
                  <a:lnTo>
                    <a:pt x="931479" y="80708"/>
                  </a:lnTo>
                  <a:lnTo>
                    <a:pt x="887963" y="39390"/>
                  </a:lnTo>
                  <a:lnTo>
                    <a:pt x="858552" y="18939"/>
                  </a:lnTo>
                  <a:lnTo>
                    <a:pt x="829703" y="6447"/>
                  </a:lnTo>
                  <a:lnTo>
                    <a:pt x="801211" y="1800"/>
                  </a:lnTo>
                  <a:lnTo>
                    <a:pt x="766561" y="6719"/>
                  </a:lnTo>
                  <a:lnTo>
                    <a:pt x="736701" y="20797"/>
                  </a:lnTo>
                  <a:lnTo>
                    <a:pt x="710502" y="40526"/>
                  </a:lnTo>
                  <a:lnTo>
                    <a:pt x="686837" y="62396"/>
                  </a:lnTo>
                  <a:lnTo>
                    <a:pt x="658261" y="88315"/>
                  </a:lnTo>
                  <a:lnTo>
                    <a:pt x="634669" y="101135"/>
                  </a:lnTo>
                  <a:lnTo>
                    <a:pt x="610767" y="97570"/>
                  </a:lnTo>
                  <a:lnTo>
                    <a:pt x="581259" y="74332"/>
                  </a:lnTo>
                  <a:lnTo>
                    <a:pt x="529224" y="32890"/>
                  </a:lnTo>
                  <a:lnTo>
                    <a:pt x="482482" y="14762"/>
                  </a:lnTo>
                  <a:lnTo>
                    <a:pt x="440839" y="14584"/>
                  </a:lnTo>
                  <a:lnTo>
                    <a:pt x="404100" y="26992"/>
                  </a:lnTo>
                  <a:lnTo>
                    <a:pt x="372070" y="46619"/>
                  </a:lnTo>
                  <a:lnTo>
                    <a:pt x="344554" y="68102"/>
                  </a:lnTo>
                  <a:lnTo>
                    <a:pt x="313511" y="91636"/>
                  </a:lnTo>
                  <a:lnTo>
                    <a:pt x="290221" y="102812"/>
                  </a:lnTo>
                  <a:lnTo>
                    <a:pt x="270127" y="101452"/>
                  </a:lnTo>
                  <a:lnTo>
                    <a:pt x="248673" y="87379"/>
                  </a:lnTo>
                  <a:lnTo>
                    <a:pt x="192778" y="42978"/>
                  </a:lnTo>
                  <a:lnTo>
                    <a:pt x="145131" y="14326"/>
                  </a:lnTo>
                  <a:lnTo>
                    <a:pt x="103484" y="356"/>
                  </a:lnTo>
                  <a:lnTo>
                    <a:pt x="65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029351" y="9184275"/>
              <a:ext cx="77463" cy="77463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237298" y="9433768"/>
              <a:ext cx="77463" cy="77463"/>
            </a:xfrm>
            <a:prstGeom prst="rect">
              <a:avLst/>
            </a:prstGeom>
          </p:spPr>
        </p:pic>
        <p:pic>
          <p:nvPicPr>
            <p:cNvPr id="244" name="object 244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046738" y="9813592"/>
              <a:ext cx="77463" cy="77463"/>
            </a:xfrm>
            <a:prstGeom prst="rect">
              <a:avLst/>
            </a:prstGeom>
          </p:spPr>
        </p:pic>
        <p:sp>
          <p:nvSpPr>
            <p:cNvPr id="245" name="object 245" descr=""/>
            <p:cNvSpPr/>
            <p:nvPr/>
          </p:nvSpPr>
          <p:spPr>
            <a:xfrm>
              <a:off x="8904159" y="9545967"/>
              <a:ext cx="38100" cy="77470"/>
            </a:xfrm>
            <a:custGeom>
              <a:avLst/>
              <a:gdLst/>
              <a:ahLst/>
              <a:cxnLst/>
              <a:rect l="l" t="t" r="r" b="b"/>
              <a:pathLst>
                <a:path w="38100" h="77470">
                  <a:moveTo>
                    <a:pt x="0" y="0"/>
                  </a:moveTo>
                  <a:lnTo>
                    <a:pt x="0" y="77379"/>
                  </a:lnTo>
                  <a:lnTo>
                    <a:pt x="14782" y="74117"/>
                  </a:lnTo>
                  <a:lnTo>
                    <a:pt x="26823" y="65785"/>
                  </a:lnTo>
                  <a:lnTo>
                    <a:pt x="34926" y="53578"/>
                  </a:lnTo>
                  <a:lnTo>
                    <a:pt x="37894" y="38689"/>
                  </a:lnTo>
                  <a:lnTo>
                    <a:pt x="34926" y="23800"/>
                  </a:lnTo>
                  <a:lnTo>
                    <a:pt x="26823" y="11593"/>
                  </a:lnTo>
                  <a:lnTo>
                    <a:pt x="14782" y="3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6" name="object 246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436654" y="9719540"/>
              <a:ext cx="77463" cy="77463"/>
            </a:xfrm>
            <a:prstGeom prst="rect">
              <a:avLst/>
            </a:prstGeom>
          </p:spPr>
        </p:pic>
        <p:pic>
          <p:nvPicPr>
            <p:cNvPr id="247" name="object 247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737294" y="9457828"/>
              <a:ext cx="77463" cy="77463"/>
            </a:xfrm>
            <a:prstGeom prst="rect">
              <a:avLst/>
            </a:prstGeom>
          </p:spPr>
        </p:pic>
        <p:pic>
          <p:nvPicPr>
            <p:cNvPr id="248" name="object 24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445435" y="9209221"/>
              <a:ext cx="77463" cy="77463"/>
            </a:xfrm>
            <a:prstGeom prst="rect">
              <a:avLst/>
            </a:prstGeom>
          </p:spPr>
        </p:pic>
        <p:pic>
          <p:nvPicPr>
            <p:cNvPr id="249" name="object 249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802118" y="9170486"/>
              <a:ext cx="77463" cy="77463"/>
            </a:xfrm>
            <a:prstGeom prst="rect">
              <a:avLst/>
            </a:prstGeom>
          </p:spPr>
        </p:pic>
        <p:pic>
          <p:nvPicPr>
            <p:cNvPr id="250" name="object 25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802118" y="9736123"/>
              <a:ext cx="77463" cy="77463"/>
            </a:xfrm>
            <a:prstGeom prst="rect">
              <a:avLst/>
            </a:prstGeom>
          </p:spPr>
        </p:pic>
      </p:grpSp>
      <p:grpSp>
        <p:nvGrpSpPr>
          <p:cNvPr id="251" name="object 251" descr=""/>
          <p:cNvGrpSpPr/>
          <p:nvPr/>
        </p:nvGrpSpPr>
        <p:grpSpPr>
          <a:xfrm>
            <a:off x="18093325" y="8308282"/>
            <a:ext cx="747395" cy="1072515"/>
            <a:chOff x="18093325" y="8308282"/>
            <a:chExt cx="747395" cy="1072515"/>
          </a:xfrm>
        </p:grpSpPr>
        <p:sp>
          <p:nvSpPr>
            <p:cNvPr id="252" name="object 252" descr=""/>
            <p:cNvSpPr/>
            <p:nvPr/>
          </p:nvSpPr>
          <p:spPr>
            <a:xfrm>
              <a:off x="18207840" y="8308282"/>
              <a:ext cx="633095" cy="727710"/>
            </a:xfrm>
            <a:custGeom>
              <a:avLst/>
              <a:gdLst/>
              <a:ahLst/>
              <a:cxnLst/>
              <a:rect l="l" t="t" r="r" b="b"/>
              <a:pathLst>
                <a:path w="633094" h="727709">
                  <a:moveTo>
                    <a:pt x="632856" y="0"/>
                  </a:moveTo>
                  <a:lnTo>
                    <a:pt x="554186" y="20293"/>
                  </a:lnTo>
                  <a:lnTo>
                    <a:pt x="375324" y="79832"/>
                  </a:lnTo>
                  <a:lnTo>
                    <a:pt x="181998" y="176607"/>
                  </a:lnTo>
                  <a:lnTo>
                    <a:pt x="59931" y="308608"/>
                  </a:lnTo>
                  <a:lnTo>
                    <a:pt x="16276" y="426859"/>
                  </a:lnTo>
                  <a:lnTo>
                    <a:pt x="0" y="509903"/>
                  </a:lnTo>
                  <a:lnTo>
                    <a:pt x="9550" y="597003"/>
                  </a:lnTo>
                  <a:lnTo>
                    <a:pt x="43376" y="727422"/>
                  </a:lnTo>
                  <a:lnTo>
                    <a:pt x="84607" y="719043"/>
                  </a:lnTo>
                  <a:lnTo>
                    <a:pt x="185063" y="690535"/>
                  </a:lnTo>
                  <a:lnTo>
                    <a:pt x="309896" y="636843"/>
                  </a:lnTo>
                  <a:lnTo>
                    <a:pt x="424255" y="552915"/>
                  </a:lnTo>
                  <a:lnTo>
                    <a:pt x="500649" y="468738"/>
                  </a:lnTo>
                  <a:lnTo>
                    <a:pt x="547843" y="383083"/>
                  </a:lnTo>
                  <a:lnTo>
                    <a:pt x="585393" y="244116"/>
                  </a:lnTo>
                  <a:lnTo>
                    <a:pt x="63285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8234172" y="8516597"/>
              <a:ext cx="398780" cy="498475"/>
            </a:xfrm>
            <a:custGeom>
              <a:avLst/>
              <a:gdLst/>
              <a:ahLst/>
              <a:cxnLst/>
              <a:rect l="l" t="t" r="r" b="b"/>
              <a:pathLst>
                <a:path w="398780" h="498475">
                  <a:moveTo>
                    <a:pt x="398180" y="0"/>
                  </a:moveTo>
                  <a:lnTo>
                    <a:pt x="348683" y="19106"/>
                  </a:lnTo>
                  <a:lnTo>
                    <a:pt x="236148" y="70513"/>
                  </a:lnTo>
                  <a:lnTo>
                    <a:pt x="114512" y="145350"/>
                  </a:lnTo>
                  <a:lnTo>
                    <a:pt x="37709" y="234746"/>
                  </a:lnTo>
                  <a:lnTo>
                    <a:pt x="10241" y="309147"/>
                  </a:lnTo>
                  <a:lnTo>
                    <a:pt x="0" y="361397"/>
                  </a:lnTo>
                  <a:lnTo>
                    <a:pt x="6008" y="416199"/>
                  </a:lnTo>
                  <a:lnTo>
                    <a:pt x="27291" y="498257"/>
                  </a:lnTo>
                  <a:lnTo>
                    <a:pt x="53231" y="492984"/>
                  </a:lnTo>
                  <a:lnTo>
                    <a:pt x="116436" y="475045"/>
                  </a:lnTo>
                  <a:lnTo>
                    <a:pt x="194980" y="441263"/>
                  </a:lnTo>
                  <a:lnTo>
                    <a:pt x="266938" y="388459"/>
                  </a:lnTo>
                  <a:lnTo>
                    <a:pt x="315000" y="334858"/>
                  </a:lnTo>
                  <a:lnTo>
                    <a:pt x="344692" y="276526"/>
                  </a:lnTo>
                  <a:lnTo>
                    <a:pt x="368317" y="177046"/>
                  </a:lnTo>
                  <a:lnTo>
                    <a:pt x="39818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8095942" y="8391167"/>
              <a:ext cx="668655" cy="986790"/>
            </a:xfrm>
            <a:custGeom>
              <a:avLst/>
              <a:gdLst/>
              <a:ahLst/>
              <a:cxnLst/>
              <a:rect l="l" t="t" r="r" b="b"/>
              <a:pathLst>
                <a:path w="668655" h="986790">
                  <a:moveTo>
                    <a:pt x="0" y="986503"/>
                  </a:moveTo>
                  <a:lnTo>
                    <a:pt x="17299" y="939392"/>
                  </a:lnTo>
                  <a:lnTo>
                    <a:pt x="35607" y="892667"/>
                  </a:lnTo>
                  <a:lnTo>
                    <a:pt x="54913" y="846347"/>
                  </a:lnTo>
                  <a:lnTo>
                    <a:pt x="75203" y="800450"/>
                  </a:lnTo>
                  <a:lnTo>
                    <a:pt x="96465" y="754995"/>
                  </a:lnTo>
                  <a:lnTo>
                    <a:pt x="118686" y="710000"/>
                  </a:lnTo>
                  <a:lnTo>
                    <a:pt x="141854" y="665485"/>
                  </a:lnTo>
                  <a:lnTo>
                    <a:pt x="165956" y="621467"/>
                  </a:lnTo>
                  <a:lnTo>
                    <a:pt x="190979" y="577965"/>
                  </a:lnTo>
                  <a:lnTo>
                    <a:pt x="216912" y="534998"/>
                  </a:lnTo>
                  <a:lnTo>
                    <a:pt x="243741" y="492584"/>
                  </a:lnTo>
                  <a:lnTo>
                    <a:pt x="271455" y="450742"/>
                  </a:lnTo>
                  <a:lnTo>
                    <a:pt x="300039" y="409491"/>
                  </a:lnTo>
                  <a:lnTo>
                    <a:pt x="329483" y="368848"/>
                  </a:lnTo>
                  <a:lnTo>
                    <a:pt x="359772" y="328833"/>
                  </a:lnTo>
                  <a:lnTo>
                    <a:pt x="390895" y="289464"/>
                  </a:lnTo>
                  <a:lnTo>
                    <a:pt x="422840" y="250760"/>
                  </a:lnTo>
                  <a:lnTo>
                    <a:pt x="455593" y="212739"/>
                  </a:lnTo>
                  <a:lnTo>
                    <a:pt x="489142" y="175420"/>
                  </a:lnTo>
                  <a:lnTo>
                    <a:pt x="523474" y="138821"/>
                  </a:lnTo>
                  <a:lnTo>
                    <a:pt x="558578" y="102961"/>
                  </a:lnTo>
                  <a:lnTo>
                    <a:pt x="594439" y="67858"/>
                  </a:lnTo>
                  <a:lnTo>
                    <a:pt x="631047" y="33532"/>
                  </a:lnTo>
                  <a:lnTo>
                    <a:pt x="668388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8306165" y="8815643"/>
              <a:ext cx="360680" cy="121920"/>
            </a:xfrm>
            <a:custGeom>
              <a:avLst/>
              <a:gdLst/>
              <a:ahLst/>
              <a:cxnLst/>
              <a:rect l="l" t="t" r="r" b="b"/>
              <a:pathLst>
                <a:path w="360680" h="121920">
                  <a:moveTo>
                    <a:pt x="0" y="121420"/>
                  </a:moveTo>
                  <a:lnTo>
                    <a:pt x="36015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8348651" y="8467646"/>
              <a:ext cx="73660" cy="402590"/>
            </a:xfrm>
            <a:custGeom>
              <a:avLst/>
              <a:gdLst/>
              <a:ahLst/>
              <a:cxnLst/>
              <a:rect l="l" t="t" r="r" b="b"/>
              <a:pathLst>
                <a:path w="73659" h="402590">
                  <a:moveTo>
                    <a:pt x="0" y="402375"/>
                  </a:moveTo>
                  <a:lnTo>
                    <a:pt x="7337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8430137" y="8590303"/>
              <a:ext cx="334645" cy="163830"/>
            </a:xfrm>
            <a:custGeom>
              <a:avLst/>
              <a:gdLst/>
              <a:ahLst/>
              <a:cxnLst/>
              <a:rect l="l" t="t" r="r" b="b"/>
              <a:pathLst>
                <a:path w="334644" h="163829">
                  <a:moveTo>
                    <a:pt x="0" y="163377"/>
                  </a:moveTo>
                  <a:lnTo>
                    <a:pt x="33419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8540026" y="8391164"/>
              <a:ext cx="69215" cy="226060"/>
            </a:xfrm>
            <a:custGeom>
              <a:avLst/>
              <a:gdLst/>
              <a:ahLst/>
              <a:cxnLst/>
              <a:rect l="l" t="t" r="r" b="b"/>
              <a:pathLst>
                <a:path w="69215" h="226059">
                  <a:moveTo>
                    <a:pt x="0" y="225940"/>
                  </a:moveTo>
                  <a:lnTo>
                    <a:pt x="6883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8666174" y="8413751"/>
              <a:ext cx="147955" cy="69215"/>
            </a:xfrm>
            <a:custGeom>
              <a:avLst/>
              <a:gdLst/>
              <a:ahLst/>
              <a:cxnLst/>
              <a:rect l="l" t="t" r="r" b="b"/>
              <a:pathLst>
                <a:path w="147955" h="69215">
                  <a:moveTo>
                    <a:pt x="0" y="68814"/>
                  </a:moveTo>
                  <a:lnTo>
                    <a:pt x="14734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0" name="object 260" descr=""/>
          <p:cNvGrpSpPr/>
          <p:nvPr/>
        </p:nvGrpSpPr>
        <p:grpSpPr>
          <a:xfrm>
            <a:off x="16515029" y="8314364"/>
            <a:ext cx="742315" cy="1066165"/>
            <a:chOff x="16515029" y="8314364"/>
            <a:chExt cx="742315" cy="1066165"/>
          </a:xfrm>
        </p:grpSpPr>
        <p:sp>
          <p:nvSpPr>
            <p:cNvPr id="261" name="object 261" descr=""/>
            <p:cNvSpPr/>
            <p:nvPr/>
          </p:nvSpPr>
          <p:spPr>
            <a:xfrm>
              <a:off x="16515029" y="8314364"/>
              <a:ext cx="633095" cy="727710"/>
            </a:xfrm>
            <a:custGeom>
              <a:avLst/>
              <a:gdLst/>
              <a:ahLst/>
              <a:cxnLst/>
              <a:rect l="l" t="t" r="r" b="b"/>
              <a:pathLst>
                <a:path w="633094" h="727709">
                  <a:moveTo>
                    <a:pt x="0" y="0"/>
                  </a:moveTo>
                  <a:lnTo>
                    <a:pt x="47456" y="244110"/>
                  </a:lnTo>
                  <a:lnTo>
                    <a:pt x="85003" y="383076"/>
                  </a:lnTo>
                  <a:lnTo>
                    <a:pt x="132196" y="468732"/>
                  </a:lnTo>
                  <a:lnTo>
                    <a:pt x="208590" y="552915"/>
                  </a:lnTo>
                  <a:lnTo>
                    <a:pt x="322953" y="636843"/>
                  </a:lnTo>
                  <a:lnTo>
                    <a:pt x="447786" y="690535"/>
                  </a:lnTo>
                  <a:lnTo>
                    <a:pt x="548240" y="719043"/>
                  </a:lnTo>
                  <a:lnTo>
                    <a:pt x="589468" y="727422"/>
                  </a:lnTo>
                  <a:lnTo>
                    <a:pt x="623294" y="597003"/>
                  </a:lnTo>
                  <a:lnTo>
                    <a:pt x="632845" y="509903"/>
                  </a:lnTo>
                  <a:lnTo>
                    <a:pt x="616569" y="426859"/>
                  </a:lnTo>
                  <a:lnTo>
                    <a:pt x="572914" y="308608"/>
                  </a:lnTo>
                  <a:lnTo>
                    <a:pt x="450849" y="176607"/>
                  </a:lnTo>
                  <a:lnTo>
                    <a:pt x="257526" y="79832"/>
                  </a:lnTo>
                  <a:lnTo>
                    <a:pt x="78668" y="20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6678508" y="8509367"/>
              <a:ext cx="441325" cy="506730"/>
            </a:xfrm>
            <a:custGeom>
              <a:avLst/>
              <a:gdLst/>
              <a:ahLst/>
              <a:cxnLst/>
              <a:rect l="l" t="t" r="r" b="b"/>
              <a:pathLst>
                <a:path w="441325" h="506729">
                  <a:moveTo>
                    <a:pt x="0" y="0"/>
                  </a:moveTo>
                  <a:lnTo>
                    <a:pt x="33050" y="169996"/>
                  </a:lnTo>
                  <a:lnTo>
                    <a:pt x="59198" y="266770"/>
                  </a:lnTo>
                  <a:lnTo>
                    <a:pt x="92063" y="326421"/>
                  </a:lnTo>
                  <a:lnTo>
                    <a:pt x="145262" y="385045"/>
                  </a:lnTo>
                  <a:lnTo>
                    <a:pt x="224904" y="443490"/>
                  </a:lnTo>
                  <a:lnTo>
                    <a:pt x="311839" y="480880"/>
                  </a:lnTo>
                  <a:lnTo>
                    <a:pt x="381798" y="500734"/>
                  </a:lnTo>
                  <a:lnTo>
                    <a:pt x="410511" y="506570"/>
                  </a:lnTo>
                  <a:lnTo>
                    <a:pt x="434067" y="415744"/>
                  </a:lnTo>
                  <a:lnTo>
                    <a:pt x="440718" y="355087"/>
                  </a:lnTo>
                  <a:lnTo>
                    <a:pt x="429383" y="297255"/>
                  </a:lnTo>
                  <a:lnTo>
                    <a:pt x="398982" y="214904"/>
                  </a:lnTo>
                  <a:lnTo>
                    <a:pt x="313975" y="122980"/>
                  </a:lnTo>
                  <a:lnTo>
                    <a:pt x="179344" y="55589"/>
                  </a:lnTo>
                  <a:lnTo>
                    <a:pt x="54785" y="14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6585975" y="8391167"/>
              <a:ext cx="668655" cy="986790"/>
            </a:xfrm>
            <a:custGeom>
              <a:avLst/>
              <a:gdLst/>
              <a:ahLst/>
              <a:cxnLst/>
              <a:rect l="l" t="t" r="r" b="b"/>
              <a:pathLst>
                <a:path w="668655" h="986790">
                  <a:moveTo>
                    <a:pt x="668388" y="986503"/>
                  </a:moveTo>
                  <a:lnTo>
                    <a:pt x="651090" y="939392"/>
                  </a:lnTo>
                  <a:lnTo>
                    <a:pt x="632782" y="892667"/>
                  </a:lnTo>
                  <a:lnTo>
                    <a:pt x="613477" y="846347"/>
                  </a:lnTo>
                  <a:lnTo>
                    <a:pt x="593188" y="800450"/>
                  </a:lnTo>
                  <a:lnTo>
                    <a:pt x="571927" y="754995"/>
                  </a:lnTo>
                  <a:lnTo>
                    <a:pt x="549706" y="710000"/>
                  </a:lnTo>
                  <a:lnTo>
                    <a:pt x="526538" y="665485"/>
                  </a:lnTo>
                  <a:lnTo>
                    <a:pt x="502436" y="621467"/>
                  </a:lnTo>
                  <a:lnTo>
                    <a:pt x="477412" y="577965"/>
                  </a:lnTo>
                  <a:lnTo>
                    <a:pt x="451479" y="534998"/>
                  </a:lnTo>
                  <a:lnTo>
                    <a:pt x="424650" y="492584"/>
                  </a:lnTo>
                  <a:lnTo>
                    <a:pt x="396936" y="450742"/>
                  </a:lnTo>
                  <a:lnTo>
                    <a:pt x="368351" y="409491"/>
                  </a:lnTo>
                  <a:lnTo>
                    <a:pt x="338908" y="368848"/>
                  </a:lnTo>
                  <a:lnTo>
                    <a:pt x="308618" y="328833"/>
                  </a:lnTo>
                  <a:lnTo>
                    <a:pt x="277494" y="289464"/>
                  </a:lnTo>
                  <a:lnTo>
                    <a:pt x="245549" y="250760"/>
                  </a:lnTo>
                  <a:lnTo>
                    <a:pt x="212796" y="212739"/>
                  </a:lnTo>
                  <a:lnTo>
                    <a:pt x="179246" y="175420"/>
                  </a:lnTo>
                  <a:lnTo>
                    <a:pt x="144913" y="138821"/>
                  </a:lnTo>
                  <a:lnTo>
                    <a:pt x="109810" y="102961"/>
                  </a:lnTo>
                  <a:lnTo>
                    <a:pt x="73948" y="67858"/>
                  </a:lnTo>
                  <a:lnTo>
                    <a:pt x="37340" y="33532"/>
                  </a:ln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6683985" y="8815643"/>
              <a:ext cx="360680" cy="121920"/>
            </a:xfrm>
            <a:custGeom>
              <a:avLst/>
              <a:gdLst/>
              <a:ahLst/>
              <a:cxnLst/>
              <a:rect l="l" t="t" r="r" b="b"/>
              <a:pathLst>
                <a:path w="360680" h="121920">
                  <a:moveTo>
                    <a:pt x="360156" y="12142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6928275" y="8467646"/>
              <a:ext cx="73660" cy="402590"/>
            </a:xfrm>
            <a:custGeom>
              <a:avLst/>
              <a:gdLst/>
              <a:ahLst/>
              <a:cxnLst/>
              <a:rect l="l" t="t" r="r" b="b"/>
              <a:pathLst>
                <a:path w="73659" h="402590">
                  <a:moveTo>
                    <a:pt x="73379" y="402375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6585970" y="8590303"/>
              <a:ext cx="334645" cy="163830"/>
            </a:xfrm>
            <a:custGeom>
              <a:avLst/>
              <a:gdLst/>
              <a:ahLst/>
              <a:cxnLst/>
              <a:rect l="l" t="t" r="r" b="b"/>
              <a:pathLst>
                <a:path w="334644" h="163829">
                  <a:moveTo>
                    <a:pt x="334199" y="163377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6741446" y="8391164"/>
              <a:ext cx="69215" cy="226060"/>
            </a:xfrm>
            <a:custGeom>
              <a:avLst/>
              <a:gdLst/>
              <a:ahLst/>
              <a:cxnLst/>
              <a:rect l="l" t="t" r="r" b="b"/>
              <a:pathLst>
                <a:path w="69215" h="226059">
                  <a:moveTo>
                    <a:pt x="68835" y="22594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6536787" y="8413751"/>
              <a:ext cx="147955" cy="69215"/>
            </a:xfrm>
            <a:custGeom>
              <a:avLst/>
              <a:gdLst/>
              <a:ahLst/>
              <a:cxnLst/>
              <a:rect l="l" t="t" r="r" b="b"/>
              <a:pathLst>
                <a:path w="147955" h="69215">
                  <a:moveTo>
                    <a:pt x="147346" y="68814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9" name="object 269" descr=""/>
          <p:cNvGrpSpPr/>
          <p:nvPr/>
        </p:nvGrpSpPr>
        <p:grpSpPr>
          <a:xfrm>
            <a:off x="17916763" y="7165749"/>
            <a:ext cx="715645" cy="2214880"/>
            <a:chOff x="17916763" y="7165749"/>
            <a:chExt cx="715645" cy="2214880"/>
          </a:xfrm>
        </p:grpSpPr>
        <p:sp>
          <p:nvSpPr>
            <p:cNvPr id="270" name="object 270" descr=""/>
            <p:cNvSpPr/>
            <p:nvPr/>
          </p:nvSpPr>
          <p:spPr>
            <a:xfrm>
              <a:off x="18066373" y="7165749"/>
              <a:ext cx="566420" cy="969010"/>
            </a:xfrm>
            <a:custGeom>
              <a:avLst/>
              <a:gdLst/>
              <a:ahLst/>
              <a:cxnLst/>
              <a:rect l="l" t="t" r="r" b="b"/>
              <a:pathLst>
                <a:path w="566419" h="969009">
                  <a:moveTo>
                    <a:pt x="479117" y="0"/>
                  </a:moveTo>
                  <a:lnTo>
                    <a:pt x="416670" y="47991"/>
                  </a:lnTo>
                  <a:lnTo>
                    <a:pt x="275131" y="169072"/>
                  </a:lnTo>
                  <a:lnTo>
                    <a:pt x="123197" y="328897"/>
                  </a:lnTo>
                  <a:lnTo>
                    <a:pt x="29570" y="493126"/>
                  </a:lnTo>
                  <a:lnTo>
                    <a:pt x="0" y="616796"/>
                  </a:lnTo>
                  <a:lnTo>
                    <a:pt x="879" y="707575"/>
                  </a:lnTo>
                  <a:lnTo>
                    <a:pt x="41870" y="810063"/>
                  </a:lnTo>
                  <a:lnTo>
                    <a:pt x="132635" y="968860"/>
                  </a:lnTo>
                  <a:lnTo>
                    <a:pt x="175876" y="930620"/>
                  </a:lnTo>
                  <a:lnTo>
                    <a:pt x="278216" y="832257"/>
                  </a:lnTo>
                  <a:lnTo>
                    <a:pt x="398576" y="698303"/>
                  </a:lnTo>
                  <a:lnTo>
                    <a:pt x="495881" y="553292"/>
                  </a:lnTo>
                  <a:lnTo>
                    <a:pt x="549682" y="437869"/>
                  </a:lnTo>
                  <a:lnTo>
                    <a:pt x="565869" y="341760"/>
                  </a:lnTo>
                  <a:lnTo>
                    <a:pt x="542871" y="213094"/>
                  </a:lnTo>
                  <a:lnTo>
                    <a:pt x="479117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8143457" y="7449836"/>
              <a:ext cx="332105" cy="654050"/>
            </a:xfrm>
            <a:custGeom>
              <a:avLst/>
              <a:gdLst/>
              <a:ahLst/>
              <a:cxnLst/>
              <a:rect l="l" t="t" r="r" b="b"/>
              <a:pathLst>
                <a:path w="332105" h="654050">
                  <a:moveTo>
                    <a:pt x="286679" y="0"/>
                  </a:moveTo>
                  <a:lnTo>
                    <a:pt x="248807" y="32968"/>
                  </a:lnTo>
                  <a:lnTo>
                    <a:pt x="163205" y="114005"/>
                  </a:lnTo>
                  <a:lnTo>
                    <a:pt x="71901" y="216307"/>
                  </a:lnTo>
                  <a:lnTo>
                    <a:pt x="16918" y="313069"/>
                  </a:lnTo>
                  <a:lnTo>
                    <a:pt x="540" y="382180"/>
                  </a:lnTo>
                  <a:lnTo>
                    <a:pt x="0" y="440675"/>
                  </a:lnTo>
                  <a:lnTo>
                    <a:pt x="19724" y="520463"/>
                  </a:lnTo>
                  <a:lnTo>
                    <a:pt x="64142" y="653456"/>
                  </a:lnTo>
                  <a:lnTo>
                    <a:pt x="92524" y="623233"/>
                  </a:lnTo>
                  <a:lnTo>
                    <a:pt x="158920" y="548929"/>
                  </a:lnTo>
                  <a:lnTo>
                    <a:pt x="235206" y="455092"/>
                  </a:lnTo>
                  <a:lnTo>
                    <a:pt x="293255" y="366271"/>
                  </a:lnTo>
                  <a:lnTo>
                    <a:pt x="322825" y="301950"/>
                  </a:lnTo>
                  <a:lnTo>
                    <a:pt x="331997" y="242356"/>
                  </a:lnTo>
                  <a:lnTo>
                    <a:pt x="320154" y="153152"/>
                  </a:lnTo>
                  <a:lnTo>
                    <a:pt x="28667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7919381" y="7449835"/>
              <a:ext cx="511175" cy="1927860"/>
            </a:xfrm>
            <a:custGeom>
              <a:avLst/>
              <a:gdLst/>
              <a:ahLst/>
              <a:cxnLst/>
              <a:rect l="l" t="t" r="r" b="b"/>
              <a:pathLst>
                <a:path w="511175" h="1927859">
                  <a:moveTo>
                    <a:pt x="0" y="1927836"/>
                  </a:moveTo>
                  <a:lnTo>
                    <a:pt x="145927" y="1138262"/>
                  </a:lnTo>
                  <a:lnTo>
                    <a:pt x="247773" y="674254"/>
                  </a:lnTo>
                  <a:lnTo>
                    <a:pt x="353423" y="355078"/>
                  </a:lnTo>
                  <a:lnTo>
                    <a:pt x="51075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8098478" y="7650178"/>
              <a:ext cx="123825" cy="400685"/>
            </a:xfrm>
            <a:custGeom>
              <a:avLst/>
              <a:gdLst/>
              <a:ahLst/>
              <a:cxnLst/>
              <a:rect l="l" t="t" r="r" b="b"/>
              <a:pathLst>
                <a:path w="123825" h="400684">
                  <a:moveTo>
                    <a:pt x="0" y="0"/>
                  </a:moveTo>
                  <a:lnTo>
                    <a:pt x="123797" y="40061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8230278" y="7808905"/>
              <a:ext cx="276860" cy="213995"/>
            </a:xfrm>
            <a:custGeom>
              <a:avLst/>
              <a:gdLst/>
              <a:ahLst/>
              <a:cxnLst/>
              <a:rect l="l" t="t" r="r" b="b"/>
              <a:pathLst>
                <a:path w="276859" h="213995">
                  <a:moveTo>
                    <a:pt x="0" y="213752"/>
                  </a:moveTo>
                  <a:lnTo>
                    <a:pt x="276598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8185054" y="7500357"/>
              <a:ext cx="97155" cy="350520"/>
            </a:xfrm>
            <a:custGeom>
              <a:avLst/>
              <a:gdLst/>
              <a:ahLst/>
              <a:cxnLst/>
              <a:rect l="l" t="t" r="r" b="b"/>
              <a:pathLst>
                <a:path w="97155" h="350520">
                  <a:moveTo>
                    <a:pt x="0" y="0"/>
                  </a:moveTo>
                  <a:lnTo>
                    <a:pt x="96771" y="35013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8295126" y="7597501"/>
              <a:ext cx="301625" cy="211454"/>
            </a:xfrm>
            <a:custGeom>
              <a:avLst/>
              <a:gdLst/>
              <a:ahLst/>
              <a:cxnLst/>
              <a:rect l="l" t="t" r="r" b="b"/>
              <a:pathLst>
                <a:path w="301625" h="211454">
                  <a:moveTo>
                    <a:pt x="301247" y="0"/>
                  </a:moveTo>
                  <a:lnTo>
                    <a:pt x="0" y="21112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8284422" y="7389694"/>
              <a:ext cx="62230" cy="268605"/>
            </a:xfrm>
            <a:custGeom>
              <a:avLst/>
              <a:gdLst/>
              <a:ahLst/>
              <a:cxnLst/>
              <a:rect l="l" t="t" r="r" b="b"/>
              <a:pathLst>
                <a:path w="62230" h="268604">
                  <a:moveTo>
                    <a:pt x="0" y="0"/>
                  </a:moveTo>
                  <a:lnTo>
                    <a:pt x="61882" y="26834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8368575" y="7441089"/>
              <a:ext cx="229235" cy="156845"/>
            </a:xfrm>
            <a:custGeom>
              <a:avLst/>
              <a:gdLst/>
              <a:ahLst/>
              <a:cxnLst/>
              <a:rect l="l" t="t" r="r" b="b"/>
              <a:pathLst>
                <a:path w="229234" h="156845">
                  <a:moveTo>
                    <a:pt x="0" y="156791"/>
                  </a:moveTo>
                  <a:lnTo>
                    <a:pt x="22918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8430138" y="7281771"/>
              <a:ext cx="144780" cy="168275"/>
            </a:xfrm>
            <a:custGeom>
              <a:avLst/>
              <a:gdLst/>
              <a:ahLst/>
              <a:cxnLst/>
              <a:rect l="l" t="t" r="r" b="b"/>
              <a:pathLst>
                <a:path w="144780" h="168275">
                  <a:moveTo>
                    <a:pt x="144163" y="0"/>
                  </a:moveTo>
                  <a:lnTo>
                    <a:pt x="0" y="16806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8381833" y="7298444"/>
              <a:ext cx="48895" cy="151765"/>
            </a:xfrm>
            <a:custGeom>
              <a:avLst/>
              <a:gdLst/>
              <a:ahLst/>
              <a:cxnLst/>
              <a:rect l="l" t="t" r="r" b="b"/>
              <a:pathLst>
                <a:path w="48894" h="151765">
                  <a:moveTo>
                    <a:pt x="0" y="0"/>
                  </a:moveTo>
                  <a:lnTo>
                    <a:pt x="48302" y="1513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1" name="object 281" descr=""/>
          <p:cNvGrpSpPr/>
          <p:nvPr/>
        </p:nvGrpSpPr>
        <p:grpSpPr>
          <a:xfrm>
            <a:off x="16727893" y="7165749"/>
            <a:ext cx="715645" cy="2214880"/>
            <a:chOff x="16727893" y="7165749"/>
            <a:chExt cx="715645" cy="2214880"/>
          </a:xfrm>
        </p:grpSpPr>
        <p:sp>
          <p:nvSpPr>
            <p:cNvPr id="282" name="object 282" descr=""/>
            <p:cNvSpPr/>
            <p:nvPr/>
          </p:nvSpPr>
          <p:spPr>
            <a:xfrm>
              <a:off x="16727893" y="7165749"/>
              <a:ext cx="566420" cy="969010"/>
            </a:xfrm>
            <a:custGeom>
              <a:avLst/>
              <a:gdLst/>
              <a:ahLst/>
              <a:cxnLst/>
              <a:rect l="l" t="t" r="r" b="b"/>
              <a:pathLst>
                <a:path w="566419" h="969009">
                  <a:moveTo>
                    <a:pt x="86752" y="0"/>
                  </a:moveTo>
                  <a:lnTo>
                    <a:pt x="22997" y="213094"/>
                  </a:lnTo>
                  <a:lnTo>
                    <a:pt x="0" y="341760"/>
                  </a:lnTo>
                  <a:lnTo>
                    <a:pt x="16187" y="437869"/>
                  </a:lnTo>
                  <a:lnTo>
                    <a:pt x="69988" y="553292"/>
                  </a:lnTo>
                  <a:lnTo>
                    <a:pt x="167293" y="698303"/>
                  </a:lnTo>
                  <a:lnTo>
                    <a:pt x="287653" y="832257"/>
                  </a:lnTo>
                  <a:lnTo>
                    <a:pt x="389992" y="930620"/>
                  </a:lnTo>
                  <a:lnTo>
                    <a:pt x="433234" y="968860"/>
                  </a:lnTo>
                  <a:lnTo>
                    <a:pt x="523999" y="810063"/>
                  </a:lnTo>
                  <a:lnTo>
                    <a:pt x="564990" y="707575"/>
                  </a:lnTo>
                  <a:lnTo>
                    <a:pt x="565869" y="616796"/>
                  </a:lnTo>
                  <a:lnTo>
                    <a:pt x="536299" y="493126"/>
                  </a:lnTo>
                  <a:lnTo>
                    <a:pt x="442671" y="328897"/>
                  </a:lnTo>
                  <a:lnTo>
                    <a:pt x="290738" y="169072"/>
                  </a:lnTo>
                  <a:lnTo>
                    <a:pt x="149198" y="47991"/>
                  </a:lnTo>
                  <a:lnTo>
                    <a:pt x="86752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6851351" y="7420466"/>
              <a:ext cx="387985" cy="663575"/>
            </a:xfrm>
            <a:custGeom>
              <a:avLst/>
              <a:gdLst/>
              <a:ahLst/>
              <a:cxnLst/>
              <a:rect l="l" t="t" r="r" b="b"/>
              <a:pathLst>
                <a:path w="387984" h="663575">
                  <a:moveTo>
                    <a:pt x="59415" y="0"/>
                  </a:moveTo>
                  <a:lnTo>
                    <a:pt x="15751" y="145928"/>
                  </a:lnTo>
                  <a:lnTo>
                    <a:pt x="0" y="234038"/>
                  </a:lnTo>
                  <a:lnTo>
                    <a:pt x="11084" y="299851"/>
                  </a:lnTo>
                  <a:lnTo>
                    <a:pt x="47929" y="378888"/>
                  </a:lnTo>
                  <a:lnTo>
                    <a:pt x="114559" y="478191"/>
                  </a:lnTo>
                  <a:lnTo>
                    <a:pt x="196980" y="569922"/>
                  </a:lnTo>
                  <a:lnTo>
                    <a:pt x="267063" y="637280"/>
                  </a:lnTo>
                  <a:lnTo>
                    <a:pt x="296675" y="663466"/>
                  </a:lnTo>
                  <a:lnTo>
                    <a:pt x="358832" y="554720"/>
                  </a:lnTo>
                  <a:lnTo>
                    <a:pt x="386903" y="484536"/>
                  </a:lnTo>
                  <a:lnTo>
                    <a:pt x="387503" y="422372"/>
                  </a:lnTo>
                  <a:lnTo>
                    <a:pt x="367249" y="337686"/>
                  </a:lnTo>
                  <a:lnTo>
                    <a:pt x="303137" y="225225"/>
                  </a:lnTo>
                  <a:lnTo>
                    <a:pt x="199098" y="115779"/>
                  </a:lnTo>
                  <a:lnTo>
                    <a:pt x="102177" y="32864"/>
                  </a:lnTo>
                  <a:lnTo>
                    <a:pt x="5941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6929995" y="7449835"/>
              <a:ext cx="511175" cy="1927860"/>
            </a:xfrm>
            <a:custGeom>
              <a:avLst/>
              <a:gdLst/>
              <a:ahLst/>
              <a:cxnLst/>
              <a:rect l="l" t="t" r="r" b="b"/>
              <a:pathLst>
                <a:path w="511175" h="1927859">
                  <a:moveTo>
                    <a:pt x="510759" y="1927836"/>
                  </a:moveTo>
                  <a:lnTo>
                    <a:pt x="364831" y="1138262"/>
                  </a:lnTo>
                  <a:lnTo>
                    <a:pt x="262985" y="674254"/>
                  </a:lnTo>
                  <a:lnTo>
                    <a:pt x="157336" y="355078"/>
                  </a:ln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7137861" y="7650178"/>
              <a:ext cx="123825" cy="400685"/>
            </a:xfrm>
            <a:custGeom>
              <a:avLst/>
              <a:gdLst/>
              <a:ahLst/>
              <a:cxnLst/>
              <a:rect l="l" t="t" r="r" b="b"/>
              <a:pathLst>
                <a:path w="123825" h="400684">
                  <a:moveTo>
                    <a:pt x="123797" y="0"/>
                  </a:moveTo>
                  <a:lnTo>
                    <a:pt x="0" y="40061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16853270" y="7808905"/>
              <a:ext cx="276860" cy="213995"/>
            </a:xfrm>
            <a:custGeom>
              <a:avLst/>
              <a:gdLst/>
              <a:ahLst/>
              <a:cxnLst/>
              <a:rect l="l" t="t" r="r" b="b"/>
              <a:pathLst>
                <a:path w="276859" h="213995">
                  <a:moveTo>
                    <a:pt x="276588" y="21375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7078312" y="7500357"/>
              <a:ext cx="97155" cy="350520"/>
            </a:xfrm>
            <a:custGeom>
              <a:avLst/>
              <a:gdLst/>
              <a:ahLst/>
              <a:cxnLst/>
              <a:rect l="l" t="t" r="r" b="b"/>
              <a:pathLst>
                <a:path w="97155" h="350520">
                  <a:moveTo>
                    <a:pt x="96771" y="0"/>
                  </a:moveTo>
                  <a:lnTo>
                    <a:pt x="0" y="35013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6763764" y="7597501"/>
              <a:ext cx="301625" cy="211454"/>
            </a:xfrm>
            <a:custGeom>
              <a:avLst/>
              <a:gdLst/>
              <a:ahLst/>
              <a:cxnLst/>
              <a:rect l="l" t="t" r="r" b="b"/>
              <a:pathLst>
                <a:path w="301625" h="211454">
                  <a:moveTo>
                    <a:pt x="0" y="0"/>
                  </a:moveTo>
                  <a:lnTo>
                    <a:pt x="301247" y="21112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7013831" y="7389694"/>
              <a:ext cx="62230" cy="268605"/>
            </a:xfrm>
            <a:custGeom>
              <a:avLst/>
              <a:gdLst/>
              <a:ahLst/>
              <a:cxnLst/>
              <a:rect l="l" t="t" r="r" b="b"/>
              <a:pathLst>
                <a:path w="62230" h="268604">
                  <a:moveTo>
                    <a:pt x="61882" y="0"/>
                  </a:moveTo>
                  <a:lnTo>
                    <a:pt x="0" y="26834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16762374" y="7441089"/>
              <a:ext cx="229235" cy="156845"/>
            </a:xfrm>
            <a:custGeom>
              <a:avLst/>
              <a:gdLst/>
              <a:ahLst/>
              <a:cxnLst/>
              <a:rect l="l" t="t" r="r" b="b"/>
              <a:pathLst>
                <a:path w="229234" h="156845">
                  <a:moveTo>
                    <a:pt x="229186" y="156791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6785835" y="7281771"/>
              <a:ext cx="144780" cy="168275"/>
            </a:xfrm>
            <a:custGeom>
              <a:avLst/>
              <a:gdLst/>
              <a:ahLst/>
              <a:cxnLst/>
              <a:rect l="l" t="t" r="r" b="b"/>
              <a:pathLst>
                <a:path w="144780" h="168275">
                  <a:moveTo>
                    <a:pt x="0" y="0"/>
                  </a:moveTo>
                  <a:lnTo>
                    <a:pt x="144163" y="16806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6930001" y="7298444"/>
              <a:ext cx="48895" cy="151765"/>
            </a:xfrm>
            <a:custGeom>
              <a:avLst/>
              <a:gdLst/>
              <a:ahLst/>
              <a:cxnLst/>
              <a:rect l="l" t="t" r="r" b="b"/>
              <a:pathLst>
                <a:path w="48894" h="151765">
                  <a:moveTo>
                    <a:pt x="48302" y="0"/>
                  </a:moveTo>
                  <a:lnTo>
                    <a:pt x="0" y="1513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3" name="object 293" descr=""/>
          <p:cNvGrpSpPr/>
          <p:nvPr/>
        </p:nvGrpSpPr>
        <p:grpSpPr>
          <a:xfrm>
            <a:off x="16709542" y="7418424"/>
            <a:ext cx="1887855" cy="2645410"/>
            <a:chOff x="16709542" y="7418424"/>
            <a:chExt cx="1887855" cy="2645410"/>
          </a:xfrm>
        </p:grpSpPr>
        <p:sp>
          <p:nvSpPr>
            <p:cNvPr id="294" name="object 294" descr=""/>
            <p:cNvSpPr/>
            <p:nvPr/>
          </p:nvSpPr>
          <p:spPr>
            <a:xfrm>
              <a:off x="17509031" y="7418424"/>
              <a:ext cx="421640" cy="1083945"/>
            </a:xfrm>
            <a:custGeom>
              <a:avLst/>
              <a:gdLst/>
              <a:ahLst/>
              <a:cxnLst/>
              <a:rect l="l" t="t" r="r" b="b"/>
              <a:pathLst>
                <a:path w="421640" h="1083945">
                  <a:moveTo>
                    <a:pt x="53335" y="0"/>
                  </a:moveTo>
                  <a:lnTo>
                    <a:pt x="41483" y="86313"/>
                  </a:lnTo>
                  <a:lnTo>
                    <a:pt x="17779" y="287547"/>
                  </a:lnTo>
                  <a:lnTo>
                    <a:pt x="0" y="517141"/>
                  </a:lnTo>
                  <a:lnTo>
                    <a:pt x="5923" y="688534"/>
                  </a:lnTo>
                  <a:lnTo>
                    <a:pt x="28255" y="779790"/>
                  </a:lnTo>
                  <a:lnTo>
                    <a:pt x="66038" y="851391"/>
                  </a:lnTo>
                  <a:lnTo>
                    <a:pt x="146575" y="940401"/>
                  </a:lnTo>
                  <a:lnTo>
                    <a:pt x="297171" y="1083883"/>
                  </a:lnTo>
                  <a:lnTo>
                    <a:pt x="321646" y="1036536"/>
                  </a:lnTo>
                  <a:lnTo>
                    <a:pt x="372784" y="913580"/>
                  </a:lnTo>
                  <a:lnTo>
                    <a:pt x="417147" y="743641"/>
                  </a:lnTo>
                  <a:lnTo>
                    <a:pt x="421303" y="555344"/>
                  </a:lnTo>
                  <a:lnTo>
                    <a:pt x="395239" y="405716"/>
                  </a:lnTo>
                  <a:lnTo>
                    <a:pt x="348222" y="297992"/>
                  </a:lnTo>
                  <a:lnTo>
                    <a:pt x="245752" y="180107"/>
                  </a:lnTo>
                  <a:lnTo>
                    <a:pt x="53335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7618685" y="7781806"/>
              <a:ext cx="261620" cy="658495"/>
            </a:xfrm>
            <a:custGeom>
              <a:avLst/>
              <a:gdLst/>
              <a:ahLst/>
              <a:cxnLst/>
              <a:rect l="l" t="t" r="r" b="b"/>
              <a:pathLst>
                <a:path w="261619" h="658495">
                  <a:moveTo>
                    <a:pt x="52757" y="0"/>
                  </a:moveTo>
                  <a:lnTo>
                    <a:pt x="41744" y="56103"/>
                  </a:lnTo>
                  <a:lnTo>
                    <a:pt x="19008" y="186669"/>
                  </a:lnTo>
                  <a:lnTo>
                    <a:pt x="0" y="335077"/>
                  </a:lnTo>
                  <a:lnTo>
                    <a:pt x="172" y="444708"/>
                  </a:lnTo>
                  <a:lnTo>
                    <a:pt x="14156" y="501574"/>
                  </a:lnTo>
                  <a:lnTo>
                    <a:pt x="37480" y="542749"/>
                  </a:lnTo>
                  <a:lnTo>
                    <a:pt x="86938" y="588228"/>
                  </a:lnTo>
                  <a:lnTo>
                    <a:pt x="179329" y="658011"/>
                  </a:lnTo>
                  <a:lnTo>
                    <a:pt x="195367" y="633760"/>
                  </a:lnTo>
                  <a:lnTo>
                    <a:pt x="228948" y="568583"/>
                  </a:lnTo>
                  <a:lnTo>
                    <a:pt x="258268" y="473845"/>
                  </a:lnTo>
                  <a:lnTo>
                    <a:pt x="261525" y="360910"/>
                  </a:lnTo>
                  <a:lnTo>
                    <a:pt x="245476" y="266587"/>
                  </a:lnTo>
                  <a:lnTo>
                    <a:pt x="218380" y="197551"/>
                  </a:lnTo>
                  <a:lnTo>
                    <a:pt x="160664" y="119967"/>
                  </a:lnTo>
                  <a:lnTo>
                    <a:pt x="5275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7588567" y="7482265"/>
              <a:ext cx="266065" cy="1896745"/>
            </a:xfrm>
            <a:custGeom>
              <a:avLst/>
              <a:gdLst/>
              <a:ahLst/>
              <a:cxnLst/>
              <a:rect l="l" t="t" r="r" b="b"/>
              <a:pathLst>
                <a:path w="266065" h="1896745">
                  <a:moveTo>
                    <a:pt x="0" y="0"/>
                  </a:moveTo>
                  <a:lnTo>
                    <a:pt x="14526" y="48463"/>
                  </a:lnTo>
                  <a:lnTo>
                    <a:pt x="28650" y="97046"/>
                  </a:lnTo>
                  <a:lnTo>
                    <a:pt x="42371" y="145743"/>
                  </a:lnTo>
                  <a:lnTo>
                    <a:pt x="55688" y="194553"/>
                  </a:lnTo>
                  <a:lnTo>
                    <a:pt x="68602" y="243470"/>
                  </a:lnTo>
                  <a:lnTo>
                    <a:pt x="81111" y="292493"/>
                  </a:lnTo>
                  <a:lnTo>
                    <a:pt x="93215" y="341617"/>
                  </a:lnTo>
                  <a:lnTo>
                    <a:pt x="104914" y="390839"/>
                  </a:lnTo>
                  <a:lnTo>
                    <a:pt x="116207" y="440156"/>
                  </a:lnTo>
                  <a:lnTo>
                    <a:pt x="127094" y="489564"/>
                  </a:lnTo>
                  <a:lnTo>
                    <a:pt x="137574" y="539060"/>
                  </a:lnTo>
                  <a:lnTo>
                    <a:pt x="147646" y="588641"/>
                  </a:lnTo>
                  <a:lnTo>
                    <a:pt x="157311" y="638303"/>
                  </a:lnTo>
                  <a:lnTo>
                    <a:pt x="166568" y="688042"/>
                  </a:lnTo>
                  <a:lnTo>
                    <a:pt x="175416" y="737856"/>
                  </a:lnTo>
                  <a:lnTo>
                    <a:pt x="183855" y="787741"/>
                  </a:lnTo>
                  <a:lnTo>
                    <a:pt x="191884" y="837694"/>
                  </a:lnTo>
                  <a:lnTo>
                    <a:pt x="199503" y="887711"/>
                  </a:lnTo>
                  <a:lnTo>
                    <a:pt x="206712" y="937789"/>
                  </a:lnTo>
                  <a:lnTo>
                    <a:pt x="213509" y="987924"/>
                  </a:lnTo>
                  <a:lnTo>
                    <a:pt x="219895" y="1038114"/>
                  </a:lnTo>
                  <a:lnTo>
                    <a:pt x="225869" y="1088354"/>
                  </a:lnTo>
                  <a:lnTo>
                    <a:pt x="231431" y="1138641"/>
                  </a:lnTo>
                  <a:lnTo>
                    <a:pt x="236580" y="1188972"/>
                  </a:lnTo>
                  <a:lnTo>
                    <a:pt x="241315" y="1239344"/>
                  </a:lnTo>
                  <a:lnTo>
                    <a:pt x="245636" y="1289753"/>
                  </a:lnTo>
                  <a:lnTo>
                    <a:pt x="249543" y="1340195"/>
                  </a:lnTo>
                  <a:lnTo>
                    <a:pt x="253036" y="1390668"/>
                  </a:lnTo>
                  <a:lnTo>
                    <a:pt x="256113" y="1441168"/>
                  </a:lnTo>
                  <a:lnTo>
                    <a:pt x="258774" y="1491691"/>
                  </a:lnTo>
                  <a:lnTo>
                    <a:pt x="261019" y="1542235"/>
                  </a:lnTo>
                  <a:lnTo>
                    <a:pt x="262847" y="1592795"/>
                  </a:lnTo>
                  <a:lnTo>
                    <a:pt x="264258" y="1643368"/>
                  </a:lnTo>
                  <a:lnTo>
                    <a:pt x="265251" y="1693952"/>
                  </a:lnTo>
                  <a:lnTo>
                    <a:pt x="265826" y="1744542"/>
                  </a:lnTo>
                  <a:lnTo>
                    <a:pt x="265983" y="1795136"/>
                  </a:lnTo>
                  <a:lnTo>
                    <a:pt x="265721" y="1845729"/>
                  </a:lnTo>
                  <a:lnTo>
                    <a:pt x="265039" y="189631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7538273" y="7602800"/>
              <a:ext cx="108585" cy="82550"/>
            </a:xfrm>
            <a:custGeom>
              <a:avLst/>
              <a:gdLst/>
              <a:ahLst/>
              <a:cxnLst/>
              <a:rect l="l" t="t" r="r" b="b"/>
              <a:pathLst>
                <a:path w="108584" h="82550">
                  <a:moveTo>
                    <a:pt x="0" y="0"/>
                  </a:moveTo>
                  <a:lnTo>
                    <a:pt x="108174" y="8221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7666560" y="7551046"/>
              <a:ext cx="23495" cy="211454"/>
            </a:xfrm>
            <a:custGeom>
              <a:avLst/>
              <a:gdLst/>
              <a:ahLst/>
              <a:cxnLst/>
              <a:rect l="l" t="t" r="r" b="b"/>
              <a:pathLst>
                <a:path w="23494" h="211454">
                  <a:moveTo>
                    <a:pt x="23119" y="0"/>
                  </a:moveTo>
                  <a:lnTo>
                    <a:pt x="0" y="21132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7526322" y="7710741"/>
              <a:ext cx="160655" cy="132715"/>
            </a:xfrm>
            <a:custGeom>
              <a:avLst/>
              <a:gdLst/>
              <a:ahLst/>
              <a:cxnLst/>
              <a:rect l="l" t="t" r="r" b="b"/>
              <a:pathLst>
                <a:path w="160655" h="132715">
                  <a:moveTo>
                    <a:pt x="0" y="0"/>
                  </a:moveTo>
                  <a:lnTo>
                    <a:pt x="160057" y="13228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7705332" y="7661686"/>
              <a:ext cx="74295" cy="263525"/>
            </a:xfrm>
            <a:custGeom>
              <a:avLst/>
              <a:gdLst/>
              <a:ahLst/>
              <a:cxnLst/>
              <a:rect l="l" t="t" r="r" b="b"/>
              <a:pathLst>
                <a:path w="74294" h="263525">
                  <a:moveTo>
                    <a:pt x="73746" y="0"/>
                  </a:moveTo>
                  <a:lnTo>
                    <a:pt x="0" y="26323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7513188" y="7861474"/>
              <a:ext cx="216535" cy="174625"/>
            </a:xfrm>
            <a:custGeom>
              <a:avLst/>
              <a:gdLst/>
              <a:ahLst/>
              <a:cxnLst/>
              <a:rect l="l" t="t" r="r" b="b"/>
              <a:pathLst>
                <a:path w="216534" h="174625">
                  <a:moveTo>
                    <a:pt x="0" y="0"/>
                  </a:moveTo>
                  <a:lnTo>
                    <a:pt x="215941" y="17432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7751038" y="7816108"/>
              <a:ext cx="125730" cy="332105"/>
            </a:xfrm>
            <a:custGeom>
              <a:avLst/>
              <a:gdLst/>
              <a:ahLst/>
              <a:cxnLst/>
              <a:rect l="l" t="t" r="r" b="b"/>
              <a:pathLst>
                <a:path w="125730" h="332104">
                  <a:moveTo>
                    <a:pt x="125294" y="0"/>
                  </a:moveTo>
                  <a:lnTo>
                    <a:pt x="0" y="3318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7507872" y="8032067"/>
              <a:ext cx="264795" cy="238760"/>
            </a:xfrm>
            <a:custGeom>
              <a:avLst/>
              <a:gdLst/>
              <a:ahLst/>
              <a:cxnLst/>
              <a:rect l="l" t="t" r="r" b="b"/>
              <a:pathLst>
                <a:path w="264794" h="238759">
                  <a:moveTo>
                    <a:pt x="0" y="0"/>
                  </a:moveTo>
                  <a:lnTo>
                    <a:pt x="264620" y="23835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7793288" y="8116466"/>
              <a:ext cx="139065" cy="289560"/>
            </a:xfrm>
            <a:custGeom>
              <a:avLst/>
              <a:gdLst/>
              <a:ahLst/>
              <a:cxnLst/>
              <a:rect l="l" t="t" r="r" b="b"/>
              <a:pathLst>
                <a:path w="139065" h="289559">
                  <a:moveTo>
                    <a:pt x="0" y="289457"/>
                  </a:moveTo>
                  <a:lnTo>
                    <a:pt x="1389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7188504" y="7816108"/>
              <a:ext cx="426084" cy="1121410"/>
            </a:xfrm>
            <a:custGeom>
              <a:avLst/>
              <a:gdLst/>
              <a:ahLst/>
              <a:cxnLst/>
              <a:rect l="l" t="t" r="r" b="b"/>
              <a:pathLst>
                <a:path w="426084" h="1121409">
                  <a:moveTo>
                    <a:pt x="60092" y="0"/>
                  </a:moveTo>
                  <a:lnTo>
                    <a:pt x="48398" y="65648"/>
                  </a:lnTo>
                  <a:lnTo>
                    <a:pt x="23901" y="219015"/>
                  </a:lnTo>
                  <a:lnTo>
                    <a:pt x="2476" y="394734"/>
                  </a:lnTo>
                  <a:lnTo>
                    <a:pt x="0" y="527439"/>
                  </a:lnTo>
                  <a:lnTo>
                    <a:pt x="27601" y="695068"/>
                  </a:lnTo>
                  <a:lnTo>
                    <a:pt x="75646" y="812769"/>
                  </a:lnTo>
                  <a:lnTo>
                    <a:pt x="179096" y="936186"/>
                  </a:lnTo>
                  <a:lnTo>
                    <a:pt x="372910" y="1120960"/>
                  </a:lnTo>
                  <a:lnTo>
                    <a:pt x="387153" y="1040391"/>
                  </a:lnTo>
                  <a:lnTo>
                    <a:pt x="413154" y="845946"/>
                  </a:lnTo>
                  <a:lnTo>
                    <a:pt x="425821" y="608519"/>
                  </a:lnTo>
                  <a:lnTo>
                    <a:pt x="400061" y="399003"/>
                  </a:lnTo>
                  <a:lnTo>
                    <a:pt x="354745" y="263822"/>
                  </a:lnTo>
                  <a:lnTo>
                    <a:pt x="304226" y="177198"/>
                  </a:lnTo>
                  <a:lnTo>
                    <a:pt x="216632" y="101726"/>
                  </a:lnTo>
                  <a:lnTo>
                    <a:pt x="6009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7298286" y="8139576"/>
              <a:ext cx="287020" cy="754380"/>
            </a:xfrm>
            <a:custGeom>
              <a:avLst/>
              <a:gdLst/>
              <a:ahLst/>
              <a:cxnLst/>
              <a:rect l="l" t="t" r="r" b="b"/>
              <a:pathLst>
                <a:path w="287019" h="754379">
                  <a:moveTo>
                    <a:pt x="40417" y="0"/>
                  </a:moveTo>
                  <a:lnTo>
                    <a:pt x="32551" y="44160"/>
                  </a:lnTo>
                  <a:lnTo>
                    <a:pt x="16074" y="147329"/>
                  </a:lnTo>
                  <a:lnTo>
                    <a:pt x="1663" y="265534"/>
                  </a:lnTo>
                  <a:lnTo>
                    <a:pt x="0" y="354805"/>
                  </a:lnTo>
                  <a:lnTo>
                    <a:pt x="18567" y="467562"/>
                  </a:lnTo>
                  <a:lnTo>
                    <a:pt x="50887" y="546735"/>
                  </a:lnTo>
                  <a:lnTo>
                    <a:pt x="120475" y="629755"/>
                  </a:lnTo>
                  <a:lnTo>
                    <a:pt x="250851" y="754050"/>
                  </a:lnTo>
                  <a:lnTo>
                    <a:pt x="260432" y="699852"/>
                  </a:lnTo>
                  <a:lnTo>
                    <a:pt x="277922" y="569052"/>
                  </a:lnTo>
                  <a:lnTo>
                    <a:pt x="286442" y="409338"/>
                  </a:lnTo>
                  <a:lnTo>
                    <a:pt x="269112" y="268400"/>
                  </a:lnTo>
                  <a:lnTo>
                    <a:pt x="238628" y="177472"/>
                  </a:lnTo>
                  <a:lnTo>
                    <a:pt x="204644" y="119204"/>
                  </a:lnTo>
                  <a:lnTo>
                    <a:pt x="145720" y="68434"/>
                  </a:lnTo>
                  <a:lnTo>
                    <a:pt x="4041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7259106" y="7882984"/>
              <a:ext cx="380365" cy="1494790"/>
            </a:xfrm>
            <a:custGeom>
              <a:avLst/>
              <a:gdLst/>
              <a:ahLst/>
              <a:cxnLst/>
              <a:rect l="l" t="t" r="r" b="b"/>
              <a:pathLst>
                <a:path w="380365" h="1494790">
                  <a:moveTo>
                    <a:pt x="380093" y="1494687"/>
                  </a:moveTo>
                  <a:lnTo>
                    <a:pt x="370430" y="1418490"/>
                  </a:lnTo>
                  <a:lnTo>
                    <a:pt x="364215" y="1376925"/>
                  </a:lnTo>
                  <a:lnTo>
                    <a:pt x="357136" y="1333280"/>
                  </a:lnTo>
                  <a:lnTo>
                    <a:pt x="349236" y="1287728"/>
                  </a:lnTo>
                  <a:lnTo>
                    <a:pt x="340561" y="1240440"/>
                  </a:lnTo>
                  <a:lnTo>
                    <a:pt x="331153" y="1191591"/>
                  </a:lnTo>
                  <a:lnTo>
                    <a:pt x="321058" y="1141353"/>
                  </a:lnTo>
                  <a:lnTo>
                    <a:pt x="310318" y="1089898"/>
                  </a:lnTo>
                  <a:lnTo>
                    <a:pt x="298977" y="1037401"/>
                  </a:lnTo>
                  <a:lnTo>
                    <a:pt x="287081" y="984032"/>
                  </a:lnTo>
                  <a:lnTo>
                    <a:pt x="274672" y="929966"/>
                  </a:lnTo>
                  <a:lnTo>
                    <a:pt x="261794" y="875375"/>
                  </a:lnTo>
                  <a:lnTo>
                    <a:pt x="248492" y="820432"/>
                  </a:lnTo>
                  <a:lnTo>
                    <a:pt x="234810" y="765309"/>
                  </a:lnTo>
                  <a:lnTo>
                    <a:pt x="220791" y="710180"/>
                  </a:lnTo>
                  <a:lnTo>
                    <a:pt x="206479" y="655218"/>
                  </a:lnTo>
                  <a:lnTo>
                    <a:pt x="191918" y="600595"/>
                  </a:lnTo>
                  <a:lnTo>
                    <a:pt x="177153" y="546484"/>
                  </a:lnTo>
                  <a:lnTo>
                    <a:pt x="162227" y="493057"/>
                  </a:lnTo>
                  <a:lnTo>
                    <a:pt x="147184" y="440489"/>
                  </a:lnTo>
                  <a:lnTo>
                    <a:pt x="132069" y="388951"/>
                  </a:lnTo>
                  <a:lnTo>
                    <a:pt x="116924" y="338616"/>
                  </a:lnTo>
                  <a:lnTo>
                    <a:pt x="101794" y="289658"/>
                  </a:lnTo>
                  <a:lnTo>
                    <a:pt x="86724" y="242248"/>
                  </a:lnTo>
                  <a:lnTo>
                    <a:pt x="71756" y="196561"/>
                  </a:lnTo>
                  <a:lnTo>
                    <a:pt x="56935" y="152768"/>
                  </a:lnTo>
                  <a:lnTo>
                    <a:pt x="42305" y="111042"/>
                  </a:lnTo>
                  <a:lnTo>
                    <a:pt x="27910" y="71557"/>
                  </a:lnTo>
                  <a:lnTo>
                    <a:pt x="13793" y="34485"/>
                  </a:ln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7213807" y="8025597"/>
              <a:ext cx="128270" cy="87630"/>
            </a:xfrm>
            <a:custGeom>
              <a:avLst/>
              <a:gdLst/>
              <a:ahLst/>
              <a:cxnLst/>
              <a:rect l="l" t="t" r="r" b="b"/>
              <a:pathLst>
                <a:path w="128269" h="87629">
                  <a:moveTo>
                    <a:pt x="0" y="0"/>
                  </a:moveTo>
                  <a:lnTo>
                    <a:pt x="128163" y="8752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7330645" y="7903309"/>
              <a:ext cx="32384" cy="175895"/>
            </a:xfrm>
            <a:custGeom>
              <a:avLst/>
              <a:gdLst/>
              <a:ahLst/>
              <a:cxnLst/>
              <a:rect l="l" t="t" r="r" b="b"/>
              <a:pathLst>
                <a:path w="32384" h="175895">
                  <a:moveTo>
                    <a:pt x="32051" y="0"/>
                  </a:moveTo>
                  <a:lnTo>
                    <a:pt x="0" y="17541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7388065" y="7991016"/>
              <a:ext cx="64769" cy="270510"/>
            </a:xfrm>
            <a:custGeom>
              <a:avLst/>
              <a:gdLst/>
              <a:ahLst/>
              <a:cxnLst/>
              <a:rect l="l" t="t" r="r" b="b"/>
              <a:pathLst>
                <a:path w="64769" h="270509">
                  <a:moveTo>
                    <a:pt x="0" y="270180"/>
                  </a:moveTo>
                  <a:lnTo>
                    <a:pt x="6428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7194415" y="8175606"/>
              <a:ext cx="218440" cy="170180"/>
            </a:xfrm>
            <a:custGeom>
              <a:avLst/>
              <a:gdLst/>
              <a:ahLst/>
              <a:cxnLst/>
              <a:rect l="l" t="t" r="r" b="b"/>
              <a:pathLst>
                <a:path w="218440" h="170179">
                  <a:moveTo>
                    <a:pt x="0" y="0"/>
                  </a:moveTo>
                  <a:lnTo>
                    <a:pt x="218213" y="16956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7440755" y="8134611"/>
              <a:ext cx="114300" cy="311150"/>
            </a:xfrm>
            <a:custGeom>
              <a:avLst/>
              <a:gdLst/>
              <a:ahLst/>
              <a:cxnLst/>
              <a:rect l="l" t="t" r="r" b="b"/>
              <a:pathLst>
                <a:path w="114300" h="311150">
                  <a:moveTo>
                    <a:pt x="0" y="310943"/>
                  </a:moveTo>
                  <a:lnTo>
                    <a:pt x="11406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7188507" y="8343552"/>
              <a:ext cx="278130" cy="197485"/>
            </a:xfrm>
            <a:custGeom>
              <a:avLst/>
              <a:gdLst/>
              <a:ahLst/>
              <a:cxnLst/>
              <a:rect l="l" t="t" r="r" b="b"/>
              <a:pathLst>
                <a:path w="278130" h="197484">
                  <a:moveTo>
                    <a:pt x="0" y="0"/>
                  </a:moveTo>
                  <a:lnTo>
                    <a:pt x="277698" y="19687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7488045" y="8391169"/>
              <a:ext cx="125730" cy="234315"/>
            </a:xfrm>
            <a:custGeom>
              <a:avLst/>
              <a:gdLst/>
              <a:ahLst/>
              <a:cxnLst/>
              <a:rect l="l" t="t" r="r" b="b"/>
              <a:pathLst>
                <a:path w="125730" h="234315">
                  <a:moveTo>
                    <a:pt x="0" y="233898"/>
                  </a:moveTo>
                  <a:lnTo>
                    <a:pt x="12553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7262605" y="8554078"/>
              <a:ext cx="247650" cy="160655"/>
            </a:xfrm>
            <a:custGeom>
              <a:avLst/>
              <a:gdLst/>
              <a:ahLst/>
              <a:cxnLst/>
              <a:rect l="l" t="t" r="r" b="b"/>
              <a:pathLst>
                <a:path w="247650" h="160654">
                  <a:moveTo>
                    <a:pt x="0" y="0"/>
                  </a:moveTo>
                  <a:lnTo>
                    <a:pt x="247552" y="16009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7527823" y="8625066"/>
              <a:ext cx="77470" cy="163195"/>
            </a:xfrm>
            <a:custGeom>
              <a:avLst/>
              <a:gdLst/>
              <a:ahLst/>
              <a:cxnLst/>
              <a:rect l="l" t="t" r="r" b="b"/>
              <a:pathLst>
                <a:path w="77469" h="163195">
                  <a:moveTo>
                    <a:pt x="0" y="163031"/>
                  </a:moveTo>
                  <a:lnTo>
                    <a:pt x="77411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7400301" y="8759589"/>
              <a:ext cx="151130" cy="125095"/>
            </a:xfrm>
            <a:custGeom>
              <a:avLst/>
              <a:gdLst/>
              <a:ahLst/>
              <a:cxnLst/>
              <a:rect l="l" t="t" r="r" b="b"/>
              <a:pathLst>
                <a:path w="151130" h="125095">
                  <a:moveTo>
                    <a:pt x="0" y="0"/>
                  </a:moveTo>
                  <a:lnTo>
                    <a:pt x="150508" y="12483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6926715" y="9384151"/>
              <a:ext cx="1466850" cy="546735"/>
            </a:xfrm>
            <a:custGeom>
              <a:avLst/>
              <a:gdLst/>
              <a:ahLst/>
              <a:cxnLst/>
              <a:rect l="l" t="t" r="r" b="b"/>
              <a:pathLst>
                <a:path w="1466850" h="546734">
                  <a:moveTo>
                    <a:pt x="1466489" y="0"/>
                  </a:moveTo>
                  <a:lnTo>
                    <a:pt x="733244" y="0"/>
                  </a:lnTo>
                  <a:lnTo>
                    <a:pt x="0" y="0"/>
                  </a:lnTo>
                  <a:lnTo>
                    <a:pt x="41181" y="207302"/>
                  </a:lnTo>
                  <a:lnTo>
                    <a:pt x="67115" y="317174"/>
                  </a:lnTo>
                  <a:lnTo>
                    <a:pt x="88789" y="366313"/>
                  </a:lnTo>
                  <a:lnTo>
                    <a:pt x="131136" y="400659"/>
                  </a:lnTo>
                  <a:lnTo>
                    <a:pt x="176937" y="426214"/>
                  </a:lnTo>
                  <a:lnTo>
                    <a:pt x="245824" y="457372"/>
                  </a:lnTo>
                  <a:lnTo>
                    <a:pt x="288628" y="473624"/>
                  </a:lnTo>
                  <a:lnTo>
                    <a:pt x="336848" y="489563"/>
                  </a:lnTo>
                  <a:lnTo>
                    <a:pt x="390364" y="504617"/>
                  </a:lnTo>
                  <a:lnTo>
                    <a:pt x="449059" y="518215"/>
                  </a:lnTo>
                  <a:lnTo>
                    <a:pt x="512812" y="529786"/>
                  </a:lnTo>
                  <a:lnTo>
                    <a:pt x="581507" y="538758"/>
                  </a:lnTo>
                  <a:lnTo>
                    <a:pt x="655024" y="544561"/>
                  </a:lnTo>
                  <a:lnTo>
                    <a:pt x="733244" y="546622"/>
                  </a:lnTo>
                  <a:lnTo>
                    <a:pt x="811464" y="544561"/>
                  </a:lnTo>
                  <a:lnTo>
                    <a:pt x="884981" y="538758"/>
                  </a:lnTo>
                  <a:lnTo>
                    <a:pt x="953676" y="529786"/>
                  </a:lnTo>
                  <a:lnTo>
                    <a:pt x="1017430" y="518215"/>
                  </a:lnTo>
                  <a:lnTo>
                    <a:pt x="1076124" y="504617"/>
                  </a:lnTo>
                  <a:lnTo>
                    <a:pt x="1129641" y="489563"/>
                  </a:lnTo>
                  <a:lnTo>
                    <a:pt x="1177860" y="473624"/>
                  </a:lnTo>
                  <a:lnTo>
                    <a:pt x="1220664" y="457372"/>
                  </a:lnTo>
                  <a:lnTo>
                    <a:pt x="1257934" y="441378"/>
                  </a:lnTo>
                  <a:lnTo>
                    <a:pt x="1315397" y="412451"/>
                  </a:lnTo>
                  <a:lnTo>
                    <a:pt x="1349299" y="391412"/>
                  </a:lnTo>
                  <a:lnTo>
                    <a:pt x="1387537" y="316016"/>
                  </a:lnTo>
                  <a:lnTo>
                    <a:pt x="1425607" y="183050"/>
                  </a:lnTo>
                  <a:lnTo>
                    <a:pt x="1454820" y="56412"/>
                  </a:lnTo>
                  <a:lnTo>
                    <a:pt x="146648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6903705" y="9349051"/>
              <a:ext cx="1513840" cy="66675"/>
            </a:xfrm>
            <a:custGeom>
              <a:avLst/>
              <a:gdLst/>
              <a:ahLst/>
              <a:cxnLst/>
              <a:rect l="l" t="t" r="r" b="b"/>
              <a:pathLst>
                <a:path w="1513840" h="66675">
                  <a:moveTo>
                    <a:pt x="1513367" y="0"/>
                  </a:moveTo>
                  <a:lnTo>
                    <a:pt x="0" y="0"/>
                  </a:lnTo>
                  <a:lnTo>
                    <a:pt x="12125" y="66678"/>
                  </a:lnTo>
                  <a:lnTo>
                    <a:pt x="1502645" y="66678"/>
                  </a:lnTo>
                  <a:lnTo>
                    <a:pt x="151336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6709542" y="9735900"/>
              <a:ext cx="1887855" cy="327660"/>
            </a:xfrm>
            <a:custGeom>
              <a:avLst/>
              <a:gdLst/>
              <a:ahLst/>
              <a:cxnLst/>
              <a:rect l="l" t="t" r="r" b="b"/>
              <a:pathLst>
                <a:path w="1887855" h="327659">
                  <a:moveTo>
                    <a:pt x="943845" y="0"/>
                  </a:moveTo>
                  <a:lnTo>
                    <a:pt x="866435" y="542"/>
                  </a:lnTo>
                  <a:lnTo>
                    <a:pt x="790748" y="2143"/>
                  </a:lnTo>
                  <a:lnTo>
                    <a:pt x="717028" y="4758"/>
                  </a:lnTo>
                  <a:lnTo>
                    <a:pt x="645517" y="8347"/>
                  </a:lnTo>
                  <a:lnTo>
                    <a:pt x="576458" y="12866"/>
                  </a:lnTo>
                  <a:lnTo>
                    <a:pt x="510093" y="18275"/>
                  </a:lnTo>
                  <a:lnTo>
                    <a:pt x="446667" y="24530"/>
                  </a:lnTo>
                  <a:lnTo>
                    <a:pt x="386422" y="31590"/>
                  </a:lnTo>
                  <a:lnTo>
                    <a:pt x="329600" y="39412"/>
                  </a:lnTo>
                  <a:lnTo>
                    <a:pt x="276445" y="47955"/>
                  </a:lnTo>
                  <a:lnTo>
                    <a:pt x="227200" y="57175"/>
                  </a:lnTo>
                  <a:lnTo>
                    <a:pt x="182107" y="67032"/>
                  </a:lnTo>
                  <a:lnTo>
                    <a:pt x="141409" y="77483"/>
                  </a:lnTo>
                  <a:lnTo>
                    <a:pt x="74171" y="99996"/>
                  </a:lnTo>
                  <a:lnTo>
                    <a:pt x="27430" y="124380"/>
                  </a:lnTo>
                  <a:lnTo>
                    <a:pt x="0" y="163722"/>
                  </a:lnTo>
                  <a:lnTo>
                    <a:pt x="3128" y="177151"/>
                  </a:lnTo>
                  <a:lnTo>
                    <a:pt x="48117" y="215473"/>
                  </a:lnTo>
                  <a:lnTo>
                    <a:pt x="105350" y="238964"/>
                  </a:lnTo>
                  <a:lnTo>
                    <a:pt x="182107" y="260417"/>
                  </a:lnTo>
                  <a:lnTo>
                    <a:pt x="227200" y="270273"/>
                  </a:lnTo>
                  <a:lnTo>
                    <a:pt x="276445" y="279494"/>
                  </a:lnTo>
                  <a:lnTo>
                    <a:pt x="329600" y="288036"/>
                  </a:lnTo>
                  <a:lnTo>
                    <a:pt x="386422" y="295857"/>
                  </a:lnTo>
                  <a:lnTo>
                    <a:pt x="446667" y="302917"/>
                  </a:lnTo>
                  <a:lnTo>
                    <a:pt x="510093" y="309172"/>
                  </a:lnTo>
                  <a:lnTo>
                    <a:pt x="576458" y="314580"/>
                  </a:lnTo>
                  <a:lnTo>
                    <a:pt x="645517" y="319099"/>
                  </a:lnTo>
                  <a:lnTo>
                    <a:pt x="717028" y="322687"/>
                  </a:lnTo>
                  <a:lnTo>
                    <a:pt x="790748" y="325302"/>
                  </a:lnTo>
                  <a:lnTo>
                    <a:pt x="866435" y="326902"/>
                  </a:lnTo>
                  <a:lnTo>
                    <a:pt x="943845" y="327445"/>
                  </a:lnTo>
                  <a:lnTo>
                    <a:pt x="1021257" y="326902"/>
                  </a:lnTo>
                  <a:lnTo>
                    <a:pt x="1096945" y="325302"/>
                  </a:lnTo>
                  <a:lnTo>
                    <a:pt x="1170666" y="322687"/>
                  </a:lnTo>
                  <a:lnTo>
                    <a:pt x="1242179" y="319099"/>
                  </a:lnTo>
                  <a:lnTo>
                    <a:pt x="1311239" y="314580"/>
                  </a:lnTo>
                  <a:lnTo>
                    <a:pt x="1377604" y="309172"/>
                  </a:lnTo>
                  <a:lnTo>
                    <a:pt x="1441031" y="302917"/>
                  </a:lnTo>
                  <a:lnTo>
                    <a:pt x="1501277" y="295857"/>
                  </a:lnTo>
                  <a:lnTo>
                    <a:pt x="1558099" y="288036"/>
                  </a:lnTo>
                  <a:lnTo>
                    <a:pt x="1611254" y="279494"/>
                  </a:lnTo>
                  <a:lnTo>
                    <a:pt x="1660500" y="270273"/>
                  </a:lnTo>
                  <a:lnTo>
                    <a:pt x="1705593" y="260417"/>
                  </a:lnTo>
                  <a:lnTo>
                    <a:pt x="1746291" y="249967"/>
                  </a:lnTo>
                  <a:lnTo>
                    <a:pt x="1813529" y="227453"/>
                  </a:lnTo>
                  <a:lnTo>
                    <a:pt x="1860271" y="203068"/>
                  </a:lnTo>
                  <a:lnTo>
                    <a:pt x="1887701" y="163722"/>
                  </a:lnTo>
                  <a:lnTo>
                    <a:pt x="1884572" y="150295"/>
                  </a:lnTo>
                  <a:lnTo>
                    <a:pt x="1839583" y="111975"/>
                  </a:lnTo>
                  <a:lnTo>
                    <a:pt x="1782351" y="88485"/>
                  </a:lnTo>
                  <a:lnTo>
                    <a:pt x="1705593" y="67032"/>
                  </a:lnTo>
                  <a:lnTo>
                    <a:pt x="1660500" y="57175"/>
                  </a:lnTo>
                  <a:lnTo>
                    <a:pt x="1611254" y="47955"/>
                  </a:lnTo>
                  <a:lnTo>
                    <a:pt x="1558099" y="39412"/>
                  </a:lnTo>
                  <a:lnTo>
                    <a:pt x="1501277" y="31590"/>
                  </a:lnTo>
                  <a:lnTo>
                    <a:pt x="1441031" y="24530"/>
                  </a:lnTo>
                  <a:lnTo>
                    <a:pt x="1377604" y="18275"/>
                  </a:lnTo>
                  <a:lnTo>
                    <a:pt x="1311239" y="12866"/>
                  </a:lnTo>
                  <a:lnTo>
                    <a:pt x="1242179" y="8347"/>
                  </a:lnTo>
                  <a:lnTo>
                    <a:pt x="1170666" y="4758"/>
                  </a:lnTo>
                  <a:lnTo>
                    <a:pt x="1096945" y="2143"/>
                  </a:lnTo>
                  <a:lnTo>
                    <a:pt x="1021257" y="542"/>
                  </a:lnTo>
                  <a:lnTo>
                    <a:pt x="943845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21" name="object 321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3885722" y="4000909"/>
            <a:ext cx="1741739" cy="2311327"/>
          </a:xfrm>
          <a:prstGeom prst="rect">
            <a:avLst/>
          </a:prstGeom>
        </p:spPr>
      </p:pic>
      <p:pic>
        <p:nvPicPr>
          <p:cNvPr id="322" name="object 322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1896993" y="1999039"/>
            <a:ext cx="1127969" cy="3370188"/>
          </a:xfrm>
          <a:prstGeom prst="rect">
            <a:avLst/>
          </a:prstGeom>
        </p:spPr>
      </p:pic>
      <p:sp>
        <p:nvSpPr>
          <p:cNvPr id="323" name="object 323" descr=""/>
          <p:cNvSpPr/>
          <p:nvPr/>
        </p:nvSpPr>
        <p:spPr>
          <a:xfrm>
            <a:off x="17620257" y="1209727"/>
            <a:ext cx="147955" cy="702310"/>
          </a:xfrm>
          <a:custGeom>
            <a:avLst/>
            <a:gdLst/>
            <a:ahLst/>
            <a:cxnLst/>
            <a:rect l="l" t="t" r="r" b="b"/>
            <a:pathLst>
              <a:path w="147955" h="702310">
                <a:moveTo>
                  <a:pt x="72594" y="0"/>
                </a:moveTo>
                <a:lnTo>
                  <a:pt x="57268" y="43899"/>
                </a:lnTo>
                <a:lnTo>
                  <a:pt x="43125" y="91900"/>
                </a:lnTo>
                <a:lnTo>
                  <a:pt x="27899" y="151218"/>
                </a:lnTo>
                <a:lnTo>
                  <a:pt x="14018" y="217315"/>
                </a:lnTo>
                <a:lnTo>
                  <a:pt x="3909" y="285653"/>
                </a:lnTo>
                <a:lnTo>
                  <a:pt x="0" y="351696"/>
                </a:lnTo>
                <a:lnTo>
                  <a:pt x="4043" y="430954"/>
                </a:lnTo>
                <a:lnTo>
                  <a:pt x="14499" y="504306"/>
                </a:lnTo>
                <a:lnTo>
                  <a:pt x="28855" y="569459"/>
                </a:lnTo>
                <a:lnTo>
                  <a:pt x="44602" y="624123"/>
                </a:lnTo>
                <a:lnTo>
                  <a:pt x="59226" y="666005"/>
                </a:lnTo>
                <a:lnTo>
                  <a:pt x="75065" y="702261"/>
                </a:lnTo>
                <a:lnTo>
                  <a:pt x="80497" y="691014"/>
                </a:lnTo>
                <a:lnTo>
                  <a:pt x="105592" y="613404"/>
                </a:lnTo>
                <a:lnTo>
                  <a:pt x="120625" y="555100"/>
                </a:lnTo>
                <a:lnTo>
                  <a:pt x="134229" y="489172"/>
                </a:lnTo>
                <a:lnTo>
                  <a:pt x="144089" y="419650"/>
                </a:lnTo>
                <a:lnTo>
                  <a:pt x="147890" y="350565"/>
                </a:lnTo>
                <a:lnTo>
                  <a:pt x="143926" y="283946"/>
                </a:lnTo>
                <a:lnTo>
                  <a:pt x="133651" y="215510"/>
                </a:lnTo>
                <a:lnTo>
                  <a:pt x="119494" y="149655"/>
                </a:lnTo>
                <a:lnTo>
                  <a:pt x="103883" y="90778"/>
                </a:lnTo>
                <a:lnTo>
                  <a:pt x="89243" y="43278"/>
                </a:lnTo>
                <a:lnTo>
                  <a:pt x="72594" y="0"/>
                </a:lnTo>
                <a:close/>
              </a:path>
            </a:pathLst>
          </a:custGeom>
          <a:solidFill>
            <a:srgbClr val="8AB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 descr=""/>
          <p:cNvSpPr/>
          <p:nvPr/>
        </p:nvSpPr>
        <p:spPr>
          <a:xfrm>
            <a:off x="17800882" y="3284648"/>
            <a:ext cx="575310" cy="324485"/>
          </a:xfrm>
          <a:custGeom>
            <a:avLst/>
            <a:gdLst/>
            <a:ahLst/>
            <a:cxnLst/>
            <a:rect l="l" t="t" r="r" b="b"/>
            <a:pathLst>
              <a:path w="575309" h="324485">
                <a:moveTo>
                  <a:pt x="574924" y="0"/>
                </a:moveTo>
                <a:lnTo>
                  <a:pt x="531931" y="7495"/>
                </a:lnTo>
                <a:lnTo>
                  <a:pt x="486065" y="17885"/>
                </a:lnTo>
                <a:lnTo>
                  <a:pt x="430412" y="32584"/>
                </a:lnTo>
                <a:lnTo>
                  <a:pt x="369814" y="51499"/>
                </a:lnTo>
                <a:lnTo>
                  <a:pt x="309113" y="74541"/>
                </a:lnTo>
                <a:lnTo>
                  <a:pt x="253154" y="101619"/>
                </a:lnTo>
                <a:lnTo>
                  <a:pt x="190009" y="141262"/>
                </a:lnTo>
                <a:lnTo>
                  <a:pt x="134649" y="183469"/>
                </a:lnTo>
                <a:lnTo>
                  <a:pt x="87799" y="225126"/>
                </a:lnTo>
                <a:lnTo>
                  <a:pt x="50184" y="263118"/>
                </a:lnTo>
                <a:lnTo>
                  <a:pt x="22530" y="294330"/>
                </a:lnTo>
                <a:lnTo>
                  <a:pt x="0" y="323958"/>
                </a:lnTo>
                <a:lnTo>
                  <a:pt x="11716" y="323258"/>
                </a:lnTo>
                <a:lnTo>
                  <a:pt x="86888" y="308259"/>
                </a:lnTo>
                <a:lnTo>
                  <a:pt x="141611" y="293855"/>
                </a:lnTo>
                <a:lnTo>
                  <a:pt x="201937" y="274778"/>
                </a:lnTo>
                <a:lnTo>
                  <a:pt x="263501" y="250974"/>
                </a:lnTo>
                <a:lnTo>
                  <a:pt x="321937" y="222391"/>
                </a:lnTo>
                <a:lnTo>
                  <a:pt x="374762" y="188579"/>
                </a:lnTo>
                <a:lnTo>
                  <a:pt x="426180" y="148771"/>
                </a:lnTo>
                <a:lnTo>
                  <a:pt x="473698" y="106973"/>
                </a:lnTo>
                <a:lnTo>
                  <a:pt x="514824" y="67191"/>
                </a:lnTo>
                <a:lnTo>
                  <a:pt x="547066" y="33430"/>
                </a:lnTo>
                <a:lnTo>
                  <a:pt x="574924" y="0"/>
                </a:lnTo>
                <a:close/>
              </a:path>
            </a:pathLst>
          </a:custGeom>
          <a:solidFill>
            <a:srgbClr val="8AB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 descr=""/>
          <p:cNvSpPr/>
          <p:nvPr/>
        </p:nvSpPr>
        <p:spPr>
          <a:xfrm>
            <a:off x="17915187" y="2744643"/>
            <a:ext cx="575310" cy="324485"/>
          </a:xfrm>
          <a:custGeom>
            <a:avLst/>
            <a:gdLst/>
            <a:ahLst/>
            <a:cxnLst/>
            <a:rect l="l" t="t" r="r" b="b"/>
            <a:pathLst>
              <a:path w="575309" h="324485">
                <a:moveTo>
                  <a:pt x="574872" y="0"/>
                </a:moveTo>
                <a:lnTo>
                  <a:pt x="531841" y="7494"/>
                </a:lnTo>
                <a:lnTo>
                  <a:pt x="485981" y="17886"/>
                </a:lnTo>
                <a:lnTo>
                  <a:pt x="430334" y="32589"/>
                </a:lnTo>
                <a:lnTo>
                  <a:pt x="369732" y="51514"/>
                </a:lnTo>
                <a:lnTo>
                  <a:pt x="309009" y="74571"/>
                </a:lnTo>
                <a:lnTo>
                  <a:pt x="252997" y="101672"/>
                </a:lnTo>
                <a:lnTo>
                  <a:pt x="189855" y="141347"/>
                </a:lnTo>
                <a:lnTo>
                  <a:pt x="134504" y="183567"/>
                </a:lnTo>
                <a:lnTo>
                  <a:pt x="87671" y="225223"/>
                </a:lnTo>
                <a:lnTo>
                  <a:pt x="50079" y="263209"/>
                </a:lnTo>
                <a:lnTo>
                  <a:pt x="22453" y="294415"/>
                </a:lnTo>
                <a:lnTo>
                  <a:pt x="0" y="324063"/>
                </a:lnTo>
                <a:lnTo>
                  <a:pt x="11684" y="323337"/>
                </a:lnTo>
                <a:lnTo>
                  <a:pt x="86820" y="308283"/>
                </a:lnTo>
                <a:lnTo>
                  <a:pt x="141530" y="293856"/>
                </a:lnTo>
                <a:lnTo>
                  <a:pt x="201841" y="274763"/>
                </a:lnTo>
                <a:lnTo>
                  <a:pt x="263381" y="250954"/>
                </a:lnTo>
                <a:lnTo>
                  <a:pt x="321780" y="222380"/>
                </a:lnTo>
                <a:lnTo>
                  <a:pt x="374644" y="188572"/>
                </a:lnTo>
                <a:lnTo>
                  <a:pt x="426089" y="148765"/>
                </a:lnTo>
                <a:lnTo>
                  <a:pt x="473626" y="106968"/>
                </a:lnTo>
                <a:lnTo>
                  <a:pt x="514764" y="67185"/>
                </a:lnTo>
                <a:lnTo>
                  <a:pt x="547011" y="33426"/>
                </a:lnTo>
                <a:lnTo>
                  <a:pt x="574872" y="0"/>
                </a:lnTo>
                <a:close/>
              </a:path>
            </a:pathLst>
          </a:custGeom>
          <a:solidFill>
            <a:srgbClr val="8AB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 descr=""/>
          <p:cNvSpPr/>
          <p:nvPr/>
        </p:nvSpPr>
        <p:spPr>
          <a:xfrm>
            <a:off x="17813232" y="2090316"/>
            <a:ext cx="356870" cy="290195"/>
          </a:xfrm>
          <a:custGeom>
            <a:avLst/>
            <a:gdLst/>
            <a:ahLst/>
            <a:cxnLst/>
            <a:rect l="l" t="t" r="r" b="b"/>
            <a:pathLst>
              <a:path w="356869" h="290194">
                <a:moveTo>
                  <a:pt x="356292" y="0"/>
                </a:moveTo>
                <a:lnTo>
                  <a:pt x="304118" y="19856"/>
                </a:lnTo>
                <a:lnTo>
                  <a:pt x="253277" y="43104"/>
                </a:lnTo>
                <a:lnTo>
                  <a:pt x="198041" y="72935"/>
                </a:lnTo>
                <a:lnTo>
                  <a:pt x="147492" y="107630"/>
                </a:lnTo>
                <a:lnTo>
                  <a:pt x="94942" y="156473"/>
                </a:lnTo>
                <a:lnTo>
                  <a:pt x="53551" y="205220"/>
                </a:lnTo>
                <a:lnTo>
                  <a:pt x="23685" y="247782"/>
                </a:lnTo>
                <a:lnTo>
                  <a:pt x="0" y="289991"/>
                </a:lnTo>
                <a:lnTo>
                  <a:pt x="14766" y="285878"/>
                </a:lnTo>
                <a:lnTo>
                  <a:pt x="51282" y="271733"/>
                </a:lnTo>
                <a:lnTo>
                  <a:pt x="101301" y="248883"/>
                </a:lnTo>
                <a:lnTo>
                  <a:pt x="156576" y="218650"/>
                </a:lnTo>
                <a:lnTo>
                  <a:pt x="208862" y="182360"/>
                </a:lnTo>
                <a:lnTo>
                  <a:pt x="253688" y="139874"/>
                </a:lnTo>
                <a:lnTo>
                  <a:pt x="294261" y="92072"/>
                </a:lnTo>
                <a:lnTo>
                  <a:pt x="327165" y="47277"/>
                </a:lnTo>
                <a:lnTo>
                  <a:pt x="348981" y="13812"/>
                </a:lnTo>
                <a:lnTo>
                  <a:pt x="356292" y="0"/>
                </a:lnTo>
                <a:close/>
              </a:path>
            </a:pathLst>
          </a:custGeom>
          <a:solidFill>
            <a:srgbClr val="8AB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 descr=""/>
          <p:cNvSpPr/>
          <p:nvPr/>
        </p:nvSpPr>
        <p:spPr>
          <a:xfrm>
            <a:off x="17298263" y="2005192"/>
            <a:ext cx="305435" cy="215265"/>
          </a:xfrm>
          <a:custGeom>
            <a:avLst/>
            <a:gdLst/>
            <a:ahLst/>
            <a:cxnLst/>
            <a:rect l="l" t="t" r="r" b="b"/>
            <a:pathLst>
              <a:path w="305434" h="215264">
                <a:moveTo>
                  <a:pt x="0" y="0"/>
                </a:moveTo>
                <a:lnTo>
                  <a:pt x="30962" y="52681"/>
                </a:lnTo>
                <a:lnTo>
                  <a:pt x="70048" y="99597"/>
                </a:lnTo>
                <a:lnTo>
                  <a:pt x="123744" y="145367"/>
                </a:lnTo>
                <a:lnTo>
                  <a:pt x="187801" y="181148"/>
                </a:lnTo>
                <a:lnTo>
                  <a:pt x="245872" y="202929"/>
                </a:lnTo>
                <a:lnTo>
                  <a:pt x="288299" y="213361"/>
                </a:lnTo>
                <a:lnTo>
                  <a:pt x="305425" y="215092"/>
                </a:lnTo>
                <a:lnTo>
                  <a:pt x="300431" y="201158"/>
                </a:lnTo>
                <a:lnTo>
                  <a:pt x="280974" y="166377"/>
                </a:lnTo>
                <a:lnTo>
                  <a:pt x="242134" y="118646"/>
                </a:lnTo>
                <a:lnTo>
                  <a:pt x="178989" y="65861"/>
                </a:lnTo>
                <a:lnTo>
                  <a:pt x="117435" y="32338"/>
                </a:lnTo>
                <a:lnTo>
                  <a:pt x="59848" y="11986"/>
                </a:lnTo>
                <a:lnTo>
                  <a:pt x="17085" y="2106"/>
                </a:lnTo>
                <a:lnTo>
                  <a:pt x="0" y="0"/>
                </a:lnTo>
                <a:close/>
              </a:path>
            </a:pathLst>
          </a:custGeom>
          <a:solidFill>
            <a:srgbClr val="8AB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 descr=""/>
          <p:cNvSpPr/>
          <p:nvPr/>
        </p:nvSpPr>
        <p:spPr>
          <a:xfrm>
            <a:off x="17101411" y="4036093"/>
            <a:ext cx="427355" cy="503555"/>
          </a:xfrm>
          <a:custGeom>
            <a:avLst/>
            <a:gdLst/>
            <a:ahLst/>
            <a:cxnLst/>
            <a:rect l="l" t="t" r="r" b="b"/>
            <a:pathLst>
              <a:path w="427355" h="503554">
                <a:moveTo>
                  <a:pt x="0" y="0"/>
                </a:moveTo>
                <a:lnTo>
                  <a:pt x="14523" y="41097"/>
                </a:lnTo>
                <a:lnTo>
                  <a:pt x="33084" y="83952"/>
                </a:lnTo>
                <a:lnTo>
                  <a:pt x="57908" y="135525"/>
                </a:lnTo>
                <a:lnTo>
                  <a:pt x="88039" y="191200"/>
                </a:lnTo>
                <a:lnTo>
                  <a:pt x="122526" y="246363"/>
                </a:lnTo>
                <a:lnTo>
                  <a:pt x="160413" y="296399"/>
                </a:lnTo>
                <a:lnTo>
                  <a:pt x="205321" y="343438"/>
                </a:lnTo>
                <a:lnTo>
                  <a:pt x="254812" y="387087"/>
                </a:lnTo>
                <a:lnTo>
                  <a:pt x="304774" y="425880"/>
                </a:lnTo>
                <a:lnTo>
                  <a:pt x="351097" y="458352"/>
                </a:lnTo>
                <a:lnTo>
                  <a:pt x="389668" y="483038"/>
                </a:lnTo>
                <a:lnTo>
                  <a:pt x="427107" y="503188"/>
                </a:lnTo>
                <a:lnTo>
                  <a:pt x="424803" y="493436"/>
                </a:lnTo>
                <a:lnTo>
                  <a:pt x="401152" y="428688"/>
                </a:lnTo>
                <a:lnTo>
                  <a:pt x="379017" y="380027"/>
                </a:lnTo>
                <a:lnTo>
                  <a:pt x="349483" y="324732"/>
                </a:lnTo>
                <a:lnTo>
                  <a:pt x="312155" y="265968"/>
                </a:lnTo>
                <a:lnTo>
                  <a:pt x="266641" y="206904"/>
                </a:lnTo>
                <a:lnTo>
                  <a:pt x="223501" y="162128"/>
                </a:lnTo>
                <a:lnTo>
                  <a:pt x="174527" y="119495"/>
                </a:lnTo>
                <a:lnTo>
                  <a:pt x="124228" y="80763"/>
                </a:lnTo>
                <a:lnTo>
                  <a:pt x="77115" y="47689"/>
                </a:lnTo>
                <a:lnTo>
                  <a:pt x="37699" y="22032"/>
                </a:lnTo>
                <a:lnTo>
                  <a:pt x="0" y="0"/>
                </a:lnTo>
                <a:close/>
              </a:path>
            </a:pathLst>
          </a:custGeom>
          <a:solidFill>
            <a:srgbClr val="8AB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 descr=""/>
          <p:cNvSpPr/>
          <p:nvPr/>
        </p:nvSpPr>
        <p:spPr>
          <a:xfrm>
            <a:off x="17021243" y="3440678"/>
            <a:ext cx="494030" cy="438150"/>
          </a:xfrm>
          <a:custGeom>
            <a:avLst/>
            <a:gdLst/>
            <a:ahLst/>
            <a:cxnLst/>
            <a:rect l="l" t="t" r="r" b="b"/>
            <a:pathLst>
              <a:path w="494030" h="438150">
                <a:moveTo>
                  <a:pt x="0" y="0"/>
                </a:moveTo>
                <a:lnTo>
                  <a:pt x="20246" y="38544"/>
                </a:lnTo>
                <a:lnTo>
                  <a:pt x="44678" y="78332"/>
                </a:lnTo>
                <a:lnTo>
                  <a:pt x="76524" y="125875"/>
                </a:lnTo>
                <a:lnTo>
                  <a:pt x="114189" y="176731"/>
                </a:lnTo>
                <a:lnTo>
                  <a:pt x="156079" y="226460"/>
                </a:lnTo>
                <a:lnTo>
                  <a:pt x="200601" y="270620"/>
                </a:lnTo>
                <a:lnTo>
                  <a:pt x="251701" y="310834"/>
                </a:lnTo>
                <a:lnTo>
                  <a:pt x="306864" y="347055"/>
                </a:lnTo>
                <a:lnTo>
                  <a:pt x="361812" y="378407"/>
                </a:lnTo>
                <a:lnTo>
                  <a:pt x="412268" y="404014"/>
                </a:lnTo>
                <a:lnTo>
                  <a:pt x="453954" y="422997"/>
                </a:lnTo>
                <a:lnTo>
                  <a:pt x="493911" y="437588"/>
                </a:lnTo>
                <a:lnTo>
                  <a:pt x="490253" y="428330"/>
                </a:lnTo>
                <a:lnTo>
                  <a:pt x="457709" y="367613"/>
                </a:lnTo>
                <a:lnTo>
                  <a:pt x="428933" y="322559"/>
                </a:lnTo>
                <a:lnTo>
                  <a:pt x="391894" y="271975"/>
                </a:lnTo>
                <a:lnTo>
                  <a:pt x="346647" y="219066"/>
                </a:lnTo>
                <a:lnTo>
                  <a:pt x="293247" y="167031"/>
                </a:lnTo>
                <a:lnTo>
                  <a:pt x="244209" y="128808"/>
                </a:lnTo>
                <a:lnTo>
                  <a:pt x="189707" y="93520"/>
                </a:lnTo>
                <a:lnTo>
                  <a:pt x="134448" y="62278"/>
                </a:lnTo>
                <a:lnTo>
                  <a:pt x="83139" y="36193"/>
                </a:lnTo>
                <a:lnTo>
                  <a:pt x="40490" y="16378"/>
                </a:lnTo>
                <a:lnTo>
                  <a:pt x="0" y="0"/>
                </a:lnTo>
                <a:close/>
              </a:path>
            </a:pathLst>
          </a:custGeom>
          <a:solidFill>
            <a:srgbClr val="8ABC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 descr=""/>
          <p:cNvSpPr/>
          <p:nvPr/>
        </p:nvSpPr>
        <p:spPr>
          <a:xfrm>
            <a:off x="16965145" y="2383844"/>
            <a:ext cx="585470" cy="305435"/>
          </a:xfrm>
          <a:custGeom>
            <a:avLst/>
            <a:gdLst/>
            <a:ahLst/>
            <a:cxnLst/>
            <a:rect l="l" t="t" r="r" b="b"/>
            <a:pathLst>
              <a:path w="585469" h="305435">
                <a:moveTo>
                  <a:pt x="0" y="0"/>
                </a:moveTo>
                <a:lnTo>
                  <a:pt x="28948" y="32473"/>
                </a:lnTo>
                <a:lnTo>
                  <a:pt x="62283" y="65154"/>
                </a:lnTo>
                <a:lnTo>
                  <a:pt x="104699" y="103568"/>
                </a:lnTo>
                <a:lnTo>
                  <a:pt x="153577" y="143791"/>
                </a:lnTo>
                <a:lnTo>
                  <a:pt x="206298" y="181900"/>
                </a:lnTo>
                <a:lnTo>
                  <a:pt x="260243" y="213972"/>
                </a:lnTo>
                <a:lnTo>
                  <a:pt x="319547" y="240596"/>
                </a:lnTo>
                <a:lnTo>
                  <a:pt x="381838" y="262363"/>
                </a:lnTo>
                <a:lnTo>
                  <a:pt x="442748" y="279466"/>
                </a:lnTo>
                <a:lnTo>
                  <a:pt x="497909" y="292094"/>
                </a:lnTo>
                <a:lnTo>
                  <a:pt x="542951" y="300438"/>
                </a:lnTo>
                <a:lnTo>
                  <a:pt x="585207" y="305037"/>
                </a:lnTo>
                <a:lnTo>
                  <a:pt x="579415" y="296923"/>
                </a:lnTo>
                <a:lnTo>
                  <a:pt x="533125" y="245877"/>
                </a:lnTo>
                <a:lnTo>
                  <a:pt x="494288" y="209124"/>
                </a:lnTo>
                <a:lnTo>
                  <a:pt x="446096" y="169003"/>
                </a:lnTo>
                <a:lnTo>
                  <a:pt x="389381" y="128602"/>
                </a:lnTo>
                <a:lnTo>
                  <a:pt x="324974" y="91012"/>
                </a:lnTo>
                <a:lnTo>
                  <a:pt x="268149" y="65795"/>
                </a:lnTo>
                <a:lnTo>
                  <a:pt x="206724" y="44763"/>
                </a:lnTo>
                <a:lnTo>
                  <a:pt x="145539" y="27848"/>
                </a:lnTo>
                <a:lnTo>
                  <a:pt x="89435" y="14983"/>
                </a:lnTo>
                <a:lnTo>
                  <a:pt x="43250" y="6099"/>
                </a:lnTo>
                <a:lnTo>
                  <a:pt x="0" y="0"/>
                </a:lnTo>
                <a:close/>
              </a:path>
            </a:pathLst>
          </a:custGeom>
          <a:solidFill>
            <a:srgbClr val="8ABC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1" name="object 331" descr=""/>
          <p:cNvGrpSpPr/>
          <p:nvPr/>
        </p:nvGrpSpPr>
        <p:grpSpPr>
          <a:xfrm>
            <a:off x="17018153" y="1606734"/>
            <a:ext cx="1490980" cy="4232910"/>
            <a:chOff x="17018153" y="1606734"/>
            <a:chExt cx="1490980" cy="4232910"/>
          </a:xfrm>
        </p:grpSpPr>
        <p:sp>
          <p:nvSpPr>
            <p:cNvPr id="332" name="object 332" descr=""/>
            <p:cNvSpPr/>
            <p:nvPr/>
          </p:nvSpPr>
          <p:spPr>
            <a:xfrm>
              <a:off x="17312513" y="1606746"/>
              <a:ext cx="868044" cy="3434079"/>
            </a:xfrm>
            <a:custGeom>
              <a:avLst/>
              <a:gdLst/>
              <a:ahLst/>
              <a:cxnLst/>
              <a:rect l="l" t="t" r="r" b="b"/>
              <a:pathLst>
                <a:path w="868044" h="3434079">
                  <a:moveTo>
                    <a:pt x="867562" y="1329182"/>
                  </a:moveTo>
                  <a:lnTo>
                    <a:pt x="395173" y="1559306"/>
                  </a:lnTo>
                  <a:lnTo>
                    <a:pt x="378485" y="0"/>
                  </a:lnTo>
                  <a:lnTo>
                    <a:pt x="366268" y="1136853"/>
                  </a:lnTo>
                  <a:lnTo>
                    <a:pt x="0" y="955370"/>
                  </a:lnTo>
                  <a:lnTo>
                    <a:pt x="365937" y="1167218"/>
                  </a:lnTo>
                  <a:lnTo>
                    <a:pt x="341591" y="3433572"/>
                  </a:lnTo>
                  <a:lnTo>
                    <a:pt x="415251" y="3433572"/>
                  </a:lnTo>
                  <a:lnTo>
                    <a:pt x="395503" y="1589849"/>
                  </a:lnTo>
                  <a:lnTo>
                    <a:pt x="867562" y="1329182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7858200" y="1781625"/>
              <a:ext cx="321310" cy="191770"/>
            </a:xfrm>
            <a:custGeom>
              <a:avLst/>
              <a:gdLst/>
              <a:ahLst/>
              <a:cxnLst/>
              <a:rect l="l" t="t" r="r" b="b"/>
              <a:pathLst>
                <a:path w="321309" h="191769">
                  <a:moveTo>
                    <a:pt x="320765" y="0"/>
                  </a:moveTo>
                  <a:lnTo>
                    <a:pt x="260194" y="7473"/>
                  </a:lnTo>
                  <a:lnTo>
                    <a:pt x="201255" y="23474"/>
                  </a:lnTo>
                  <a:lnTo>
                    <a:pt x="137388" y="52218"/>
                  </a:lnTo>
                  <a:lnTo>
                    <a:pt x="70364" y="100097"/>
                  </a:lnTo>
                  <a:lnTo>
                    <a:pt x="28018" y="144769"/>
                  </a:lnTo>
                  <a:lnTo>
                    <a:pt x="6010" y="177989"/>
                  </a:lnTo>
                  <a:lnTo>
                    <a:pt x="0" y="191512"/>
                  </a:lnTo>
                  <a:lnTo>
                    <a:pt x="17220" y="191130"/>
                  </a:lnTo>
                  <a:lnTo>
                    <a:pt x="60317" y="183894"/>
                  </a:lnTo>
                  <a:lnTo>
                    <a:pt x="119858" y="166489"/>
                  </a:lnTo>
                  <a:lnTo>
                    <a:pt x="186413" y="135597"/>
                  </a:lnTo>
                  <a:lnTo>
                    <a:pt x="243413" y="94036"/>
                  </a:lnTo>
                  <a:lnTo>
                    <a:pt x="285904" y="50235"/>
                  </a:lnTo>
                  <a:lnTo>
                    <a:pt x="312238" y="15216"/>
                  </a:lnTo>
                  <a:lnTo>
                    <a:pt x="320765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7685781" y="1879098"/>
              <a:ext cx="356235" cy="190500"/>
            </a:xfrm>
            <a:custGeom>
              <a:avLst/>
              <a:gdLst/>
              <a:ahLst/>
              <a:cxnLst/>
              <a:rect l="l" t="t" r="r" b="b"/>
              <a:pathLst>
                <a:path w="356234" h="190500">
                  <a:moveTo>
                    <a:pt x="355853" y="0"/>
                  </a:moveTo>
                  <a:lnTo>
                    <a:pt x="0" y="165848"/>
                  </a:lnTo>
                  <a:lnTo>
                    <a:pt x="12575" y="190496"/>
                  </a:lnTo>
                  <a:lnTo>
                    <a:pt x="355853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7789576" y="3912693"/>
              <a:ext cx="146685" cy="347980"/>
            </a:xfrm>
            <a:custGeom>
              <a:avLst/>
              <a:gdLst/>
              <a:ahLst/>
              <a:cxnLst/>
              <a:rect l="l" t="t" r="r" b="b"/>
              <a:pathLst>
                <a:path w="146684" h="347979">
                  <a:moveTo>
                    <a:pt x="143520" y="0"/>
                  </a:moveTo>
                  <a:lnTo>
                    <a:pt x="100172" y="42938"/>
                  </a:lnTo>
                  <a:lnTo>
                    <a:pt x="63234" y="91572"/>
                  </a:lnTo>
                  <a:lnTo>
                    <a:pt x="30162" y="153335"/>
                  </a:lnTo>
                  <a:lnTo>
                    <a:pt x="6301" y="232107"/>
                  </a:lnTo>
                  <a:lnTo>
                    <a:pt x="0" y="293343"/>
                  </a:lnTo>
                  <a:lnTo>
                    <a:pt x="2814" y="333125"/>
                  </a:lnTo>
                  <a:lnTo>
                    <a:pt x="6299" y="347539"/>
                  </a:lnTo>
                  <a:lnTo>
                    <a:pt x="19700" y="336637"/>
                  </a:lnTo>
                  <a:lnTo>
                    <a:pt x="49439" y="304617"/>
                  </a:lnTo>
                  <a:lnTo>
                    <a:pt x="86018" y="254533"/>
                  </a:lnTo>
                  <a:lnTo>
                    <a:pt x="119940" y="189439"/>
                  </a:lnTo>
                  <a:lnTo>
                    <a:pt x="139695" y="121689"/>
                  </a:lnTo>
                  <a:lnTo>
                    <a:pt x="146619" y="61033"/>
                  </a:lnTo>
                  <a:lnTo>
                    <a:pt x="146099" y="17220"/>
                  </a:lnTo>
                  <a:lnTo>
                    <a:pt x="143520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7712952" y="4071354"/>
              <a:ext cx="167005" cy="368300"/>
            </a:xfrm>
            <a:custGeom>
              <a:avLst/>
              <a:gdLst/>
              <a:ahLst/>
              <a:cxnLst/>
              <a:rect l="l" t="t" r="r" b="b"/>
              <a:pathLst>
                <a:path w="167005" h="368300">
                  <a:moveTo>
                    <a:pt x="166811" y="0"/>
                  </a:moveTo>
                  <a:lnTo>
                    <a:pt x="0" y="356921"/>
                  </a:lnTo>
                  <a:lnTo>
                    <a:pt x="25496" y="367706"/>
                  </a:lnTo>
                  <a:lnTo>
                    <a:pt x="166811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7500664" y="3447861"/>
              <a:ext cx="117475" cy="360680"/>
            </a:xfrm>
            <a:custGeom>
              <a:avLst/>
              <a:gdLst/>
              <a:ahLst/>
              <a:cxnLst/>
              <a:rect l="l" t="t" r="r" b="b"/>
              <a:pathLst>
                <a:path w="117475" h="360679">
                  <a:moveTo>
                    <a:pt x="8926" y="0"/>
                  </a:moveTo>
                  <a:lnTo>
                    <a:pt x="5202" y="16794"/>
                  </a:lnTo>
                  <a:lnTo>
                    <a:pt x="164" y="60389"/>
                  </a:lnTo>
                  <a:lnTo>
                    <a:pt x="0" y="121471"/>
                  </a:lnTo>
                  <a:lnTo>
                    <a:pt x="10894" y="190727"/>
                  </a:lnTo>
                  <a:lnTo>
                    <a:pt x="39275" y="267963"/>
                  </a:lnTo>
                  <a:lnTo>
                    <a:pt x="71110" y="320601"/>
                  </a:lnTo>
                  <a:lnTo>
                    <a:pt x="97302" y="350635"/>
                  </a:lnTo>
                  <a:lnTo>
                    <a:pt x="108755" y="360062"/>
                  </a:lnTo>
                  <a:lnTo>
                    <a:pt x="112908" y="343319"/>
                  </a:lnTo>
                  <a:lnTo>
                    <a:pt x="117350" y="299829"/>
                  </a:lnTo>
                  <a:lnTo>
                    <a:pt x="116372" y="237792"/>
                  </a:lnTo>
                  <a:lnTo>
                    <a:pt x="104263" y="165408"/>
                  </a:lnTo>
                  <a:lnTo>
                    <a:pt x="79196" y="99403"/>
                  </a:lnTo>
                  <a:lnTo>
                    <a:pt x="48172" y="46823"/>
                  </a:lnTo>
                  <a:lnTo>
                    <a:pt x="21359" y="12183"/>
                  </a:lnTo>
                  <a:lnTo>
                    <a:pt x="8926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7562651" y="3606694"/>
              <a:ext cx="109220" cy="385445"/>
            </a:xfrm>
            <a:custGeom>
              <a:avLst/>
              <a:gdLst/>
              <a:ahLst/>
              <a:cxnLst/>
              <a:rect l="l" t="t" r="r" b="b"/>
              <a:pathLst>
                <a:path w="109219" h="385445">
                  <a:moveTo>
                    <a:pt x="0" y="0"/>
                  </a:moveTo>
                  <a:lnTo>
                    <a:pt x="81861" y="385328"/>
                  </a:lnTo>
                  <a:lnTo>
                    <a:pt x="108813" y="378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7018153" y="3285769"/>
              <a:ext cx="372745" cy="96520"/>
            </a:xfrm>
            <a:custGeom>
              <a:avLst/>
              <a:gdLst/>
              <a:ahLst/>
              <a:cxnLst/>
              <a:rect l="l" t="t" r="r" b="b"/>
              <a:pathLst>
                <a:path w="372744" h="96520">
                  <a:moveTo>
                    <a:pt x="180057" y="0"/>
                  </a:moveTo>
                  <a:lnTo>
                    <a:pt x="110607" y="12584"/>
                  </a:lnTo>
                  <a:lnTo>
                    <a:pt x="53248" y="33446"/>
                  </a:lnTo>
                  <a:lnTo>
                    <a:pt x="14279" y="53432"/>
                  </a:lnTo>
                  <a:lnTo>
                    <a:pt x="0" y="63390"/>
                  </a:lnTo>
                  <a:lnTo>
                    <a:pt x="15802" y="70191"/>
                  </a:lnTo>
                  <a:lnTo>
                    <a:pt x="57750" y="83144"/>
                  </a:lnTo>
                  <a:lnTo>
                    <a:pt x="117775" y="94486"/>
                  </a:lnTo>
                  <a:lnTo>
                    <a:pt x="187805" y="96457"/>
                  </a:lnTo>
                  <a:lnTo>
                    <a:pt x="268977" y="82701"/>
                  </a:lnTo>
                  <a:lnTo>
                    <a:pt x="326569" y="61036"/>
                  </a:lnTo>
                  <a:lnTo>
                    <a:pt x="360875" y="40770"/>
                  </a:lnTo>
                  <a:lnTo>
                    <a:pt x="372187" y="31213"/>
                  </a:lnTo>
                  <a:lnTo>
                    <a:pt x="356538" y="24110"/>
                  </a:lnTo>
                  <a:lnTo>
                    <a:pt x="314610" y="11774"/>
                  </a:lnTo>
                  <a:lnTo>
                    <a:pt x="253438" y="1354"/>
                  </a:lnTo>
                  <a:lnTo>
                    <a:pt x="180057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7183999" y="3295312"/>
              <a:ext cx="509270" cy="31115"/>
            </a:xfrm>
            <a:custGeom>
              <a:avLst/>
              <a:gdLst/>
              <a:ahLst/>
              <a:cxnLst/>
              <a:rect l="l" t="t" r="r" b="b"/>
              <a:pathLst>
                <a:path w="509269" h="31114">
                  <a:moveTo>
                    <a:pt x="507953" y="0"/>
                  </a:moveTo>
                  <a:lnTo>
                    <a:pt x="0" y="30878"/>
                  </a:lnTo>
                  <a:lnTo>
                    <a:pt x="508853" y="27737"/>
                  </a:lnTo>
                  <a:lnTo>
                    <a:pt x="507953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7759416" y="2627009"/>
              <a:ext cx="117475" cy="360680"/>
            </a:xfrm>
            <a:custGeom>
              <a:avLst/>
              <a:gdLst/>
              <a:ahLst/>
              <a:cxnLst/>
              <a:rect l="l" t="t" r="r" b="b"/>
              <a:pathLst>
                <a:path w="117475" h="360680">
                  <a:moveTo>
                    <a:pt x="9014" y="0"/>
                  </a:moveTo>
                  <a:lnTo>
                    <a:pt x="5259" y="16771"/>
                  </a:lnTo>
                  <a:lnTo>
                    <a:pt x="203" y="60363"/>
                  </a:lnTo>
                  <a:lnTo>
                    <a:pt x="0" y="121441"/>
                  </a:lnTo>
                  <a:lnTo>
                    <a:pt x="10804" y="190674"/>
                  </a:lnTo>
                  <a:lnTo>
                    <a:pt x="39253" y="267997"/>
                  </a:lnTo>
                  <a:lnTo>
                    <a:pt x="71127" y="320657"/>
                  </a:lnTo>
                  <a:lnTo>
                    <a:pt x="97347" y="350673"/>
                  </a:lnTo>
                  <a:lnTo>
                    <a:pt x="108833" y="360062"/>
                  </a:lnTo>
                  <a:lnTo>
                    <a:pt x="112947" y="343393"/>
                  </a:lnTo>
                  <a:lnTo>
                    <a:pt x="117355" y="299888"/>
                  </a:lnTo>
                  <a:lnTo>
                    <a:pt x="116350" y="237791"/>
                  </a:lnTo>
                  <a:lnTo>
                    <a:pt x="104226" y="165345"/>
                  </a:lnTo>
                  <a:lnTo>
                    <a:pt x="79190" y="99441"/>
                  </a:lnTo>
                  <a:lnTo>
                    <a:pt x="48221" y="46901"/>
                  </a:lnTo>
                  <a:lnTo>
                    <a:pt x="21451" y="12247"/>
                  </a:lnTo>
                  <a:lnTo>
                    <a:pt x="9014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7821255" y="2785959"/>
              <a:ext cx="85090" cy="295275"/>
            </a:xfrm>
            <a:custGeom>
              <a:avLst/>
              <a:gdLst/>
              <a:ahLst/>
              <a:cxnLst/>
              <a:rect l="l" t="t" r="r" b="b"/>
              <a:pathLst>
                <a:path w="85090" h="295275">
                  <a:moveTo>
                    <a:pt x="0" y="0"/>
                  </a:moveTo>
                  <a:lnTo>
                    <a:pt x="57778" y="295216"/>
                  </a:lnTo>
                  <a:lnTo>
                    <a:pt x="84782" y="288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7879030" y="3693813"/>
              <a:ext cx="370205" cy="104139"/>
            </a:xfrm>
            <a:custGeom>
              <a:avLst/>
              <a:gdLst/>
              <a:ahLst/>
              <a:cxnLst/>
              <a:rect l="l" t="t" r="r" b="b"/>
              <a:pathLst>
                <a:path w="370205" h="104139">
                  <a:moveTo>
                    <a:pt x="112141" y="0"/>
                  </a:moveTo>
                  <a:lnTo>
                    <a:pt x="51143" y="8315"/>
                  </a:lnTo>
                  <a:lnTo>
                    <a:pt x="13169" y="20429"/>
                  </a:lnTo>
                  <a:lnTo>
                    <a:pt x="0" y="27200"/>
                  </a:lnTo>
                  <a:lnTo>
                    <a:pt x="13724" y="37684"/>
                  </a:lnTo>
                  <a:lnTo>
                    <a:pt x="51888" y="59067"/>
                  </a:lnTo>
                  <a:lnTo>
                    <a:pt x="109221" y="82820"/>
                  </a:lnTo>
                  <a:lnTo>
                    <a:pt x="180455" y="100413"/>
                  </a:lnTo>
                  <a:lnTo>
                    <a:pt x="250930" y="103593"/>
                  </a:lnTo>
                  <a:lnTo>
                    <a:pt x="311468" y="96005"/>
                  </a:lnTo>
                  <a:lnTo>
                    <a:pt x="353898" y="85173"/>
                  </a:lnTo>
                  <a:lnTo>
                    <a:pt x="370051" y="78623"/>
                  </a:lnTo>
                  <a:lnTo>
                    <a:pt x="356130" y="68516"/>
                  </a:lnTo>
                  <a:lnTo>
                    <a:pt x="318117" y="46595"/>
                  </a:lnTo>
                  <a:lnTo>
                    <a:pt x="262153" y="22189"/>
                  </a:lnTo>
                  <a:lnTo>
                    <a:pt x="194381" y="4625"/>
                  </a:lnTo>
                  <a:lnTo>
                    <a:pt x="112141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7691568" y="3680082"/>
              <a:ext cx="391160" cy="78105"/>
            </a:xfrm>
            <a:custGeom>
              <a:avLst/>
              <a:gdLst/>
              <a:ahLst/>
              <a:cxnLst/>
              <a:rect l="l" t="t" r="r" b="b"/>
              <a:pathLst>
                <a:path w="391159" h="78104">
                  <a:moveTo>
                    <a:pt x="4544" y="0"/>
                  </a:moveTo>
                  <a:lnTo>
                    <a:pt x="0" y="27339"/>
                  </a:lnTo>
                  <a:lnTo>
                    <a:pt x="390710" y="77871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7858039" y="4451872"/>
              <a:ext cx="335915" cy="166370"/>
            </a:xfrm>
            <a:custGeom>
              <a:avLst/>
              <a:gdLst/>
              <a:ahLst/>
              <a:cxnLst/>
              <a:rect l="l" t="t" r="r" b="b"/>
              <a:pathLst>
                <a:path w="335915" h="166370">
                  <a:moveTo>
                    <a:pt x="318239" y="0"/>
                  </a:moveTo>
                  <a:lnTo>
                    <a:pt x="274426" y="3090"/>
                  </a:lnTo>
                  <a:lnTo>
                    <a:pt x="214349" y="14203"/>
                  </a:lnTo>
                  <a:lnTo>
                    <a:pt x="148278" y="37662"/>
                  </a:lnTo>
                  <a:lnTo>
                    <a:pt x="77635" y="79774"/>
                  </a:lnTo>
                  <a:lnTo>
                    <a:pt x="31798" y="120740"/>
                  </a:lnTo>
                  <a:lnTo>
                    <a:pt x="7131" y="152001"/>
                  </a:lnTo>
                  <a:lnTo>
                    <a:pt x="0" y="164999"/>
                  </a:lnTo>
                  <a:lnTo>
                    <a:pt x="17193" y="165983"/>
                  </a:lnTo>
                  <a:lnTo>
                    <a:pt x="60754" y="162363"/>
                  </a:lnTo>
                  <a:lnTo>
                    <a:pt x="121549" y="149982"/>
                  </a:lnTo>
                  <a:lnTo>
                    <a:pt x="190444" y="124686"/>
                  </a:lnTo>
                  <a:lnTo>
                    <a:pt x="250679" y="87888"/>
                  </a:lnTo>
                  <a:lnTo>
                    <a:pt x="296628" y="47717"/>
                  </a:lnTo>
                  <a:lnTo>
                    <a:pt x="325753" y="15010"/>
                  </a:lnTo>
                  <a:lnTo>
                    <a:pt x="335518" y="606"/>
                  </a:lnTo>
                  <a:lnTo>
                    <a:pt x="318239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7683647" y="4533780"/>
              <a:ext cx="363855" cy="177165"/>
            </a:xfrm>
            <a:custGeom>
              <a:avLst/>
              <a:gdLst/>
              <a:ahLst/>
              <a:cxnLst/>
              <a:rect l="l" t="t" r="r" b="b"/>
              <a:pathLst>
                <a:path w="363855" h="177164">
                  <a:moveTo>
                    <a:pt x="363486" y="0"/>
                  </a:moveTo>
                  <a:lnTo>
                    <a:pt x="0" y="151754"/>
                  </a:lnTo>
                  <a:lnTo>
                    <a:pt x="11507" y="176800"/>
                  </a:lnTo>
                  <a:lnTo>
                    <a:pt x="363486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7327227" y="3937114"/>
              <a:ext cx="234315" cy="291465"/>
            </a:xfrm>
            <a:custGeom>
              <a:avLst/>
              <a:gdLst/>
              <a:ahLst/>
              <a:cxnLst/>
              <a:rect l="l" t="t" r="r" b="b"/>
              <a:pathLst>
                <a:path w="234315" h="291464">
                  <a:moveTo>
                    <a:pt x="0" y="0"/>
                  </a:moveTo>
                  <a:lnTo>
                    <a:pt x="15172" y="59248"/>
                  </a:lnTo>
                  <a:lnTo>
                    <a:pt x="39759" y="115116"/>
                  </a:lnTo>
                  <a:lnTo>
                    <a:pt x="78720" y="173994"/>
                  </a:lnTo>
                  <a:lnTo>
                    <a:pt x="130385" y="226081"/>
                  </a:lnTo>
                  <a:lnTo>
                    <a:pt x="180169" y="263062"/>
                  </a:lnTo>
                  <a:lnTo>
                    <a:pt x="218068" y="284789"/>
                  </a:lnTo>
                  <a:lnTo>
                    <a:pt x="234076" y="291111"/>
                  </a:lnTo>
                  <a:lnTo>
                    <a:pt x="233115" y="276417"/>
                  </a:lnTo>
                  <a:lnTo>
                    <a:pt x="224020" y="237658"/>
                  </a:lnTo>
                  <a:lnTo>
                    <a:pt x="199881" y="181075"/>
                  </a:lnTo>
                  <a:lnTo>
                    <a:pt x="153785" y="112907"/>
                  </a:lnTo>
                  <a:lnTo>
                    <a:pt x="103884" y="63638"/>
                  </a:lnTo>
                  <a:lnTo>
                    <a:pt x="54177" y="28115"/>
                  </a:lnTo>
                  <a:lnTo>
                    <a:pt x="15828" y="67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7425266" y="4072820"/>
              <a:ext cx="265430" cy="309880"/>
            </a:xfrm>
            <a:custGeom>
              <a:avLst/>
              <a:gdLst/>
              <a:ahLst/>
              <a:cxnLst/>
              <a:rect l="l" t="t" r="r" b="b"/>
              <a:pathLst>
                <a:path w="265430" h="309879">
                  <a:moveTo>
                    <a:pt x="0" y="0"/>
                  </a:moveTo>
                  <a:lnTo>
                    <a:pt x="243835" y="309362"/>
                  </a:lnTo>
                  <a:lnTo>
                    <a:pt x="264944" y="291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7896434" y="2489357"/>
              <a:ext cx="370205" cy="104139"/>
            </a:xfrm>
            <a:custGeom>
              <a:avLst/>
              <a:gdLst/>
              <a:ahLst/>
              <a:cxnLst/>
              <a:rect l="l" t="t" r="r" b="b"/>
              <a:pathLst>
                <a:path w="370205" h="104139">
                  <a:moveTo>
                    <a:pt x="112048" y="0"/>
                  </a:moveTo>
                  <a:lnTo>
                    <a:pt x="51103" y="8330"/>
                  </a:lnTo>
                  <a:lnTo>
                    <a:pt x="13159" y="20462"/>
                  </a:lnTo>
                  <a:lnTo>
                    <a:pt x="0" y="27220"/>
                  </a:lnTo>
                  <a:lnTo>
                    <a:pt x="13634" y="37690"/>
                  </a:lnTo>
                  <a:lnTo>
                    <a:pt x="51754" y="59048"/>
                  </a:lnTo>
                  <a:lnTo>
                    <a:pt x="109056" y="82767"/>
                  </a:lnTo>
                  <a:lnTo>
                    <a:pt x="180235" y="100317"/>
                  </a:lnTo>
                  <a:lnTo>
                    <a:pt x="250792" y="103539"/>
                  </a:lnTo>
                  <a:lnTo>
                    <a:pt x="311396" y="95979"/>
                  </a:lnTo>
                  <a:lnTo>
                    <a:pt x="353862" y="85156"/>
                  </a:lnTo>
                  <a:lnTo>
                    <a:pt x="370009" y="78590"/>
                  </a:lnTo>
                  <a:lnTo>
                    <a:pt x="356066" y="68479"/>
                  </a:lnTo>
                  <a:lnTo>
                    <a:pt x="318051" y="46565"/>
                  </a:lnTo>
                  <a:lnTo>
                    <a:pt x="262067" y="22177"/>
                  </a:lnTo>
                  <a:lnTo>
                    <a:pt x="194213" y="4644"/>
                  </a:lnTo>
                  <a:lnTo>
                    <a:pt x="112048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7708966" y="2475754"/>
              <a:ext cx="391160" cy="78105"/>
            </a:xfrm>
            <a:custGeom>
              <a:avLst/>
              <a:gdLst/>
              <a:ahLst/>
              <a:cxnLst/>
              <a:rect l="l" t="t" r="r" b="b"/>
              <a:pathLst>
                <a:path w="391159" h="78105">
                  <a:moveTo>
                    <a:pt x="4492" y="0"/>
                  </a:moveTo>
                  <a:lnTo>
                    <a:pt x="0" y="27171"/>
                  </a:lnTo>
                  <a:lnTo>
                    <a:pt x="390605" y="7775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7837372" y="2010870"/>
              <a:ext cx="291465" cy="95885"/>
            </a:xfrm>
            <a:custGeom>
              <a:avLst/>
              <a:gdLst/>
              <a:ahLst/>
              <a:cxnLst/>
              <a:rect l="l" t="t" r="r" b="b"/>
              <a:pathLst>
                <a:path w="291465" h="95885">
                  <a:moveTo>
                    <a:pt x="142330" y="0"/>
                  </a:moveTo>
                  <a:lnTo>
                    <a:pt x="79095" y="9119"/>
                  </a:lnTo>
                  <a:lnTo>
                    <a:pt x="34695" y="27380"/>
                  </a:lnTo>
                  <a:lnTo>
                    <a:pt x="8530" y="45536"/>
                  </a:lnTo>
                  <a:lnTo>
                    <a:pt x="0" y="54343"/>
                  </a:lnTo>
                  <a:lnTo>
                    <a:pt x="12611" y="62247"/>
                  </a:lnTo>
                  <a:lnTo>
                    <a:pt x="46067" y="76769"/>
                  </a:lnTo>
                  <a:lnTo>
                    <a:pt x="94557" y="90439"/>
                  </a:lnTo>
                  <a:lnTo>
                    <a:pt x="152267" y="95787"/>
                  </a:lnTo>
                  <a:lnTo>
                    <a:pt x="206381" y="87246"/>
                  </a:lnTo>
                  <a:lnTo>
                    <a:pt x="250638" y="69813"/>
                  </a:lnTo>
                  <a:lnTo>
                    <a:pt x="280466" y="52212"/>
                  </a:lnTo>
                  <a:lnTo>
                    <a:pt x="291289" y="43171"/>
                  </a:lnTo>
                  <a:lnTo>
                    <a:pt x="278597" y="35598"/>
                  </a:lnTo>
                  <a:lnTo>
                    <a:pt x="245124" y="20470"/>
                  </a:lnTo>
                  <a:lnTo>
                    <a:pt x="197494" y="5900"/>
                  </a:lnTo>
                  <a:lnTo>
                    <a:pt x="142330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7691168" y="2057187"/>
              <a:ext cx="308610" cy="24765"/>
            </a:xfrm>
            <a:custGeom>
              <a:avLst/>
              <a:gdLst/>
              <a:ahLst/>
              <a:cxnLst/>
              <a:rect l="l" t="t" r="r" b="b"/>
              <a:pathLst>
                <a:path w="308609" h="24764">
                  <a:moveTo>
                    <a:pt x="0" y="0"/>
                  </a:moveTo>
                  <a:lnTo>
                    <a:pt x="115" y="24480"/>
                  </a:lnTo>
                  <a:lnTo>
                    <a:pt x="308011" y="103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3" name="object 353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7689150" y="3171007"/>
              <a:ext cx="284379" cy="348552"/>
            </a:xfrm>
            <a:prstGeom prst="rect">
              <a:avLst/>
            </a:prstGeom>
          </p:spPr>
        </p:pic>
        <p:sp>
          <p:nvSpPr>
            <p:cNvPr id="354" name="object 354" descr=""/>
            <p:cNvSpPr/>
            <p:nvPr/>
          </p:nvSpPr>
          <p:spPr>
            <a:xfrm>
              <a:off x="17915569" y="2646936"/>
              <a:ext cx="110489" cy="283210"/>
            </a:xfrm>
            <a:custGeom>
              <a:avLst/>
              <a:gdLst/>
              <a:ahLst/>
              <a:cxnLst/>
              <a:rect l="l" t="t" r="r" b="b"/>
              <a:pathLst>
                <a:path w="110490" h="283210">
                  <a:moveTo>
                    <a:pt x="91363" y="0"/>
                  </a:moveTo>
                  <a:lnTo>
                    <a:pt x="56734" y="38200"/>
                  </a:lnTo>
                  <a:lnTo>
                    <a:pt x="29571" y="79957"/>
                  </a:lnTo>
                  <a:lnTo>
                    <a:pt x="8716" y="131388"/>
                  </a:lnTo>
                  <a:lnTo>
                    <a:pt x="0" y="194627"/>
                  </a:lnTo>
                  <a:lnTo>
                    <a:pt x="5232" y="242346"/>
                  </a:lnTo>
                  <a:lnTo>
                    <a:pt x="15392" y="272524"/>
                  </a:lnTo>
                  <a:lnTo>
                    <a:pt x="21459" y="283143"/>
                  </a:lnTo>
                  <a:lnTo>
                    <a:pt x="32589" y="273238"/>
                  </a:lnTo>
                  <a:lnTo>
                    <a:pt x="55822" y="245103"/>
                  </a:lnTo>
                  <a:lnTo>
                    <a:pt x="82381" y="202262"/>
                  </a:lnTo>
                  <a:lnTo>
                    <a:pt x="103488" y="148236"/>
                  </a:lnTo>
                  <a:lnTo>
                    <a:pt x="110216" y="93902"/>
                  </a:lnTo>
                  <a:lnTo>
                    <a:pt x="105679" y="46537"/>
                  </a:lnTo>
                  <a:lnTo>
                    <a:pt x="97015" y="12963"/>
                  </a:lnTo>
                  <a:lnTo>
                    <a:pt x="91363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7888916" y="2775177"/>
              <a:ext cx="95250" cy="299720"/>
            </a:xfrm>
            <a:custGeom>
              <a:avLst/>
              <a:gdLst/>
              <a:ahLst/>
              <a:cxnLst/>
              <a:rect l="l" t="t" r="r" b="b"/>
              <a:pathLst>
                <a:path w="95250" h="299719">
                  <a:moveTo>
                    <a:pt x="95107" y="0"/>
                  </a:moveTo>
                  <a:lnTo>
                    <a:pt x="0" y="293195"/>
                  </a:lnTo>
                  <a:lnTo>
                    <a:pt x="23465" y="299708"/>
                  </a:lnTo>
                  <a:lnTo>
                    <a:pt x="95107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7488696" y="1857538"/>
              <a:ext cx="133985" cy="260985"/>
            </a:xfrm>
            <a:custGeom>
              <a:avLst/>
              <a:gdLst/>
              <a:ahLst/>
              <a:cxnLst/>
              <a:rect l="l" t="t" r="r" b="b"/>
              <a:pathLst>
                <a:path w="133984" h="260985">
                  <a:moveTo>
                    <a:pt x="1749" y="0"/>
                  </a:moveTo>
                  <a:lnTo>
                    <a:pt x="34" y="14709"/>
                  </a:lnTo>
                  <a:lnTo>
                    <a:pt x="0" y="51477"/>
                  </a:lnTo>
                  <a:lnTo>
                    <a:pt x="6301" y="100908"/>
                  </a:lnTo>
                  <a:lnTo>
                    <a:pt x="23592" y="153607"/>
                  </a:lnTo>
                  <a:lnTo>
                    <a:pt x="58015" y="207498"/>
                  </a:lnTo>
                  <a:lnTo>
                    <a:pt x="92952" y="240445"/>
                  </a:lnTo>
                  <a:lnTo>
                    <a:pt x="131787" y="260955"/>
                  </a:lnTo>
                  <a:lnTo>
                    <a:pt x="133846" y="246261"/>
                  </a:lnTo>
                  <a:lnTo>
                    <a:pt x="125839" y="159935"/>
                  </a:lnTo>
                  <a:lnTo>
                    <a:pt x="107024" y="105096"/>
                  </a:lnTo>
                  <a:lnTo>
                    <a:pt x="76916" y="59305"/>
                  </a:lnTo>
                  <a:lnTo>
                    <a:pt x="42764" y="26145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7555970" y="1970105"/>
              <a:ext cx="139700" cy="285115"/>
            </a:xfrm>
            <a:custGeom>
              <a:avLst/>
              <a:gdLst/>
              <a:ahLst/>
              <a:cxnLst/>
              <a:rect l="l" t="t" r="r" b="b"/>
              <a:pathLst>
                <a:path w="139700" h="285114">
                  <a:moveTo>
                    <a:pt x="0" y="0"/>
                  </a:moveTo>
                  <a:lnTo>
                    <a:pt x="117347" y="285111"/>
                  </a:lnTo>
                  <a:lnTo>
                    <a:pt x="139524" y="2748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7186313" y="2180374"/>
              <a:ext cx="333375" cy="275590"/>
            </a:xfrm>
            <a:custGeom>
              <a:avLst/>
              <a:gdLst/>
              <a:ahLst/>
              <a:cxnLst/>
              <a:rect l="l" t="t" r="r" b="b"/>
              <a:pathLst>
                <a:path w="333375" h="275589">
                  <a:moveTo>
                    <a:pt x="0" y="0"/>
                  </a:moveTo>
                  <a:lnTo>
                    <a:pt x="14272" y="46646"/>
                  </a:lnTo>
                  <a:lnTo>
                    <a:pt x="36280" y="91462"/>
                  </a:lnTo>
                  <a:lnTo>
                    <a:pt x="69881" y="140769"/>
                  </a:lnTo>
                  <a:lnTo>
                    <a:pt x="116331" y="187188"/>
                  </a:lnTo>
                  <a:lnTo>
                    <a:pt x="174417" y="225269"/>
                  </a:lnTo>
                  <a:lnTo>
                    <a:pt x="232068" y="251311"/>
                  </a:lnTo>
                  <a:lnTo>
                    <a:pt x="282342" y="267128"/>
                  </a:lnTo>
                  <a:lnTo>
                    <a:pt x="332995" y="275342"/>
                  </a:lnTo>
                  <a:lnTo>
                    <a:pt x="332019" y="263363"/>
                  </a:lnTo>
                  <a:lnTo>
                    <a:pt x="305121" y="189223"/>
                  </a:lnTo>
                  <a:lnTo>
                    <a:pt x="269983" y="137605"/>
                  </a:lnTo>
                  <a:lnTo>
                    <a:pt x="214244" y="83316"/>
                  </a:lnTo>
                  <a:lnTo>
                    <a:pt x="158473" y="47668"/>
                  </a:lnTo>
                  <a:lnTo>
                    <a:pt x="101426" y="23368"/>
                  </a:lnTo>
                  <a:lnTo>
                    <a:pt x="50839" y="85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7326671" y="2312757"/>
              <a:ext cx="372110" cy="294005"/>
            </a:xfrm>
            <a:custGeom>
              <a:avLst/>
              <a:gdLst/>
              <a:ahLst/>
              <a:cxnLst/>
              <a:rect l="l" t="t" r="r" b="b"/>
              <a:pathLst>
                <a:path w="372109" h="294005">
                  <a:moveTo>
                    <a:pt x="0" y="0"/>
                  </a:moveTo>
                  <a:lnTo>
                    <a:pt x="349957" y="293593"/>
                  </a:lnTo>
                  <a:lnTo>
                    <a:pt x="372020" y="265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7287479" y="3113783"/>
              <a:ext cx="267335" cy="125095"/>
            </a:xfrm>
            <a:custGeom>
              <a:avLst/>
              <a:gdLst/>
              <a:ahLst/>
              <a:cxnLst/>
              <a:rect l="l" t="t" r="r" b="b"/>
              <a:pathLst>
                <a:path w="267334" h="125094">
                  <a:moveTo>
                    <a:pt x="51326" y="0"/>
                  </a:moveTo>
                  <a:lnTo>
                    <a:pt x="14608" y="1903"/>
                  </a:lnTo>
                  <a:lnTo>
                    <a:pt x="0" y="4277"/>
                  </a:lnTo>
                  <a:lnTo>
                    <a:pt x="6803" y="16652"/>
                  </a:lnTo>
                  <a:lnTo>
                    <a:pt x="63064" y="76354"/>
                  </a:lnTo>
                  <a:lnTo>
                    <a:pt x="110384" y="104043"/>
                  </a:lnTo>
                  <a:lnTo>
                    <a:pt x="166072" y="120049"/>
                  </a:lnTo>
                  <a:lnTo>
                    <a:pt x="216209" y="124959"/>
                  </a:lnTo>
                  <a:lnTo>
                    <a:pt x="252652" y="123595"/>
                  </a:lnTo>
                  <a:lnTo>
                    <a:pt x="267258" y="120776"/>
                  </a:lnTo>
                  <a:lnTo>
                    <a:pt x="262578" y="109500"/>
                  </a:lnTo>
                  <a:lnTo>
                    <a:pt x="210134" y="49925"/>
                  </a:lnTo>
                  <a:lnTo>
                    <a:pt x="154571" y="18371"/>
                  </a:lnTo>
                  <a:lnTo>
                    <a:pt x="101024" y="3759"/>
                  </a:lnTo>
                  <a:lnTo>
                    <a:pt x="51326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7403149" y="3177858"/>
              <a:ext cx="290830" cy="125730"/>
            </a:xfrm>
            <a:custGeom>
              <a:avLst/>
              <a:gdLst/>
              <a:ahLst/>
              <a:cxnLst/>
              <a:rect l="l" t="t" r="r" b="b"/>
              <a:pathLst>
                <a:path w="290830" h="125729">
                  <a:moveTo>
                    <a:pt x="0" y="0"/>
                  </a:moveTo>
                  <a:lnTo>
                    <a:pt x="281677" y="125200"/>
                  </a:lnTo>
                  <a:lnTo>
                    <a:pt x="290713" y="1024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7190013" y="2863653"/>
              <a:ext cx="325755" cy="185420"/>
            </a:xfrm>
            <a:custGeom>
              <a:avLst/>
              <a:gdLst/>
              <a:ahLst/>
              <a:cxnLst/>
              <a:rect l="l" t="t" r="r" b="b"/>
              <a:pathLst>
                <a:path w="325755" h="185419">
                  <a:moveTo>
                    <a:pt x="310666" y="0"/>
                  </a:moveTo>
                  <a:lnTo>
                    <a:pt x="270910" y="2658"/>
                  </a:lnTo>
                  <a:lnTo>
                    <a:pt x="211164" y="17286"/>
                  </a:lnTo>
                  <a:lnTo>
                    <a:pt x="136435" y="51723"/>
                  </a:lnTo>
                  <a:lnTo>
                    <a:pt x="79738" y="92883"/>
                  </a:lnTo>
                  <a:lnTo>
                    <a:pt x="36573" y="136125"/>
                  </a:lnTo>
                  <a:lnTo>
                    <a:pt x="9230" y="170502"/>
                  </a:lnTo>
                  <a:lnTo>
                    <a:pt x="0" y="185070"/>
                  </a:lnTo>
                  <a:lnTo>
                    <a:pt x="17418" y="185195"/>
                  </a:lnTo>
                  <a:lnTo>
                    <a:pt x="60898" y="179697"/>
                  </a:lnTo>
                  <a:lnTo>
                    <a:pt x="120053" y="164545"/>
                  </a:lnTo>
                  <a:lnTo>
                    <a:pt x="184497" y="135710"/>
                  </a:lnTo>
                  <a:lnTo>
                    <a:pt x="244257" y="93184"/>
                  </a:lnTo>
                  <a:lnTo>
                    <a:pt x="288859" y="50066"/>
                  </a:lnTo>
                  <a:lnTo>
                    <a:pt x="316511" y="16210"/>
                  </a:lnTo>
                  <a:lnTo>
                    <a:pt x="325424" y="1473"/>
                  </a:lnTo>
                  <a:lnTo>
                    <a:pt x="310666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17335652" y="2759969"/>
              <a:ext cx="360045" cy="1280160"/>
            </a:xfrm>
            <a:custGeom>
              <a:avLst/>
              <a:gdLst/>
              <a:ahLst/>
              <a:cxnLst/>
              <a:rect l="l" t="t" r="r" b="b"/>
              <a:pathLst>
                <a:path w="360044" h="1280160">
                  <a:moveTo>
                    <a:pt x="349173" y="23799"/>
                  </a:moveTo>
                  <a:lnTo>
                    <a:pt x="334962" y="0"/>
                  </a:lnTo>
                  <a:lnTo>
                    <a:pt x="4203" y="213969"/>
                  </a:lnTo>
                  <a:lnTo>
                    <a:pt x="349173" y="23799"/>
                  </a:lnTo>
                  <a:close/>
                </a:path>
                <a:path w="360044" h="1280160">
                  <a:moveTo>
                    <a:pt x="359778" y="1259293"/>
                  </a:moveTo>
                  <a:lnTo>
                    <a:pt x="0" y="960488"/>
                  </a:lnTo>
                  <a:lnTo>
                    <a:pt x="341591" y="1280071"/>
                  </a:lnTo>
                  <a:lnTo>
                    <a:pt x="359778" y="1259293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7903341" y="4118410"/>
              <a:ext cx="605790" cy="263525"/>
            </a:xfrm>
            <a:custGeom>
              <a:avLst/>
              <a:gdLst/>
              <a:ahLst/>
              <a:cxnLst/>
              <a:rect l="l" t="t" r="r" b="b"/>
              <a:pathLst>
                <a:path w="605790" h="263525">
                  <a:moveTo>
                    <a:pt x="605541" y="0"/>
                  </a:moveTo>
                  <a:lnTo>
                    <a:pt x="561975" y="2996"/>
                  </a:lnTo>
                  <a:lnTo>
                    <a:pt x="515268" y="8559"/>
                  </a:lnTo>
                  <a:lnTo>
                    <a:pt x="458380" y="17389"/>
                  </a:lnTo>
                  <a:lnTo>
                    <a:pt x="396137" y="29903"/>
                  </a:lnTo>
                  <a:lnTo>
                    <a:pt x="333366" y="46518"/>
                  </a:lnTo>
                  <a:lnTo>
                    <a:pt x="274892" y="67652"/>
                  </a:lnTo>
                  <a:lnTo>
                    <a:pt x="207927" y="100493"/>
                  </a:lnTo>
                  <a:lnTo>
                    <a:pt x="148452" y="136699"/>
                  </a:lnTo>
                  <a:lnTo>
                    <a:pt x="97510" y="173246"/>
                  </a:lnTo>
                  <a:lnTo>
                    <a:pt x="56149" y="207115"/>
                  </a:lnTo>
                  <a:lnTo>
                    <a:pt x="25412" y="235281"/>
                  </a:lnTo>
                  <a:lnTo>
                    <a:pt x="0" y="262421"/>
                  </a:lnTo>
                  <a:lnTo>
                    <a:pt x="11668" y="262944"/>
                  </a:lnTo>
                  <a:lnTo>
                    <a:pt x="87948" y="255815"/>
                  </a:lnTo>
                  <a:lnTo>
                    <a:pt x="143876" y="247168"/>
                  </a:lnTo>
                  <a:lnTo>
                    <a:pt x="205872" y="234471"/>
                  </a:lnTo>
                  <a:lnTo>
                    <a:pt x="269595" y="217226"/>
                  </a:lnTo>
                  <a:lnTo>
                    <a:pt x="330701" y="194936"/>
                  </a:lnTo>
                  <a:lnTo>
                    <a:pt x="386766" y="166781"/>
                  </a:lnTo>
                  <a:lnTo>
                    <a:pt x="442053" y="132532"/>
                  </a:lnTo>
                  <a:lnTo>
                    <a:pt x="493669" y="95908"/>
                  </a:lnTo>
                  <a:lnTo>
                    <a:pt x="538720" y="60625"/>
                  </a:lnTo>
                  <a:lnTo>
                    <a:pt x="574311" y="30401"/>
                  </a:lnTo>
                  <a:lnTo>
                    <a:pt x="605541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17395621" y="3503504"/>
              <a:ext cx="817244" cy="1191260"/>
            </a:xfrm>
            <a:custGeom>
              <a:avLst/>
              <a:gdLst/>
              <a:ahLst/>
              <a:cxnLst/>
              <a:rect l="l" t="t" r="r" b="b"/>
              <a:pathLst>
                <a:path w="817244" h="1191260">
                  <a:moveTo>
                    <a:pt x="277698" y="1171943"/>
                  </a:moveTo>
                  <a:lnTo>
                    <a:pt x="0" y="895248"/>
                  </a:lnTo>
                  <a:lnTo>
                    <a:pt x="257644" y="1190967"/>
                  </a:lnTo>
                  <a:lnTo>
                    <a:pt x="277698" y="1171943"/>
                  </a:lnTo>
                  <a:close/>
                </a:path>
                <a:path w="817244" h="1191260">
                  <a:moveTo>
                    <a:pt x="563029" y="0"/>
                  </a:moveTo>
                  <a:lnTo>
                    <a:pt x="287566" y="168554"/>
                  </a:lnTo>
                  <a:lnTo>
                    <a:pt x="303009" y="191465"/>
                  </a:lnTo>
                  <a:lnTo>
                    <a:pt x="563029" y="0"/>
                  </a:lnTo>
                  <a:close/>
                </a:path>
                <a:path w="817244" h="1191260">
                  <a:moveTo>
                    <a:pt x="816800" y="761441"/>
                  </a:moveTo>
                  <a:lnTo>
                    <a:pt x="290601" y="937641"/>
                  </a:lnTo>
                  <a:lnTo>
                    <a:pt x="300037" y="963625"/>
                  </a:lnTo>
                  <a:lnTo>
                    <a:pt x="816800" y="761441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6" name="object 366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7469507" y="2142187"/>
              <a:ext cx="452143" cy="369780"/>
            </a:xfrm>
            <a:prstGeom prst="rect">
              <a:avLst/>
            </a:prstGeom>
          </p:spPr>
        </p:pic>
        <p:sp>
          <p:nvSpPr>
            <p:cNvPr id="367" name="object 367" descr=""/>
            <p:cNvSpPr/>
            <p:nvPr/>
          </p:nvSpPr>
          <p:spPr>
            <a:xfrm>
              <a:off x="17188495" y="4856283"/>
              <a:ext cx="1021080" cy="983615"/>
            </a:xfrm>
            <a:custGeom>
              <a:avLst/>
              <a:gdLst/>
              <a:ahLst/>
              <a:cxnLst/>
              <a:rect l="l" t="t" r="r" b="b"/>
              <a:pathLst>
                <a:path w="1021080" h="983614">
                  <a:moveTo>
                    <a:pt x="782499" y="0"/>
                  </a:moveTo>
                  <a:lnTo>
                    <a:pt x="238390" y="0"/>
                  </a:lnTo>
                  <a:lnTo>
                    <a:pt x="206203" y="37488"/>
                  </a:lnTo>
                  <a:lnTo>
                    <a:pt x="175854" y="77926"/>
                  </a:lnTo>
                  <a:lnTo>
                    <a:pt x="147472" y="120864"/>
                  </a:lnTo>
                  <a:lnTo>
                    <a:pt x="121183" y="165849"/>
                  </a:lnTo>
                  <a:lnTo>
                    <a:pt x="97118" y="212432"/>
                  </a:lnTo>
                  <a:lnTo>
                    <a:pt x="75403" y="260161"/>
                  </a:lnTo>
                  <a:lnTo>
                    <a:pt x="56168" y="308587"/>
                  </a:lnTo>
                  <a:lnTo>
                    <a:pt x="39539" y="357258"/>
                  </a:lnTo>
                  <a:lnTo>
                    <a:pt x="25647" y="405723"/>
                  </a:lnTo>
                  <a:lnTo>
                    <a:pt x="14619" y="453532"/>
                  </a:lnTo>
                  <a:lnTo>
                    <a:pt x="6582" y="500235"/>
                  </a:lnTo>
                  <a:lnTo>
                    <a:pt x="1667" y="545379"/>
                  </a:lnTo>
                  <a:lnTo>
                    <a:pt x="0" y="588516"/>
                  </a:lnTo>
                  <a:lnTo>
                    <a:pt x="2642" y="640821"/>
                  </a:lnTo>
                  <a:lnTo>
                    <a:pt x="10398" y="691607"/>
                  </a:lnTo>
                  <a:lnTo>
                    <a:pt x="23012" y="740618"/>
                  </a:lnTo>
                  <a:lnTo>
                    <a:pt x="40229" y="787597"/>
                  </a:lnTo>
                  <a:lnTo>
                    <a:pt x="61793" y="832288"/>
                  </a:lnTo>
                  <a:lnTo>
                    <a:pt x="87448" y="874435"/>
                  </a:lnTo>
                  <a:lnTo>
                    <a:pt x="116938" y="913782"/>
                  </a:lnTo>
                  <a:lnTo>
                    <a:pt x="150008" y="950071"/>
                  </a:lnTo>
                  <a:lnTo>
                    <a:pt x="186402" y="983048"/>
                  </a:lnTo>
                  <a:lnTo>
                    <a:pt x="834550" y="983048"/>
                  </a:lnTo>
                  <a:lnTo>
                    <a:pt x="870949" y="950071"/>
                  </a:lnTo>
                  <a:lnTo>
                    <a:pt x="904025" y="913782"/>
                  </a:lnTo>
                  <a:lnTo>
                    <a:pt x="933523" y="874435"/>
                  </a:lnTo>
                  <a:lnTo>
                    <a:pt x="959186" y="832288"/>
                  </a:lnTo>
                  <a:lnTo>
                    <a:pt x="980757" y="787597"/>
                  </a:lnTo>
                  <a:lnTo>
                    <a:pt x="997981" y="740618"/>
                  </a:lnTo>
                  <a:lnTo>
                    <a:pt x="1010601" y="691607"/>
                  </a:lnTo>
                  <a:lnTo>
                    <a:pt x="1018361" y="640821"/>
                  </a:lnTo>
                  <a:lnTo>
                    <a:pt x="1021005" y="588516"/>
                  </a:lnTo>
                  <a:lnTo>
                    <a:pt x="1019338" y="545379"/>
                  </a:lnTo>
                  <a:lnTo>
                    <a:pt x="1014422" y="500235"/>
                  </a:lnTo>
                  <a:lnTo>
                    <a:pt x="1006386" y="453532"/>
                  </a:lnTo>
                  <a:lnTo>
                    <a:pt x="995356" y="405723"/>
                  </a:lnTo>
                  <a:lnTo>
                    <a:pt x="981461" y="357258"/>
                  </a:lnTo>
                  <a:lnTo>
                    <a:pt x="964829" y="308587"/>
                  </a:lnTo>
                  <a:lnTo>
                    <a:pt x="945588" y="260161"/>
                  </a:lnTo>
                  <a:lnTo>
                    <a:pt x="923865" y="212432"/>
                  </a:lnTo>
                  <a:lnTo>
                    <a:pt x="899788" y="165849"/>
                  </a:lnTo>
                  <a:lnTo>
                    <a:pt x="873485" y="120864"/>
                  </a:lnTo>
                  <a:lnTo>
                    <a:pt x="845084" y="77926"/>
                  </a:lnTo>
                  <a:lnTo>
                    <a:pt x="814713" y="37488"/>
                  </a:lnTo>
                  <a:lnTo>
                    <a:pt x="782499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68" name="object 368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4286763" y="1599125"/>
            <a:ext cx="1121215" cy="1724955"/>
          </a:xfrm>
          <a:prstGeom prst="rect">
            <a:avLst/>
          </a:prstGeom>
        </p:spPr>
      </p:pic>
      <p:pic>
        <p:nvPicPr>
          <p:cNvPr id="369" name="object 369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1371543" y="6943328"/>
            <a:ext cx="1178646" cy="3068893"/>
          </a:xfrm>
          <a:prstGeom prst="rect">
            <a:avLst/>
          </a:prstGeom>
        </p:spPr>
      </p:pic>
      <p:sp>
        <p:nvSpPr>
          <p:cNvPr id="370" name="object 370" descr=""/>
          <p:cNvSpPr txBox="1"/>
          <p:nvPr/>
        </p:nvSpPr>
        <p:spPr>
          <a:xfrm>
            <a:off x="624158" y="728636"/>
            <a:ext cx="137223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House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plants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85244" y="9496530"/>
            <a:ext cx="1800860" cy="654050"/>
          </a:xfrm>
          <a:custGeom>
            <a:avLst/>
            <a:gdLst/>
            <a:ahLst/>
            <a:cxnLst/>
            <a:rect l="l" t="t" r="r" b="b"/>
            <a:pathLst>
              <a:path w="1800860" h="654050">
                <a:moveTo>
                  <a:pt x="900328" y="0"/>
                </a:moveTo>
                <a:lnTo>
                  <a:pt x="833135" y="896"/>
                </a:lnTo>
                <a:lnTo>
                  <a:pt x="767283" y="3543"/>
                </a:lnTo>
                <a:lnTo>
                  <a:pt x="702947" y="7876"/>
                </a:lnTo>
                <a:lnTo>
                  <a:pt x="640300" y="13835"/>
                </a:lnTo>
                <a:lnTo>
                  <a:pt x="579517" y="21353"/>
                </a:lnTo>
                <a:lnTo>
                  <a:pt x="520771" y="30370"/>
                </a:lnTo>
                <a:lnTo>
                  <a:pt x="464237" y="40821"/>
                </a:lnTo>
                <a:lnTo>
                  <a:pt x="410088" y="52644"/>
                </a:lnTo>
                <a:lnTo>
                  <a:pt x="358500" y="65774"/>
                </a:lnTo>
                <a:lnTo>
                  <a:pt x="309645" y="80150"/>
                </a:lnTo>
                <a:lnTo>
                  <a:pt x="263698" y="95707"/>
                </a:lnTo>
                <a:lnTo>
                  <a:pt x="220834" y="112383"/>
                </a:lnTo>
                <a:lnTo>
                  <a:pt x="181225" y="130115"/>
                </a:lnTo>
                <a:lnTo>
                  <a:pt x="145047" y="148838"/>
                </a:lnTo>
                <a:lnTo>
                  <a:pt x="83678" y="189009"/>
                </a:lnTo>
                <a:lnTo>
                  <a:pt x="38118" y="232391"/>
                </a:lnTo>
                <a:lnTo>
                  <a:pt x="9761" y="278478"/>
                </a:lnTo>
                <a:lnTo>
                  <a:pt x="0" y="326764"/>
                </a:lnTo>
                <a:lnTo>
                  <a:pt x="2469" y="351152"/>
                </a:lnTo>
                <a:lnTo>
                  <a:pt x="21702" y="398405"/>
                </a:lnTo>
                <a:lnTo>
                  <a:pt x="58835" y="443204"/>
                </a:lnTo>
                <a:lnTo>
                  <a:pt x="112473" y="485045"/>
                </a:lnTo>
                <a:lnTo>
                  <a:pt x="181225" y="523423"/>
                </a:lnTo>
                <a:lnTo>
                  <a:pt x="220834" y="541154"/>
                </a:lnTo>
                <a:lnTo>
                  <a:pt x="263698" y="557831"/>
                </a:lnTo>
                <a:lnTo>
                  <a:pt x="309645" y="573388"/>
                </a:lnTo>
                <a:lnTo>
                  <a:pt x="358500" y="587764"/>
                </a:lnTo>
                <a:lnTo>
                  <a:pt x="410088" y="600895"/>
                </a:lnTo>
                <a:lnTo>
                  <a:pt x="464237" y="612718"/>
                </a:lnTo>
                <a:lnTo>
                  <a:pt x="520771" y="623169"/>
                </a:lnTo>
                <a:lnTo>
                  <a:pt x="579517" y="632186"/>
                </a:lnTo>
                <a:lnTo>
                  <a:pt x="640300" y="639705"/>
                </a:lnTo>
                <a:lnTo>
                  <a:pt x="702947" y="645663"/>
                </a:lnTo>
                <a:lnTo>
                  <a:pt x="767283" y="649997"/>
                </a:lnTo>
                <a:lnTo>
                  <a:pt x="833135" y="652644"/>
                </a:lnTo>
                <a:lnTo>
                  <a:pt x="900328" y="653540"/>
                </a:lnTo>
                <a:lnTo>
                  <a:pt x="967521" y="652644"/>
                </a:lnTo>
                <a:lnTo>
                  <a:pt x="1033373" y="649997"/>
                </a:lnTo>
                <a:lnTo>
                  <a:pt x="1097709" y="645663"/>
                </a:lnTo>
                <a:lnTo>
                  <a:pt x="1160356" y="639705"/>
                </a:lnTo>
                <a:lnTo>
                  <a:pt x="1221140" y="632186"/>
                </a:lnTo>
                <a:lnTo>
                  <a:pt x="1279886" y="623169"/>
                </a:lnTo>
                <a:lnTo>
                  <a:pt x="1336420" y="612718"/>
                </a:lnTo>
                <a:lnTo>
                  <a:pt x="1390568" y="600895"/>
                </a:lnTo>
                <a:lnTo>
                  <a:pt x="1442157" y="587764"/>
                </a:lnTo>
                <a:lnTo>
                  <a:pt x="1491011" y="573388"/>
                </a:lnTo>
                <a:lnTo>
                  <a:pt x="1536958" y="557831"/>
                </a:lnTo>
                <a:lnTo>
                  <a:pt x="1579823" y="541154"/>
                </a:lnTo>
                <a:lnTo>
                  <a:pt x="1619431" y="523423"/>
                </a:lnTo>
                <a:lnTo>
                  <a:pt x="1655609" y="504698"/>
                </a:lnTo>
                <a:lnTo>
                  <a:pt x="1716978" y="464526"/>
                </a:lnTo>
                <a:lnTo>
                  <a:pt x="1762538" y="421143"/>
                </a:lnTo>
                <a:lnTo>
                  <a:pt x="1790895" y="375054"/>
                </a:lnTo>
                <a:lnTo>
                  <a:pt x="1800657" y="326764"/>
                </a:lnTo>
                <a:lnTo>
                  <a:pt x="1798187" y="302378"/>
                </a:lnTo>
                <a:lnTo>
                  <a:pt x="1778954" y="255128"/>
                </a:lnTo>
                <a:lnTo>
                  <a:pt x="1741822" y="210330"/>
                </a:lnTo>
                <a:lnTo>
                  <a:pt x="1688183" y="168491"/>
                </a:lnTo>
                <a:lnTo>
                  <a:pt x="1619431" y="130115"/>
                </a:lnTo>
                <a:lnTo>
                  <a:pt x="1579823" y="112383"/>
                </a:lnTo>
                <a:lnTo>
                  <a:pt x="1536958" y="95707"/>
                </a:lnTo>
                <a:lnTo>
                  <a:pt x="1491011" y="80150"/>
                </a:lnTo>
                <a:lnTo>
                  <a:pt x="1442157" y="65774"/>
                </a:lnTo>
                <a:lnTo>
                  <a:pt x="1390568" y="52644"/>
                </a:lnTo>
                <a:lnTo>
                  <a:pt x="1336420" y="40821"/>
                </a:lnTo>
                <a:lnTo>
                  <a:pt x="1279886" y="30370"/>
                </a:lnTo>
                <a:lnTo>
                  <a:pt x="1221140" y="21353"/>
                </a:lnTo>
                <a:lnTo>
                  <a:pt x="1160356" y="13835"/>
                </a:lnTo>
                <a:lnTo>
                  <a:pt x="1097709" y="7876"/>
                </a:lnTo>
                <a:lnTo>
                  <a:pt x="1033373" y="3543"/>
                </a:lnTo>
                <a:lnTo>
                  <a:pt x="967521" y="896"/>
                </a:lnTo>
                <a:lnTo>
                  <a:pt x="900328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08671" y="4516680"/>
            <a:ext cx="2375535" cy="5535295"/>
            <a:chOff x="1408671" y="4516680"/>
            <a:chExt cx="2375535" cy="5535295"/>
          </a:xfrm>
        </p:grpSpPr>
        <p:sp>
          <p:nvSpPr>
            <p:cNvPr id="4" name="object 4" descr=""/>
            <p:cNvSpPr/>
            <p:nvPr/>
          </p:nvSpPr>
          <p:spPr>
            <a:xfrm>
              <a:off x="2063283" y="7850987"/>
              <a:ext cx="1236345" cy="128905"/>
            </a:xfrm>
            <a:custGeom>
              <a:avLst/>
              <a:gdLst/>
              <a:ahLst/>
              <a:cxnLst/>
              <a:rect l="l" t="t" r="r" b="b"/>
              <a:pathLst>
                <a:path w="1236345" h="128904">
                  <a:moveTo>
                    <a:pt x="617886" y="0"/>
                  </a:moveTo>
                  <a:lnTo>
                    <a:pt x="540381" y="499"/>
                  </a:lnTo>
                  <a:lnTo>
                    <a:pt x="465748" y="1959"/>
                  </a:lnTo>
                  <a:lnTo>
                    <a:pt x="394566" y="4318"/>
                  </a:lnTo>
                  <a:lnTo>
                    <a:pt x="327416" y="7516"/>
                  </a:lnTo>
                  <a:lnTo>
                    <a:pt x="264876" y="11493"/>
                  </a:lnTo>
                  <a:lnTo>
                    <a:pt x="207524" y="16189"/>
                  </a:lnTo>
                  <a:lnTo>
                    <a:pt x="155941" y="21544"/>
                  </a:lnTo>
                  <a:lnTo>
                    <a:pt x="110705" y="27498"/>
                  </a:lnTo>
                  <a:lnTo>
                    <a:pt x="72395" y="33991"/>
                  </a:lnTo>
                  <a:lnTo>
                    <a:pt x="18871" y="48351"/>
                  </a:lnTo>
                  <a:lnTo>
                    <a:pt x="0" y="64144"/>
                  </a:lnTo>
                  <a:lnTo>
                    <a:pt x="4814" y="72190"/>
                  </a:lnTo>
                  <a:lnTo>
                    <a:pt x="41591" y="87327"/>
                  </a:lnTo>
                  <a:lnTo>
                    <a:pt x="110705" y="100790"/>
                  </a:lnTo>
                  <a:lnTo>
                    <a:pt x="155941" y="106744"/>
                  </a:lnTo>
                  <a:lnTo>
                    <a:pt x="207524" y="112099"/>
                  </a:lnTo>
                  <a:lnTo>
                    <a:pt x="264876" y="116795"/>
                  </a:lnTo>
                  <a:lnTo>
                    <a:pt x="327416" y="120773"/>
                  </a:lnTo>
                  <a:lnTo>
                    <a:pt x="394566" y="123971"/>
                  </a:lnTo>
                  <a:lnTo>
                    <a:pt x="465748" y="126330"/>
                  </a:lnTo>
                  <a:lnTo>
                    <a:pt x="540381" y="127789"/>
                  </a:lnTo>
                  <a:lnTo>
                    <a:pt x="617886" y="128289"/>
                  </a:lnTo>
                  <a:lnTo>
                    <a:pt x="695394" y="127789"/>
                  </a:lnTo>
                  <a:lnTo>
                    <a:pt x="770029" y="126330"/>
                  </a:lnTo>
                  <a:lnTo>
                    <a:pt x="841212" y="123971"/>
                  </a:lnTo>
                  <a:lnTo>
                    <a:pt x="908364" y="120773"/>
                  </a:lnTo>
                  <a:lnTo>
                    <a:pt x="970905" y="116795"/>
                  </a:lnTo>
                  <a:lnTo>
                    <a:pt x="1028257" y="112099"/>
                  </a:lnTo>
                  <a:lnTo>
                    <a:pt x="1079841" y="106744"/>
                  </a:lnTo>
                  <a:lnTo>
                    <a:pt x="1125078" y="100790"/>
                  </a:lnTo>
                  <a:lnTo>
                    <a:pt x="1163388" y="94297"/>
                  </a:lnTo>
                  <a:lnTo>
                    <a:pt x="1216913" y="79937"/>
                  </a:lnTo>
                  <a:lnTo>
                    <a:pt x="1235784" y="64144"/>
                  </a:lnTo>
                  <a:lnTo>
                    <a:pt x="1230970" y="56099"/>
                  </a:lnTo>
                  <a:lnTo>
                    <a:pt x="1194192" y="40962"/>
                  </a:lnTo>
                  <a:lnTo>
                    <a:pt x="1125078" y="27498"/>
                  </a:lnTo>
                  <a:lnTo>
                    <a:pt x="1079841" y="21544"/>
                  </a:lnTo>
                  <a:lnTo>
                    <a:pt x="1028257" y="16189"/>
                  </a:lnTo>
                  <a:lnTo>
                    <a:pt x="970905" y="11493"/>
                  </a:lnTo>
                  <a:lnTo>
                    <a:pt x="908364" y="7516"/>
                  </a:lnTo>
                  <a:lnTo>
                    <a:pt x="841212" y="4318"/>
                  </a:lnTo>
                  <a:lnTo>
                    <a:pt x="770029" y="1959"/>
                  </a:lnTo>
                  <a:lnTo>
                    <a:pt x="695394" y="499"/>
                  </a:lnTo>
                  <a:lnTo>
                    <a:pt x="617886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908532" y="5585902"/>
              <a:ext cx="372745" cy="2393950"/>
            </a:xfrm>
            <a:custGeom>
              <a:avLst/>
              <a:gdLst/>
              <a:ahLst/>
              <a:cxnLst/>
              <a:rect l="l" t="t" r="r" b="b"/>
              <a:pathLst>
                <a:path w="372745" h="2393950">
                  <a:moveTo>
                    <a:pt x="0" y="2393372"/>
                  </a:moveTo>
                  <a:lnTo>
                    <a:pt x="37258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673937" y="5192229"/>
              <a:ext cx="1089660" cy="1661160"/>
            </a:xfrm>
            <a:custGeom>
              <a:avLst/>
              <a:gdLst/>
              <a:ahLst/>
              <a:cxnLst/>
              <a:rect l="l" t="t" r="r" b="b"/>
              <a:pathLst>
                <a:path w="1089660" h="1661159">
                  <a:moveTo>
                    <a:pt x="614431" y="0"/>
                  </a:moveTo>
                  <a:lnTo>
                    <a:pt x="566936" y="3933"/>
                  </a:lnTo>
                  <a:lnTo>
                    <a:pt x="521676" y="12386"/>
                  </a:lnTo>
                  <a:lnTo>
                    <a:pt x="478612" y="25092"/>
                  </a:lnTo>
                  <a:lnTo>
                    <a:pt x="437705" y="41786"/>
                  </a:lnTo>
                  <a:lnTo>
                    <a:pt x="398915" y="62201"/>
                  </a:lnTo>
                  <a:lnTo>
                    <a:pt x="362202" y="86071"/>
                  </a:lnTo>
                  <a:lnTo>
                    <a:pt x="327526" y="113130"/>
                  </a:lnTo>
                  <a:lnTo>
                    <a:pt x="294849" y="143112"/>
                  </a:lnTo>
                  <a:lnTo>
                    <a:pt x="264130" y="175751"/>
                  </a:lnTo>
                  <a:lnTo>
                    <a:pt x="235330" y="210781"/>
                  </a:lnTo>
                  <a:lnTo>
                    <a:pt x="208410" y="247935"/>
                  </a:lnTo>
                  <a:lnTo>
                    <a:pt x="183330" y="286949"/>
                  </a:lnTo>
                  <a:lnTo>
                    <a:pt x="160050" y="327554"/>
                  </a:lnTo>
                  <a:lnTo>
                    <a:pt x="138531" y="369486"/>
                  </a:lnTo>
                  <a:lnTo>
                    <a:pt x="118734" y="412479"/>
                  </a:lnTo>
                  <a:lnTo>
                    <a:pt x="100617" y="456266"/>
                  </a:lnTo>
                  <a:lnTo>
                    <a:pt x="84144" y="500581"/>
                  </a:lnTo>
                  <a:lnTo>
                    <a:pt x="69272" y="545159"/>
                  </a:lnTo>
                  <a:lnTo>
                    <a:pt x="55964" y="589732"/>
                  </a:lnTo>
                  <a:lnTo>
                    <a:pt x="44179" y="634036"/>
                  </a:lnTo>
                  <a:lnTo>
                    <a:pt x="33878" y="677803"/>
                  </a:lnTo>
                  <a:lnTo>
                    <a:pt x="25022" y="720768"/>
                  </a:lnTo>
                  <a:lnTo>
                    <a:pt x="17570" y="762665"/>
                  </a:lnTo>
                  <a:lnTo>
                    <a:pt x="11484" y="803227"/>
                  </a:lnTo>
                  <a:lnTo>
                    <a:pt x="6723" y="842190"/>
                  </a:lnTo>
                  <a:lnTo>
                    <a:pt x="1020" y="914248"/>
                  </a:lnTo>
                  <a:lnTo>
                    <a:pt x="0" y="946813"/>
                  </a:lnTo>
                  <a:lnTo>
                    <a:pt x="146" y="976712"/>
                  </a:lnTo>
                  <a:lnTo>
                    <a:pt x="3783" y="1027453"/>
                  </a:lnTo>
                  <a:lnTo>
                    <a:pt x="37765" y="1171745"/>
                  </a:lnTo>
                  <a:lnTo>
                    <a:pt x="89900" y="1276963"/>
                  </a:lnTo>
                  <a:lnTo>
                    <a:pt x="201353" y="1420919"/>
                  </a:lnTo>
                  <a:lnTo>
                    <a:pt x="409874" y="1661115"/>
                  </a:lnTo>
                  <a:lnTo>
                    <a:pt x="686612" y="1518550"/>
                  </a:lnTo>
                  <a:lnTo>
                    <a:pt x="846331" y="1413737"/>
                  </a:lnTo>
                  <a:lnTo>
                    <a:pt x="949760" y="1295111"/>
                  </a:lnTo>
                  <a:lnTo>
                    <a:pt x="1057623" y="1111111"/>
                  </a:lnTo>
                  <a:lnTo>
                    <a:pt x="1065905" y="1072220"/>
                  </a:lnTo>
                  <a:lnTo>
                    <a:pt x="1073102" y="1022727"/>
                  </a:lnTo>
                  <a:lnTo>
                    <a:pt x="1080217" y="957716"/>
                  </a:lnTo>
                  <a:lnTo>
                    <a:pt x="1086027" y="880044"/>
                  </a:lnTo>
                  <a:lnTo>
                    <a:pt x="1088061" y="837353"/>
                  </a:lnTo>
                  <a:lnTo>
                    <a:pt x="1089312" y="792567"/>
                  </a:lnTo>
                  <a:lnTo>
                    <a:pt x="1089626" y="746045"/>
                  </a:lnTo>
                  <a:lnTo>
                    <a:pt x="1088851" y="698143"/>
                  </a:lnTo>
                  <a:lnTo>
                    <a:pt x="1086834" y="649218"/>
                  </a:lnTo>
                  <a:lnTo>
                    <a:pt x="1083423" y="599628"/>
                  </a:lnTo>
                  <a:lnTo>
                    <a:pt x="1078464" y="549730"/>
                  </a:lnTo>
                  <a:lnTo>
                    <a:pt x="1071807" y="499881"/>
                  </a:lnTo>
                  <a:lnTo>
                    <a:pt x="1063296" y="450437"/>
                  </a:lnTo>
                  <a:lnTo>
                    <a:pt x="1052781" y="401757"/>
                  </a:lnTo>
                  <a:lnTo>
                    <a:pt x="1040109" y="354197"/>
                  </a:lnTo>
                  <a:lnTo>
                    <a:pt x="1025126" y="308114"/>
                  </a:lnTo>
                  <a:lnTo>
                    <a:pt x="1007681" y="263866"/>
                  </a:lnTo>
                  <a:lnTo>
                    <a:pt x="987620" y="221809"/>
                  </a:lnTo>
                  <a:lnTo>
                    <a:pt x="964792" y="182302"/>
                  </a:lnTo>
                  <a:lnTo>
                    <a:pt x="939042" y="145700"/>
                  </a:lnTo>
                  <a:lnTo>
                    <a:pt x="910220" y="112361"/>
                  </a:lnTo>
                  <a:lnTo>
                    <a:pt x="878172" y="82642"/>
                  </a:lnTo>
                  <a:lnTo>
                    <a:pt x="842745" y="56901"/>
                  </a:lnTo>
                  <a:lnTo>
                    <a:pt x="803787" y="35494"/>
                  </a:lnTo>
                  <a:lnTo>
                    <a:pt x="761146" y="18779"/>
                  </a:lnTo>
                  <a:lnTo>
                    <a:pt x="714668" y="7112"/>
                  </a:lnTo>
                  <a:lnTo>
                    <a:pt x="664201" y="852"/>
                  </a:lnTo>
                  <a:lnTo>
                    <a:pt x="614431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80813" y="5192684"/>
              <a:ext cx="1083310" cy="1661160"/>
            </a:xfrm>
            <a:custGeom>
              <a:avLst/>
              <a:gdLst/>
              <a:ahLst/>
              <a:cxnLst/>
              <a:rect l="l" t="t" r="r" b="b"/>
              <a:pathLst>
                <a:path w="1083310" h="1661159">
                  <a:moveTo>
                    <a:pt x="597467" y="0"/>
                  </a:moveTo>
                  <a:lnTo>
                    <a:pt x="540929" y="6534"/>
                  </a:lnTo>
                  <a:lnTo>
                    <a:pt x="487633" y="19507"/>
                  </a:lnTo>
                  <a:lnTo>
                    <a:pt x="437494" y="38428"/>
                  </a:lnTo>
                  <a:lnTo>
                    <a:pt x="422385" y="1577784"/>
                  </a:lnTo>
                  <a:lnTo>
                    <a:pt x="312388" y="119829"/>
                  </a:lnTo>
                  <a:lnTo>
                    <a:pt x="277722" y="153057"/>
                  </a:lnTo>
                  <a:lnTo>
                    <a:pt x="245332" y="189288"/>
                  </a:lnTo>
                  <a:lnTo>
                    <a:pt x="215164" y="228183"/>
                  </a:lnTo>
                  <a:lnTo>
                    <a:pt x="187163" y="269403"/>
                  </a:lnTo>
                  <a:lnTo>
                    <a:pt x="161272" y="312608"/>
                  </a:lnTo>
                  <a:lnTo>
                    <a:pt x="414018" y="1626662"/>
                  </a:lnTo>
                  <a:lnTo>
                    <a:pt x="56553" y="563794"/>
                  </a:lnTo>
                  <a:lnTo>
                    <a:pt x="42826" y="612311"/>
                  </a:lnTo>
                  <a:lnTo>
                    <a:pt x="30887" y="660336"/>
                  </a:lnTo>
                  <a:lnTo>
                    <a:pt x="20686" y="707528"/>
                  </a:lnTo>
                  <a:lnTo>
                    <a:pt x="12172" y="753544"/>
                  </a:lnTo>
                  <a:lnTo>
                    <a:pt x="5293" y="798040"/>
                  </a:lnTo>
                  <a:lnTo>
                    <a:pt x="0" y="840676"/>
                  </a:lnTo>
                  <a:lnTo>
                    <a:pt x="349821" y="1597857"/>
                  </a:lnTo>
                  <a:lnTo>
                    <a:pt x="371728" y="1624081"/>
                  </a:lnTo>
                  <a:lnTo>
                    <a:pt x="403003" y="1660661"/>
                  </a:lnTo>
                  <a:lnTo>
                    <a:pt x="440583" y="1641217"/>
                  </a:lnTo>
                  <a:lnTo>
                    <a:pt x="1051444" y="1108490"/>
                  </a:lnTo>
                  <a:lnTo>
                    <a:pt x="1061233" y="1057949"/>
                  </a:lnTo>
                  <a:lnTo>
                    <a:pt x="1067229" y="1014156"/>
                  </a:lnTo>
                  <a:lnTo>
                    <a:pt x="1073056" y="960128"/>
                  </a:lnTo>
                  <a:lnTo>
                    <a:pt x="1078036" y="897452"/>
                  </a:lnTo>
                  <a:lnTo>
                    <a:pt x="1081490" y="827714"/>
                  </a:lnTo>
                  <a:lnTo>
                    <a:pt x="1082741" y="752500"/>
                  </a:lnTo>
                  <a:lnTo>
                    <a:pt x="464886" y="1602433"/>
                  </a:lnTo>
                  <a:lnTo>
                    <a:pt x="1039633" y="376575"/>
                  </a:lnTo>
                  <a:lnTo>
                    <a:pt x="1024619" y="326192"/>
                  </a:lnTo>
                  <a:lnTo>
                    <a:pt x="1006818" y="277774"/>
                  </a:lnTo>
                  <a:lnTo>
                    <a:pt x="986039" y="231763"/>
                  </a:lnTo>
                  <a:lnTo>
                    <a:pt x="962093" y="188605"/>
                  </a:lnTo>
                  <a:lnTo>
                    <a:pt x="934792" y="148744"/>
                  </a:lnTo>
                  <a:lnTo>
                    <a:pt x="903946" y="112623"/>
                  </a:lnTo>
                  <a:lnTo>
                    <a:pt x="869366" y="80688"/>
                  </a:lnTo>
                  <a:lnTo>
                    <a:pt x="451871" y="1567764"/>
                  </a:lnTo>
                  <a:lnTo>
                    <a:pt x="694628" y="4617"/>
                  </a:lnTo>
                  <a:lnTo>
                    <a:pt x="676250" y="2131"/>
                  </a:lnTo>
                  <a:lnTo>
                    <a:pt x="666870" y="1154"/>
                  </a:lnTo>
                  <a:lnTo>
                    <a:pt x="657330" y="398"/>
                  </a:lnTo>
                  <a:lnTo>
                    <a:pt x="597467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46160" y="5167124"/>
              <a:ext cx="1135380" cy="1686560"/>
            </a:xfrm>
            <a:custGeom>
              <a:avLst/>
              <a:gdLst/>
              <a:ahLst/>
              <a:cxnLst/>
              <a:rect l="l" t="t" r="r" b="b"/>
              <a:pathLst>
                <a:path w="1135379" h="1686559">
                  <a:moveTo>
                    <a:pt x="437651" y="1686220"/>
                  </a:moveTo>
                  <a:lnTo>
                    <a:pt x="0" y="966871"/>
                  </a:lnTo>
                </a:path>
                <a:path w="1135379" h="1686559">
                  <a:moveTo>
                    <a:pt x="437651" y="1686220"/>
                  </a:moveTo>
                  <a:lnTo>
                    <a:pt x="18941" y="820624"/>
                  </a:lnTo>
                </a:path>
                <a:path w="1135379" h="1686559">
                  <a:moveTo>
                    <a:pt x="437651" y="1686220"/>
                  </a:moveTo>
                  <a:lnTo>
                    <a:pt x="46574" y="662471"/>
                  </a:lnTo>
                </a:path>
                <a:path w="1135379" h="1686559">
                  <a:moveTo>
                    <a:pt x="437651" y="1686220"/>
                  </a:moveTo>
                  <a:lnTo>
                    <a:pt x="98949" y="495503"/>
                  </a:lnTo>
                </a:path>
                <a:path w="1135379" h="1686559">
                  <a:moveTo>
                    <a:pt x="437651" y="1686220"/>
                  </a:moveTo>
                  <a:lnTo>
                    <a:pt x="180664" y="296326"/>
                  </a:lnTo>
                </a:path>
                <a:path w="1135379" h="1686559">
                  <a:moveTo>
                    <a:pt x="437651" y="1686220"/>
                  </a:moveTo>
                  <a:lnTo>
                    <a:pt x="283247" y="164748"/>
                  </a:lnTo>
                </a:path>
                <a:path w="1135379" h="1686559">
                  <a:moveTo>
                    <a:pt x="437651" y="1686220"/>
                  </a:moveTo>
                  <a:lnTo>
                    <a:pt x="411997" y="42532"/>
                  </a:lnTo>
                </a:path>
                <a:path w="1135379" h="1686559">
                  <a:moveTo>
                    <a:pt x="437651" y="1686220"/>
                  </a:moveTo>
                  <a:lnTo>
                    <a:pt x="561427" y="4722"/>
                  </a:lnTo>
                </a:path>
                <a:path w="1135379" h="1686559">
                  <a:moveTo>
                    <a:pt x="437651" y="1686220"/>
                  </a:moveTo>
                  <a:lnTo>
                    <a:pt x="695957" y="0"/>
                  </a:lnTo>
                </a:path>
                <a:path w="1135379" h="1686559">
                  <a:moveTo>
                    <a:pt x="437651" y="1686220"/>
                  </a:moveTo>
                  <a:lnTo>
                    <a:pt x="822194" y="42532"/>
                  </a:lnTo>
                </a:path>
                <a:path w="1135379" h="1686559">
                  <a:moveTo>
                    <a:pt x="437651" y="1686220"/>
                  </a:moveTo>
                  <a:lnTo>
                    <a:pt x="951740" y="99693"/>
                  </a:lnTo>
                </a:path>
                <a:path w="1135379" h="1686559">
                  <a:moveTo>
                    <a:pt x="437651" y="1686220"/>
                  </a:moveTo>
                  <a:lnTo>
                    <a:pt x="1029329" y="217082"/>
                  </a:lnTo>
                </a:path>
                <a:path w="1135379" h="1686559">
                  <a:moveTo>
                    <a:pt x="437651" y="1686220"/>
                  </a:moveTo>
                  <a:lnTo>
                    <a:pt x="1104783" y="418102"/>
                  </a:lnTo>
                </a:path>
                <a:path w="1135379" h="1686559">
                  <a:moveTo>
                    <a:pt x="437651" y="1686220"/>
                  </a:moveTo>
                  <a:lnTo>
                    <a:pt x="1126667" y="616431"/>
                  </a:lnTo>
                </a:path>
                <a:path w="1135379" h="1686559">
                  <a:moveTo>
                    <a:pt x="437651" y="1686220"/>
                  </a:moveTo>
                  <a:lnTo>
                    <a:pt x="1135242" y="844529"/>
                  </a:lnTo>
                </a:path>
                <a:path w="1135379" h="1686559">
                  <a:moveTo>
                    <a:pt x="437651" y="1686220"/>
                  </a:moveTo>
                  <a:lnTo>
                    <a:pt x="1134426" y="103067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14076" y="6190134"/>
              <a:ext cx="759460" cy="2289175"/>
            </a:xfrm>
            <a:custGeom>
              <a:avLst/>
              <a:gdLst/>
              <a:ahLst/>
              <a:cxnLst/>
              <a:rect l="l" t="t" r="r" b="b"/>
              <a:pathLst>
                <a:path w="759460" h="2289175">
                  <a:moveTo>
                    <a:pt x="759149" y="228886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36181" y="5778932"/>
              <a:ext cx="857250" cy="1181100"/>
            </a:xfrm>
            <a:custGeom>
              <a:avLst/>
              <a:gdLst/>
              <a:ahLst/>
              <a:cxnLst/>
              <a:rect l="l" t="t" r="r" b="b"/>
              <a:pathLst>
                <a:path w="857250" h="1181100">
                  <a:moveTo>
                    <a:pt x="337492" y="0"/>
                  </a:moveTo>
                  <a:lnTo>
                    <a:pt x="293843" y="1589"/>
                  </a:lnTo>
                  <a:lnTo>
                    <a:pt x="249062" y="11046"/>
                  </a:lnTo>
                  <a:lnTo>
                    <a:pt x="203226" y="29041"/>
                  </a:lnTo>
                  <a:lnTo>
                    <a:pt x="159963" y="53715"/>
                  </a:lnTo>
                  <a:lnTo>
                    <a:pt x="122643" y="82491"/>
                  </a:lnTo>
                  <a:lnTo>
                    <a:pt x="90949" y="114964"/>
                  </a:lnTo>
                  <a:lnTo>
                    <a:pt x="64563" y="150731"/>
                  </a:lnTo>
                  <a:lnTo>
                    <a:pt x="43169" y="189388"/>
                  </a:lnTo>
                  <a:lnTo>
                    <a:pt x="26451" y="230530"/>
                  </a:lnTo>
                  <a:lnTo>
                    <a:pt x="14092" y="273754"/>
                  </a:lnTo>
                  <a:lnTo>
                    <a:pt x="5774" y="318655"/>
                  </a:lnTo>
                  <a:lnTo>
                    <a:pt x="1183" y="364829"/>
                  </a:lnTo>
                  <a:lnTo>
                    <a:pt x="0" y="411873"/>
                  </a:lnTo>
                  <a:lnTo>
                    <a:pt x="1908" y="459382"/>
                  </a:lnTo>
                  <a:lnTo>
                    <a:pt x="6593" y="506953"/>
                  </a:lnTo>
                  <a:lnTo>
                    <a:pt x="13736" y="554181"/>
                  </a:lnTo>
                  <a:lnTo>
                    <a:pt x="23021" y="600662"/>
                  </a:lnTo>
                  <a:lnTo>
                    <a:pt x="34131" y="645992"/>
                  </a:lnTo>
                  <a:lnTo>
                    <a:pt x="46750" y="689767"/>
                  </a:lnTo>
                  <a:lnTo>
                    <a:pt x="60561" y="731584"/>
                  </a:lnTo>
                  <a:lnTo>
                    <a:pt x="75247" y="771038"/>
                  </a:lnTo>
                  <a:lnTo>
                    <a:pt x="90492" y="807725"/>
                  </a:lnTo>
                  <a:lnTo>
                    <a:pt x="121391" y="871182"/>
                  </a:lnTo>
                  <a:lnTo>
                    <a:pt x="150724" y="918723"/>
                  </a:lnTo>
                  <a:lnTo>
                    <a:pt x="228513" y="1003529"/>
                  </a:lnTo>
                  <a:lnTo>
                    <a:pt x="299967" y="1051741"/>
                  </a:lnTo>
                  <a:lnTo>
                    <a:pt x="423333" y="1103140"/>
                  </a:lnTo>
                  <a:lnTo>
                    <a:pt x="643568" y="1180712"/>
                  </a:lnTo>
                  <a:lnTo>
                    <a:pt x="768397" y="989299"/>
                  </a:lnTo>
                  <a:lnTo>
                    <a:pt x="832265" y="864447"/>
                  </a:lnTo>
                  <a:lnTo>
                    <a:pt x="855205" y="751214"/>
                  </a:lnTo>
                  <a:lnTo>
                    <a:pt x="857247" y="594657"/>
                  </a:lnTo>
                  <a:lnTo>
                    <a:pt x="855028" y="586154"/>
                  </a:lnTo>
                  <a:lnTo>
                    <a:pt x="832251" y="525927"/>
                  </a:lnTo>
                  <a:lnTo>
                    <a:pt x="804400" y="463559"/>
                  </a:lnTo>
                  <a:lnTo>
                    <a:pt x="786904" y="427724"/>
                  </a:lnTo>
                  <a:lnTo>
                    <a:pt x="767130" y="389683"/>
                  </a:lnTo>
                  <a:lnTo>
                    <a:pt x="745153" y="350110"/>
                  </a:lnTo>
                  <a:lnTo>
                    <a:pt x="721051" y="309673"/>
                  </a:lnTo>
                  <a:lnTo>
                    <a:pt x="694900" y="269046"/>
                  </a:lnTo>
                  <a:lnTo>
                    <a:pt x="666776" y="228900"/>
                  </a:lnTo>
                  <a:lnTo>
                    <a:pt x="636755" y="189905"/>
                  </a:lnTo>
                  <a:lnTo>
                    <a:pt x="604914" y="152734"/>
                  </a:lnTo>
                  <a:lnTo>
                    <a:pt x="571330" y="118058"/>
                  </a:lnTo>
                  <a:lnTo>
                    <a:pt x="536079" y="86549"/>
                  </a:lnTo>
                  <a:lnTo>
                    <a:pt x="499237" y="58877"/>
                  </a:lnTo>
                  <a:lnTo>
                    <a:pt x="460881" y="35715"/>
                  </a:lnTo>
                  <a:lnTo>
                    <a:pt x="421087" y="17734"/>
                  </a:lnTo>
                  <a:lnTo>
                    <a:pt x="379932" y="5605"/>
                  </a:lnTo>
                  <a:lnTo>
                    <a:pt x="33749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36218" y="5782252"/>
              <a:ext cx="857250" cy="1177925"/>
            </a:xfrm>
            <a:custGeom>
              <a:avLst/>
              <a:gdLst/>
              <a:ahLst/>
              <a:cxnLst/>
              <a:rect l="l" t="t" r="r" b="b"/>
              <a:pathLst>
                <a:path w="857250" h="1177925">
                  <a:moveTo>
                    <a:pt x="367632" y="0"/>
                  </a:moveTo>
                  <a:lnTo>
                    <a:pt x="640996" y="1100385"/>
                  </a:lnTo>
                  <a:lnTo>
                    <a:pt x="228516" y="14879"/>
                  </a:lnTo>
                  <a:lnTo>
                    <a:pt x="215891" y="19961"/>
                  </a:lnTo>
                  <a:lnTo>
                    <a:pt x="164849" y="47197"/>
                  </a:lnTo>
                  <a:lnTo>
                    <a:pt x="131147" y="71886"/>
                  </a:lnTo>
                  <a:lnTo>
                    <a:pt x="101852" y="99510"/>
                  </a:lnTo>
                  <a:lnTo>
                    <a:pt x="76730" y="129786"/>
                  </a:lnTo>
                  <a:lnTo>
                    <a:pt x="625823" y="1117484"/>
                  </a:lnTo>
                  <a:lnTo>
                    <a:pt x="26449" y="227134"/>
                  </a:lnTo>
                  <a:lnTo>
                    <a:pt x="14278" y="269540"/>
                  </a:lnTo>
                  <a:lnTo>
                    <a:pt x="6019" y="313572"/>
                  </a:lnTo>
                  <a:lnTo>
                    <a:pt x="1363" y="358848"/>
                  </a:lnTo>
                  <a:lnTo>
                    <a:pt x="0" y="404982"/>
                  </a:lnTo>
                  <a:lnTo>
                    <a:pt x="638221" y="1151703"/>
                  </a:lnTo>
                  <a:lnTo>
                    <a:pt x="24355" y="603269"/>
                  </a:lnTo>
                  <a:lnTo>
                    <a:pt x="38004" y="656831"/>
                  </a:lnTo>
                  <a:lnTo>
                    <a:pt x="53641" y="708002"/>
                  </a:lnTo>
                  <a:lnTo>
                    <a:pt x="70736" y="756105"/>
                  </a:lnTo>
                  <a:lnTo>
                    <a:pt x="88761" y="800467"/>
                  </a:lnTo>
                  <a:lnTo>
                    <a:pt x="586809" y="1156613"/>
                  </a:lnTo>
                  <a:lnTo>
                    <a:pt x="628174" y="1171930"/>
                  </a:lnTo>
                  <a:lnTo>
                    <a:pt x="643530" y="1177398"/>
                  </a:lnTo>
                  <a:lnTo>
                    <a:pt x="660461" y="1151347"/>
                  </a:lnTo>
                  <a:lnTo>
                    <a:pt x="856863" y="589709"/>
                  </a:lnTo>
                  <a:lnTo>
                    <a:pt x="850111" y="568349"/>
                  </a:lnTo>
                  <a:lnTo>
                    <a:pt x="835418" y="530366"/>
                  </a:lnTo>
                  <a:lnTo>
                    <a:pt x="813177" y="479213"/>
                  </a:lnTo>
                  <a:lnTo>
                    <a:pt x="783780" y="418341"/>
                  </a:lnTo>
                  <a:lnTo>
                    <a:pt x="747621" y="351203"/>
                  </a:lnTo>
                  <a:lnTo>
                    <a:pt x="661885" y="1117777"/>
                  </a:lnTo>
                  <a:lnTo>
                    <a:pt x="583668" y="126990"/>
                  </a:lnTo>
                  <a:lnTo>
                    <a:pt x="544354" y="90225"/>
                  </a:lnTo>
                  <a:lnTo>
                    <a:pt x="502982" y="58177"/>
                  </a:lnTo>
                  <a:lnTo>
                    <a:pt x="459664" y="31812"/>
                  </a:lnTo>
                  <a:lnTo>
                    <a:pt x="414510" y="12097"/>
                  </a:lnTo>
                  <a:lnTo>
                    <a:pt x="36763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411289" y="5760739"/>
              <a:ext cx="875665" cy="1199515"/>
            </a:xfrm>
            <a:custGeom>
              <a:avLst/>
              <a:gdLst/>
              <a:ahLst/>
              <a:cxnLst/>
              <a:rect l="l" t="t" r="r" b="b"/>
              <a:pathLst>
                <a:path w="875664" h="1199515">
                  <a:moveTo>
                    <a:pt x="668461" y="1198905"/>
                  </a:moveTo>
                  <a:lnTo>
                    <a:pt x="128111" y="898768"/>
                  </a:lnTo>
                </a:path>
                <a:path w="875664" h="1199515">
                  <a:moveTo>
                    <a:pt x="668461" y="1198905"/>
                  </a:moveTo>
                  <a:lnTo>
                    <a:pt x="87117" y="798572"/>
                  </a:lnTo>
                </a:path>
                <a:path w="875664" h="1199515">
                  <a:moveTo>
                    <a:pt x="668461" y="1198905"/>
                  </a:moveTo>
                  <a:lnTo>
                    <a:pt x="47338" y="687633"/>
                  </a:lnTo>
                </a:path>
                <a:path w="875664" h="1199515">
                  <a:moveTo>
                    <a:pt x="668461" y="1198905"/>
                  </a:moveTo>
                  <a:lnTo>
                    <a:pt x="20156" y="562087"/>
                  </a:lnTo>
                </a:path>
                <a:path w="875664" h="1199515">
                  <a:moveTo>
                    <a:pt x="668461" y="1198905"/>
                  </a:moveTo>
                  <a:lnTo>
                    <a:pt x="0" y="405338"/>
                  </a:lnTo>
                </a:path>
                <a:path w="875664" h="1199515">
                  <a:moveTo>
                    <a:pt x="668461" y="1198905"/>
                  </a:moveTo>
                  <a:lnTo>
                    <a:pt x="17695" y="284148"/>
                  </a:lnTo>
                </a:path>
                <a:path w="875664" h="1199515">
                  <a:moveTo>
                    <a:pt x="668461" y="1198905"/>
                  </a:moveTo>
                  <a:lnTo>
                    <a:pt x="55485" y="159440"/>
                  </a:lnTo>
                </a:path>
                <a:path w="875664" h="1199515">
                  <a:moveTo>
                    <a:pt x="668461" y="1198905"/>
                  </a:moveTo>
                  <a:lnTo>
                    <a:pt x="137105" y="81076"/>
                  </a:lnTo>
                </a:path>
                <a:path w="875664" h="1199515">
                  <a:moveTo>
                    <a:pt x="668461" y="1198905"/>
                  </a:moveTo>
                  <a:lnTo>
                    <a:pt x="221228" y="29224"/>
                  </a:lnTo>
                </a:path>
                <a:path w="875664" h="1199515">
                  <a:moveTo>
                    <a:pt x="668461" y="1198905"/>
                  </a:moveTo>
                  <a:lnTo>
                    <a:pt x="317225" y="10544"/>
                  </a:lnTo>
                </a:path>
                <a:path w="875664" h="1199515">
                  <a:moveTo>
                    <a:pt x="668461" y="1198905"/>
                  </a:moveTo>
                  <a:lnTo>
                    <a:pt x="420625" y="0"/>
                  </a:lnTo>
                </a:path>
                <a:path w="875664" h="1199515">
                  <a:moveTo>
                    <a:pt x="668461" y="1198905"/>
                  </a:moveTo>
                  <a:lnTo>
                    <a:pt x="512748" y="46731"/>
                  </a:lnTo>
                </a:path>
                <a:path w="875664" h="1199515">
                  <a:moveTo>
                    <a:pt x="668461" y="1198905"/>
                  </a:moveTo>
                  <a:lnTo>
                    <a:pt x="633855" y="147618"/>
                  </a:lnTo>
                </a:path>
                <a:path w="875664" h="1199515">
                  <a:moveTo>
                    <a:pt x="668461" y="1198905"/>
                  </a:moveTo>
                  <a:lnTo>
                    <a:pt x="719800" y="266222"/>
                  </a:lnTo>
                </a:path>
                <a:path w="875664" h="1199515">
                  <a:moveTo>
                    <a:pt x="668461" y="1198905"/>
                  </a:moveTo>
                  <a:lnTo>
                    <a:pt x="808069" y="408647"/>
                  </a:lnTo>
                </a:path>
                <a:path w="875664" h="1199515">
                  <a:moveTo>
                    <a:pt x="668461" y="1198905"/>
                  </a:moveTo>
                  <a:lnTo>
                    <a:pt x="875114" y="52771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509338" y="6220396"/>
              <a:ext cx="123189" cy="2123440"/>
            </a:xfrm>
            <a:custGeom>
              <a:avLst/>
              <a:gdLst/>
              <a:ahLst/>
              <a:cxnLst/>
              <a:rect l="l" t="t" r="r" b="b"/>
              <a:pathLst>
                <a:path w="123189" h="2123440">
                  <a:moveTo>
                    <a:pt x="122959" y="2123317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21715" y="4540228"/>
              <a:ext cx="1096010" cy="1680210"/>
            </a:xfrm>
            <a:custGeom>
              <a:avLst/>
              <a:gdLst/>
              <a:ahLst/>
              <a:cxnLst/>
              <a:rect l="l" t="t" r="r" b="b"/>
              <a:pathLst>
                <a:path w="1096010" h="1680210">
                  <a:moveTo>
                    <a:pt x="512410" y="0"/>
                  </a:moveTo>
                  <a:lnTo>
                    <a:pt x="461829" y="5256"/>
                  </a:lnTo>
                  <a:lnTo>
                    <a:pt x="413144" y="15625"/>
                  </a:lnTo>
                  <a:lnTo>
                    <a:pt x="367752" y="30145"/>
                  </a:lnTo>
                  <a:lnTo>
                    <a:pt x="325555" y="48566"/>
                  </a:lnTo>
                  <a:lnTo>
                    <a:pt x="286455" y="70637"/>
                  </a:lnTo>
                  <a:lnTo>
                    <a:pt x="250353" y="96107"/>
                  </a:lnTo>
                  <a:lnTo>
                    <a:pt x="217151" y="124727"/>
                  </a:lnTo>
                  <a:lnTo>
                    <a:pt x="186751" y="156247"/>
                  </a:lnTo>
                  <a:lnTo>
                    <a:pt x="159054" y="190415"/>
                  </a:lnTo>
                  <a:lnTo>
                    <a:pt x="133961" y="226981"/>
                  </a:lnTo>
                  <a:lnTo>
                    <a:pt x="111374" y="265695"/>
                  </a:lnTo>
                  <a:lnTo>
                    <a:pt x="91195" y="306307"/>
                  </a:lnTo>
                  <a:lnTo>
                    <a:pt x="73326" y="348567"/>
                  </a:lnTo>
                  <a:lnTo>
                    <a:pt x="57668" y="392223"/>
                  </a:lnTo>
                  <a:lnTo>
                    <a:pt x="44122" y="437026"/>
                  </a:lnTo>
                  <a:lnTo>
                    <a:pt x="32591" y="482726"/>
                  </a:lnTo>
                  <a:lnTo>
                    <a:pt x="22975" y="529071"/>
                  </a:lnTo>
                  <a:lnTo>
                    <a:pt x="15176" y="575811"/>
                  </a:lnTo>
                  <a:lnTo>
                    <a:pt x="9097" y="622697"/>
                  </a:lnTo>
                  <a:lnTo>
                    <a:pt x="4638" y="669478"/>
                  </a:lnTo>
                  <a:lnTo>
                    <a:pt x="1701" y="715903"/>
                  </a:lnTo>
                  <a:lnTo>
                    <a:pt x="187" y="761722"/>
                  </a:lnTo>
                  <a:lnTo>
                    <a:pt x="0" y="806685"/>
                  </a:lnTo>
                  <a:lnTo>
                    <a:pt x="1038" y="850541"/>
                  </a:lnTo>
                  <a:lnTo>
                    <a:pt x="3206" y="893040"/>
                  </a:lnTo>
                  <a:lnTo>
                    <a:pt x="6403" y="933932"/>
                  </a:lnTo>
                  <a:lnTo>
                    <a:pt x="10532" y="972966"/>
                  </a:lnTo>
                  <a:lnTo>
                    <a:pt x="21192" y="1044460"/>
                  </a:lnTo>
                  <a:lnTo>
                    <a:pt x="34397" y="1105518"/>
                  </a:lnTo>
                  <a:lnTo>
                    <a:pt x="49360" y="1154138"/>
                  </a:lnTo>
                  <a:lnTo>
                    <a:pt x="114940" y="1287086"/>
                  </a:lnTo>
                  <a:lnTo>
                    <a:pt x="189416" y="1377876"/>
                  </a:lnTo>
                  <a:lnTo>
                    <a:pt x="330404" y="1493059"/>
                  </a:lnTo>
                  <a:lnTo>
                    <a:pt x="587626" y="1680169"/>
                  </a:lnTo>
                  <a:lnTo>
                    <a:pt x="825182" y="1478986"/>
                  </a:lnTo>
                  <a:lnTo>
                    <a:pt x="957219" y="1340919"/>
                  </a:lnTo>
                  <a:lnTo>
                    <a:pt x="1031300" y="1202060"/>
                  </a:lnTo>
                  <a:lnTo>
                    <a:pt x="1094993" y="998504"/>
                  </a:lnTo>
                  <a:lnTo>
                    <a:pt x="1095409" y="990429"/>
                  </a:lnTo>
                  <a:lnTo>
                    <a:pt x="1095204" y="977049"/>
                  </a:lnTo>
                  <a:lnTo>
                    <a:pt x="1092663" y="935905"/>
                  </a:lnTo>
                  <a:lnTo>
                    <a:pt x="1086821" y="878129"/>
                  </a:lnTo>
                  <a:lnTo>
                    <a:pt x="1077132" y="806781"/>
                  </a:lnTo>
                  <a:lnTo>
                    <a:pt x="1070675" y="766973"/>
                  </a:lnTo>
                  <a:lnTo>
                    <a:pt x="1063051" y="724919"/>
                  </a:lnTo>
                  <a:lnTo>
                    <a:pt x="1054191" y="681001"/>
                  </a:lnTo>
                  <a:lnTo>
                    <a:pt x="1044029" y="635601"/>
                  </a:lnTo>
                  <a:lnTo>
                    <a:pt x="1032494" y="589102"/>
                  </a:lnTo>
                  <a:lnTo>
                    <a:pt x="1019520" y="541886"/>
                  </a:lnTo>
                  <a:lnTo>
                    <a:pt x="1005037" y="494336"/>
                  </a:lnTo>
                  <a:lnTo>
                    <a:pt x="988978" y="446833"/>
                  </a:lnTo>
                  <a:lnTo>
                    <a:pt x="971274" y="399761"/>
                  </a:lnTo>
                  <a:lnTo>
                    <a:pt x="951856" y="353500"/>
                  </a:lnTo>
                  <a:lnTo>
                    <a:pt x="930656" y="308435"/>
                  </a:lnTo>
                  <a:lnTo>
                    <a:pt x="907606" y="264946"/>
                  </a:lnTo>
                  <a:lnTo>
                    <a:pt x="882638" y="223417"/>
                  </a:lnTo>
                  <a:lnTo>
                    <a:pt x="855683" y="184229"/>
                  </a:lnTo>
                  <a:lnTo>
                    <a:pt x="826674" y="147766"/>
                  </a:lnTo>
                  <a:lnTo>
                    <a:pt x="795540" y="114409"/>
                  </a:lnTo>
                  <a:lnTo>
                    <a:pt x="762215" y="84540"/>
                  </a:lnTo>
                  <a:lnTo>
                    <a:pt x="726630" y="58542"/>
                  </a:lnTo>
                  <a:lnTo>
                    <a:pt x="688716" y="36798"/>
                  </a:lnTo>
                  <a:lnTo>
                    <a:pt x="648406" y="19689"/>
                  </a:lnTo>
                  <a:lnTo>
                    <a:pt x="605630" y="7598"/>
                  </a:lnTo>
                  <a:lnTo>
                    <a:pt x="560321" y="908"/>
                  </a:lnTo>
                  <a:lnTo>
                    <a:pt x="512410" y="0"/>
                  </a:lnTo>
                  <a:close/>
                </a:path>
              </a:pathLst>
            </a:custGeom>
            <a:solidFill>
              <a:srgbClr val="71C1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21676" y="4541206"/>
              <a:ext cx="1095375" cy="1679575"/>
            </a:xfrm>
            <a:custGeom>
              <a:avLst/>
              <a:gdLst/>
              <a:ahLst/>
              <a:cxnLst/>
              <a:rect l="l" t="t" r="r" b="b"/>
              <a:pathLst>
                <a:path w="1095375" h="1679575">
                  <a:moveTo>
                    <a:pt x="499159" y="0"/>
                  </a:moveTo>
                  <a:lnTo>
                    <a:pt x="403447" y="17365"/>
                  </a:lnTo>
                  <a:lnTo>
                    <a:pt x="349832" y="36454"/>
                  </a:lnTo>
                  <a:lnTo>
                    <a:pt x="300825" y="61087"/>
                  </a:lnTo>
                  <a:lnTo>
                    <a:pt x="256234" y="90803"/>
                  </a:lnTo>
                  <a:lnTo>
                    <a:pt x="587910" y="1594087"/>
                  </a:lnTo>
                  <a:lnTo>
                    <a:pt x="152646" y="198266"/>
                  </a:lnTo>
                  <a:lnTo>
                    <a:pt x="126348" y="238442"/>
                  </a:lnTo>
                  <a:lnTo>
                    <a:pt x="102943" y="281033"/>
                  </a:lnTo>
                  <a:lnTo>
                    <a:pt x="82302" y="325720"/>
                  </a:lnTo>
                  <a:lnTo>
                    <a:pt x="64292" y="372186"/>
                  </a:lnTo>
                  <a:lnTo>
                    <a:pt x="48785" y="420112"/>
                  </a:lnTo>
                  <a:lnTo>
                    <a:pt x="590748" y="1643593"/>
                  </a:lnTo>
                  <a:lnTo>
                    <a:pt x="3279" y="688418"/>
                  </a:lnTo>
                  <a:lnTo>
                    <a:pt x="823" y="738780"/>
                  </a:lnTo>
                  <a:lnTo>
                    <a:pt x="0" y="788261"/>
                  </a:lnTo>
                  <a:lnTo>
                    <a:pt x="681" y="836538"/>
                  </a:lnTo>
                  <a:lnTo>
                    <a:pt x="2740" y="883289"/>
                  </a:lnTo>
                  <a:lnTo>
                    <a:pt x="6049" y="928192"/>
                  </a:lnTo>
                  <a:lnTo>
                    <a:pt x="10483" y="970923"/>
                  </a:lnTo>
                  <a:lnTo>
                    <a:pt x="521724" y="1629960"/>
                  </a:lnTo>
                  <a:lnTo>
                    <a:pt x="587669" y="1679194"/>
                  </a:lnTo>
                  <a:lnTo>
                    <a:pt x="619909" y="1651792"/>
                  </a:lnTo>
                  <a:lnTo>
                    <a:pt x="1095225" y="995268"/>
                  </a:lnTo>
                  <a:lnTo>
                    <a:pt x="1095239" y="976204"/>
                  </a:lnTo>
                  <a:lnTo>
                    <a:pt x="1093392" y="943813"/>
                  </a:lnTo>
                  <a:lnTo>
                    <a:pt x="1089380" y="899792"/>
                  </a:lnTo>
                  <a:lnTo>
                    <a:pt x="1082899" y="845839"/>
                  </a:lnTo>
                  <a:lnTo>
                    <a:pt x="1073647" y="783651"/>
                  </a:lnTo>
                  <a:lnTo>
                    <a:pt x="1061320" y="714926"/>
                  </a:lnTo>
                  <a:lnTo>
                    <a:pt x="1045614" y="641362"/>
                  </a:lnTo>
                  <a:lnTo>
                    <a:pt x="634862" y="1608537"/>
                  </a:lnTo>
                  <a:lnTo>
                    <a:pt x="919010" y="284787"/>
                  </a:lnTo>
                  <a:lnTo>
                    <a:pt x="893045" y="239071"/>
                  </a:lnTo>
                  <a:lnTo>
                    <a:pt x="864807" y="195898"/>
                  </a:lnTo>
                  <a:lnTo>
                    <a:pt x="834210" y="155741"/>
                  </a:lnTo>
                  <a:lnTo>
                    <a:pt x="801169" y="119078"/>
                  </a:lnTo>
                  <a:lnTo>
                    <a:pt x="765600" y="86383"/>
                  </a:lnTo>
                  <a:lnTo>
                    <a:pt x="727417" y="58134"/>
                  </a:lnTo>
                  <a:lnTo>
                    <a:pt x="686536" y="34805"/>
                  </a:lnTo>
                  <a:lnTo>
                    <a:pt x="614381" y="1577679"/>
                  </a:lnTo>
                  <a:lnTo>
                    <a:pt x="499159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897916" y="4519297"/>
              <a:ext cx="1143000" cy="1701164"/>
            </a:xfrm>
            <a:custGeom>
              <a:avLst/>
              <a:gdLst/>
              <a:ahLst/>
              <a:cxnLst/>
              <a:rect l="l" t="t" r="r" b="b"/>
              <a:pathLst>
                <a:path w="1143000" h="1701164">
                  <a:moveTo>
                    <a:pt x="611426" y="1701100"/>
                  </a:moveTo>
                  <a:lnTo>
                    <a:pt x="23119" y="1098689"/>
                  </a:lnTo>
                </a:path>
                <a:path w="1143000" h="1701164">
                  <a:moveTo>
                    <a:pt x="611426" y="1701100"/>
                  </a:moveTo>
                  <a:lnTo>
                    <a:pt x="8669" y="951929"/>
                  </a:lnTo>
                </a:path>
                <a:path w="1143000" h="1701164">
                  <a:moveTo>
                    <a:pt x="611426" y="1701100"/>
                  </a:moveTo>
                  <a:lnTo>
                    <a:pt x="0" y="791609"/>
                  </a:lnTo>
                </a:path>
                <a:path w="1143000" h="1701164">
                  <a:moveTo>
                    <a:pt x="611426" y="1701100"/>
                  </a:moveTo>
                  <a:lnTo>
                    <a:pt x="13465" y="617133"/>
                  </a:lnTo>
                </a:path>
                <a:path w="1143000" h="1701164">
                  <a:moveTo>
                    <a:pt x="611426" y="1701100"/>
                  </a:moveTo>
                  <a:lnTo>
                    <a:pt x="48260" y="404678"/>
                  </a:lnTo>
                </a:path>
                <a:path w="1143000" h="1701164">
                  <a:moveTo>
                    <a:pt x="611426" y="1701100"/>
                  </a:moveTo>
                  <a:lnTo>
                    <a:pt x="118614" y="253395"/>
                  </a:lnTo>
                </a:path>
                <a:path w="1143000" h="1701164">
                  <a:moveTo>
                    <a:pt x="611426" y="1701100"/>
                  </a:moveTo>
                  <a:lnTo>
                    <a:pt x="216558" y="105337"/>
                  </a:lnTo>
                </a:path>
                <a:path w="1143000" h="1701164">
                  <a:moveTo>
                    <a:pt x="611426" y="1701100"/>
                  </a:moveTo>
                  <a:lnTo>
                    <a:pt x="353643" y="34878"/>
                  </a:lnTo>
                </a:path>
                <a:path w="1143000" h="1701164">
                  <a:moveTo>
                    <a:pt x="611426" y="1701100"/>
                  </a:moveTo>
                  <a:lnTo>
                    <a:pt x="483660" y="0"/>
                  </a:lnTo>
                </a:path>
                <a:path w="1143000" h="1701164">
                  <a:moveTo>
                    <a:pt x="611426" y="1701100"/>
                  </a:moveTo>
                  <a:lnTo>
                    <a:pt x="616232" y="13036"/>
                  </a:lnTo>
                </a:path>
                <a:path w="1143000" h="1701164">
                  <a:moveTo>
                    <a:pt x="611426" y="1701100"/>
                  </a:moveTo>
                  <a:lnTo>
                    <a:pt x="755306" y="39579"/>
                  </a:lnTo>
                </a:path>
                <a:path w="1143000" h="1701164">
                  <a:moveTo>
                    <a:pt x="611426" y="1701100"/>
                  </a:moveTo>
                  <a:lnTo>
                    <a:pt x="857335" y="136487"/>
                  </a:lnTo>
                </a:path>
                <a:path w="1143000" h="1701164">
                  <a:moveTo>
                    <a:pt x="611426" y="1701100"/>
                  </a:moveTo>
                  <a:lnTo>
                    <a:pt x="976085" y="315383"/>
                  </a:lnTo>
                </a:path>
                <a:path w="1143000" h="1701164">
                  <a:moveTo>
                    <a:pt x="611426" y="1701100"/>
                  </a:moveTo>
                  <a:lnTo>
                    <a:pt x="1042031" y="503691"/>
                  </a:lnTo>
                </a:path>
                <a:path w="1143000" h="1701164">
                  <a:moveTo>
                    <a:pt x="611426" y="1701100"/>
                  </a:moveTo>
                  <a:lnTo>
                    <a:pt x="1101725" y="724019"/>
                  </a:lnTo>
                </a:path>
                <a:path w="1143000" h="1701164">
                  <a:moveTo>
                    <a:pt x="611426" y="1701100"/>
                  </a:moveTo>
                  <a:lnTo>
                    <a:pt x="1142813" y="90557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063278" y="7915128"/>
              <a:ext cx="1236345" cy="652145"/>
            </a:xfrm>
            <a:custGeom>
              <a:avLst/>
              <a:gdLst/>
              <a:ahLst/>
              <a:cxnLst/>
              <a:rect l="l" t="t" r="r" b="b"/>
              <a:pathLst>
                <a:path w="1236345" h="652145">
                  <a:moveTo>
                    <a:pt x="0" y="0"/>
                  </a:moveTo>
                  <a:lnTo>
                    <a:pt x="4890" y="222005"/>
                  </a:lnTo>
                  <a:lnTo>
                    <a:pt x="9714" y="345978"/>
                  </a:lnTo>
                  <a:lnTo>
                    <a:pt x="17345" y="416896"/>
                  </a:lnTo>
                  <a:lnTo>
                    <a:pt x="30658" y="479734"/>
                  </a:lnTo>
                  <a:lnTo>
                    <a:pt x="59257" y="523224"/>
                  </a:lnTo>
                  <a:lnTo>
                    <a:pt x="119782" y="562167"/>
                  </a:lnTo>
                  <a:lnTo>
                    <a:pt x="160042" y="579595"/>
                  </a:lnTo>
                  <a:lnTo>
                    <a:pt x="205915" y="595479"/>
                  </a:lnTo>
                  <a:lnTo>
                    <a:pt x="256611" y="609685"/>
                  </a:lnTo>
                  <a:lnTo>
                    <a:pt x="311341" y="622078"/>
                  </a:lnTo>
                  <a:lnTo>
                    <a:pt x="369314" y="632521"/>
                  </a:lnTo>
                  <a:lnTo>
                    <a:pt x="429742" y="640880"/>
                  </a:lnTo>
                  <a:lnTo>
                    <a:pt x="491835" y="647018"/>
                  </a:lnTo>
                  <a:lnTo>
                    <a:pt x="554802" y="650802"/>
                  </a:lnTo>
                  <a:lnTo>
                    <a:pt x="617855" y="652095"/>
                  </a:lnTo>
                  <a:lnTo>
                    <a:pt x="680992" y="650802"/>
                  </a:lnTo>
                  <a:lnTo>
                    <a:pt x="743959" y="647018"/>
                  </a:lnTo>
                  <a:lnTo>
                    <a:pt x="806050" y="640880"/>
                  </a:lnTo>
                  <a:lnTo>
                    <a:pt x="866477" y="632521"/>
                  </a:lnTo>
                  <a:lnTo>
                    <a:pt x="924450" y="622078"/>
                  </a:lnTo>
                  <a:lnTo>
                    <a:pt x="979179" y="609685"/>
                  </a:lnTo>
                  <a:lnTo>
                    <a:pt x="1029874" y="595479"/>
                  </a:lnTo>
                  <a:lnTo>
                    <a:pt x="1075747" y="579595"/>
                  </a:lnTo>
                  <a:lnTo>
                    <a:pt x="1116007" y="562167"/>
                  </a:lnTo>
                  <a:lnTo>
                    <a:pt x="1149866" y="543332"/>
                  </a:lnTo>
                  <a:lnTo>
                    <a:pt x="1195220" y="501980"/>
                  </a:lnTo>
                  <a:lnTo>
                    <a:pt x="1219552" y="363269"/>
                  </a:lnTo>
                  <a:lnTo>
                    <a:pt x="1229021" y="202972"/>
                  </a:lnTo>
                  <a:lnTo>
                    <a:pt x="1234102" y="64144"/>
                  </a:lnTo>
                  <a:lnTo>
                    <a:pt x="617897" y="64144"/>
                  </a:lnTo>
                  <a:lnTo>
                    <a:pt x="540389" y="63644"/>
                  </a:lnTo>
                  <a:lnTo>
                    <a:pt x="465754" y="62185"/>
                  </a:lnTo>
                  <a:lnTo>
                    <a:pt x="394571" y="59826"/>
                  </a:lnTo>
                  <a:lnTo>
                    <a:pt x="327420" y="56628"/>
                  </a:lnTo>
                  <a:lnTo>
                    <a:pt x="264878" y="52651"/>
                  </a:lnTo>
                  <a:lnTo>
                    <a:pt x="207526" y="47954"/>
                  </a:lnTo>
                  <a:lnTo>
                    <a:pt x="155942" y="42599"/>
                  </a:lnTo>
                  <a:lnTo>
                    <a:pt x="110706" y="36645"/>
                  </a:lnTo>
                  <a:lnTo>
                    <a:pt x="72396" y="30153"/>
                  </a:lnTo>
                  <a:lnTo>
                    <a:pt x="18871" y="15793"/>
                  </a:lnTo>
                  <a:lnTo>
                    <a:pt x="4814" y="8045"/>
                  </a:lnTo>
                  <a:lnTo>
                    <a:pt x="0" y="0"/>
                  </a:lnTo>
                  <a:close/>
                </a:path>
                <a:path w="1236345" h="652145">
                  <a:moveTo>
                    <a:pt x="1235794" y="0"/>
                  </a:moveTo>
                  <a:lnTo>
                    <a:pt x="1194203" y="23182"/>
                  </a:lnTo>
                  <a:lnTo>
                    <a:pt x="1125088" y="36645"/>
                  </a:lnTo>
                  <a:lnTo>
                    <a:pt x="1079852" y="42599"/>
                  </a:lnTo>
                  <a:lnTo>
                    <a:pt x="1028268" y="47954"/>
                  </a:lnTo>
                  <a:lnTo>
                    <a:pt x="970916" y="52651"/>
                  </a:lnTo>
                  <a:lnTo>
                    <a:pt x="908374" y="56628"/>
                  </a:lnTo>
                  <a:lnTo>
                    <a:pt x="841223" y="59826"/>
                  </a:lnTo>
                  <a:lnTo>
                    <a:pt x="770040" y="62185"/>
                  </a:lnTo>
                  <a:lnTo>
                    <a:pt x="695405" y="63644"/>
                  </a:lnTo>
                  <a:lnTo>
                    <a:pt x="617897" y="64144"/>
                  </a:lnTo>
                  <a:lnTo>
                    <a:pt x="1234102" y="64144"/>
                  </a:lnTo>
                  <a:lnTo>
                    <a:pt x="1234212" y="61123"/>
                  </a:lnTo>
                  <a:lnTo>
                    <a:pt x="1235794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063267" y="7915128"/>
              <a:ext cx="1236345" cy="647700"/>
            </a:xfrm>
            <a:custGeom>
              <a:avLst/>
              <a:gdLst/>
              <a:ahLst/>
              <a:cxnLst/>
              <a:rect l="l" t="t" r="r" b="b"/>
              <a:pathLst>
                <a:path w="1236345" h="647700">
                  <a:moveTo>
                    <a:pt x="312521" y="174866"/>
                  </a:moveTo>
                  <a:lnTo>
                    <a:pt x="300050" y="101041"/>
                  </a:lnTo>
                  <a:lnTo>
                    <a:pt x="277736" y="58000"/>
                  </a:lnTo>
                  <a:lnTo>
                    <a:pt x="196837" y="46939"/>
                  </a:lnTo>
                  <a:lnTo>
                    <a:pt x="129870" y="39331"/>
                  </a:lnTo>
                  <a:lnTo>
                    <a:pt x="75234" y="30695"/>
                  </a:lnTo>
                  <a:lnTo>
                    <a:pt x="34417" y="21158"/>
                  </a:lnTo>
                  <a:lnTo>
                    <a:pt x="8851" y="10883"/>
                  </a:lnTo>
                  <a:lnTo>
                    <a:pt x="0" y="12"/>
                  </a:lnTo>
                  <a:lnTo>
                    <a:pt x="1130" y="52527"/>
                  </a:lnTo>
                  <a:lnTo>
                    <a:pt x="3657" y="129908"/>
                  </a:lnTo>
                  <a:lnTo>
                    <a:pt x="6248" y="190487"/>
                  </a:lnTo>
                  <a:lnTo>
                    <a:pt x="41541" y="227888"/>
                  </a:lnTo>
                  <a:lnTo>
                    <a:pt x="85369" y="257302"/>
                  </a:lnTo>
                  <a:lnTo>
                    <a:pt x="153581" y="274383"/>
                  </a:lnTo>
                  <a:lnTo>
                    <a:pt x="189522" y="273799"/>
                  </a:lnTo>
                  <a:lnTo>
                    <a:pt x="222427" y="267906"/>
                  </a:lnTo>
                  <a:lnTo>
                    <a:pt x="253720" y="255866"/>
                  </a:lnTo>
                  <a:lnTo>
                    <a:pt x="280911" y="237020"/>
                  </a:lnTo>
                  <a:lnTo>
                    <a:pt x="301485" y="210642"/>
                  </a:lnTo>
                  <a:lnTo>
                    <a:pt x="312521" y="174866"/>
                  </a:lnTo>
                  <a:close/>
                </a:path>
                <a:path w="1236345" h="647700">
                  <a:moveTo>
                    <a:pt x="476084" y="503478"/>
                  </a:moveTo>
                  <a:lnTo>
                    <a:pt x="467715" y="460641"/>
                  </a:lnTo>
                  <a:lnTo>
                    <a:pt x="447687" y="420331"/>
                  </a:lnTo>
                  <a:lnTo>
                    <a:pt x="419239" y="389813"/>
                  </a:lnTo>
                  <a:lnTo>
                    <a:pt x="384213" y="368757"/>
                  </a:lnTo>
                  <a:lnTo>
                    <a:pt x="344881" y="356184"/>
                  </a:lnTo>
                  <a:lnTo>
                    <a:pt x="303517" y="351116"/>
                  </a:lnTo>
                  <a:lnTo>
                    <a:pt x="256705" y="352475"/>
                  </a:lnTo>
                  <a:lnTo>
                    <a:pt x="210273" y="359575"/>
                  </a:lnTo>
                  <a:lnTo>
                    <a:pt x="164719" y="371424"/>
                  </a:lnTo>
                  <a:lnTo>
                    <a:pt x="120561" y="387019"/>
                  </a:lnTo>
                  <a:lnTo>
                    <a:pt x="70942" y="409206"/>
                  </a:lnTo>
                  <a:lnTo>
                    <a:pt x="23558" y="436753"/>
                  </a:lnTo>
                  <a:lnTo>
                    <a:pt x="25234" y="449173"/>
                  </a:lnTo>
                  <a:lnTo>
                    <a:pt x="40932" y="502500"/>
                  </a:lnTo>
                  <a:lnTo>
                    <a:pt x="88112" y="544715"/>
                  </a:lnTo>
                  <a:lnTo>
                    <a:pt x="123355" y="563880"/>
                  </a:lnTo>
                  <a:lnTo>
                    <a:pt x="165227" y="581558"/>
                  </a:lnTo>
                  <a:lnTo>
                    <a:pt x="212877" y="597598"/>
                  </a:lnTo>
                  <a:lnTo>
                    <a:pt x="265468" y="611860"/>
                  </a:lnTo>
                  <a:lnTo>
                    <a:pt x="322135" y="624192"/>
                  </a:lnTo>
                  <a:lnTo>
                    <a:pt x="382054" y="634453"/>
                  </a:lnTo>
                  <a:lnTo>
                    <a:pt x="444373" y="642518"/>
                  </a:lnTo>
                  <a:lnTo>
                    <a:pt x="447725" y="635990"/>
                  </a:lnTo>
                  <a:lnTo>
                    <a:pt x="449237" y="632650"/>
                  </a:lnTo>
                  <a:lnTo>
                    <a:pt x="465048" y="590943"/>
                  </a:lnTo>
                  <a:lnTo>
                    <a:pt x="474599" y="547408"/>
                  </a:lnTo>
                  <a:lnTo>
                    <a:pt x="476084" y="503478"/>
                  </a:lnTo>
                  <a:close/>
                </a:path>
                <a:path w="1236345" h="647700">
                  <a:moveTo>
                    <a:pt x="779487" y="133997"/>
                  </a:moveTo>
                  <a:lnTo>
                    <a:pt x="779437" y="115951"/>
                  </a:lnTo>
                  <a:lnTo>
                    <a:pt x="778611" y="97904"/>
                  </a:lnTo>
                  <a:lnTo>
                    <a:pt x="776986" y="79921"/>
                  </a:lnTo>
                  <a:lnTo>
                    <a:pt x="774547" y="62014"/>
                  </a:lnTo>
                  <a:lnTo>
                    <a:pt x="736574" y="62928"/>
                  </a:lnTo>
                  <a:lnTo>
                    <a:pt x="697776" y="63601"/>
                  </a:lnTo>
                  <a:lnTo>
                    <a:pt x="658202" y="64020"/>
                  </a:lnTo>
                  <a:lnTo>
                    <a:pt x="617905" y="64160"/>
                  </a:lnTo>
                  <a:lnTo>
                    <a:pt x="563956" y="63906"/>
                  </a:lnTo>
                  <a:lnTo>
                    <a:pt x="511302" y="63195"/>
                  </a:lnTo>
                  <a:lnTo>
                    <a:pt x="460133" y="62026"/>
                  </a:lnTo>
                  <a:lnTo>
                    <a:pt x="410641" y="60439"/>
                  </a:lnTo>
                  <a:lnTo>
                    <a:pt x="414134" y="94653"/>
                  </a:lnTo>
                  <a:lnTo>
                    <a:pt x="429374" y="161607"/>
                  </a:lnTo>
                  <a:lnTo>
                    <a:pt x="461543" y="234302"/>
                  </a:lnTo>
                  <a:lnTo>
                    <a:pt x="488099" y="271449"/>
                  </a:lnTo>
                  <a:lnTo>
                    <a:pt x="521042" y="302539"/>
                  </a:lnTo>
                  <a:lnTo>
                    <a:pt x="560565" y="324954"/>
                  </a:lnTo>
                  <a:lnTo>
                    <a:pt x="606564" y="336270"/>
                  </a:lnTo>
                  <a:lnTo>
                    <a:pt x="630262" y="337299"/>
                  </a:lnTo>
                  <a:lnTo>
                    <a:pt x="653973" y="335419"/>
                  </a:lnTo>
                  <a:lnTo>
                    <a:pt x="694359" y="324612"/>
                  </a:lnTo>
                  <a:lnTo>
                    <a:pt x="728103" y="300405"/>
                  </a:lnTo>
                  <a:lnTo>
                    <a:pt x="752767" y="264083"/>
                  </a:lnTo>
                  <a:lnTo>
                    <a:pt x="768324" y="222186"/>
                  </a:lnTo>
                  <a:lnTo>
                    <a:pt x="776630" y="177787"/>
                  </a:lnTo>
                  <a:lnTo>
                    <a:pt x="779487" y="133997"/>
                  </a:lnTo>
                  <a:close/>
                </a:path>
                <a:path w="1236345" h="647700">
                  <a:moveTo>
                    <a:pt x="1122260" y="558965"/>
                  </a:moveTo>
                  <a:lnTo>
                    <a:pt x="1090206" y="521411"/>
                  </a:lnTo>
                  <a:lnTo>
                    <a:pt x="1059408" y="489026"/>
                  </a:lnTo>
                  <a:lnTo>
                    <a:pt x="1002449" y="444741"/>
                  </a:lnTo>
                  <a:lnTo>
                    <a:pt x="961466" y="425983"/>
                  </a:lnTo>
                  <a:lnTo>
                    <a:pt x="917778" y="415696"/>
                  </a:lnTo>
                  <a:lnTo>
                    <a:pt x="873734" y="416217"/>
                  </a:lnTo>
                  <a:lnTo>
                    <a:pt x="831659" y="429895"/>
                  </a:lnTo>
                  <a:lnTo>
                    <a:pt x="781380" y="478269"/>
                  </a:lnTo>
                  <a:lnTo>
                    <a:pt x="754926" y="543725"/>
                  </a:lnTo>
                  <a:lnTo>
                    <a:pt x="745782" y="594969"/>
                  </a:lnTo>
                  <a:lnTo>
                    <a:pt x="742632" y="647103"/>
                  </a:lnTo>
                  <a:lnTo>
                    <a:pt x="798563" y="641731"/>
                  </a:lnTo>
                  <a:lnTo>
                    <a:pt x="853211" y="634555"/>
                  </a:lnTo>
                  <a:lnTo>
                    <a:pt x="906005" y="625652"/>
                  </a:lnTo>
                  <a:lnTo>
                    <a:pt x="956386" y="615149"/>
                  </a:lnTo>
                  <a:lnTo>
                    <a:pt x="1003769" y="603123"/>
                  </a:lnTo>
                  <a:lnTo>
                    <a:pt x="1047597" y="589686"/>
                  </a:lnTo>
                  <a:lnTo>
                    <a:pt x="1087272" y="574941"/>
                  </a:lnTo>
                  <a:lnTo>
                    <a:pt x="1122260" y="558965"/>
                  </a:lnTo>
                  <a:close/>
                </a:path>
                <a:path w="1236345" h="647700">
                  <a:moveTo>
                    <a:pt x="1235798" y="0"/>
                  </a:moveTo>
                  <a:lnTo>
                    <a:pt x="1201458" y="21145"/>
                  </a:lnTo>
                  <a:lnTo>
                    <a:pt x="1160716" y="30670"/>
                  </a:lnTo>
                  <a:lnTo>
                    <a:pt x="1106195" y="39306"/>
                  </a:lnTo>
                  <a:lnTo>
                    <a:pt x="1039355" y="46901"/>
                  </a:lnTo>
                  <a:lnTo>
                    <a:pt x="961644" y="53314"/>
                  </a:lnTo>
                  <a:lnTo>
                    <a:pt x="950607" y="75653"/>
                  </a:lnTo>
                  <a:lnTo>
                    <a:pt x="941108" y="98615"/>
                  </a:lnTo>
                  <a:lnTo>
                    <a:pt x="933373" y="122123"/>
                  </a:lnTo>
                  <a:lnTo>
                    <a:pt x="927646" y="146113"/>
                  </a:lnTo>
                  <a:lnTo>
                    <a:pt x="924191" y="180822"/>
                  </a:lnTo>
                  <a:lnTo>
                    <a:pt x="928204" y="215049"/>
                  </a:lnTo>
                  <a:lnTo>
                    <a:pt x="966711" y="270281"/>
                  </a:lnTo>
                  <a:lnTo>
                    <a:pt x="1007541" y="286905"/>
                  </a:lnTo>
                  <a:lnTo>
                    <a:pt x="1051547" y="291960"/>
                  </a:lnTo>
                  <a:lnTo>
                    <a:pt x="1083716" y="290334"/>
                  </a:lnTo>
                  <a:lnTo>
                    <a:pt x="1144752" y="272846"/>
                  </a:lnTo>
                  <a:lnTo>
                    <a:pt x="1188123" y="245745"/>
                  </a:lnTo>
                  <a:lnTo>
                    <a:pt x="1228864" y="206375"/>
                  </a:lnTo>
                  <a:lnTo>
                    <a:pt x="1232027" y="128143"/>
                  </a:lnTo>
                  <a:lnTo>
                    <a:pt x="1234173" y="62306"/>
                  </a:lnTo>
                  <a:lnTo>
                    <a:pt x="123579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040178" y="8040033"/>
              <a:ext cx="1279525" cy="2012314"/>
            </a:xfrm>
            <a:custGeom>
              <a:avLst/>
              <a:gdLst/>
              <a:ahLst/>
              <a:cxnLst/>
              <a:rect l="l" t="t" r="r" b="b"/>
              <a:pathLst>
                <a:path w="1279525" h="2012315">
                  <a:moveTo>
                    <a:pt x="76758" y="38379"/>
                  </a:moveTo>
                  <a:lnTo>
                    <a:pt x="73736" y="23444"/>
                  </a:lnTo>
                  <a:lnTo>
                    <a:pt x="65519" y="11239"/>
                  </a:lnTo>
                  <a:lnTo>
                    <a:pt x="53314" y="3009"/>
                  </a:lnTo>
                  <a:lnTo>
                    <a:pt x="38379" y="0"/>
                  </a:lnTo>
                  <a:lnTo>
                    <a:pt x="23444" y="3009"/>
                  </a:lnTo>
                  <a:lnTo>
                    <a:pt x="11252" y="11239"/>
                  </a:lnTo>
                  <a:lnTo>
                    <a:pt x="3022" y="23444"/>
                  </a:lnTo>
                  <a:lnTo>
                    <a:pt x="0" y="38379"/>
                  </a:lnTo>
                  <a:lnTo>
                    <a:pt x="0" y="1752663"/>
                  </a:lnTo>
                  <a:lnTo>
                    <a:pt x="3022" y="1767598"/>
                  </a:lnTo>
                  <a:lnTo>
                    <a:pt x="11252" y="1779790"/>
                  </a:lnTo>
                  <a:lnTo>
                    <a:pt x="23444" y="1788020"/>
                  </a:lnTo>
                  <a:lnTo>
                    <a:pt x="38379" y="1791030"/>
                  </a:lnTo>
                  <a:lnTo>
                    <a:pt x="53314" y="1788020"/>
                  </a:lnTo>
                  <a:lnTo>
                    <a:pt x="65519" y="1779790"/>
                  </a:lnTo>
                  <a:lnTo>
                    <a:pt x="73736" y="1767598"/>
                  </a:lnTo>
                  <a:lnTo>
                    <a:pt x="76758" y="1752663"/>
                  </a:lnTo>
                  <a:lnTo>
                    <a:pt x="76758" y="38379"/>
                  </a:lnTo>
                  <a:close/>
                </a:path>
                <a:path w="1279525" h="2012315">
                  <a:moveTo>
                    <a:pt x="679361" y="259054"/>
                  </a:moveTo>
                  <a:lnTo>
                    <a:pt x="676351" y="244119"/>
                  </a:lnTo>
                  <a:lnTo>
                    <a:pt x="668121" y="231914"/>
                  </a:lnTo>
                  <a:lnTo>
                    <a:pt x="655929" y="223697"/>
                  </a:lnTo>
                  <a:lnTo>
                    <a:pt x="640994" y="220675"/>
                  </a:lnTo>
                  <a:lnTo>
                    <a:pt x="626046" y="223697"/>
                  </a:lnTo>
                  <a:lnTo>
                    <a:pt x="613854" y="231914"/>
                  </a:lnTo>
                  <a:lnTo>
                    <a:pt x="605624" y="244119"/>
                  </a:lnTo>
                  <a:lnTo>
                    <a:pt x="602615" y="259054"/>
                  </a:lnTo>
                  <a:lnTo>
                    <a:pt x="602615" y="1973338"/>
                  </a:lnTo>
                  <a:lnTo>
                    <a:pt x="605624" y="1988273"/>
                  </a:lnTo>
                  <a:lnTo>
                    <a:pt x="613854" y="2000478"/>
                  </a:lnTo>
                  <a:lnTo>
                    <a:pt x="626046" y="2008695"/>
                  </a:lnTo>
                  <a:lnTo>
                    <a:pt x="640994" y="2011718"/>
                  </a:lnTo>
                  <a:lnTo>
                    <a:pt x="655929" y="2008695"/>
                  </a:lnTo>
                  <a:lnTo>
                    <a:pt x="668121" y="2000478"/>
                  </a:lnTo>
                  <a:lnTo>
                    <a:pt x="676351" y="1988273"/>
                  </a:lnTo>
                  <a:lnTo>
                    <a:pt x="679361" y="1973338"/>
                  </a:lnTo>
                  <a:lnTo>
                    <a:pt x="679361" y="259054"/>
                  </a:lnTo>
                  <a:close/>
                </a:path>
                <a:path w="1279525" h="2012315">
                  <a:moveTo>
                    <a:pt x="1279309" y="38379"/>
                  </a:moveTo>
                  <a:lnTo>
                    <a:pt x="1276299" y="23444"/>
                  </a:lnTo>
                  <a:lnTo>
                    <a:pt x="1268069" y="11239"/>
                  </a:lnTo>
                  <a:lnTo>
                    <a:pt x="1255877" y="3009"/>
                  </a:lnTo>
                  <a:lnTo>
                    <a:pt x="1240942" y="0"/>
                  </a:lnTo>
                  <a:lnTo>
                    <a:pt x="1225994" y="3009"/>
                  </a:lnTo>
                  <a:lnTo>
                    <a:pt x="1213802" y="11239"/>
                  </a:lnTo>
                  <a:lnTo>
                    <a:pt x="1205572" y="23444"/>
                  </a:lnTo>
                  <a:lnTo>
                    <a:pt x="1202563" y="38379"/>
                  </a:lnTo>
                  <a:lnTo>
                    <a:pt x="1202563" y="1752663"/>
                  </a:lnTo>
                  <a:lnTo>
                    <a:pt x="1205572" y="1767598"/>
                  </a:lnTo>
                  <a:lnTo>
                    <a:pt x="1213802" y="1779790"/>
                  </a:lnTo>
                  <a:lnTo>
                    <a:pt x="1225994" y="1788020"/>
                  </a:lnTo>
                  <a:lnTo>
                    <a:pt x="1240942" y="1791030"/>
                  </a:lnTo>
                  <a:lnTo>
                    <a:pt x="1255877" y="1788020"/>
                  </a:lnTo>
                  <a:lnTo>
                    <a:pt x="1268069" y="1779790"/>
                  </a:lnTo>
                  <a:lnTo>
                    <a:pt x="1276299" y="1767598"/>
                  </a:lnTo>
                  <a:lnTo>
                    <a:pt x="1279309" y="1752663"/>
                  </a:lnTo>
                  <a:lnTo>
                    <a:pt x="1279309" y="3837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7449256" y="8858560"/>
            <a:ext cx="1800860" cy="1317625"/>
            <a:chOff x="7449256" y="8858560"/>
            <a:chExt cx="1800860" cy="1317625"/>
          </a:xfrm>
        </p:grpSpPr>
        <p:sp>
          <p:nvSpPr>
            <p:cNvPr id="21" name="object 21" descr=""/>
            <p:cNvSpPr/>
            <p:nvPr/>
          </p:nvSpPr>
          <p:spPr>
            <a:xfrm>
              <a:off x="7449256" y="9839792"/>
              <a:ext cx="1800860" cy="335915"/>
            </a:xfrm>
            <a:custGeom>
              <a:avLst/>
              <a:gdLst/>
              <a:ahLst/>
              <a:cxnLst/>
              <a:rect l="l" t="t" r="r" b="b"/>
              <a:pathLst>
                <a:path w="1800859" h="335915">
                  <a:moveTo>
                    <a:pt x="900328" y="0"/>
                  </a:moveTo>
                  <a:lnTo>
                    <a:pt x="826487" y="556"/>
                  </a:lnTo>
                  <a:lnTo>
                    <a:pt x="754289" y="2198"/>
                  </a:lnTo>
                  <a:lnTo>
                    <a:pt x="683968" y="4881"/>
                  </a:lnTo>
                  <a:lnTo>
                    <a:pt x="615753" y="8563"/>
                  </a:lnTo>
                  <a:lnTo>
                    <a:pt x="549878" y="13199"/>
                  </a:lnTo>
                  <a:lnTo>
                    <a:pt x="486574" y="18747"/>
                  </a:lnTo>
                  <a:lnTo>
                    <a:pt x="426072" y="25164"/>
                  </a:lnTo>
                  <a:lnTo>
                    <a:pt x="368604" y="32407"/>
                  </a:lnTo>
                  <a:lnTo>
                    <a:pt x="314402" y="40431"/>
                  </a:lnTo>
                  <a:lnTo>
                    <a:pt x="263698" y="49194"/>
                  </a:lnTo>
                  <a:lnTo>
                    <a:pt x="216723" y="58653"/>
                  </a:lnTo>
                  <a:lnTo>
                    <a:pt x="173710" y="68765"/>
                  </a:lnTo>
                  <a:lnTo>
                    <a:pt x="134889" y="79485"/>
                  </a:lnTo>
                  <a:lnTo>
                    <a:pt x="70751" y="102580"/>
                  </a:lnTo>
                  <a:lnTo>
                    <a:pt x="26165" y="127594"/>
                  </a:lnTo>
                  <a:lnTo>
                    <a:pt x="0" y="167953"/>
                  </a:lnTo>
                  <a:lnTo>
                    <a:pt x="2984" y="181728"/>
                  </a:lnTo>
                  <a:lnTo>
                    <a:pt x="45899" y="221040"/>
                  </a:lnTo>
                  <a:lnTo>
                    <a:pt x="100492" y="245138"/>
                  </a:lnTo>
                  <a:lnTo>
                    <a:pt x="173710" y="267145"/>
                  </a:lnTo>
                  <a:lnTo>
                    <a:pt x="216723" y="277256"/>
                  </a:lnTo>
                  <a:lnTo>
                    <a:pt x="263698" y="286715"/>
                  </a:lnTo>
                  <a:lnTo>
                    <a:pt x="314402" y="295477"/>
                  </a:lnTo>
                  <a:lnTo>
                    <a:pt x="368604" y="303501"/>
                  </a:lnTo>
                  <a:lnTo>
                    <a:pt x="426072" y="310743"/>
                  </a:lnTo>
                  <a:lnTo>
                    <a:pt x="486574" y="317160"/>
                  </a:lnTo>
                  <a:lnTo>
                    <a:pt x="549878" y="322707"/>
                  </a:lnTo>
                  <a:lnTo>
                    <a:pt x="615753" y="327344"/>
                  </a:lnTo>
                  <a:lnTo>
                    <a:pt x="683968" y="331025"/>
                  </a:lnTo>
                  <a:lnTo>
                    <a:pt x="754289" y="333707"/>
                  </a:lnTo>
                  <a:lnTo>
                    <a:pt x="826487" y="335349"/>
                  </a:lnTo>
                  <a:lnTo>
                    <a:pt x="900328" y="335906"/>
                  </a:lnTo>
                  <a:lnTo>
                    <a:pt x="974170" y="335349"/>
                  </a:lnTo>
                  <a:lnTo>
                    <a:pt x="1046367" y="333707"/>
                  </a:lnTo>
                  <a:lnTo>
                    <a:pt x="1116689" y="331025"/>
                  </a:lnTo>
                  <a:lnTo>
                    <a:pt x="1184903" y="327344"/>
                  </a:lnTo>
                  <a:lnTo>
                    <a:pt x="1250778" y="322707"/>
                  </a:lnTo>
                  <a:lnTo>
                    <a:pt x="1314083" y="317160"/>
                  </a:lnTo>
                  <a:lnTo>
                    <a:pt x="1374584" y="310743"/>
                  </a:lnTo>
                  <a:lnTo>
                    <a:pt x="1432052" y="303501"/>
                  </a:lnTo>
                  <a:lnTo>
                    <a:pt x="1486254" y="295477"/>
                  </a:lnTo>
                  <a:lnTo>
                    <a:pt x="1536958" y="286715"/>
                  </a:lnTo>
                  <a:lnTo>
                    <a:pt x="1583933" y="277256"/>
                  </a:lnTo>
                  <a:lnTo>
                    <a:pt x="1626947" y="267145"/>
                  </a:lnTo>
                  <a:lnTo>
                    <a:pt x="1665768" y="256425"/>
                  </a:lnTo>
                  <a:lnTo>
                    <a:pt x="1729905" y="233329"/>
                  </a:lnTo>
                  <a:lnTo>
                    <a:pt x="1774491" y="208315"/>
                  </a:lnTo>
                  <a:lnTo>
                    <a:pt x="1800657" y="167953"/>
                  </a:lnTo>
                  <a:lnTo>
                    <a:pt x="1797672" y="154179"/>
                  </a:lnTo>
                  <a:lnTo>
                    <a:pt x="1754758" y="114869"/>
                  </a:lnTo>
                  <a:lnTo>
                    <a:pt x="1700164" y="90771"/>
                  </a:lnTo>
                  <a:lnTo>
                    <a:pt x="1626947" y="68765"/>
                  </a:lnTo>
                  <a:lnTo>
                    <a:pt x="1583933" y="58653"/>
                  </a:lnTo>
                  <a:lnTo>
                    <a:pt x="1536958" y="49194"/>
                  </a:lnTo>
                  <a:lnTo>
                    <a:pt x="1486254" y="40431"/>
                  </a:lnTo>
                  <a:lnTo>
                    <a:pt x="1432052" y="32407"/>
                  </a:lnTo>
                  <a:lnTo>
                    <a:pt x="1374584" y="25164"/>
                  </a:lnTo>
                  <a:lnTo>
                    <a:pt x="1314083" y="18747"/>
                  </a:lnTo>
                  <a:lnTo>
                    <a:pt x="1250778" y="13199"/>
                  </a:lnTo>
                  <a:lnTo>
                    <a:pt x="1184903" y="8563"/>
                  </a:lnTo>
                  <a:lnTo>
                    <a:pt x="1116689" y="4881"/>
                  </a:lnTo>
                  <a:lnTo>
                    <a:pt x="1046367" y="2198"/>
                  </a:lnTo>
                  <a:lnTo>
                    <a:pt x="974170" y="556"/>
                  </a:lnTo>
                  <a:lnTo>
                    <a:pt x="90032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803997" y="8990183"/>
              <a:ext cx="1069975" cy="983615"/>
            </a:xfrm>
            <a:custGeom>
              <a:avLst/>
              <a:gdLst/>
              <a:ahLst/>
              <a:cxnLst/>
              <a:rect l="l" t="t" r="r" b="b"/>
              <a:pathLst>
                <a:path w="1069975" h="983615">
                  <a:moveTo>
                    <a:pt x="290893" y="26263"/>
                  </a:moveTo>
                  <a:lnTo>
                    <a:pt x="286740" y="14897"/>
                  </a:lnTo>
                  <a:lnTo>
                    <a:pt x="278638" y="5918"/>
                  </a:lnTo>
                  <a:lnTo>
                    <a:pt x="267322" y="558"/>
                  </a:lnTo>
                  <a:lnTo>
                    <a:pt x="254800" y="0"/>
                  </a:lnTo>
                  <a:lnTo>
                    <a:pt x="243433" y="4152"/>
                  </a:lnTo>
                  <a:lnTo>
                    <a:pt x="234454" y="12268"/>
                  </a:lnTo>
                  <a:lnTo>
                    <a:pt x="229082" y="23583"/>
                  </a:lnTo>
                  <a:lnTo>
                    <a:pt x="546" y="944587"/>
                  </a:lnTo>
                  <a:lnTo>
                    <a:pt x="0" y="957110"/>
                  </a:lnTo>
                  <a:lnTo>
                    <a:pt x="4140" y="968463"/>
                  </a:lnTo>
                  <a:lnTo>
                    <a:pt x="12255" y="977455"/>
                  </a:lnTo>
                  <a:lnTo>
                    <a:pt x="23571" y="982814"/>
                  </a:lnTo>
                  <a:lnTo>
                    <a:pt x="36093" y="983373"/>
                  </a:lnTo>
                  <a:lnTo>
                    <a:pt x="47459" y="979220"/>
                  </a:lnTo>
                  <a:lnTo>
                    <a:pt x="56438" y="971118"/>
                  </a:lnTo>
                  <a:lnTo>
                    <a:pt x="61810" y="959789"/>
                  </a:lnTo>
                  <a:lnTo>
                    <a:pt x="290347" y="38798"/>
                  </a:lnTo>
                  <a:lnTo>
                    <a:pt x="290893" y="26263"/>
                  </a:lnTo>
                  <a:close/>
                </a:path>
                <a:path w="1069975" h="983615">
                  <a:moveTo>
                    <a:pt x="1069898" y="957110"/>
                  </a:moveTo>
                  <a:lnTo>
                    <a:pt x="840816" y="23583"/>
                  </a:lnTo>
                  <a:lnTo>
                    <a:pt x="815111" y="0"/>
                  </a:lnTo>
                  <a:lnTo>
                    <a:pt x="802589" y="558"/>
                  </a:lnTo>
                  <a:lnTo>
                    <a:pt x="791260" y="5918"/>
                  </a:lnTo>
                  <a:lnTo>
                    <a:pt x="783158" y="14897"/>
                  </a:lnTo>
                  <a:lnTo>
                    <a:pt x="779005" y="26263"/>
                  </a:lnTo>
                  <a:lnTo>
                    <a:pt x="779564" y="38798"/>
                  </a:lnTo>
                  <a:lnTo>
                    <a:pt x="1008100" y="959789"/>
                  </a:lnTo>
                  <a:lnTo>
                    <a:pt x="1013460" y="971118"/>
                  </a:lnTo>
                  <a:lnTo>
                    <a:pt x="1022438" y="979220"/>
                  </a:lnTo>
                  <a:lnTo>
                    <a:pt x="1033805" y="983373"/>
                  </a:lnTo>
                  <a:lnTo>
                    <a:pt x="1046327" y="982814"/>
                  </a:lnTo>
                  <a:lnTo>
                    <a:pt x="1057656" y="977455"/>
                  </a:lnTo>
                  <a:lnTo>
                    <a:pt x="1065758" y="968463"/>
                  </a:lnTo>
                  <a:lnTo>
                    <a:pt x="1069898" y="95711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4000" y="9786387"/>
              <a:ext cx="102403" cy="18715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1505" y="9786387"/>
              <a:ext cx="102401" cy="187154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8315105" y="9039699"/>
              <a:ext cx="63500" cy="1012190"/>
            </a:xfrm>
            <a:custGeom>
              <a:avLst/>
              <a:gdLst/>
              <a:ahLst/>
              <a:cxnLst/>
              <a:rect l="l" t="t" r="r" b="b"/>
              <a:pathLst>
                <a:path w="63500" h="1012190">
                  <a:moveTo>
                    <a:pt x="31559" y="0"/>
                  </a:moveTo>
                  <a:lnTo>
                    <a:pt x="19273" y="2479"/>
                  </a:lnTo>
                  <a:lnTo>
                    <a:pt x="9241" y="9240"/>
                  </a:lnTo>
                  <a:lnTo>
                    <a:pt x="2479" y="19268"/>
                  </a:lnTo>
                  <a:lnTo>
                    <a:pt x="0" y="31548"/>
                  </a:lnTo>
                  <a:lnTo>
                    <a:pt x="0" y="980483"/>
                  </a:lnTo>
                  <a:lnTo>
                    <a:pt x="2479" y="992769"/>
                  </a:lnTo>
                  <a:lnTo>
                    <a:pt x="9241" y="1002800"/>
                  </a:lnTo>
                  <a:lnTo>
                    <a:pt x="19273" y="1009563"/>
                  </a:lnTo>
                  <a:lnTo>
                    <a:pt x="31559" y="1012042"/>
                  </a:lnTo>
                  <a:lnTo>
                    <a:pt x="43840" y="1009563"/>
                  </a:lnTo>
                  <a:lnTo>
                    <a:pt x="53872" y="1002800"/>
                  </a:lnTo>
                  <a:lnTo>
                    <a:pt x="60637" y="992769"/>
                  </a:lnTo>
                  <a:lnTo>
                    <a:pt x="63118" y="980483"/>
                  </a:lnTo>
                  <a:lnTo>
                    <a:pt x="63118" y="31548"/>
                  </a:lnTo>
                  <a:lnTo>
                    <a:pt x="60637" y="19268"/>
                  </a:lnTo>
                  <a:lnTo>
                    <a:pt x="53872" y="9240"/>
                  </a:lnTo>
                  <a:lnTo>
                    <a:pt x="43840" y="2479"/>
                  </a:lnTo>
                  <a:lnTo>
                    <a:pt x="31559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893723" y="8858573"/>
              <a:ext cx="871219" cy="1193800"/>
            </a:xfrm>
            <a:custGeom>
              <a:avLst/>
              <a:gdLst/>
              <a:ahLst/>
              <a:cxnLst/>
              <a:rect l="l" t="t" r="r" b="b"/>
              <a:pathLst>
                <a:path w="871220" h="1193800">
                  <a:moveTo>
                    <a:pt x="484492" y="1009383"/>
                  </a:moveTo>
                  <a:lnTo>
                    <a:pt x="421373" y="1009383"/>
                  </a:lnTo>
                  <a:lnTo>
                    <a:pt x="421373" y="1161618"/>
                  </a:lnTo>
                  <a:lnTo>
                    <a:pt x="423849" y="1173899"/>
                  </a:lnTo>
                  <a:lnTo>
                    <a:pt x="430618" y="1183932"/>
                  </a:lnTo>
                  <a:lnTo>
                    <a:pt x="440651" y="1190688"/>
                  </a:lnTo>
                  <a:lnTo>
                    <a:pt x="452932" y="1193177"/>
                  </a:lnTo>
                  <a:lnTo>
                    <a:pt x="465226" y="1190688"/>
                  </a:lnTo>
                  <a:lnTo>
                    <a:pt x="475259" y="1183932"/>
                  </a:lnTo>
                  <a:lnTo>
                    <a:pt x="482015" y="1173899"/>
                  </a:lnTo>
                  <a:lnTo>
                    <a:pt x="484492" y="1161618"/>
                  </a:lnTo>
                  <a:lnTo>
                    <a:pt x="484492" y="1009383"/>
                  </a:lnTo>
                  <a:close/>
                </a:path>
                <a:path w="871220" h="1193800">
                  <a:moveTo>
                    <a:pt x="870750" y="74180"/>
                  </a:moveTo>
                  <a:lnTo>
                    <a:pt x="811314" y="36741"/>
                  </a:lnTo>
                  <a:lnTo>
                    <a:pt x="768362" y="26377"/>
                  </a:lnTo>
                  <a:lnTo>
                    <a:pt x="715886" y="17437"/>
                  </a:lnTo>
                  <a:lnTo>
                    <a:pt x="655116" y="10121"/>
                  </a:lnTo>
                  <a:lnTo>
                    <a:pt x="587298" y="4635"/>
                  </a:lnTo>
                  <a:lnTo>
                    <a:pt x="513638" y="1193"/>
                  </a:lnTo>
                  <a:lnTo>
                    <a:pt x="435381" y="0"/>
                  </a:lnTo>
                  <a:lnTo>
                    <a:pt x="357111" y="1193"/>
                  </a:lnTo>
                  <a:lnTo>
                    <a:pt x="283464" y="4635"/>
                  </a:lnTo>
                  <a:lnTo>
                    <a:pt x="215633" y="10121"/>
                  </a:lnTo>
                  <a:lnTo>
                    <a:pt x="154863" y="17437"/>
                  </a:lnTo>
                  <a:lnTo>
                    <a:pt x="102387" y="26377"/>
                  </a:lnTo>
                  <a:lnTo>
                    <a:pt x="59436" y="36741"/>
                  </a:lnTo>
                  <a:lnTo>
                    <a:pt x="7010" y="60845"/>
                  </a:lnTo>
                  <a:lnTo>
                    <a:pt x="0" y="74180"/>
                  </a:lnTo>
                  <a:lnTo>
                    <a:pt x="0" y="134708"/>
                  </a:lnTo>
                  <a:lnTo>
                    <a:pt x="59436" y="172148"/>
                  </a:lnTo>
                  <a:lnTo>
                    <a:pt x="102387" y="182499"/>
                  </a:lnTo>
                  <a:lnTo>
                    <a:pt x="154863" y="191439"/>
                  </a:lnTo>
                  <a:lnTo>
                    <a:pt x="215633" y="198755"/>
                  </a:lnTo>
                  <a:lnTo>
                    <a:pt x="283464" y="204254"/>
                  </a:lnTo>
                  <a:lnTo>
                    <a:pt x="357111" y="207695"/>
                  </a:lnTo>
                  <a:lnTo>
                    <a:pt x="435381" y="208889"/>
                  </a:lnTo>
                  <a:lnTo>
                    <a:pt x="513638" y="207695"/>
                  </a:lnTo>
                  <a:lnTo>
                    <a:pt x="587298" y="204254"/>
                  </a:lnTo>
                  <a:lnTo>
                    <a:pt x="655116" y="198755"/>
                  </a:lnTo>
                  <a:lnTo>
                    <a:pt x="715886" y="191439"/>
                  </a:lnTo>
                  <a:lnTo>
                    <a:pt x="768362" y="182499"/>
                  </a:lnTo>
                  <a:lnTo>
                    <a:pt x="811314" y="172148"/>
                  </a:lnTo>
                  <a:lnTo>
                    <a:pt x="863739" y="148043"/>
                  </a:lnTo>
                  <a:lnTo>
                    <a:pt x="870750" y="134708"/>
                  </a:lnTo>
                  <a:lnTo>
                    <a:pt x="870750" y="7418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893732" y="8858560"/>
              <a:ext cx="871219" cy="148590"/>
            </a:xfrm>
            <a:custGeom>
              <a:avLst/>
              <a:gdLst/>
              <a:ahLst/>
              <a:cxnLst/>
              <a:rect l="l" t="t" r="r" b="b"/>
              <a:pathLst>
                <a:path w="871220" h="148590">
                  <a:moveTo>
                    <a:pt x="435368" y="0"/>
                  </a:moveTo>
                  <a:lnTo>
                    <a:pt x="357112" y="1195"/>
                  </a:lnTo>
                  <a:lnTo>
                    <a:pt x="283456" y="4641"/>
                  </a:lnTo>
                  <a:lnTo>
                    <a:pt x="215631" y="10128"/>
                  </a:lnTo>
                  <a:lnTo>
                    <a:pt x="154868" y="17447"/>
                  </a:lnTo>
                  <a:lnTo>
                    <a:pt x="102394" y="26388"/>
                  </a:lnTo>
                  <a:lnTo>
                    <a:pt x="59441" y="36742"/>
                  </a:lnTo>
                  <a:lnTo>
                    <a:pt x="7014" y="60850"/>
                  </a:lnTo>
                  <a:lnTo>
                    <a:pt x="0" y="74186"/>
                  </a:lnTo>
                  <a:lnTo>
                    <a:pt x="7014" y="87521"/>
                  </a:lnTo>
                  <a:lnTo>
                    <a:pt x="59441" y="111629"/>
                  </a:lnTo>
                  <a:lnTo>
                    <a:pt x="102394" y="121983"/>
                  </a:lnTo>
                  <a:lnTo>
                    <a:pt x="154868" y="130924"/>
                  </a:lnTo>
                  <a:lnTo>
                    <a:pt x="215631" y="138243"/>
                  </a:lnTo>
                  <a:lnTo>
                    <a:pt x="283456" y="143731"/>
                  </a:lnTo>
                  <a:lnTo>
                    <a:pt x="357112" y="147177"/>
                  </a:lnTo>
                  <a:lnTo>
                    <a:pt x="435368" y="148372"/>
                  </a:lnTo>
                  <a:lnTo>
                    <a:pt x="513628" y="147177"/>
                  </a:lnTo>
                  <a:lnTo>
                    <a:pt x="587286" y="143731"/>
                  </a:lnTo>
                  <a:lnTo>
                    <a:pt x="655113" y="138243"/>
                  </a:lnTo>
                  <a:lnTo>
                    <a:pt x="715878" y="130924"/>
                  </a:lnTo>
                  <a:lnTo>
                    <a:pt x="768352" y="121983"/>
                  </a:lnTo>
                  <a:lnTo>
                    <a:pt x="811306" y="111629"/>
                  </a:lnTo>
                  <a:lnTo>
                    <a:pt x="863733" y="87521"/>
                  </a:lnTo>
                  <a:lnTo>
                    <a:pt x="870748" y="74186"/>
                  </a:lnTo>
                  <a:lnTo>
                    <a:pt x="863733" y="60850"/>
                  </a:lnTo>
                  <a:lnTo>
                    <a:pt x="811306" y="36742"/>
                  </a:lnTo>
                  <a:lnTo>
                    <a:pt x="768352" y="26388"/>
                  </a:lnTo>
                  <a:lnTo>
                    <a:pt x="715878" y="17447"/>
                  </a:lnTo>
                  <a:lnTo>
                    <a:pt x="655113" y="10128"/>
                  </a:lnTo>
                  <a:lnTo>
                    <a:pt x="587286" y="4641"/>
                  </a:lnTo>
                  <a:lnTo>
                    <a:pt x="513628" y="1195"/>
                  </a:lnTo>
                  <a:lnTo>
                    <a:pt x="435368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130050" y="8903632"/>
              <a:ext cx="421005" cy="71120"/>
            </a:xfrm>
            <a:custGeom>
              <a:avLst/>
              <a:gdLst/>
              <a:ahLst/>
              <a:cxnLst/>
              <a:rect l="l" t="t" r="r" b="b"/>
              <a:pathLst>
                <a:path w="421004" h="71120">
                  <a:moveTo>
                    <a:pt x="210506" y="0"/>
                  </a:moveTo>
                  <a:lnTo>
                    <a:pt x="143970" y="1804"/>
                  </a:lnTo>
                  <a:lnTo>
                    <a:pt x="86184" y="6827"/>
                  </a:lnTo>
                  <a:lnTo>
                    <a:pt x="40615" y="14488"/>
                  </a:lnTo>
                  <a:lnTo>
                    <a:pt x="0" y="35391"/>
                  </a:lnTo>
                  <a:lnTo>
                    <a:pt x="10731" y="46579"/>
                  </a:lnTo>
                  <a:lnTo>
                    <a:pt x="40615" y="56294"/>
                  </a:lnTo>
                  <a:lnTo>
                    <a:pt x="86184" y="63955"/>
                  </a:lnTo>
                  <a:lnTo>
                    <a:pt x="143970" y="68979"/>
                  </a:lnTo>
                  <a:lnTo>
                    <a:pt x="210506" y="70783"/>
                  </a:lnTo>
                  <a:lnTo>
                    <a:pt x="277037" y="68979"/>
                  </a:lnTo>
                  <a:lnTo>
                    <a:pt x="334820" y="63955"/>
                  </a:lnTo>
                  <a:lnTo>
                    <a:pt x="380387" y="56294"/>
                  </a:lnTo>
                  <a:lnTo>
                    <a:pt x="410271" y="46579"/>
                  </a:lnTo>
                  <a:lnTo>
                    <a:pt x="421002" y="35391"/>
                  </a:lnTo>
                  <a:lnTo>
                    <a:pt x="410271" y="24203"/>
                  </a:lnTo>
                  <a:lnTo>
                    <a:pt x="380387" y="14488"/>
                  </a:lnTo>
                  <a:lnTo>
                    <a:pt x="334820" y="6827"/>
                  </a:lnTo>
                  <a:lnTo>
                    <a:pt x="277037" y="1804"/>
                  </a:lnTo>
                  <a:lnTo>
                    <a:pt x="210506" y="0"/>
                  </a:lnTo>
                  <a:close/>
                </a:path>
              </a:pathLst>
            </a:custGeom>
            <a:solidFill>
              <a:srgbClr val="8EC0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/>
          <p:nvPr/>
        </p:nvSpPr>
        <p:spPr>
          <a:xfrm>
            <a:off x="7973714" y="7985435"/>
            <a:ext cx="730885" cy="102870"/>
          </a:xfrm>
          <a:custGeom>
            <a:avLst/>
            <a:gdLst/>
            <a:ahLst/>
            <a:cxnLst/>
            <a:rect l="l" t="t" r="r" b="b"/>
            <a:pathLst>
              <a:path w="730884" h="102870">
                <a:moveTo>
                  <a:pt x="365245" y="0"/>
                </a:moveTo>
                <a:lnTo>
                  <a:pt x="291635" y="1044"/>
                </a:lnTo>
                <a:lnTo>
                  <a:pt x="223074" y="4041"/>
                </a:lnTo>
                <a:lnTo>
                  <a:pt x="161032" y="8782"/>
                </a:lnTo>
                <a:lnTo>
                  <a:pt x="106977" y="15062"/>
                </a:lnTo>
                <a:lnTo>
                  <a:pt x="62377" y="22672"/>
                </a:lnTo>
                <a:lnTo>
                  <a:pt x="7420" y="41059"/>
                </a:lnTo>
                <a:lnTo>
                  <a:pt x="0" y="51422"/>
                </a:lnTo>
                <a:lnTo>
                  <a:pt x="7420" y="61785"/>
                </a:lnTo>
                <a:lnTo>
                  <a:pt x="62377" y="80172"/>
                </a:lnTo>
                <a:lnTo>
                  <a:pt x="106977" y="87782"/>
                </a:lnTo>
                <a:lnTo>
                  <a:pt x="161032" y="94062"/>
                </a:lnTo>
                <a:lnTo>
                  <a:pt x="223074" y="98803"/>
                </a:lnTo>
                <a:lnTo>
                  <a:pt x="291635" y="101800"/>
                </a:lnTo>
                <a:lnTo>
                  <a:pt x="365245" y="102845"/>
                </a:lnTo>
                <a:lnTo>
                  <a:pt x="438852" y="101800"/>
                </a:lnTo>
                <a:lnTo>
                  <a:pt x="507410" y="98803"/>
                </a:lnTo>
                <a:lnTo>
                  <a:pt x="569450" y="94062"/>
                </a:lnTo>
                <a:lnTo>
                  <a:pt x="623504" y="87782"/>
                </a:lnTo>
                <a:lnTo>
                  <a:pt x="668103" y="80172"/>
                </a:lnTo>
                <a:lnTo>
                  <a:pt x="723059" y="61785"/>
                </a:lnTo>
                <a:lnTo>
                  <a:pt x="730480" y="51422"/>
                </a:lnTo>
                <a:lnTo>
                  <a:pt x="723059" y="41059"/>
                </a:lnTo>
                <a:lnTo>
                  <a:pt x="668103" y="22672"/>
                </a:lnTo>
                <a:lnTo>
                  <a:pt x="623504" y="15062"/>
                </a:lnTo>
                <a:lnTo>
                  <a:pt x="569450" y="8782"/>
                </a:lnTo>
                <a:lnTo>
                  <a:pt x="507410" y="4041"/>
                </a:lnTo>
                <a:lnTo>
                  <a:pt x="438852" y="1044"/>
                </a:lnTo>
                <a:lnTo>
                  <a:pt x="365245" y="0"/>
                </a:lnTo>
                <a:close/>
              </a:path>
            </a:pathLst>
          </a:custGeom>
          <a:solidFill>
            <a:srgbClr val="13994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43573" y="6653283"/>
            <a:ext cx="176474" cy="238584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50222" y="6515659"/>
            <a:ext cx="199275" cy="203411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69565" y="7224324"/>
            <a:ext cx="127003" cy="241207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23715" y="6623271"/>
            <a:ext cx="104122" cy="244055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8918254" y="7114690"/>
            <a:ext cx="314325" cy="285115"/>
          </a:xfrm>
          <a:custGeom>
            <a:avLst/>
            <a:gdLst/>
            <a:ahLst/>
            <a:cxnLst/>
            <a:rect l="l" t="t" r="r" b="b"/>
            <a:pathLst>
              <a:path w="314325" h="285115">
                <a:moveTo>
                  <a:pt x="173338" y="0"/>
                </a:moveTo>
                <a:lnTo>
                  <a:pt x="132932" y="8607"/>
                </a:lnTo>
                <a:lnTo>
                  <a:pt x="95944" y="30139"/>
                </a:lnTo>
                <a:lnTo>
                  <a:pt x="62339" y="60464"/>
                </a:lnTo>
                <a:lnTo>
                  <a:pt x="41144" y="97104"/>
                </a:lnTo>
                <a:lnTo>
                  <a:pt x="23362" y="163938"/>
                </a:lnTo>
                <a:lnTo>
                  <a:pt x="0" y="284843"/>
                </a:lnTo>
                <a:lnTo>
                  <a:pt x="33464" y="283926"/>
                </a:lnTo>
                <a:lnTo>
                  <a:pt x="111367" y="278397"/>
                </a:lnTo>
                <a:lnTo>
                  <a:pt x="199971" y="264086"/>
                </a:lnTo>
                <a:lnTo>
                  <a:pt x="265541" y="236824"/>
                </a:lnTo>
                <a:lnTo>
                  <a:pt x="293883" y="204751"/>
                </a:lnTo>
                <a:lnTo>
                  <a:pt x="310215" y="166803"/>
                </a:lnTo>
                <a:lnTo>
                  <a:pt x="314229" y="126077"/>
                </a:lnTo>
                <a:lnTo>
                  <a:pt x="305621" y="85671"/>
                </a:lnTo>
                <a:lnTo>
                  <a:pt x="284085" y="48683"/>
                </a:lnTo>
                <a:lnTo>
                  <a:pt x="252013" y="20341"/>
                </a:lnTo>
                <a:lnTo>
                  <a:pt x="214064" y="4012"/>
                </a:lnTo>
                <a:lnTo>
                  <a:pt x="173338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" name="object 35" descr=""/>
          <p:cNvGrpSpPr/>
          <p:nvPr/>
        </p:nvGrpSpPr>
        <p:grpSpPr>
          <a:xfrm>
            <a:off x="8446200" y="6559063"/>
            <a:ext cx="763270" cy="1522095"/>
            <a:chOff x="8446200" y="6559063"/>
            <a:chExt cx="763270" cy="1522095"/>
          </a:xfrm>
        </p:grpSpPr>
        <p:sp>
          <p:nvSpPr>
            <p:cNvPr id="36" name="object 36" descr=""/>
            <p:cNvSpPr/>
            <p:nvPr/>
          </p:nvSpPr>
          <p:spPr>
            <a:xfrm>
              <a:off x="8558806" y="6624462"/>
              <a:ext cx="269240" cy="1453515"/>
            </a:xfrm>
            <a:custGeom>
              <a:avLst/>
              <a:gdLst/>
              <a:ahLst/>
              <a:cxnLst/>
              <a:rect l="l" t="t" r="r" b="b"/>
              <a:pathLst>
                <a:path w="269240" h="1453515">
                  <a:moveTo>
                    <a:pt x="0" y="1453453"/>
                  </a:moveTo>
                  <a:lnTo>
                    <a:pt x="26897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448818" y="7276332"/>
              <a:ext cx="149225" cy="590550"/>
            </a:xfrm>
            <a:custGeom>
              <a:avLst/>
              <a:gdLst/>
              <a:ahLst/>
              <a:cxnLst/>
              <a:rect l="l" t="t" r="r" b="b"/>
              <a:pathLst>
                <a:path w="149225" h="590550">
                  <a:moveTo>
                    <a:pt x="149042" y="590547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642787" y="7168754"/>
              <a:ext cx="563880" cy="455930"/>
            </a:xfrm>
            <a:custGeom>
              <a:avLst/>
              <a:gdLst/>
              <a:ahLst/>
              <a:cxnLst/>
              <a:rect l="l" t="t" r="r" b="b"/>
              <a:pathLst>
                <a:path w="563879" h="455929">
                  <a:moveTo>
                    <a:pt x="0" y="455368"/>
                  </a:moveTo>
                  <a:lnTo>
                    <a:pt x="563741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523339" y="6701498"/>
              <a:ext cx="190500" cy="541655"/>
            </a:xfrm>
            <a:custGeom>
              <a:avLst/>
              <a:gdLst/>
              <a:ahLst/>
              <a:cxnLst/>
              <a:rect l="l" t="t" r="r" b="b"/>
              <a:pathLst>
                <a:path w="190500" h="541654">
                  <a:moveTo>
                    <a:pt x="0" y="0"/>
                  </a:moveTo>
                  <a:lnTo>
                    <a:pt x="190004" y="54137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776518" y="6561680"/>
              <a:ext cx="323850" cy="340360"/>
            </a:xfrm>
            <a:custGeom>
              <a:avLst/>
              <a:gdLst/>
              <a:ahLst/>
              <a:cxnLst/>
              <a:rect l="l" t="t" r="r" b="b"/>
              <a:pathLst>
                <a:path w="323850" h="340359">
                  <a:moveTo>
                    <a:pt x="0" y="339811"/>
                  </a:moveTo>
                  <a:lnTo>
                    <a:pt x="323571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86457" y="6402436"/>
            <a:ext cx="184710" cy="216651"/>
          </a:xfrm>
          <a:prstGeom prst="rect">
            <a:avLst/>
          </a:prstGeom>
        </p:spPr>
      </p:pic>
      <p:grpSp>
        <p:nvGrpSpPr>
          <p:cNvPr id="42" name="object 42" descr=""/>
          <p:cNvGrpSpPr/>
          <p:nvPr/>
        </p:nvGrpSpPr>
        <p:grpSpPr>
          <a:xfrm>
            <a:off x="8089347" y="6326338"/>
            <a:ext cx="394335" cy="457834"/>
            <a:chOff x="8089347" y="6326338"/>
            <a:chExt cx="394335" cy="457834"/>
          </a:xfrm>
        </p:grpSpPr>
        <p:pic>
          <p:nvPicPr>
            <p:cNvPr id="43" name="object 4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53730" y="6552810"/>
              <a:ext cx="129785" cy="230787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8089347" y="6326338"/>
              <a:ext cx="253365" cy="352425"/>
            </a:xfrm>
            <a:custGeom>
              <a:avLst/>
              <a:gdLst/>
              <a:ahLst/>
              <a:cxnLst/>
              <a:rect l="l" t="t" r="r" b="b"/>
              <a:pathLst>
                <a:path w="253365" h="352425">
                  <a:moveTo>
                    <a:pt x="115766" y="0"/>
                  </a:moveTo>
                  <a:lnTo>
                    <a:pt x="67353" y="14143"/>
                  </a:lnTo>
                  <a:lnTo>
                    <a:pt x="29438" y="44692"/>
                  </a:lnTo>
                  <a:lnTo>
                    <a:pt x="5746" y="87229"/>
                  </a:lnTo>
                  <a:lnTo>
                    <a:pt x="0" y="137336"/>
                  </a:lnTo>
                  <a:lnTo>
                    <a:pt x="5574" y="179998"/>
                  </a:lnTo>
                  <a:lnTo>
                    <a:pt x="22255" y="216578"/>
                  </a:lnTo>
                  <a:lnTo>
                    <a:pt x="63383" y="267197"/>
                  </a:lnTo>
                  <a:lnTo>
                    <a:pt x="142299" y="351978"/>
                  </a:lnTo>
                  <a:lnTo>
                    <a:pt x="160448" y="324896"/>
                  </a:lnTo>
                  <a:lnTo>
                    <a:pt x="199929" y="260073"/>
                  </a:lnTo>
                  <a:lnTo>
                    <a:pt x="238293" y="182147"/>
                  </a:lnTo>
                  <a:lnTo>
                    <a:pt x="253091" y="115755"/>
                  </a:lnTo>
                  <a:lnTo>
                    <a:pt x="238948" y="67344"/>
                  </a:lnTo>
                  <a:lnTo>
                    <a:pt x="208400" y="29433"/>
                  </a:lnTo>
                  <a:lnTo>
                    <a:pt x="165867" y="5744"/>
                  </a:lnTo>
                  <a:lnTo>
                    <a:pt x="11576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/>
          <p:nvPr/>
        </p:nvSpPr>
        <p:spPr>
          <a:xfrm>
            <a:off x="8280370" y="7460943"/>
            <a:ext cx="272415" cy="361950"/>
          </a:xfrm>
          <a:custGeom>
            <a:avLst/>
            <a:gdLst/>
            <a:ahLst/>
            <a:cxnLst/>
            <a:rect l="l" t="t" r="r" b="b"/>
            <a:pathLst>
              <a:path w="272415" h="361950">
                <a:moveTo>
                  <a:pt x="130750" y="0"/>
                </a:moveTo>
                <a:lnTo>
                  <a:pt x="90397" y="8860"/>
                </a:lnTo>
                <a:lnTo>
                  <a:pt x="54969" y="29345"/>
                </a:lnTo>
                <a:lnTo>
                  <a:pt x="27162" y="59897"/>
                </a:lnTo>
                <a:lnTo>
                  <a:pt x="9671" y="98959"/>
                </a:lnTo>
                <a:lnTo>
                  <a:pt x="0" y="143188"/>
                </a:lnTo>
                <a:lnTo>
                  <a:pt x="3764" y="185313"/>
                </a:lnTo>
                <a:lnTo>
                  <a:pt x="27254" y="249979"/>
                </a:lnTo>
                <a:lnTo>
                  <a:pt x="76758" y="361830"/>
                </a:lnTo>
                <a:lnTo>
                  <a:pt x="103954" y="341572"/>
                </a:lnTo>
                <a:lnTo>
                  <a:pt x="165216" y="291654"/>
                </a:lnTo>
                <a:lnTo>
                  <a:pt x="230051" y="228363"/>
                </a:lnTo>
                <a:lnTo>
                  <a:pt x="267967" y="167983"/>
                </a:lnTo>
                <a:lnTo>
                  <a:pt x="272290" y="125402"/>
                </a:lnTo>
                <a:lnTo>
                  <a:pt x="263430" y="85049"/>
                </a:lnTo>
                <a:lnTo>
                  <a:pt x="242945" y="49621"/>
                </a:lnTo>
                <a:lnTo>
                  <a:pt x="212392" y="21814"/>
                </a:lnTo>
                <a:lnTo>
                  <a:pt x="173331" y="4323"/>
                </a:lnTo>
                <a:lnTo>
                  <a:pt x="130750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7462395" y="6323721"/>
            <a:ext cx="1340485" cy="2616835"/>
            <a:chOff x="7462395" y="6323721"/>
            <a:chExt cx="1340485" cy="2616835"/>
          </a:xfrm>
        </p:grpSpPr>
        <p:sp>
          <p:nvSpPr>
            <p:cNvPr id="47" name="object 47" descr=""/>
            <p:cNvSpPr/>
            <p:nvPr/>
          </p:nvSpPr>
          <p:spPr>
            <a:xfrm>
              <a:off x="7950221" y="7008397"/>
              <a:ext cx="269240" cy="332740"/>
            </a:xfrm>
            <a:custGeom>
              <a:avLst/>
              <a:gdLst/>
              <a:ahLst/>
              <a:cxnLst/>
              <a:rect l="l" t="t" r="r" b="b"/>
              <a:pathLst>
                <a:path w="269240" h="332740">
                  <a:moveTo>
                    <a:pt x="140680" y="0"/>
                  </a:moveTo>
                  <a:lnTo>
                    <a:pt x="99576" y="4154"/>
                  </a:lnTo>
                  <a:lnTo>
                    <a:pt x="60461" y="21530"/>
                  </a:lnTo>
                  <a:lnTo>
                    <a:pt x="28793" y="50322"/>
                  </a:lnTo>
                  <a:lnTo>
                    <a:pt x="8426" y="86264"/>
                  </a:lnTo>
                  <a:lnTo>
                    <a:pt x="0" y="126311"/>
                  </a:lnTo>
                  <a:lnTo>
                    <a:pt x="4154" y="167415"/>
                  </a:lnTo>
                  <a:lnTo>
                    <a:pt x="21530" y="206530"/>
                  </a:lnTo>
                  <a:lnTo>
                    <a:pt x="47975" y="243274"/>
                  </a:lnTo>
                  <a:lnTo>
                    <a:pt x="81832" y="268616"/>
                  </a:lnTo>
                  <a:lnTo>
                    <a:pt x="145642" y="294341"/>
                  </a:lnTo>
                  <a:lnTo>
                    <a:pt x="261942" y="332233"/>
                  </a:lnTo>
                  <a:lnTo>
                    <a:pt x="265039" y="298465"/>
                  </a:lnTo>
                  <a:lnTo>
                    <a:pt x="268826" y="219537"/>
                  </a:lnTo>
                  <a:lnTo>
                    <a:pt x="265052" y="129015"/>
                  </a:lnTo>
                  <a:lnTo>
                    <a:pt x="245461" y="60461"/>
                  </a:lnTo>
                  <a:lnTo>
                    <a:pt x="216669" y="28793"/>
                  </a:lnTo>
                  <a:lnTo>
                    <a:pt x="180727" y="8426"/>
                  </a:lnTo>
                  <a:lnTo>
                    <a:pt x="14068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205108" y="6326339"/>
              <a:ext cx="133985" cy="1762125"/>
            </a:xfrm>
            <a:custGeom>
              <a:avLst/>
              <a:gdLst/>
              <a:ahLst/>
              <a:cxnLst/>
              <a:rect l="l" t="t" r="r" b="b"/>
              <a:pathLst>
                <a:path w="133984" h="1762125">
                  <a:moveTo>
                    <a:pt x="0" y="0"/>
                  </a:moveTo>
                  <a:lnTo>
                    <a:pt x="133849" y="176193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922445" y="6421162"/>
              <a:ext cx="323850" cy="430530"/>
            </a:xfrm>
            <a:custGeom>
              <a:avLst/>
              <a:gdLst/>
              <a:ahLst/>
              <a:cxnLst/>
              <a:rect l="l" t="t" r="r" b="b"/>
              <a:pathLst>
                <a:path w="323850" h="430529">
                  <a:moveTo>
                    <a:pt x="0" y="0"/>
                  </a:moveTo>
                  <a:lnTo>
                    <a:pt x="323267" y="43031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256772" y="6561677"/>
              <a:ext cx="227965" cy="436880"/>
            </a:xfrm>
            <a:custGeom>
              <a:avLst/>
              <a:gdLst/>
              <a:ahLst/>
              <a:cxnLst/>
              <a:rect l="l" t="t" r="r" b="b"/>
              <a:pathLst>
                <a:path w="227965" h="436879">
                  <a:moveTo>
                    <a:pt x="227731" y="0"/>
                  </a:moveTo>
                  <a:lnTo>
                    <a:pt x="0" y="43643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013891" y="7031269"/>
              <a:ext cx="278130" cy="427990"/>
            </a:xfrm>
            <a:custGeom>
              <a:avLst/>
              <a:gdLst/>
              <a:ahLst/>
              <a:cxnLst/>
              <a:rect l="l" t="t" r="r" b="b"/>
              <a:pathLst>
                <a:path w="278129" h="427990">
                  <a:moveTo>
                    <a:pt x="0" y="0"/>
                  </a:moveTo>
                  <a:lnTo>
                    <a:pt x="277625" y="42777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327276" y="7465267"/>
              <a:ext cx="127000" cy="468630"/>
            </a:xfrm>
            <a:custGeom>
              <a:avLst/>
              <a:gdLst/>
              <a:ahLst/>
              <a:cxnLst/>
              <a:rect l="l" t="t" r="r" b="b"/>
              <a:pathLst>
                <a:path w="127000" h="468629">
                  <a:moveTo>
                    <a:pt x="126425" y="0"/>
                  </a:moveTo>
                  <a:lnTo>
                    <a:pt x="0" y="46803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873718" y="6770835"/>
              <a:ext cx="180975" cy="243840"/>
            </a:xfrm>
            <a:custGeom>
              <a:avLst/>
              <a:gdLst/>
              <a:ahLst/>
              <a:cxnLst/>
              <a:rect l="l" t="t" r="r" b="b"/>
              <a:pathLst>
                <a:path w="180975" h="243840">
                  <a:moveTo>
                    <a:pt x="75536" y="0"/>
                  </a:moveTo>
                  <a:lnTo>
                    <a:pt x="43700" y="12909"/>
                  </a:lnTo>
                  <a:lnTo>
                    <a:pt x="19028" y="36815"/>
                  </a:lnTo>
                  <a:lnTo>
                    <a:pt x="4936" y="69493"/>
                  </a:lnTo>
                  <a:lnTo>
                    <a:pt x="0" y="99452"/>
                  </a:lnTo>
                  <a:lnTo>
                    <a:pt x="3809" y="127564"/>
                  </a:lnTo>
                  <a:lnTo>
                    <a:pt x="21273" y="170142"/>
                  </a:lnTo>
                  <a:lnTo>
                    <a:pt x="57301" y="243498"/>
                  </a:lnTo>
                  <a:lnTo>
                    <a:pt x="75082" y="228903"/>
                  </a:lnTo>
                  <a:lnTo>
                    <a:pt x="114969" y="193163"/>
                  </a:lnTo>
                  <a:lnTo>
                    <a:pt x="156772" y="148342"/>
                  </a:lnTo>
                  <a:lnTo>
                    <a:pt x="180302" y="106507"/>
                  </a:lnTo>
                  <a:lnTo>
                    <a:pt x="180614" y="70921"/>
                  </a:lnTo>
                  <a:lnTo>
                    <a:pt x="167704" y="39081"/>
                  </a:lnTo>
                  <a:lnTo>
                    <a:pt x="143798" y="14406"/>
                  </a:lnTo>
                  <a:lnTo>
                    <a:pt x="111121" y="311"/>
                  </a:lnTo>
                  <a:lnTo>
                    <a:pt x="75536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59677" y="7343673"/>
              <a:ext cx="180614" cy="243498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7792921" y="6922181"/>
              <a:ext cx="118745" cy="245110"/>
            </a:xfrm>
            <a:custGeom>
              <a:avLst/>
              <a:gdLst/>
              <a:ahLst/>
              <a:cxnLst/>
              <a:rect l="l" t="t" r="r" b="b"/>
              <a:pathLst>
                <a:path w="118745" h="245109">
                  <a:moveTo>
                    <a:pt x="70668" y="0"/>
                  </a:moveTo>
                  <a:lnTo>
                    <a:pt x="37796" y="13628"/>
                  </a:lnTo>
                  <a:lnTo>
                    <a:pt x="13545" y="37962"/>
                  </a:lnTo>
                  <a:lnTo>
                    <a:pt x="188" y="69615"/>
                  </a:lnTo>
                  <a:lnTo>
                    <a:pt x="0" y="105200"/>
                  </a:lnTo>
                  <a:lnTo>
                    <a:pt x="22570" y="147468"/>
                  </a:lnTo>
                  <a:lnTo>
                    <a:pt x="62926" y="193106"/>
                  </a:lnTo>
                  <a:lnTo>
                    <a:pt x="101492" y="229639"/>
                  </a:lnTo>
                  <a:lnTo>
                    <a:pt x="118697" y="244589"/>
                  </a:lnTo>
                  <a:lnTo>
                    <a:pt x="70668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27453" y="7478974"/>
              <a:ext cx="195797" cy="193208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7462395" y="6836577"/>
              <a:ext cx="285750" cy="314960"/>
            </a:xfrm>
            <a:custGeom>
              <a:avLst/>
              <a:gdLst/>
              <a:ahLst/>
              <a:cxnLst/>
              <a:rect l="l" t="t" r="r" b="b"/>
              <a:pathLst>
                <a:path w="285750" h="314959">
                  <a:moveTo>
                    <a:pt x="124124" y="0"/>
                  </a:moveTo>
                  <a:lnTo>
                    <a:pt x="83839" y="9161"/>
                  </a:lnTo>
                  <a:lnTo>
                    <a:pt x="47149" y="31202"/>
                  </a:lnTo>
                  <a:lnTo>
                    <a:pt x="19256" y="63663"/>
                  </a:lnTo>
                  <a:lnTo>
                    <a:pt x="3452" y="101833"/>
                  </a:lnTo>
                  <a:lnTo>
                    <a:pt x="0" y="142611"/>
                  </a:lnTo>
                  <a:lnTo>
                    <a:pt x="9162" y="182895"/>
                  </a:lnTo>
                  <a:lnTo>
                    <a:pt x="31202" y="219583"/>
                  </a:lnTo>
                  <a:lnTo>
                    <a:pt x="61952" y="252813"/>
                  </a:lnTo>
                  <a:lnTo>
                    <a:pt x="98662" y="273815"/>
                  </a:lnTo>
                  <a:lnTo>
                    <a:pt x="165145" y="291522"/>
                  </a:lnTo>
                  <a:lnTo>
                    <a:pt x="285215" y="314868"/>
                  </a:lnTo>
                  <a:lnTo>
                    <a:pt x="284148" y="280974"/>
                  </a:lnTo>
                  <a:lnTo>
                    <a:pt x="278227" y="202174"/>
                  </a:lnTo>
                  <a:lnTo>
                    <a:pt x="263380" y="112794"/>
                  </a:lnTo>
                  <a:lnTo>
                    <a:pt x="235531" y="47159"/>
                  </a:lnTo>
                  <a:lnTo>
                    <a:pt x="203074" y="19261"/>
                  </a:lnTo>
                  <a:lnTo>
                    <a:pt x="164904" y="3453"/>
                  </a:lnTo>
                  <a:lnTo>
                    <a:pt x="12412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873351" y="6982207"/>
              <a:ext cx="224790" cy="1099185"/>
            </a:xfrm>
            <a:custGeom>
              <a:avLst/>
              <a:gdLst/>
              <a:ahLst/>
              <a:cxnLst/>
              <a:rect l="l" t="t" r="r" b="b"/>
              <a:pathLst>
                <a:path w="224790" h="1099184">
                  <a:moveTo>
                    <a:pt x="0" y="0"/>
                  </a:moveTo>
                  <a:lnTo>
                    <a:pt x="224443" y="109865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509549" y="6867783"/>
              <a:ext cx="449580" cy="534670"/>
            </a:xfrm>
            <a:custGeom>
              <a:avLst/>
              <a:gdLst/>
              <a:ahLst/>
              <a:cxnLst/>
              <a:rect l="l" t="t" r="r" b="b"/>
              <a:pathLst>
                <a:path w="449579" h="534670">
                  <a:moveTo>
                    <a:pt x="0" y="0"/>
                  </a:moveTo>
                  <a:lnTo>
                    <a:pt x="449536" y="5340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901944" y="6797164"/>
              <a:ext cx="83820" cy="325120"/>
            </a:xfrm>
            <a:custGeom>
              <a:avLst/>
              <a:gdLst/>
              <a:ahLst/>
              <a:cxnLst/>
              <a:rect l="l" t="t" r="r" b="b"/>
              <a:pathLst>
                <a:path w="83820" h="325120">
                  <a:moveTo>
                    <a:pt x="83630" y="0"/>
                  </a:moveTo>
                  <a:lnTo>
                    <a:pt x="0" y="32501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058111" y="7396860"/>
              <a:ext cx="94615" cy="490220"/>
            </a:xfrm>
            <a:custGeom>
              <a:avLst/>
              <a:gdLst/>
              <a:ahLst/>
              <a:cxnLst/>
              <a:rect l="l" t="t" r="r" b="b"/>
              <a:pathLst>
                <a:path w="94615" h="490220">
                  <a:moveTo>
                    <a:pt x="94593" y="0"/>
                  </a:moveTo>
                  <a:lnTo>
                    <a:pt x="0" y="48974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686022" y="7510914"/>
              <a:ext cx="389255" cy="457200"/>
            </a:xfrm>
            <a:custGeom>
              <a:avLst/>
              <a:gdLst/>
              <a:ahLst/>
              <a:cxnLst/>
              <a:rect l="l" t="t" r="r" b="b"/>
              <a:pathLst>
                <a:path w="389254" h="457200">
                  <a:moveTo>
                    <a:pt x="0" y="0"/>
                  </a:moveTo>
                  <a:lnTo>
                    <a:pt x="388637" y="45670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866382" y="8036671"/>
              <a:ext cx="936625" cy="904240"/>
            </a:xfrm>
            <a:custGeom>
              <a:avLst/>
              <a:gdLst/>
              <a:ahLst/>
              <a:cxnLst/>
              <a:rect l="l" t="t" r="r" b="b"/>
              <a:pathLst>
                <a:path w="936625" h="904240">
                  <a:moveTo>
                    <a:pt x="837813" y="0"/>
                  </a:moveTo>
                  <a:lnTo>
                    <a:pt x="775435" y="28938"/>
                  </a:lnTo>
                  <a:lnTo>
                    <a:pt x="730837" y="36548"/>
                  </a:lnTo>
                  <a:lnTo>
                    <a:pt x="676783" y="42828"/>
                  </a:lnTo>
                  <a:lnTo>
                    <a:pt x="614742" y="47569"/>
                  </a:lnTo>
                  <a:lnTo>
                    <a:pt x="546184" y="50566"/>
                  </a:lnTo>
                  <a:lnTo>
                    <a:pt x="472578" y="51610"/>
                  </a:lnTo>
                  <a:lnTo>
                    <a:pt x="398967" y="50566"/>
                  </a:lnTo>
                  <a:lnTo>
                    <a:pt x="330407" y="47569"/>
                  </a:lnTo>
                  <a:lnTo>
                    <a:pt x="268364" y="42828"/>
                  </a:lnTo>
                  <a:lnTo>
                    <a:pt x="214309" y="36548"/>
                  </a:lnTo>
                  <a:lnTo>
                    <a:pt x="169710" y="28938"/>
                  </a:lnTo>
                  <a:lnTo>
                    <a:pt x="114753" y="10551"/>
                  </a:lnTo>
                  <a:lnTo>
                    <a:pt x="107364" y="62"/>
                  </a:lnTo>
                  <a:lnTo>
                    <a:pt x="39947" y="396035"/>
                  </a:lnTo>
                  <a:lnTo>
                    <a:pt x="7242" y="602219"/>
                  </a:lnTo>
                  <a:lnTo>
                    <a:pt x="0" y="685310"/>
                  </a:lnTo>
                  <a:lnTo>
                    <a:pt x="9000" y="712062"/>
                  </a:lnTo>
                  <a:lnTo>
                    <a:pt x="60706" y="759086"/>
                  </a:lnTo>
                  <a:lnTo>
                    <a:pt x="92760" y="781951"/>
                  </a:lnTo>
                  <a:lnTo>
                    <a:pt x="131378" y="806157"/>
                  </a:lnTo>
                  <a:lnTo>
                    <a:pt x="176054" y="830350"/>
                  </a:lnTo>
                  <a:lnTo>
                    <a:pt x="226282" y="853179"/>
                  </a:lnTo>
                  <a:lnTo>
                    <a:pt x="281555" y="873289"/>
                  </a:lnTo>
                  <a:lnTo>
                    <a:pt x="341366" y="889329"/>
                  </a:lnTo>
                  <a:lnTo>
                    <a:pt x="405209" y="899944"/>
                  </a:lnTo>
                  <a:lnTo>
                    <a:pt x="472578" y="903783"/>
                  </a:lnTo>
                  <a:lnTo>
                    <a:pt x="539943" y="899944"/>
                  </a:lnTo>
                  <a:lnTo>
                    <a:pt x="603784" y="889329"/>
                  </a:lnTo>
                  <a:lnTo>
                    <a:pt x="663594" y="873289"/>
                  </a:lnTo>
                  <a:lnTo>
                    <a:pt x="718865" y="853179"/>
                  </a:lnTo>
                  <a:lnTo>
                    <a:pt x="769092" y="830350"/>
                  </a:lnTo>
                  <a:lnTo>
                    <a:pt x="813768" y="806157"/>
                  </a:lnTo>
                  <a:lnTo>
                    <a:pt x="852385" y="781951"/>
                  </a:lnTo>
                  <a:lnTo>
                    <a:pt x="884438" y="759086"/>
                  </a:lnTo>
                  <a:lnTo>
                    <a:pt x="926825" y="722788"/>
                  </a:lnTo>
                  <a:lnTo>
                    <a:pt x="936145" y="712062"/>
                  </a:lnTo>
                  <a:lnTo>
                    <a:pt x="928683" y="589083"/>
                  </a:lnTo>
                  <a:lnTo>
                    <a:pt x="894003" y="345613"/>
                  </a:lnTo>
                  <a:lnTo>
                    <a:pt x="855811" y="107353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964998" y="8088277"/>
              <a:ext cx="748030" cy="52069"/>
            </a:xfrm>
            <a:custGeom>
              <a:avLst/>
              <a:gdLst/>
              <a:ahLst/>
              <a:cxnLst/>
              <a:rect l="l" t="t" r="r" b="b"/>
              <a:pathLst>
                <a:path w="748029" h="52070">
                  <a:moveTo>
                    <a:pt x="0" y="0"/>
                  </a:moveTo>
                  <a:lnTo>
                    <a:pt x="58009" y="29904"/>
                  </a:lnTo>
                  <a:lnTo>
                    <a:pt x="116300" y="45260"/>
                  </a:lnTo>
                  <a:lnTo>
                    <a:pt x="209929" y="50917"/>
                  </a:lnTo>
                  <a:lnTo>
                    <a:pt x="373957" y="51726"/>
                  </a:lnTo>
                  <a:lnTo>
                    <a:pt x="551021" y="43643"/>
                  </a:lnTo>
                  <a:lnTo>
                    <a:pt x="666388" y="25863"/>
                  </a:lnTo>
                  <a:lnTo>
                    <a:pt x="729028" y="8082"/>
                  </a:lnTo>
                  <a:lnTo>
                    <a:pt x="74791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960560" y="8114140"/>
              <a:ext cx="756920" cy="52705"/>
            </a:xfrm>
            <a:custGeom>
              <a:avLst/>
              <a:gdLst/>
              <a:ahLst/>
              <a:cxnLst/>
              <a:rect l="l" t="t" r="r" b="b"/>
              <a:pathLst>
                <a:path w="756920" h="52704">
                  <a:moveTo>
                    <a:pt x="0" y="701"/>
                  </a:moveTo>
                  <a:lnTo>
                    <a:pt x="60576" y="30605"/>
                  </a:lnTo>
                  <a:lnTo>
                    <a:pt x="120184" y="45961"/>
                  </a:lnTo>
                  <a:lnTo>
                    <a:pt x="214300" y="51619"/>
                  </a:lnTo>
                  <a:lnTo>
                    <a:pt x="378396" y="52427"/>
                  </a:lnTo>
                  <a:lnTo>
                    <a:pt x="556137" y="44235"/>
                  </a:lnTo>
                  <a:lnTo>
                    <a:pt x="672989" y="26213"/>
                  </a:lnTo>
                  <a:lnTo>
                    <a:pt x="737116" y="8191"/>
                  </a:lnTo>
                  <a:lnTo>
                    <a:pt x="756678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/>
          <p:nvPr/>
        </p:nvSpPr>
        <p:spPr>
          <a:xfrm>
            <a:off x="4540363" y="9637488"/>
            <a:ext cx="1800860" cy="538480"/>
          </a:xfrm>
          <a:custGeom>
            <a:avLst/>
            <a:gdLst/>
            <a:ahLst/>
            <a:cxnLst/>
            <a:rect l="l" t="t" r="r" b="b"/>
            <a:pathLst>
              <a:path w="1800860" h="538479">
                <a:moveTo>
                  <a:pt x="900328" y="0"/>
                </a:moveTo>
                <a:lnTo>
                  <a:pt x="829967" y="809"/>
                </a:lnTo>
                <a:lnTo>
                  <a:pt x="761088" y="3198"/>
                </a:lnTo>
                <a:lnTo>
                  <a:pt x="693890" y="7107"/>
                </a:lnTo>
                <a:lnTo>
                  <a:pt x="628573" y="12475"/>
                </a:lnTo>
                <a:lnTo>
                  <a:pt x="565338" y="19243"/>
                </a:lnTo>
                <a:lnTo>
                  <a:pt x="504385" y="27351"/>
                </a:lnTo>
                <a:lnTo>
                  <a:pt x="445913" y="36739"/>
                </a:lnTo>
                <a:lnTo>
                  <a:pt x="390124" y="47348"/>
                </a:lnTo>
                <a:lnTo>
                  <a:pt x="337217" y="59117"/>
                </a:lnTo>
                <a:lnTo>
                  <a:pt x="287392" y="71987"/>
                </a:lnTo>
                <a:lnTo>
                  <a:pt x="240850" y="85898"/>
                </a:lnTo>
                <a:lnTo>
                  <a:pt x="197790" y="100791"/>
                </a:lnTo>
                <a:lnTo>
                  <a:pt x="158414" y="116604"/>
                </a:lnTo>
                <a:lnTo>
                  <a:pt x="122920" y="133279"/>
                </a:lnTo>
                <a:lnTo>
                  <a:pt x="64382" y="168974"/>
                </a:lnTo>
                <a:lnTo>
                  <a:pt x="23778" y="207398"/>
                </a:lnTo>
                <a:lnTo>
                  <a:pt x="2708" y="248071"/>
                </a:lnTo>
                <a:lnTo>
                  <a:pt x="0" y="269101"/>
                </a:lnTo>
                <a:lnTo>
                  <a:pt x="2708" y="290133"/>
                </a:lnTo>
                <a:lnTo>
                  <a:pt x="23778" y="330808"/>
                </a:lnTo>
                <a:lnTo>
                  <a:pt x="64382" y="369232"/>
                </a:lnTo>
                <a:lnTo>
                  <a:pt x="122920" y="404928"/>
                </a:lnTo>
                <a:lnTo>
                  <a:pt x="158414" y="421603"/>
                </a:lnTo>
                <a:lnTo>
                  <a:pt x="197790" y="437416"/>
                </a:lnTo>
                <a:lnTo>
                  <a:pt x="240850" y="452308"/>
                </a:lnTo>
                <a:lnTo>
                  <a:pt x="287392" y="466219"/>
                </a:lnTo>
                <a:lnTo>
                  <a:pt x="337217" y="479089"/>
                </a:lnTo>
                <a:lnTo>
                  <a:pt x="390124" y="490857"/>
                </a:lnTo>
                <a:lnTo>
                  <a:pt x="445913" y="501466"/>
                </a:lnTo>
                <a:lnTo>
                  <a:pt x="504385" y="510854"/>
                </a:lnTo>
                <a:lnTo>
                  <a:pt x="565338" y="518961"/>
                </a:lnTo>
                <a:lnTo>
                  <a:pt x="628573" y="525729"/>
                </a:lnTo>
                <a:lnTo>
                  <a:pt x="693890" y="531097"/>
                </a:lnTo>
                <a:lnTo>
                  <a:pt x="761088" y="535005"/>
                </a:lnTo>
                <a:lnTo>
                  <a:pt x="829967" y="537393"/>
                </a:lnTo>
                <a:lnTo>
                  <a:pt x="900328" y="538203"/>
                </a:lnTo>
                <a:lnTo>
                  <a:pt x="970689" y="537393"/>
                </a:lnTo>
                <a:lnTo>
                  <a:pt x="1039568" y="535005"/>
                </a:lnTo>
                <a:lnTo>
                  <a:pt x="1106766" y="531097"/>
                </a:lnTo>
                <a:lnTo>
                  <a:pt x="1172083" y="525729"/>
                </a:lnTo>
                <a:lnTo>
                  <a:pt x="1235318" y="518961"/>
                </a:lnTo>
                <a:lnTo>
                  <a:pt x="1296271" y="510854"/>
                </a:lnTo>
                <a:lnTo>
                  <a:pt x="1354743" y="501466"/>
                </a:lnTo>
                <a:lnTo>
                  <a:pt x="1410532" y="490857"/>
                </a:lnTo>
                <a:lnTo>
                  <a:pt x="1463439" y="479089"/>
                </a:lnTo>
                <a:lnTo>
                  <a:pt x="1513264" y="466219"/>
                </a:lnTo>
                <a:lnTo>
                  <a:pt x="1559806" y="452308"/>
                </a:lnTo>
                <a:lnTo>
                  <a:pt x="1602866" y="437416"/>
                </a:lnTo>
                <a:lnTo>
                  <a:pt x="1642243" y="421603"/>
                </a:lnTo>
                <a:lnTo>
                  <a:pt x="1677736" y="404928"/>
                </a:lnTo>
                <a:lnTo>
                  <a:pt x="1736274" y="369232"/>
                </a:lnTo>
                <a:lnTo>
                  <a:pt x="1776879" y="330808"/>
                </a:lnTo>
                <a:lnTo>
                  <a:pt x="1797948" y="290133"/>
                </a:lnTo>
                <a:lnTo>
                  <a:pt x="1800657" y="269101"/>
                </a:lnTo>
                <a:lnTo>
                  <a:pt x="1797948" y="248071"/>
                </a:lnTo>
                <a:lnTo>
                  <a:pt x="1776879" y="207398"/>
                </a:lnTo>
                <a:lnTo>
                  <a:pt x="1736274" y="168974"/>
                </a:lnTo>
                <a:lnTo>
                  <a:pt x="1677736" y="133279"/>
                </a:lnTo>
                <a:lnTo>
                  <a:pt x="1642243" y="116604"/>
                </a:lnTo>
                <a:lnTo>
                  <a:pt x="1602866" y="100791"/>
                </a:lnTo>
                <a:lnTo>
                  <a:pt x="1559806" y="85898"/>
                </a:lnTo>
                <a:lnTo>
                  <a:pt x="1513264" y="71987"/>
                </a:lnTo>
                <a:lnTo>
                  <a:pt x="1463439" y="59117"/>
                </a:lnTo>
                <a:lnTo>
                  <a:pt x="1410532" y="47348"/>
                </a:lnTo>
                <a:lnTo>
                  <a:pt x="1354743" y="36739"/>
                </a:lnTo>
                <a:lnTo>
                  <a:pt x="1296271" y="27351"/>
                </a:lnTo>
                <a:lnTo>
                  <a:pt x="1235318" y="19243"/>
                </a:lnTo>
                <a:lnTo>
                  <a:pt x="1172083" y="12475"/>
                </a:lnTo>
                <a:lnTo>
                  <a:pt x="1106766" y="7107"/>
                </a:lnTo>
                <a:lnTo>
                  <a:pt x="1039568" y="3198"/>
                </a:lnTo>
                <a:lnTo>
                  <a:pt x="970689" y="809"/>
                </a:lnTo>
                <a:lnTo>
                  <a:pt x="900328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" name="object 67" descr=""/>
          <p:cNvGrpSpPr/>
          <p:nvPr/>
        </p:nvGrpSpPr>
        <p:grpSpPr>
          <a:xfrm>
            <a:off x="4838343" y="5329732"/>
            <a:ext cx="1680845" cy="4722495"/>
            <a:chOff x="4838343" y="5329732"/>
            <a:chExt cx="1680845" cy="4722495"/>
          </a:xfrm>
        </p:grpSpPr>
        <p:sp>
          <p:nvSpPr>
            <p:cNvPr id="68" name="object 68" descr=""/>
            <p:cNvSpPr/>
            <p:nvPr/>
          </p:nvSpPr>
          <p:spPr>
            <a:xfrm>
              <a:off x="4838344" y="9091723"/>
              <a:ext cx="1235710" cy="210185"/>
            </a:xfrm>
            <a:custGeom>
              <a:avLst/>
              <a:gdLst/>
              <a:ahLst/>
              <a:cxnLst/>
              <a:rect l="l" t="t" r="r" b="b"/>
              <a:pathLst>
                <a:path w="1235710" h="210184">
                  <a:moveTo>
                    <a:pt x="1235606" y="0"/>
                  </a:moveTo>
                  <a:lnTo>
                    <a:pt x="0" y="0"/>
                  </a:lnTo>
                  <a:lnTo>
                    <a:pt x="0" y="209669"/>
                  </a:lnTo>
                  <a:lnTo>
                    <a:pt x="1235606" y="209669"/>
                  </a:lnTo>
                  <a:lnTo>
                    <a:pt x="123560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838343" y="7964574"/>
              <a:ext cx="1235710" cy="1299210"/>
            </a:xfrm>
            <a:custGeom>
              <a:avLst/>
              <a:gdLst/>
              <a:ahLst/>
              <a:cxnLst/>
              <a:rect l="l" t="t" r="r" b="b"/>
              <a:pathLst>
                <a:path w="1235710" h="1299209">
                  <a:moveTo>
                    <a:pt x="1235606" y="0"/>
                  </a:moveTo>
                  <a:lnTo>
                    <a:pt x="0" y="0"/>
                  </a:lnTo>
                  <a:lnTo>
                    <a:pt x="0" y="790865"/>
                  </a:lnTo>
                  <a:lnTo>
                    <a:pt x="2326" y="839820"/>
                  </a:lnTo>
                  <a:lnTo>
                    <a:pt x="9165" y="887457"/>
                  </a:lnTo>
                  <a:lnTo>
                    <a:pt x="20302" y="933565"/>
                  </a:lnTo>
                  <a:lnTo>
                    <a:pt x="35525" y="977930"/>
                  </a:lnTo>
                  <a:lnTo>
                    <a:pt x="54621" y="1020339"/>
                  </a:lnTo>
                  <a:lnTo>
                    <a:pt x="77376" y="1060580"/>
                  </a:lnTo>
                  <a:lnTo>
                    <a:pt x="103579" y="1098439"/>
                  </a:lnTo>
                  <a:lnTo>
                    <a:pt x="133014" y="1133703"/>
                  </a:lnTo>
                  <a:lnTo>
                    <a:pt x="165471" y="1166160"/>
                  </a:lnTo>
                  <a:lnTo>
                    <a:pt x="200735" y="1195595"/>
                  </a:lnTo>
                  <a:lnTo>
                    <a:pt x="238594" y="1221798"/>
                  </a:lnTo>
                  <a:lnTo>
                    <a:pt x="278835" y="1244553"/>
                  </a:lnTo>
                  <a:lnTo>
                    <a:pt x="321244" y="1263649"/>
                  </a:lnTo>
                  <a:lnTo>
                    <a:pt x="365609" y="1278872"/>
                  </a:lnTo>
                  <a:lnTo>
                    <a:pt x="411717" y="1290009"/>
                  </a:lnTo>
                  <a:lnTo>
                    <a:pt x="459355" y="1296848"/>
                  </a:lnTo>
                  <a:lnTo>
                    <a:pt x="508309" y="1299175"/>
                  </a:lnTo>
                  <a:lnTo>
                    <a:pt x="721737" y="1299175"/>
                  </a:lnTo>
                  <a:lnTo>
                    <a:pt x="768509" y="1297075"/>
                  </a:lnTo>
                  <a:lnTo>
                    <a:pt x="814106" y="1290896"/>
                  </a:lnTo>
                  <a:lnTo>
                    <a:pt x="858344" y="1280819"/>
                  </a:lnTo>
                  <a:lnTo>
                    <a:pt x="901043" y="1267026"/>
                  </a:lnTo>
                  <a:lnTo>
                    <a:pt x="942021" y="1249698"/>
                  </a:lnTo>
                  <a:lnTo>
                    <a:pt x="981097" y="1229017"/>
                  </a:lnTo>
                  <a:lnTo>
                    <a:pt x="1018089" y="1205163"/>
                  </a:lnTo>
                  <a:lnTo>
                    <a:pt x="1052816" y="1178319"/>
                  </a:lnTo>
                  <a:lnTo>
                    <a:pt x="1085097" y="1148666"/>
                  </a:lnTo>
                  <a:lnTo>
                    <a:pt x="1114751" y="1116385"/>
                  </a:lnTo>
                  <a:lnTo>
                    <a:pt x="1141594" y="1081658"/>
                  </a:lnTo>
                  <a:lnTo>
                    <a:pt x="1165448" y="1044665"/>
                  </a:lnTo>
                  <a:lnTo>
                    <a:pt x="1186129" y="1005589"/>
                  </a:lnTo>
                  <a:lnTo>
                    <a:pt x="1203457" y="964611"/>
                  </a:lnTo>
                  <a:lnTo>
                    <a:pt x="1217250" y="921912"/>
                  </a:lnTo>
                  <a:lnTo>
                    <a:pt x="1227327" y="877674"/>
                  </a:lnTo>
                  <a:lnTo>
                    <a:pt x="1233506" y="832078"/>
                  </a:lnTo>
                  <a:lnTo>
                    <a:pt x="1235606" y="785305"/>
                  </a:lnTo>
                  <a:lnTo>
                    <a:pt x="1235606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838345" y="8039894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838345" y="8124256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838345" y="8208618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838345" y="8292981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838345" y="8377341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838345" y="8461703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838345" y="8546065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838345" y="8630426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841797" y="8714788"/>
              <a:ext cx="1228090" cy="0"/>
            </a:xfrm>
            <a:custGeom>
              <a:avLst/>
              <a:gdLst/>
              <a:ahLst/>
              <a:cxnLst/>
              <a:rect l="l" t="t" r="r" b="b"/>
              <a:pathLst>
                <a:path w="1228089" h="0">
                  <a:moveTo>
                    <a:pt x="0" y="0"/>
                  </a:moveTo>
                  <a:lnTo>
                    <a:pt x="122800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838331" y="8278945"/>
              <a:ext cx="1235710" cy="1772920"/>
            </a:xfrm>
            <a:custGeom>
              <a:avLst/>
              <a:gdLst/>
              <a:ahLst/>
              <a:cxnLst/>
              <a:rect l="l" t="t" r="r" b="b"/>
              <a:pathLst>
                <a:path w="1235710" h="1772920">
                  <a:moveTo>
                    <a:pt x="90347" y="45173"/>
                  </a:moveTo>
                  <a:lnTo>
                    <a:pt x="86791" y="27597"/>
                  </a:lnTo>
                  <a:lnTo>
                    <a:pt x="77114" y="13233"/>
                  </a:lnTo>
                  <a:lnTo>
                    <a:pt x="62763" y="3556"/>
                  </a:lnTo>
                  <a:lnTo>
                    <a:pt x="45173" y="0"/>
                  </a:lnTo>
                  <a:lnTo>
                    <a:pt x="27597" y="3556"/>
                  </a:lnTo>
                  <a:lnTo>
                    <a:pt x="13233" y="13233"/>
                  </a:lnTo>
                  <a:lnTo>
                    <a:pt x="3556" y="27597"/>
                  </a:lnTo>
                  <a:lnTo>
                    <a:pt x="0" y="45173"/>
                  </a:lnTo>
                  <a:lnTo>
                    <a:pt x="0" y="1511935"/>
                  </a:lnTo>
                  <a:lnTo>
                    <a:pt x="3556" y="1529511"/>
                  </a:lnTo>
                  <a:lnTo>
                    <a:pt x="13233" y="1543875"/>
                  </a:lnTo>
                  <a:lnTo>
                    <a:pt x="27597" y="1553552"/>
                  </a:lnTo>
                  <a:lnTo>
                    <a:pt x="45173" y="1557108"/>
                  </a:lnTo>
                  <a:lnTo>
                    <a:pt x="62763" y="1553552"/>
                  </a:lnTo>
                  <a:lnTo>
                    <a:pt x="77114" y="1543875"/>
                  </a:lnTo>
                  <a:lnTo>
                    <a:pt x="86791" y="1529511"/>
                  </a:lnTo>
                  <a:lnTo>
                    <a:pt x="90347" y="1511935"/>
                  </a:lnTo>
                  <a:lnTo>
                    <a:pt x="90347" y="45173"/>
                  </a:lnTo>
                  <a:close/>
                </a:path>
                <a:path w="1235710" h="1772920">
                  <a:moveTo>
                    <a:pt x="662978" y="260870"/>
                  </a:moveTo>
                  <a:lnTo>
                    <a:pt x="659434" y="243293"/>
                  </a:lnTo>
                  <a:lnTo>
                    <a:pt x="649744" y="228930"/>
                  </a:lnTo>
                  <a:lnTo>
                    <a:pt x="635393" y="219252"/>
                  </a:lnTo>
                  <a:lnTo>
                    <a:pt x="617816" y="215696"/>
                  </a:lnTo>
                  <a:lnTo>
                    <a:pt x="600227" y="219252"/>
                  </a:lnTo>
                  <a:lnTo>
                    <a:pt x="585863" y="228930"/>
                  </a:lnTo>
                  <a:lnTo>
                    <a:pt x="576186" y="243293"/>
                  </a:lnTo>
                  <a:lnTo>
                    <a:pt x="572643" y="260870"/>
                  </a:lnTo>
                  <a:lnTo>
                    <a:pt x="572643" y="1727631"/>
                  </a:lnTo>
                  <a:lnTo>
                    <a:pt x="576186" y="1745221"/>
                  </a:lnTo>
                  <a:lnTo>
                    <a:pt x="585863" y="1759572"/>
                  </a:lnTo>
                  <a:lnTo>
                    <a:pt x="600227" y="1769249"/>
                  </a:lnTo>
                  <a:lnTo>
                    <a:pt x="617816" y="1772805"/>
                  </a:lnTo>
                  <a:lnTo>
                    <a:pt x="635393" y="1769249"/>
                  </a:lnTo>
                  <a:lnTo>
                    <a:pt x="649744" y="1759572"/>
                  </a:lnTo>
                  <a:lnTo>
                    <a:pt x="659434" y="1745221"/>
                  </a:lnTo>
                  <a:lnTo>
                    <a:pt x="662978" y="1727631"/>
                  </a:lnTo>
                  <a:lnTo>
                    <a:pt x="662978" y="260870"/>
                  </a:lnTo>
                  <a:close/>
                </a:path>
                <a:path w="1235710" h="1772920">
                  <a:moveTo>
                    <a:pt x="1235621" y="45173"/>
                  </a:moveTo>
                  <a:lnTo>
                    <a:pt x="1232065" y="27597"/>
                  </a:lnTo>
                  <a:lnTo>
                    <a:pt x="1222387" y="13233"/>
                  </a:lnTo>
                  <a:lnTo>
                    <a:pt x="1208024" y="3556"/>
                  </a:lnTo>
                  <a:lnTo>
                    <a:pt x="1190447" y="0"/>
                  </a:lnTo>
                  <a:lnTo>
                    <a:pt x="1172857" y="3556"/>
                  </a:lnTo>
                  <a:lnTo>
                    <a:pt x="1158506" y="13233"/>
                  </a:lnTo>
                  <a:lnTo>
                    <a:pt x="1148816" y="27597"/>
                  </a:lnTo>
                  <a:lnTo>
                    <a:pt x="1145273" y="45173"/>
                  </a:lnTo>
                  <a:lnTo>
                    <a:pt x="1145273" y="1511935"/>
                  </a:lnTo>
                  <a:lnTo>
                    <a:pt x="1148816" y="1529511"/>
                  </a:lnTo>
                  <a:lnTo>
                    <a:pt x="1158506" y="1543875"/>
                  </a:lnTo>
                  <a:lnTo>
                    <a:pt x="1172857" y="1553552"/>
                  </a:lnTo>
                  <a:lnTo>
                    <a:pt x="1190447" y="1557108"/>
                  </a:lnTo>
                  <a:lnTo>
                    <a:pt x="1208024" y="1553552"/>
                  </a:lnTo>
                  <a:lnTo>
                    <a:pt x="1222387" y="1543875"/>
                  </a:lnTo>
                  <a:lnTo>
                    <a:pt x="1232065" y="1529511"/>
                  </a:lnTo>
                  <a:lnTo>
                    <a:pt x="1235621" y="1511935"/>
                  </a:lnTo>
                  <a:lnTo>
                    <a:pt x="1235621" y="45173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778933" y="6023136"/>
              <a:ext cx="81915" cy="1941830"/>
            </a:xfrm>
            <a:custGeom>
              <a:avLst/>
              <a:gdLst/>
              <a:ahLst/>
              <a:cxnLst/>
              <a:rect l="l" t="t" r="r" b="b"/>
              <a:pathLst>
                <a:path w="81914" h="1941829">
                  <a:moveTo>
                    <a:pt x="81463" y="0"/>
                  </a:moveTo>
                  <a:lnTo>
                    <a:pt x="0" y="0"/>
                  </a:lnTo>
                  <a:lnTo>
                    <a:pt x="0" y="1941438"/>
                  </a:lnTo>
                  <a:lnTo>
                    <a:pt x="81463" y="1941438"/>
                  </a:lnTo>
                  <a:lnTo>
                    <a:pt x="81463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779632" y="6128700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779632" y="6265293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779632" y="6401885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779632" y="6538478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779632" y="6675071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779632" y="6811663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779632" y="6948255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779632" y="7084848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779632" y="7221440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779632" y="7358033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779632" y="7494626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779632" y="763121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779632" y="7767811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779632" y="7904404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774882" y="5329732"/>
              <a:ext cx="88900" cy="656590"/>
            </a:xfrm>
            <a:custGeom>
              <a:avLst/>
              <a:gdLst/>
              <a:ahLst/>
              <a:cxnLst/>
              <a:rect l="l" t="t" r="r" b="b"/>
              <a:pathLst>
                <a:path w="88900" h="656589">
                  <a:moveTo>
                    <a:pt x="44652" y="0"/>
                  </a:moveTo>
                  <a:lnTo>
                    <a:pt x="17827" y="102811"/>
                  </a:lnTo>
                  <a:lnTo>
                    <a:pt x="4314" y="173937"/>
                  </a:lnTo>
                  <a:lnTo>
                    <a:pt x="0" y="246547"/>
                  </a:lnTo>
                  <a:lnTo>
                    <a:pt x="769" y="353811"/>
                  </a:lnTo>
                  <a:lnTo>
                    <a:pt x="8717" y="477354"/>
                  </a:lnTo>
                  <a:lnTo>
                    <a:pt x="23680" y="572808"/>
                  </a:lnTo>
                  <a:lnTo>
                    <a:pt x="38159" y="634350"/>
                  </a:lnTo>
                  <a:lnTo>
                    <a:pt x="44652" y="656158"/>
                  </a:lnTo>
                  <a:lnTo>
                    <a:pt x="68567" y="583099"/>
                  </a:lnTo>
                  <a:lnTo>
                    <a:pt x="81110" y="527252"/>
                  </a:lnTo>
                  <a:lnTo>
                    <a:pt x="86395" y="460271"/>
                  </a:lnTo>
                  <a:lnTo>
                    <a:pt x="88536" y="353811"/>
                  </a:lnTo>
                  <a:lnTo>
                    <a:pt x="82765" y="222226"/>
                  </a:lnTo>
                  <a:lnTo>
                    <a:pt x="67560" y="109081"/>
                  </a:lnTo>
                  <a:lnTo>
                    <a:pt x="51871" y="29849"/>
                  </a:lnTo>
                  <a:lnTo>
                    <a:pt x="44652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819534" y="5329732"/>
              <a:ext cx="0" cy="700405"/>
            </a:xfrm>
            <a:custGeom>
              <a:avLst/>
              <a:gdLst/>
              <a:ahLst/>
              <a:cxnLst/>
              <a:rect l="l" t="t" r="r" b="b"/>
              <a:pathLst>
                <a:path w="0" h="700404">
                  <a:moveTo>
                    <a:pt x="0" y="0"/>
                  </a:moveTo>
                  <a:lnTo>
                    <a:pt x="0" y="69988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775651" y="6072679"/>
              <a:ext cx="88900" cy="656590"/>
            </a:xfrm>
            <a:custGeom>
              <a:avLst/>
              <a:gdLst/>
              <a:ahLst/>
              <a:cxnLst/>
              <a:rect l="l" t="t" r="r" b="b"/>
              <a:pathLst>
                <a:path w="88900" h="656590">
                  <a:moveTo>
                    <a:pt x="43883" y="0"/>
                  </a:moveTo>
                  <a:lnTo>
                    <a:pt x="19968" y="73058"/>
                  </a:lnTo>
                  <a:lnTo>
                    <a:pt x="7425" y="128905"/>
                  </a:lnTo>
                  <a:lnTo>
                    <a:pt x="2140" y="195886"/>
                  </a:lnTo>
                  <a:lnTo>
                    <a:pt x="0" y="302346"/>
                  </a:lnTo>
                  <a:lnTo>
                    <a:pt x="5765" y="433931"/>
                  </a:lnTo>
                  <a:lnTo>
                    <a:pt x="20971" y="547076"/>
                  </a:lnTo>
                  <a:lnTo>
                    <a:pt x="36662" y="626308"/>
                  </a:lnTo>
                  <a:lnTo>
                    <a:pt x="43883" y="656158"/>
                  </a:lnTo>
                  <a:lnTo>
                    <a:pt x="70702" y="553346"/>
                  </a:lnTo>
                  <a:lnTo>
                    <a:pt x="84213" y="482220"/>
                  </a:lnTo>
                  <a:lnTo>
                    <a:pt x="88530" y="409610"/>
                  </a:lnTo>
                  <a:lnTo>
                    <a:pt x="87766" y="302346"/>
                  </a:lnTo>
                  <a:lnTo>
                    <a:pt x="79819" y="178803"/>
                  </a:lnTo>
                  <a:lnTo>
                    <a:pt x="64855" y="83349"/>
                  </a:lnTo>
                  <a:lnTo>
                    <a:pt x="50376" y="21807"/>
                  </a:lnTo>
                  <a:lnTo>
                    <a:pt x="43883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819534" y="6028952"/>
              <a:ext cx="0" cy="700405"/>
            </a:xfrm>
            <a:custGeom>
              <a:avLst/>
              <a:gdLst/>
              <a:ahLst/>
              <a:cxnLst/>
              <a:rect l="l" t="t" r="r" b="b"/>
              <a:pathLst>
                <a:path w="0" h="700404">
                  <a:moveTo>
                    <a:pt x="0" y="699884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862929" y="5984637"/>
              <a:ext cx="656590" cy="88900"/>
            </a:xfrm>
            <a:custGeom>
              <a:avLst/>
              <a:gdLst/>
              <a:ahLst/>
              <a:cxnLst/>
              <a:rect l="l" t="t" r="r" b="b"/>
              <a:pathLst>
                <a:path w="656590" h="88900">
                  <a:moveTo>
                    <a:pt x="409610" y="0"/>
                  </a:moveTo>
                  <a:lnTo>
                    <a:pt x="302346" y="763"/>
                  </a:lnTo>
                  <a:lnTo>
                    <a:pt x="178803" y="8711"/>
                  </a:lnTo>
                  <a:lnTo>
                    <a:pt x="83349" y="23674"/>
                  </a:lnTo>
                  <a:lnTo>
                    <a:pt x="21807" y="38153"/>
                  </a:lnTo>
                  <a:lnTo>
                    <a:pt x="0" y="44646"/>
                  </a:lnTo>
                  <a:lnTo>
                    <a:pt x="73058" y="68562"/>
                  </a:lnTo>
                  <a:lnTo>
                    <a:pt x="128905" y="81105"/>
                  </a:lnTo>
                  <a:lnTo>
                    <a:pt x="195886" y="86389"/>
                  </a:lnTo>
                  <a:lnTo>
                    <a:pt x="302346" y="88530"/>
                  </a:lnTo>
                  <a:lnTo>
                    <a:pt x="433931" y="82764"/>
                  </a:lnTo>
                  <a:lnTo>
                    <a:pt x="547076" y="67558"/>
                  </a:lnTo>
                  <a:lnTo>
                    <a:pt x="626308" y="51867"/>
                  </a:lnTo>
                  <a:lnTo>
                    <a:pt x="656158" y="44646"/>
                  </a:lnTo>
                  <a:lnTo>
                    <a:pt x="553346" y="17827"/>
                  </a:lnTo>
                  <a:lnTo>
                    <a:pt x="482220" y="4316"/>
                  </a:lnTo>
                  <a:lnTo>
                    <a:pt x="409610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819202" y="6029284"/>
              <a:ext cx="700405" cy="0"/>
            </a:xfrm>
            <a:custGeom>
              <a:avLst/>
              <a:gdLst/>
              <a:ahLst/>
              <a:cxnLst/>
              <a:rect l="l" t="t" r="r" b="b"/>
              <a:pathLst>
                <a:path w="700404" h="0">
                  <a:moveTo>
                    <a:pt x="699884" y="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5119983" y="5985401"/>
              <a:ext cx="656590" cy="88900"/>
            </a:xfrm>
            <a:custGeom>
              <a:avLst/>
              <a:gdLst/>
              <a:ahLst/>
              <a:cxnLst/>
              <a:rect l="l" t="t" r="r" b="b"/>
              <a:pathLst>
                <a:path w="656589" h="88900">
                  <a:moveTo>
                    <a:pt x="353811" y="0"/>
                  </a:moveTo>
                  <a:lnTo>
                    <a:pt x="222226" y="5770"/>
                  </a:lnTo>
                  <a:lnTo>
                    <a:pt x="109081" y="20975"/>
                  </a:lnTo>
                  <a:lnTo>
                    <a:pt x="29849" y="36664"/>
                  </a:lnTo>
                  <a:lnTo>
                    <a:pt x="0" y="43883"/>
                  </a:lnTo>
                  <a:lnTo>
                    <a:pt x="102811" y="70708"/>
                  </a:lnTo>
                  <a:lnTo>
                    <a:pt x="173937" y="84221"/>
                  </a:lnTo>
                  <a:lnTo>
                    <a:pt x="246547" y="88536"/>
                  </a:lnTo>
                  <a:lnTo>
                    <a:pt x="353811" y="87766"/>
                  </a:lnTo>
                  <a:lnTo>
                    <a:pt x="477354" y="79819"/>
                  </a:lnTo>
                  <a:lnTo>
                    <a:pt x="572808" y="64855"/>
                  </a:lnTo>
                  <a:lnTo>
                    <a:pt x="634350" y="50376"/>
                  </a:lnTo>
                  <a:lnTo>
                    <a:pt x="656158" y="43883"/>
                  </a:lnTo>
                  <a:lnTo>
                    <a:pt x="583099" y="19968"/>
                  </a:lnTo>
                  <a:lnTo>
                    <a:pt x="527252" y="7425"/>
                  </a:lnTo>
                  <a:lnTo>
                    <a:pt x="460271" y="2140"/>
                  </a:lnTo>
                  <a:lnTo>
                    <a:pt x="353811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5119983" y="6029284"/>
              <a:ext cx="700405" cy="0"/>
            </a:xfrm>
            <a:custGeom>
              <a:avLst/>
              <a:gdLst/>
              <a:ahLst/>
              <a:cxnLst/>
              <a:rect l="l" t="t" r="r" b="b"/>
              <a:pathLst>
                <a:path w="700404" h="0">
                  <a:moveTo>
                    <a:pt x="0" y="0"/>
                  </a:moveTo>
                  <a:lnTo>
                    <a:pt x="69988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5850218" y="5534627"/>
              <a:ext cx="464184" cy="464184"/>
            </a:xfrm>
            <a:custGeom>
              <a:avLst/>
              <a:gdLst/>
              <a:ahLst/>
              <a:cxnLst/>
              <a:rect l="l" t="t" r="r" b="b"/>
              <a:pathLst>
                <a:path w="464185" h="464185">
                  <a:moveTo>
                    <a:pt x="463975" y="0"/>
                  </a:moveTo>
                  <a:lnTo>
                    <a:pt x="372311" y="53729"/>
                  </a:lnTo>
                  <a:lnTo>
                    <a:pt x="312462" y="94468"/>
                  </a:lnTo>
                  <a:lnTo>
                    <a:pt x="258066" y="142761"/>
                  </a:lnTo>
                  <a:lnTo>
                    <a:pt x="182758" y="219155"/>
                  </a:lnTo>
                  <a:lnTo>
                    <a:pt x="101021" y="312131"/>
                  </a:lnTo>
                  <a:lnTo>
                    <a:pt x="44107" y="390208"/>
                  </a:lnTo>
                  <a:lnTo>
                    <a:pt x="10829" y="443963"/>
                  </a:lnTo>
                  <a:lnTo>
                    <a:pt x="0" y="463975"/>
                  </a:lnTo>
                  <a:lnTo>
                    <a:pt x="68572" y="429225"/>
                  </a:lnTo>
                  <a:lnTo>
                    <a:pt x="116932" y="398604"/>
                  </a:lnTo>
                  <a:lnTo>
                    <a:pt x="168030" y="354975"/>
                  </a:lnTo>
                  <a:lnTo>
                    <a:pt x="244819" y="281206"/>
                  </a:lnTo>
                  <a:lnTo>
                    <a:pt x="333790" y="184086"/>
                  </a:lnTo>
                  <a:lnTo>
                    <a:pt x="403044" y="93330"/>
                  </a:lnTo>
                  <a:lnTo>
                    <a:pt x="447974" y="26211"/>
                  </a:lnTo>
                  <a:lnTo>
                    <a:pt x="463975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5819296" y="5534627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494895" y="0"/>
                  </a:moveTo>
                  <a:lnTo>
                    <a:pt x="0" y="4948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5324876" y="6059967"/>
              <a:ext cx="464184" cy="464184"/>
            </a:xfrm>
            <a:custGeom>
              <a:avLst/>
              <a:gdLst/>
              <a:ahLst/>
              <a:cxnLst/>
              <a:rect l="l" t="t" r="r" b="b"/>
              <a:pathLst>
                <a:path w="464185" h="464184">
                  <a:moveTo>
                    <a:pt x="463975" y="0"/>
                  </a:moveTo>
                  <a:lnTo>
                    <a:pt x="395402" y="34749"/>
                  </a:lnTo>
                  <a:lnTo>
                    <a:pt x="347043" y="65371"/>
                  </a:lnTo>
                  <a:lnTo>
                    <a:pt x="295944" y="108999"/>
                  </a:lnTo>
                  <a:lnTo>
                    <a:pt x="219155" y="182769"/>
                  </a:lnTo>
                  <a:lnTo>
                    <a:pt x="130185" y="279888"/>
                  </a:lnTo>
                  <a:lnTo>
                    <a:pt x="60931" y="370644"/>
                  </a:lnTo>
                  <a:lnTo>
                    <a:pt x="16000" y="437763"/>
                  </a:lnTo>
                  <a:lnTo>
                    <a:pt x="0" y="463975"/>
                  </a:lnTo>
                  <a:lnTo>
                    <a:pt x="91664" y="410245"/>
                  </a:lnTo>
                  <a:lnTo>
                    <a:pt x="151511" y="369507"/>
                  </a:lnTo>
                  <a:lnTo>
                    <a:pt x="205904" y="321213"/>
                  </a:lnTo>
                  <a:lnTo>
                    <a:pt x="281206" y="244819"/>
                  </a:lnTo>
                  <a:lnTo>
                    <a:pt x="362949" y="151843"/>
                  </a:lnTo>
                  <a:lnTo>
                    <a:pt x="419866" y="73767"/>
                  </a:lnTo>
                  <a:lnTo>
                    <a:pt x="453146" y="20012"/>
                  </a:lnTo>
                  <a:lnTo>
                    <a:pt x="463975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5324876" y="6029046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494895"/>
                  </a:moveTo>
                  <a:lnTo>
                    <a:pt x="49489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850216" y="6059967"/>
              <a:ext cx="464184" cy="464184"/>
            </a:xfrm>
            <a:custGeom>
              <a:avLst/>
              <a:gdLst/>
              <a:ahLst/>
              <a:cxnLst/>
              <a:rect l="l" t="t" r="r" b="b"/>
              <a:pathLst>
                <a:path w="464185" h="464184">
                  <a:moveTo>
                    <a:pt x="0" y="0"/>
                  </a:moveTo>
                  <a:lnTo>
                    <a:pt x="34749" y="68572"/>
                  </a:lnTo>
                  <a:lnTo>
                    <a:pt x="65371" y="116932"/>
                  </a:lnTo>
                  <a:lnTo>
                    <a:pt x="108999" y="168030"/>
                  </a:lnTo>
                  <a:lnTo>
                    <a:pt x="182769" y="244819"/>
                  </a:lnTo>
                  <a:lnTo>
                    <a:pt x="279888" y="333790"/>
                  </a:lnTo>
                  <a:lnTo>
                    <a:pt x="370644" y="403044"/>
                  </a:lnTo>
                  <a:lnTo>
                    <a:pt x="437763" y="447974"/>
                  </a:lnTo>
                  <a:lnTo>
                    <a:pt x="463975" y="463975"/>
                  </a:lnTo>
                  <a:lnTo>
                    <a:pt x="410245" y="372311"/>
                  </a:lnTo>
                  <a:lnTo>
                    <a:pt x="369507" y="312464"/>
                  </a:lnTo>
                  <a:lnTo>
                    <a:pt x="321213" y="258071"/>
                  </a:lnTo>
                  <a:lnTo>
                    <a:pt x="244819" y="182769"/>
                  </a:lnTo>
                  <a:lnTo>
                    <a:pt x="151843" y="101026"/>
                  </a:lnTo>
                  <a:lnTo>
                    <a:pt x="73767" y="44108"/>
                  </a:lnTo>
                  <a:lnTo>
                    <a:pt x="20012" y="10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5819296" y="6029046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494895" y="494895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324876" y="5534627"/>
              <a:ext cx="464184" cy="464184"/>
            </a:xfrm>
            <a:custGeom>
              <a:avLst/>
              <a:gdLst/>
              <a:ahLst/>
              <a:cxnLst/>
              <a:rect l="l" t="t" r="r" b="b"/>
              <a:pathLst>
                <a:path w="464185" h="464185">
                  <a:moveTo>
                    <a:pt x="0" y="0"/>
                  </a:moveTo>
                  <a:lnTo>
                    <a:pt x="53729" y="91664"/>
                  </a:lnTo>
                  <a:lnTo>
                    <a:pt x="94468" y="151511"/>
                  </a:lnTo>
                  <a:lnTo>
                    <a:pt x="142761" y="205904"/>
                  </a:lnTo>
                  <a:lnTo>
                    <a:pt x="219155" y="281206"/>
                  </a:lnTo>
                  <a:lnTo>
                    <a:pt x="312131" y="362949"/>
                  </a:lnTo>
                  <a:lnTo>
                    <a:pt x="390208" y="419866"/>
                  </a:lnTo>
                  <a:lnTo>
                    <a:pt x="443963" y="453146"/>
                  </a:lnTo>
                  <a:lnTo>
                    <a:pt x="463975" y="463975"/>
                  </a:lnTo>
                  <a:lnTo>
                    <a:pt x="429225" y="395402"/>
                  </a:lnTo>
                  <a:lnTo>
                    <a:pt x="398604" y="347043"/>
                  </a:lnTo>
                  <a:lnTo>
                    <a:pt x="354975" y="295944"/>
                  </a:lnTo>
                  <a:lnTo>
                    <a:pt x="281206" y="219155"/>
                  </a:lnTo>
                  <a:lnTo>
                    <a:pt x="184086" y="130185"/>
                  </a:lnTo>
                  <a:lnTo>
                    <a:pt x="93330" y="60931"/>
                  </a:lnTo>
                  <a:lnTo>
                    <a:pt x="26211" y="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5324876" y="5534627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0"/>
                  </a:moveTo>
                  <a:lnTo>
                    <a:pt x="494895" y="4948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5835697" y="5380073"/>
              <a:ext cx="244475" cy="608965"/>
            </a:xfrm>
            <a:custGeom>
              <a:avLst/>
              <a:gdLst/>
              <a:ahLst/>
              <a:cxnLst/>
              <a:rect l="l" t="t" r="r" b="b"/>
              <a:pathLst>
                <a:path w="244475" h="608964">
                  <a:moveTo>
                    <a:pt x="244411" y="0"/>
                  </a:moveTo>
                  <a:lnTo>
                    <a:pt x="181226" y="85419"/>
                  </a:lnTo>
                  <a:lnTo>
                    <a:pt x="142194" y="146392"/>
                  </a:lnTo>
                  <a:lnTo>
                    <a:pt x="111141" y="212169"/>
                  </a:lnTo>
                  <a:lnTo>
                    <a:pt x="71893" y="312000"/>
                  </a:lnTo>
                  <a:lnTo>
                    <a:pt x="33249" y="429615"/>
                  </a:lnTo>
                  <a:lnTo>
                    <a:pt x="11582" y="523777"/>
                  </a:lnTo>
                  <a:lnTo>
                    <a:pt x="2096" y="586286"/>
                  </a:lnTo>
                  <a:lnTo>
                    <a:pt x="0" y="608944"/>
                  </a:lnTo>
                  <a:lnTo>
                    <a:pt x="49408" y="550045"/>
                  </a:lnTo>
                  <a:lnTo>
                    <a:pt x="81852" y="502886"/>
                  </a:lnTo>
                  <a:lnTo>
                    <a:pt x="111705" y="442692"/>
                  </a:lnTo>
                  <a:lnTo>
                    <a:pt x="153346" y="344691"/>
                  </a:lnTo>
                  <a:lnTo>
                    <a:pt x="197008" y="220428"/>
                  </a:lnTo>
                  <a:lnTo>
                    <a:pt x="225041" y="109763"/>
                  </a:lnTo>
                  <a:lnTo>
                    <a:pt x="239993" y="30389"/>
                  </a:lnTo>
                  <a:lnTo>
                    <a:pt x="24441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5819415" y="5380073"/>
              <a:ext cx="260985" cy="649605"/>
            </a:xfrm>
            <a:custGeom>
              <a:avLst/>
              <a:gdLst/>
              <a:ahLst/>
              <a:cxnLst/>
              <a:rect l="l" t="t" r="r" b="b"/>
              <a:pathLst>
                <a:path w="260985" h="649604">
                  <a:moveTo>
                    <a:pt x="260693" y="0"/>
                  </a:moveTo>
                  <a:lnTo>
                    <a:pt x="0" y="64951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558960" y="6069550"/>
              <a:ext cx="244475" cy="608965"/>
            </a:xfrm>
            <a:custGeom>
              <a:avLst/>
              <a:gdLst/>
              <a:ahLst/>
              <a:cxnLst/>
              <a:rect l="l" t="t" r="r" b="b"/>
              <a:pathLst>
                <a:path w="244475" h="608965">
                  <a:moveTo>
                    <a:pt x="244411" y="0"/>
                  </a:moveTo>
                  <a:lnTo>
                    <a:pt x="195002" y="58898"/>
                  </a:lnTo>
                  <a:lnTo>
                    <a:pt x="162559" y="106058"/>
                  </a:lnTo>
                  <a:lnTo>
                    <a:pt x="132705" y="166251"/>
                  </a:lnTo>
                  <a:lnTo>
                    <a:pt x="91065" y="264253"/>
                  </a:lnTo>
                  <a:lnTo>
                    <a:pt x="47403" y="388516"/>
                  </a:lnTo>
                  <a:lnTo>
                    <a:pt x="19369" y="499181"/>
                  </a:lnTo>
                  <a:lnTo>
                    <a:pt x="4417" y="578555"/>
                  </a:lnTo>
                  <a:lnTo>
                    <a:pt x="0" y="608944"/>
                  </a:lnTo>
                  <a:lnTo>
                    <a:pt x="63190" y="523525"/>
                  </a:lnTo>
                  <a:lnTo>
                    <a:pt x="102224" y="462552"/>
                  </a:lnTo>
                  <a:lnTo>
                    <a:pt x="133276" y="396775"/>
                  </a:lnTo>
                  <a:lnTo>
                    <a:pt x="172518" y="296943"/>
                  </a:lnTo>
                  <a:lnTo>
                    <a:pt x="211161" y="179328"/>
                  </a:lnTo>
                  <a:lnTo>
                    <a:pt x="232829" y="85167"/>
                  </a:lnTo>
                  <a:lnTo>
                    <a:pt x="242314" y="22658"/>
                  </a:lnTo>
                  <a:lnTo>
                    <a:pt x="24441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558960" y="6028975"/>
              <a:ext cx="260985" cy="649605"/>
            </a:xfrm>
            <a:custGeom>
              <a:avLst/>
              <a:gdLst/>
              <a:ahLst/>
              <a:cxnLst/>
              <a:rect l="l" t="t" r="r" b="b"/>
              <a:pathLst>
                <a:path w="260985" h="649604">
                  <a:moveTo>
                    <a:pt x="0" y="649519"/>
                  </a:moveTo>
                  <a:lnTo>
                    <a:pt x="26070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859801" y="6045448"/>
              <a:ext cx="608965" cy="244475"/>
            </a:xfrm>
            <a:custGeom>
              <a:avLst/>
              <a:gdLst/>
              <a:ahLst/>
              <a:cxnLst/>
              <a:rect l="l" t="t" r="r" b="b"/>
              <a:pathLst>
                <a:path w="608964" h="244475">
                  <a:moveTo>
                    <a:pt x="0" y="0"/>
                  </a:moveTo>
                  <a:lnTo>
                    <a:pt x="58898" y="49408"/>
                  </a:lnTo>
                  <a:lnTo>
                    <a:pt x="106058" y="81852"/>
                  </a:lnTo>
                  <a:lnTo>
                    <a:pt x="166251" y="111705"/>
                  </a:lnTo>
                  <a:lnTo>
                    <a:pt x="264253" y="153346"/>
                  </a:lnTo>
                  <a:lnTo>
                    <a:pt x="388516" y="197008"/>
                  </a:lnTo>
                  <a:lnTo>
                    <a:pt x="499181" y="225041"/>
                  </a:lnTo>
                  <a:lnTo>
                    <a:pt x="578555" y="239993"/>
                  </a:lnTo>
                  <a:lnTo>
                    <a:pt x="608944" y="244411"/>
                  </a:lnTo>
                  <a:lnTo>
                    <a:pt x="523525" y="181220"/>
                  </a:lnTo>
                  <a:lnTo>
                    <a:pt x="462552" y="142186"/>
                  </a:lnTo>
                  <a:lnTo>
                    <a:pt x="396775" y="111135"/>
                  </a:lnTo>
                  <a:lnTo>
                    <a:pt x="296943" y="71893"/>
                  </a:lnTo>
                  <a:lnTo>
                    <a:pt x="179328" y="33249"/>
                  </a:lnTo>
                  <a:lnTo>
                    <a:pt x="85167" y="11582"/>
                  </a:lnTo>
                  <a:lnTo>
                    <a:pt x="22658" y="20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5819227" y="6029155"/>
              <a:ext cx="649605" cy="260985"/>
            </a:xfrm>
            <a:custGeom>
              <a:avLst/>
              <a:gdLst/>
              <a:ahLst/>
              <a:cxnLst/>
              <a:rect l="l" t="t" r="r" b="b"/>
              <a:pathLst>
                <a:path w="649604" h="260985">
                  <a:moveTo>
                    <a:pt x="649519" y="260704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5170325" y="5768710"/>
              <a:ext cx="608965" cy="244475"/>
            </a:xfrm>
            <a:custGeom>
              <a:avLst/>
              <a:gdLst/>
              <a:ahLst/>
              <a:cxnLst/>
              <a:rect l="l" t="t" r="r" b="b"/>
              <a:pathLst>
                <a:path w="608964" h="244475">
                  <a:moveTo>
                    <a:pt x="0" y="0"/>
                  </a:moveTo>
                  <a:lnTo>
                    <a:pt x="85419" y="63184"/>
                  </a:lnTo>
                  <a:lnTo>
                    <a:pt x="146392" y="102216"/>
                  </a:lnTo>
                  <a:lnTo>
                    <a:pt x="212169" y="133270"/>
                  </a:lnTo>
                  <a:lnTo>
                    <a:pt x="312000" y="172518"/>
                  </a:lnTo>
                  <a:lnTo>
                    <a:pt x="429615" y="211161"/>
                  </a:lnTo>
                  <a:lnTo>
                    <a:pt x="523777" y="232829"/>
                  </a:lnTo>
                  <a:lnTo>
                    <a:pt x="586286" y="242314"/>
                  </a:lnTo>
                  <a:lnTo>
                    <a:pt x="608944" y="244411"/>
                  </a:lnTo>
                  <a:lnTo>
                    <a:pt x="550045" y="195002"/>
                  </a:lnTo>
                  <a:lnTo>
                    <a:pt x="502886" y="162559"/>
                  </a:lnTo>
                  <a:lnTo>
                    <a:pt x="442692" y="132705"/>
                  </a:lnTo>
                  <a:lnTo>
                    <a:pt x="344691" y="91065"/>
                  </a:lnTo>
                  <a:lnTo>
                    <a:pt x="220428" y="47403"/>
                  </a:lnTo>
                  <a:lnTo>
                    <a:pt x="109763" y="19369"/>
                  </a:lnTo>
                  <a:lnTo>
                    <a:pt x="30389" y="4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5170325" y="5768710"/>
              <a:ext cx="649605" cy="260985"/>
            </a:xfrm>
            <a:custGeom>
              <a:avLst/>
              <a:gdLst/>
              <a:ahLst/>
              <a:cxnLst/>
              <a:rect l="l" t="t" r="r" b="b"/>
              <a:pathLst>
                <a:path w="649604" h="260985">
                  <a:moveTo>
                    <a:pt x="0" y="0"/>
                  </a:moveTo>
                  <a:lnTo>
                    <a:pt x="649519" y="26069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5859434" y="5754478"/>
              <a:ext cx="603885" cy="257810"/>
            </a:xfrm>
            <a:custGeom>
              <a:avLst/>
              <a:gdLst/>
              <a:ahLst/>
              <a:cxnLst/>
              <a:rect l="l" t="t" r="r" b="b"/>
              <a:pathLst>
                <a:path w="603885" h="257810">
                  <a:moveTo>
                    <a:pt x="603416" y="0"/>
                  </a:moveTo>
                  <a:lnTo>
                    <a:pt x="498335" y="15718"/>
                  </a:lnTo>
                  <a:lnTo>
                    <a:pt x="427620" y="31232"/>
                  </a:lnTo>
                  <a:lnTo>
                    <a:pt x="359151" y="55788"/>
                  </a:lnTo>
                  <a:lnTo>
                    <a:pt x="260808" y="98635"/>
                  </a:lnTo>
                  <a:lnTo>
                    <a:pt x="150319" y="154474"/>
                  </a:lnTo>
                  <a:lnTo>
                    <a:pt x="68415" y="205731"/>
                  </a:lnTo>
                  <a:lnTo>
                    <a:pt x="17505" y="243223"/>
                  </a:lnTo>
                  <a:lnTo>
                    <a:pt x="0" y="257761"/>
                  </a:lnTo>
                  <a:lnTo>
                    <a:pt x="76582" y="251053"/>
                  </a:lnTo>
                  <a:lnTo>
                    <a:pt x="132868" y="240648"/>
                  </a:lnTo>
                  <a:lnTo>
                    <a:pt x="196543" y="219196"/>
                  </a:lnTo>
                  <a:lnTo>
                    <a:pt x="295289" y="179345"/>
                  </a:lnTo>
                  <a:lnTo>
                    <a:pt x="414028" y="122348"/>
                  </a:lnTo>
                  <a:lnTo>
                    <a:pt x="512103" y="63918"/>
                  </a:lnTo>
                  <a:lnTo>
                    <a:pt x="578802" y="18364"/>
                  </a:lnTo>
                  <a:lnTo>
                    <a:pt x="60341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5819226" y="5754478"/>
              <a:ext cx="643890" cy="274955"/>
            </a:xfrm>
            <a:custGeom>
              <a:avLst/>
              <a:gdLst/>
              <a:ahLst/>
              <a:cxnLst/>
              <a:rect l="l" t="t" r="r" b="b"/>
              <a:pathLst>
                <a:path w="643889" h="274954">
                  <a:moveTo>
                    <a:pt x="643624" y="0"/>
                  </a:moveTo>
                  <a:lnTo>
                    <a:pt x="0" y="27493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5176220" y="6046330"/>
              <a:ext cx="603885" cy="257810"/>
            </a:xfrm>
            <a:custGeom>
              <a:avLst/>
              <a:gdLst/>
              <a:ahLst/>
              <a:cxnLst/>
              <a:rect l="l" t="t" r="r" b="b"/>
              <a:pathLst>
                <a:path w="603885" h="257810">
                  <a:moveTo>
                    <a:pt x="603416" y="0"/>
                  </a:moveTo>
                  <a:lnTo>
                    <a:pt x="526833" y="6708"/>
                  </a:lnTo>
                  <a:lnTo>
                    <a:pt x="470547" y="17113"/>
                  </a:lnTo>
                  <a:lnTo>
                    <a:pt x="406872" y="38565"/>
                  </a:lnTo>
                  <a:lnTo>
                    <a:pt x="308126" y="78416"/>
                  </a:lnTo>
                  <a:lnTo>
                    <a:pt x="189387" y="135412"/>
                  </a:lnTo>
                  <a:lnTo>
                    <a:pt x="91312" y="193843"/>
                  </a:lnTo>
                  <a:lnTo>
                    <a:pt x="24613" y="239396"/>
                  </a:lnTo>
                  <a:lnTo>
                    <a:pt x="0" y="257761"/>
                  </a:lnTo>
                  <a:lnTo>
                    <a:pt x="105080" y="242043"/>
                  </a:lnTo>
                  <a:lnTo>
                    <a:pt x="175795" y="226529"/>
                  </a:lnTo>
                  <a:lnTo>
                    <a:pt x="244264" y="201972"/>
                  </a:lnTo>
                  <a:lnTo>
                    <a:pt x="342607" y="159126"/>
                  </a:lnTo>
                  <a:lnTo>
                    <a:pt x="453096" y="103287"/>
                  </a:lnTo>
                  <a:lnTo>
                    <a:pt x="535000" y="52029"/>
                  </a:lnTo>
                  <a:lnTo>
                    <a:pt x="585910" y="14538"/>
                  </a:lnTo>
                  <a:lnTo>
                    <a:pt x="60341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5176220" y="6029158"/>
              <a:ext cx="643890" cy="274955"/>
            </a:xfrm>
            <a:custGeom>
              <a:avLst/>
              <a:gdLst/>
              <a:ahLst/>
              <a:cxnLst/>
              <a:rect l="l" t="t" r="r" b="b"/>
              <a:pathLst>
                <a:path w="643889" h="274954">
                  <a:moveTo>
                    <a:pt x="0" y="274934"/>
                  </a:moveTo>
                  <a:lnTo>
                    <a:pt x="64362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5836580" y="6069183"/>
              <a:ext cx="257810" cy="603885"/>
            </a:xfrm>
            <a:custGeom>
              <a:avLst/>
              <a:gdLst/>
              <a:ahLst/>
              <a:cxnLst/>
              <a:rect l="l" t="t" r="r" b="b"/>
              <a:pathLst>
                <a:path w="257810" h="603884">
                  <a:moveTo>
                    <a:pt x="0" y="0"/>
                  </a:moveTo>
                  <a:lnTo>
                    <a:pt x="6708" y="76582"/>
                  </a:lnTo>
                  <a:lnTo>
                    <a:pt x="17113" y="132868"/>
                  </a:lnTo>
                  <a:lnTo>
                    <a:pt x="38565" y="196543"/>
                  </a:lnTo>
                  <a:lnTo>
                    <a:pt x="78416" y="295289"/>
                  </a:lnTo>
                  <a:lnTo>
                    <a:pt x="135412" y="414028"/>
                  </a:lnTo>
                  <a:lnTo>
                    <a:pt x="193843" y="512103"/>
                  </a:lnTo>
                  <a:lnTo>
                    <a:pt x="239396" y="578802"/>
                  </a:lnTo>
                  <a:lnTo>
                    <a:pt x="257761" y="603416"/>
                  </a:lnTo>
                  <a:lnTo>
                    <a:pt x="242043" y="498335"/>
                  </a:lnTo>
                  <a:lnTo>
                    <a:pt x="226529" y="427620"/>
                  </a:lnTo>
                  <a:lnTo>
                    <a:pt x="201972" y="359151"/>
                  </a:lnTo>
                  <a:lnTo>
                    <a:pt x="159126" y="260808"/>
                  </a:lnTo>
                  <a:lnTo>
                    <a:pt x="103287" y="150319"/>
                  </a:lnTo>
                  <a:lnTo>
                    <a:pt x="52029" y="68415"/>
                  </a:lnTo>
                  <a:lnTo>
                    <a:pt x="14538" y="17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5819408" y="6028975"/>
              <a:ext cx="274955" cy="643890"/>
            </a:xfrm>
            <a:custGeom>
              <a:avLst/>
              <a:gdLst/>
              <a:ahLst/>
              <a:cxnLst/>
              <a:rect l="l" t="t" r="r" b="b"/>
              <a:pathLst>
                <a:path w="274954" h="643890">
                  <a:moveTo>
                    <a:pt x="274934" y="643624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544728" y="5385970"/>
              <a:ext cx="257810" cy="603885"/>
            </a:xfrm>
            <a:custGeom>
              <a:avLst/>
              <a:gdLst/>
              <a:ahLst/>
              <a:cxnLst/>
              <a:rect l="l" t="t" r="r" b="b"/>
              <a:pathLst>
                <a:path w="257810" h="603885">
                  <a:moveTo>
                    <a:pt x="0" y="0"/>
                  </a:moveTo>
                  <a:lnTo>
                    <a:pt x="15718" y="105080"/>
                  </a:lnTo>
                  <a:lnTo>
                    <a:pt x="31232" y="175795"/>
                  </a:lnTo>
                  <a:lnTo>
                    <a:pt x="55788" y="244264"/>
                  </a:lnTo>
                  <a:lnTo>
                    <a:pt x="98635" y="342607"/>
                  </a:lnTo>
                  <a:lnTo>
                    <a:pt x="154474" y="453096"/>
                  </a:lnTo>
                  <a:lnTo>
                    <a:pt x="205731" y="535000"/>
                  </a:lnTo>
                  <a:lnTo>
                    <a:pt x="243223" y="585910"/>
                  </a:lnTo>
                  <a:lnTo>
                    <a:pt x="257761" y="603416"/>
                  </a:lnTo>
                  <a:lnTo>
                    <a:pt x="251053" y="526833"/>
                  </a:lnTo>
                  <a:lnTo>
                    <a:pt x="240648" y="470547"/>
                  </a:lnTo>
                  <a:lnTo>
                    <a:pt x="219196" y="406872"/>
                  </a:lnTo>
                  <a:lnTo>
                    <a:pt x="179345" y="308126"/>
                  </a:lnTo>
                  <a:lnTo>
                    <a:pt x="122348" y="189387"/>
                  </a:lnTo>
                  <a:lnTo>
                    <a:pt x="63918" y="91312"/>
                  </a:lnTo>
                  <a:lnTo>
                    <a:pt x="18364" y="246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5544727" y="5385970"/>
              <a:ext cx="274955" cy="643890"/>
            </a:xfrm>
            <a:custGeom>
              <a:avLst/>
              <a:gdLst/>
              <a:ahLst/>
              <a:cxnLst/>
              <a:rect l="l" t="t" r="r" b="b"/>
              <a:pathLst>
                <a:path w="274954" h="643889">
                  <a:moveTo>
                    <a:pt x="0" y="0"/>
                  </a:moveTo>
                  <a:lnTo>
                    <a:pt x="274934" y="64362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5002706" y="6247014"/>
              <a:ext cx="81915" cy="1717675"/>
            </a:xfrm>
            <a:custGeom>
              <a:avLst/>
              <a:gdLst/>
              <a:ahLst/>
              <a:cxnLst/>
              <a:rect l="l" t="t" r="r" b="b"/>
              <a:pathLst>
                <a:path w="81914" h="1717675">
                  <a:moveTo>
                    <a:pt x="81463" y="0"/>
                  </a:moveTo>
                  <a:lnTo>
                    <a:pt x="0" y="0"/>
                  </a:lnTo>
                  <a:lnTo>
                    <a:pt x="0" y="1717560"/>
                  </a:lnTo>
                  <a:lnTo>
                    <a:pt x="81463" y="1717560"/>
                  </a:lnTo>
                  <a:lnTo>
                    <a:pt x="81463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5002697" y="6420784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002697" y="6539241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5002697" y="6657697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002697" y="677615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5002697" y="6894612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5002697" y="701306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5002697" y="713152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5002697" y="7249983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5002697" y="7368440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5002697" y="748689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5002697" y="7605353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5002697" y="7723812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5002697" y="7842268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5039386" y="6292841"/>
              <a:ext cx="90170" cy="664210"/>
            </a:xfrm>
            <a:custGeom>
              <a:avLst/>
              <a:gdLst/>
              <a:ahLst/>
              <a:cxnLst/>
              <a:rect l="l" t="t" r="r" b="b"/>
              <a:pathLst>
                <a:path w="90170" h="664209">
                  <a:moveTo>
                    <a:pt x="44407" y="0"/>
                  </a:moveTo>
                  <a:lnTo>
                    <a:pt x="20206" y="73933"/>
                  </a:lnTo>
                  <a:lnTo>
                    <a:pt x="7514" y="130450"/>
                  </a:lnTo>
                  <a:lnTo>
                    <a:pt x="2166" y="198233"/>
                  </a:lnTo>
                  <a:lnTo>
                    <a:pt x="0" y="305969"/>
                  </a:lnTo>
                  <a:lnTo>
                    <a:pt x="5834" y="439129"/>
                  </a:lnTo>
                  <a:lnTo>
                    <a:pt x="21221" y="553627"/>
                  </a:lnTo>
                  <a:lnTo>
                    <a:pt x="37100" y="633805"/>
                  </a:lnTo>
                  <a:lnTo>
                    <a:pt x="44407" y="664011"/>
                  </a:lnTo>
                  <a:lnTo>
                    <a:pt x="71552" y="559973"/>
                  </a:lnTo>
                  <a:lnTo>
                    <a:pt x="85226" y="487998"/>
                  </a:lnTo>
                  <a:lnTo>
                    <a:pt x="89592" y="414519"/>
                  </a:lnTo>
                  <a:lnTo>
                    <a:pt x="88814" y="305969"/>
                  </a:lnTo>
                  <a:lnTo>
                    <a:pt x="80771" y="180945"/>
                  </a:lnTo>
                  <a:lnTo>
                    <a:pt x="65628" y="84348"/>
                  </a:lnTo>
                  <a:lnTo>
                    <a:pt x="50977" y="22069"/>
                  </a:lnTo>
                  <a:lnTo>
                    <a:pt x="4440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5083793" y="6248602"/>
              <a:ext cx="0" cy="708660"/>
            </a:xfrm>
            <a:custGeom>
              <a:avLst/>
              <a:gdLst/>
              <a:ahLst/>
              <a:cxnLst/>
              <a:rect l="l" t="t" r="r" b="b"/>
              <a:pathLst>
                <a:path w="0" h="708659">
                  <a:moveTo>
                    <a:pt x="0" y="70825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5038608" y="5541021"/>
              <a:ext cx="90170" cy="664210"/>
            </a:xfrm>
            <a:custGeom>
              <a:avLst/>
              <a:gdLst/>
              <a:ahLst/>
              <a:cxnLst/>
              <a:rect l="l" t="t" r="r" b="b"/>
              <a:pathLst>
                <a:path w="90170" h="664210">
                  <a:moveTo>
                    <a:pt x="45185" y="0"/>
                  </a:moveTo>
                  <a:lnTo>
                    <a:pt x="18040" y="104037"/>
                  </a:lnTo>
                  <a:lnTo>
                    <a:pt x="4366" y="176012"/>
                  </a:lnTo>
                  <a:lnTo>
                    <a:pt x="0" y="249492"/>
                  </a:lnTo>
                  <a:lnTo>
                    <a:pt x="778" y="358041"/>
                  </a:lnTo>
                  <a:lnTo>
                    <a:pt x="8821" y="483059"/>
                  </a:lnTo>
                  <a:lnTo>
                    <a:pt x="23963" y="579653"/>
                  </a:lnTo>
                  <a:lnTo>
                    <a:pt x="38615" y="641931"/>
                  </a:lnTo>
                  <a:lnTo>
                    <a:pt x="45185" y="664000"/>
                  </a:lnTo>
                  <a:lnTo>
                    <a:pt x="69385" y="590067"/>
                  </a:lnTo>
                  <a:lnTo>
                    <a:pt x="82078" y="533551"/>
                  </a:lnTo>
                  <a:lnTo>
                    <a:pt x="87426" y="465771"/>
                  </a:lnTo>
                  <a:lnTo>
                    <a:pt x="89592" y="358041"/>
                  </a:lnTo>
                  <a:lnTo>
                    <a:pt x="83758" y="224881"/>
                  </a:lnTo>
                  <a:lnTo>
                    <a:pt x="68370" y="110384"/>
                  </a:lnTo>
                  <a:lnTo>
                    <a:pt x="52492" y="30205"/>
                  </a:lnTo>
                  <a:lnTo>
                    <a:pt x="4518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5083793" y="5541021"/>
              <a:ext cx="0" cy="708660"/>
            </a:xfrm>
            <a:custGeom>
              <a:avLst/>
              <a:gdLst/>
              <a:ahLst/>
              <a:cxnLst/>
              <a:rect l="l" t="t" r="r" b="b"/>
              <a:pathLst>
                <a:path w="0" h="708660">
                  <a:moveTo>
                    <a:pt x="0" y="0"/>
                  </a:moveTo>
                  <a:lnTo>
                    <a:pt x="0" y="70825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127698" y="6203751"/>
              <a:ext cx="664210" cy="90170"/>
            </a:xfrm>
            <a:custGeom>
              <a:avLst/>
              <a:gdLst/>
              <a:ahLst/>
              <a:cxnLst/>
              <a:rect l="l" t="t" r="r" b="b"/>
              <a:pathLst>
                <a:path w="664210" h="90170">
                  <a:moveTo>
                    <a:pt x="414519" y="0"/>
                  </a:moveTo>
                  <a:lnTo>
                    <a:pt x="305969" y="778"/>
                  </a:lnTo>
                  <a:lnTo>
                    <a:pt x="180950" y="8821"/>
                  </a:lnTo>
                  <a:lnTo>
                    <a:pt x="84352" y="23963"/>
                  </a:lnTo>
                  <a:lnTo>
                    <a:pt x="22070" y="38615"/>
                  </a:lnTo>
                  <a:lnTo>
                    <a:pt x="0" y="45185"/>
                  </a:lnTo>
                  <a:lnTo>
                    <a:pt x="73939" y="69385"/>
                  </a:lnTo>
                  <a:lnTo>
                    <a:pt x="130458" y="82078"/>
                  </a:lnTo>
                  <a:lnTo>
                    <a:pt x="198239" y="87426"/>
                  </a:lnTo>
                  <a:lnTo>
                    <a:pt x="305969" y="89592"/>
                  </a:lnTo>
                  <a:lnTo>
                    <a:pt x="439129" y="83758"/>
                  </a:lnTo>
                  <a:lnTo>
                    <a:pt x="553627" y="68370"/>
                  </a:lnTo>
                  <a:lnTo>
                    <a:pt x="633805" y="52492"/>
                  </a:lnTo>
                  <a:lnTo>
                    <a:pt x="664011" y="45185"/>
                  </a:lnTo>
                  <a:lnTo>
                    <a:pt x="559973" y="18040"/>
                  </a:lnTo>
                  <a:lnTo>
                    <a:pt x="487998" y="4366"/>
                  </a:lnTo>
                  <a:lnTo>
                    <a:pt x="41451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5083458" y="6248937"/>
              <a:ext cx="708660" cy="0"/>
            </a:xfrm>
            <a:custGeom>
              <a:avLst/>
              <a:gdLst/>
              <a:ahLst/>
              <a:cxnLst/>
              <a:rect l="l" t="t" r="r" b="b"/>
              <a:pathLst>
                <a:path w="708660" h="0">
                  <a:moveTo>
                    <a:pt x="708250" y="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5114841" y="5748366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469524" y="0"/>
                  </a:moveTo>
                  <a:lnTo>
                    <a:pt x="376765" y="54371"/>
                  </a:lnTo>
                  <a:lnTo>
                    <a:pt x="316202" y="95596"/>
                  </a:lnTo>
                  <a:lnTo>
                    <a:pt x="261155" y="144466"/>
                  </a:lnTo>
                  <a:lnTo>
                    <a:pt x="184947" y="221773"/>
                  </a:lnTo>
                  <a:lnTo>
                    <a:pt x="102231" y="315861"/>
                  </a:lnTo>
                  <a:lnTo>
                    <a:pt x="44636" y="394872"/>
                  </a:lnTo>
                  <a:lnTo>
                    <a:pt x="10958" y="449272"/>
                  </a:lnTo>
                  <a:lnTo>
                    <a:pt x="0" y="469524"/>
                  </a:lnTo>
                  <a:lnTo>
                    <a:pt x="69395" y="434358"/>
                  </a:lnTo>
                  <a:lnTo>
                    <a:pt x="118335" y="403369"/>
                  </a:lnTo>
                  <a:lnTo>
                    <a:pt x="170045" y="359219"/>
                  </a:lnTo>
                  <a:lnTo>
                    <a:pt x="247751" y="284567"/>
                  </a:lnTo>
                  <a:lnTo>
                    <a:pt x="337784" y="186286"/>
                  </a:lnTo>
                  <a:lnTo>
                    <a:pt x="407865" y="94446"/>
                  </a:lnTo>
                  <a:lnTo>
                    <a:pt x="453333" y="26524"/>
                  </a:lnTo>
                  <a:lnTo>
                    <a:pt x="46952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5083554" y="5748366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4" h="501014">
                  <a:moveTo>
                    <a:pt x="500811" y="0"/>
                  </a:moveTo>
                  <a:lnTo>
                    <a:pt x="0" y="50081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5114841" y="6279984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0" y="0"/>
                  </a:moveTo>
                  <a:lnTo>
                    <a:pt x="35166" y="69395"/>
                  </a:lnTo>
                  <a:lnTo>
                    <a:pt x="66153" y="118335"/>
                  </a:lnTo>
                  <a:lnTo>
                    <a:pt x="110301" y="170045"/>
                  </a:lnTo>
                  <a:lnTo>
                    <a:pt x="184947" y="247751"/>
                  </a:lnTo>
                  <a:lnTo>
                    <a:pt x="283234" y="337784"/>
                  </a:lnTo>
                  <a:lnTo>
                    <a:pt x="375077" y="407865"/>
                  </a:lnTo>
                  <a:lnTo>
                    <a:pt x="443000" y="453333"/>
                  </a:lnTo>
                  <a:lnTo>
                    <a:pt x="469524" y="469524"/>
                  </a:lnTo>
                  <a:lnTo>
                    <a:pt x="415153" y="376765"/>
                  </a:lnTo>
                  <a:lnTo>
                    <a:pt x="373928" y="316202"/>
                  </a:lnTo>
                  <a:lnTo>
                    <a:pt x="325058" y="261155"/>
                  </a:lnTo>
                  <a:lnTo>
                    <a:pt x="247751" y="184947"/>
                  </a:lnTo>
                  <a:lnTo>
                    <a:pt x="153663" y="102231"/>
                  </a:lnTo>
                  <a:lnTo>
                    <a:pt x="74652" y="44636"/>
                  </a:lnTo>
                  <a:lnTo>
                    <a:pt x="20252" y="10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5083554" y="6248697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4" h="501015">
                  <a:moveTo>
                    <a:pt x="500811" y="500811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5100151" y="5591965"/>
              <a:ext cx="247650" cy="616585"/>
            </a:xfrm>
            <a:custGeom>
              <a:avLst/>
              <a:gdLst/>
              <a:ahLst/>
              <a:cxnLst/>
              <a:rect l="l" t="t" r="r" b="b"/>
              <a:pathLst>
                <a:path w="247650" h="616585">
                  <a:moveTo>
                    <a:pt x="247332" y="0"/>
                  </a:moveTo>
                  <a:lnTo>
                    <a:pt x="183391" y="86443"/>
                  </a:lnTo>
                  <a:lnTo>
                    <a:pt x="143892" y="148146"/>
                  </a:lnTo>
                  <a:lnTo>
                    <a:pt x="112467" y="214707"/>
                  </a:lnTo>
                  <a:lnTo>
                    <a:pt x="72751" y="315728"/>
                  </a:lnTo>
                  <a:lnTo>
                    <a:pt x="33647" y="434750"/>
                  </a:lnTo>
                  <a:lnTo>
                    <a:pt x="11720" y="530037"/>
                  </a:lnTo>
                  <a:lnTo>
                    <a:pt x="2121" y="593293"/>
                  </a:lnTo>
                  <a:lnTo>
                    <a:pt x="0" y="616222"/>
                  </a:lnTo>
                  <a:lnTo>
                    <a:pt x="49997" y="556626"/>
                  </a:lnTo>
                  <a:lnTo>
                    <a:pt x="82827" y="508905"/>
                  </a:lnTo>
                  <a:lnTo>
                    <a:pt x="113038" y="447992"/>
                  </a:lnTo>
                  <a:lnTo>
                    <a:pt x="155178" y="348816"/>
                  </a:lnTo>
                  <a:lnTo>
                    <a:pt x="199364" y="223065"/>
                  </a:lnTo>
                  <a:lnTo>
                    <a:pt x="227732" y="111076"/>
                  </a:lnTo>
                  <a:lnTo>
                    <a:pt x="242862" y="30753"/>
                  </a:lnTo>
                  <a:lnTo>
                    <a:pt x="247332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5083668" y="5591965"/>
              <a:ext cx="264160" cy="657860"/>
            </a:xfrm>
            <a:custGeom>
              <a:avLst/>
              <a:gdLst/>
              <a:ahLst/>
              <a:cxnLst/>
              <a:rect l="l" t="t" r="r" b="b"/>
              <a:pathLst>
                <a:path w="264160" h="657860">
                  <a:moveTo>
                    <a:pt x="263813" y="0"/>
                  </a:moveTo>
                  <a:lnTo>
                    <a:pt x="0" y="6572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5124543" y="6265295"/>
              <a:ext cx="616585" cy="247650"/>
            </a:xfrm>
            <a:custGeom>
              <a:avLst/>
              <a:gdLst/>
              <a:ahLst/>
              <a:cxnLst/>
              <a:rect l="l" t="t" r="r" b="b"/>
              <a:pathLst>
                <a:path w="616585" h="247650">
                  <a:moveTo>
                    <a:pt x="0" y="0"/>
                  </a:moveTo>
                  <a:lnTo>
                    <a:pt x="59596" y="49997"/>
                  </a:lnTo>
                  <a:lnTo>
                    <a:pt x="107316" y="82827"/>
                  </a:lnTo>
                  <a:lnTo>
                    <a:pt x="168229" y="113038"/>
                  </a:lnTo>
                  <a:lnTo>
                    <a:pt x="267405" y="155178"/>
                  </a:lnTo>
                  <a:lnTo>
                    <a:pt x="393156" y="199364"/>
                  </a:lnTo>
                  <a:lnTo>
                    <a:pt x="505145" y="227732"/>
                  </a:lnTo>
                  <a:lnTo>
                    <a:pt x="585468" y="242862"/>
                  </a:lnTo>
                  <a:lnTo>
                    <a:pt x="616222" y="247332"/>
                  </a:lnTo>
                  <a:lnTo>
                    <a:pt x="529778" y="183391"/>
                  </a:lnTo>
                  <a:lnTo>
                    <a:pt x="468076" y="143892"/>
                  </a:lnTo>
                  <a:lnTo>
                    <a:pt x="401514" y="112467"/>
                  </a:lnTo>
                  <a:lnTo>
                    <a:pt x="300493" y="72751"/>
                  </a:lnTo>
                  <a:lnTo>
                    <a:pt x="181471" y="33647"/>
                  </a:lnTo>
                  <a:lnTo>
                    <a:pt x="86184" y="11720"/>
                  </a:lnTo>
                  <a:lnTo>
                    <a:pt x="22928" y="2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5083476" y="6248812"/>
              <a:ext cx="657860" cy="264160"/>
            </a:xfrm>
            <a:custGeom>
              <a:avLst/>
              <a:gdLst/>
              <a:ahLst/>
              <a:cxnLst/>
              <a:rect l="l" t="t" r="r" b="b"/>
              <a:pathLst>
                <a:path w="657860" h="264159">
                  <a:moveTo>
                    <a:pt x="657288" y="263813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5124169" y="5970845"/>
              <a:ext cx="610870" cy="260985"/>
            </a:xfrm>
            <a:custGeom>
              <a:avLst/>
              <a:gdLst/>
              <a:ahLst/>
              <a:cxnLst/>
              <a:rect l="l" t="t" r="r" b="b"/>
              <a:pathLst>
                <a:path w="610870" h="260985">
                  <a:moveTo>
                    <a:pt x="610630" y="0"/>
                  </a:moveTo>
                  <a:lnTo>
                    <a:pt x="504290" y="15907"/>
                  </a:lnTo>
                  <a:lnTo>
                    <a:pt x="432728" y="31606"/>
                  </a:lnTo>
                  <a:lnTo>
                    <a:pt x="363442" y="56454"/>
                  </a:lnTo>
                  <a:lnTo>
                    <a:pt x="263929" y="99808"/>
                  </a:lnTo>
                  <a:lnTo>
                    <a:pt x="152117" y="156320"/>
                  </a:lnTo>
                  <a:lnTo>
                    <a:pt x="69233" y="208191"/>
                  </a:lnTo>
                  <a:lnTo>
                    <a:pt x="17714" y="246129"/>
                  </a:lnTo>
                  <a:lnTo>
                    <a:pt x="0" y="260840"/>
                  </a:lnTo>
                  <a:lnTo>
                    <a:pt x="77497" y="254057"/>
                  </a:lnTo>
                  <a:lnTo>
                    <a:pt x="134456" y="243530"/>
                  </a:lnTo>
                  <a:lnTo>
                    <a:pt x="198892" y="221818"/>
                  </a:lnTo>
                  <a:lnTo>
                    <a:pt x="298818" y="181481"/>
                  </a:lnTo>
                  <a:lnTo>
                    <a:pt x="418977" y="123806"/>
                  </a:lnTo>
                  <a:lnTo>
                    <a:pt x="518225" y="64679"/>
                  </a:lnTo>
                  <a:lnTo>
                    <a:pt x="585722" y="18583"/>
                  </a:lnTo>
                  <a:lnTo>
                    <a:pt x="61063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5083478" y="5970845"/>
              <a:ext cx="651510" cy="278765"/>
            </a:xfrm>
            <a:custGeom>
              <a:avLst/>
              <a:gdLst/>
              <a:ahLst/>
              <a:cxnLst/>
              <a:rect l="l" t="t" r="r" b="b"/>
              <a:pathLst>
                <a:path w="651510" h="278764">
                  <a:moveTo>
                    <a:pt x="651320" y="0"/>
                  </a:moveTo>
                  <a:lnTo>
                    <a:pt x="0" y="27822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5101045" y="6289312"/>
              <a:ext cx="260985" cy="610870"/>
            </a:xfrm>
            <a:custGeom>
              <a:avLst/>
              <a:gdLst/>
              <a:ahLst/>
              <a:cxnLst/>
              <a:rect l="l" t="t" r="r" b="b"/>
              <a:pathLst>
                <a:path w="260985" h="610870">
                  <a:moveTo>
                    <a:pt x="0" y="0"/>
                  </a:moveTo>
                  <a:lnTo>
                    <a:pt x="6782" y="77503"/>
                  </a:lnTo>
                  <a:lnTo>
                    <a:pt x="17309" y="134464"/>
                  </a:lnTo>
                  <a:lnTo>
                    <a:pt x="39021" y="198898"/>
                  </a:lnTo>
                  <a:lnTo>
                    <a:pt x="79358" y="298818"/>
                  </a:lnTo>
                  <a:lnTo>
                    <a:pt x="137033" y="418981"/>
                  </a:lnTo>
                  <a:lnTo>
                    <a:pt x="196160" y="518228"/>
                  </a:lnTo>
                  <a:lnTo>
                    <a:pt x="242256" y="585724"/>
                  </a:lnTo>
                  <a:lnTo>
                    <a:pt x="260840" y="610630"/>
                  </a:lnTo>
                  <a:lnTo>
                    <a:pt x="244932" y="504296"/>
                  </a:lnTo>
                  <a:lnTo>
                    <a:pt x="229233" y="432736"/>
                  </a:lnTo>
                  <a:lnTo>
                    <a:pt x="204385" y="363448"/>
                  </a:lnTo>
                  <a:lnTo>
                    <a:pt x="161031" y="263929"/>
                  </a:lnTo>
                  <a:lnTo>
                    <a:pt x="104520" y="152117"/>
                  </a:lnTo>
                  <a:lnTo>
                    <a:pt x="52648" y="69233"/>
                  </a:lnTo>
                  <a:lnTo>
                    <a:pt x="14711" y="177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5083664" y="6248622"/>
              <a:ext cx="278765" cy="651510"/>
            </a:xfrm>
            <a:custGeom>
              <a:avLst/>
              <a:gdLst/>
              <a:ahLst/>
              <a:cxnLst/>
              <a:rect l="l" t="t" r="r" b="b"/>
              <a:pathLst>
                <a:path w="278764" h="651509">
                  <a:moveTo>
                    <a:pt x="278221" y="65132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5413625" y="6797552"/>
              <a:ext cx="81915" cy="1167130"/>
            </a:xfrm>
            <a:custGeom>
              <a:avLst/>
              <a:gdLst/>
              <a:ahLst/>
              <a:cxnLst/>
              <a:rect l="l" t="t" r="r" b="b"/>
              <a:pathLst>
                <a:path w="81914" h="1167129">
                  <a:moveTo>
                    <a:pt x="81463" y="0"/>
                  </a:moveTo>
                  <a:lnTo>
                    <a:pt x="0" y="0"/>
                  </a:lnTo>
                  <a:lnTo>
                    <a:pt x="0" y="1167022"/>
                  </a:lnTo>
                  <a:lnTo>
                    <a:pt x="81463" y="1167022"/>
                  </a:lnTo>
                  <a:lnTo>
                    <a:pt x="81463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5413616" y="6882105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5413616" y="689962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5413616" y="7016767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5413616" y="703428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5413616" y="7151431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5413616" y="7168953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5413616" y="7286094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5413616" y="7303615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5413616" y="7420757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5413616" y="743827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5413616" y="7555420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5413616" y="7572941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5413616" y="7690084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5413616" y="7707605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5413616" y="782474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5413616" y="7842268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5471923" y="6269161"/>
              <a:ext cx="67310" cy="497205"/>
            </a:xfrm>
            <a:custGeom>
              <a:avLst/>
              <a:gdLst/>
              <a:ahLst/>
              <a:cxnLst/>
              <a:rect l="l" t="t" r="r" b="b"/>
              <a:pathLst>
                <a:path w="67310" h="497204">
                  <a:moveTo>
                    <a:pt x="33827" y="0"/>
                  </a:moveTo>
                  <a:lnTo>
                    <a:pt x="13505" y="77881"/>
                  </a:lnTo>
                  <a:lnTo>
                    <a:pt x="3269" y="131761"/>
                  </a:lnTo>
                  <a:lnTo>
                    <a:pt x="0" y="186766"/>
                  </a:lnTo>
                  <a:lnTo>
                    <a:pt x="581" y="268023"/>
                  </a:lnTo>
                  <a:lnTo>
                    <a:pt x="6602" y="361606"/>
                  </a:lnTo>
                  <a:lnTo>
                    <a:pt x="17938" y="433913"/>
                  </a:lnTo>
                  <a:lnTo>
                    <a:pt x="28907" y="480532"/>
                  </a:lnTo>
                  <a:lnTo>
                    <a:pt x="33827" y="497052"/>
                  </a:lnTo>
                  <a:lnTo>
                    <a:pt x="51945" y="441708"/>
                  </a:lnTo>
                  <a:lnTo>
                    <a:pt x="61447" y="399402"/>
                  </a:lnTo>
                  <a:lnTo>
                    <a:pt x="65451" y="348664"/>
                  </a:lnTo>
                  <a:lnTo>
                    <a:pt x="67072" y="268023"/>
                  </a:lnTo>
                  <a:lnTo>
                    <a:pt x="62703" y="168342"/>
                  </a:lnTo>
                  <a:lnTo>
                    <a:pt x="51183" y="82632"/>
                  </a:lnTo>
                  <a:lnTo>
                    <a:pt x="39296" y="22611"/>
                  </a:lnTo>
                  <a:lnTo>
                    <a:pt x="33827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5505750" y="6269161"/>
              <a:ext cx="0" cy="530225"/>
            </a:xfrm>
            <a:custGeom>
              <a:avLst/>
              <a:gdLst/>
              <a:ahLst/>
              <a:cxnLst/>
              <a:rect l="l" t="t" r="r" b="b"/>
              <a:pathLst>
                <a:path w="0" h="530225">
                  <a:moveTo>
                    <a:pt x="0" y="0"/>
                  </a:moveTo>
                  <a:lnTo>
                    <a:pt x="0" y="53018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5472505" y="6831961"/>
              <a:ext cx="67310" cy="497205"/>
            </a:xfrm>
            <a:custGeom>
              <a:avLst/>
              <a:gdLst/>
              <a:ahLst/>
              <a:cxnLst/>
              <a:rect l="l" t="t" r="r" b="b"/>
              <a:pathLst>
                <a:path w="67310" h="497204">
                  <a:moveTo>
                    <a:pt x="33245" y="0"/>
                  </a:moveTo>
                  <a:lnTo>
                    <a:pt x="15126" y="55344"/>
                  </a:lnTo>
                  <a:lnTo>
                    <a:pt x="5624" y="97651"/>
                  </a:lnTo>
                  <a:lnTo>
                    <a:pt x="1620" y="148392"/>
                  </a:lnTo>
                  <a:lnTo>
                    <a:pt x="0" y="229040"/>
                  </a:lnTo>
                  <a:lnTo>
                    <a:pt x="4368" y="328714"/>
                  </a:lnTo>
                  <a:lnTo>
                    <a:pt x="15888" y="414421"/>
                  </a:lnTo>
                  <a:lnTo>
                    <a:pt x="27775" y="474441"/>
                  </a:lnTo>
                  <a:lnTo>
                    <a:pt x="33245" y="497052"/>
                  </a:lnTo>
                  <a:lnTo>
                    <a:pt x="53566" y="419171"/>
                  </a:lnTo>
                  <a:lnTo>
                    <a:pt x="63803" y="365292"/>
                  </a:lnTo>
                  <a:lnTo>
                    <a:pt x="67072" y="310290"/>
                  </a:lnTo>
                  <a:lnTo>
                    <a:pt x="66490" y="229040"/>
                  </a:lnTo>
                  <a:lnTo>
                    <a:pt x="60469" y="135450"/>
                  </a:lnTo>
                  <a:lnTo>
                    <a:pt x="49133" y="63140"/>
                  </a:lnTo>
                  <a:lnTo>
                    <a:pt x="38164" y="16520"/>
                  </a:lnTo>
                  <a:lnTo>
                    <a:pt x="3324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5505750" y="6798831"/>
              <a:ext cx="0" cy="530225"/>
            </a:xfrm>
            <a:custGeom>
              <a:avLst/>
              <a:gdLst/>
              <a:ahLst/>
              <a:cxnLst/>
              <a:rect l="l" t="t" r="r" b="b"/>
              <a:pathLst>
                <a:path w="0" h="530225">
                  <a:moveTo>
                    <a:pt x="0" y="53018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4975824" y="6765843"/>
              <a:ext cx="497205" cy="67310"/>
            </a:xfrm>
            <a:custGeom>
              <a:avLst/>
              <a:gdLst/>
              <a:ahLst/>
              <a:cxnLst/>
              <a:rect l="l" t="t" r="r" b="b"/>
              <a:pathLst>
                <a:path w="497204" h="67309">
                  <a:moveTo>
                    <a:pt x="268012" y="0"/>
                  </a:moveTo>
                  <a:lnTo>
                    <a:pt x="168338" y="4368"/>
                  </a:lnTo>
                  <a:lnTo>
                    <a:pt x="82630" y="15888"/>
                  </a:lnTo>
                  <a:lnTo>
                    <a:pt x="22611" y="27775"/>
                  </a:lnTo>
                  <a:lnTo>
                    <a:pt x="0" y="33245"/>
                  </a:lnTo>
                  <a:lnTo>
                    <a:pt x="77881" y="53566"/>
                  </a:lnTo>
                  <a:lnTo>
                    <a:pt x="131760" y="63803"/>
                  </a:lnTo>
                  <a:lnTo>
                    <a:pt x="186761" y="67072"/>
                  </a:lnTo>
                  <a:lnTo>
                    <a:pt x="268012" y="66490"/>
                  </a:lnTo>
                  <a:lnTo>
                    <a:pt x="361602" y="60469"/>
                  </a:lnTo>
                  <a:lnTo>
                    <a:pt x="433912" y="49133"/>
                  </a:lnTo>
                  <a:lnTo>
                    <a:pt x="480532" y="38164"/>
                  </a:lnTo>
                  <a:lnTo>
                    <a:pt x="497052" y="33245"/>
                  </a:lnTo>
                  <a:lnTo>
                    <a:pt x="441708" y="15126"/>
                  </a:lnTo>
                  <a:lnTo>
                    <a:pt x="399401" y="5624"/>
                  </a:lnTo>
                  <a:lnTo>
                    <a:pt x="348660" y="1620"/>
                  </a:lnTo>
                  <a:lnTo>
                    <a:pt x="268012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4975824" y="6799088"/>
              <a:ext cx="530225" cy="0"/>
            </a:xfrm>
            <a:custGeom>
              <a:avLst/>
              <a:gdLst/>
              <a:ahLst/>
              <a:cxnLst/>
              <a:rect l="l" t="t" r="r" b="b"/>
              <a:pathLst>
                <a:path w="530225" h="0">
                  <a:moveTo>
                    <a:pt x="0" y="0"/>
                  </a:moveTo>
                  <a:lnTo>
                    <a:pt x="53018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5131035" y="6822326"/>
              <a:ext cx="351790" cy="351790"/>
            </a:xfrm>
            <a:custGeom>
              <a:avLst/>
              <a:gdLst/>
              <a:ahLst/>
              <a:cxnLst/>
              <a:rect l="l" t="t" r="r" b="b"/>
              <a:pathLst>
                <a:path w="351789" h="351790">
                  <a:moveTo>
                    <a:pt x="351476" y="0"/>
                  </a:moveTo>
                  <a:lnTo>
                    <a:pt x="299527" y="26323"/>
                  </a:lnTo>
                  <a:lnTo>
                    <a:pt x="262892" y="49520"/>
                  </a:lnTo>
                  <a:lnTo>
                    <a:pt x="224184" y="82571"/>
                  </a:lnTo>
                  <a:lnTo>
                    <a:pt x="166015" y="138456"/>
                  </a:lnTo>
                  <a:lnTo>
                    <a:pt x="98618" y="212027"/>
                  </a:lnTo>
                  <a:lnTo>
                    <a:pt x="46156" y="280776"/>
                  </a:lnTo>
                  <a:lnTo>
                    <a:pt x="12120" y="331620"/>
                  </a:lnTo>
                  <a:lnTo>
                    <a:pt x="0" y="351476"/>
                  </a:lnTo>
                  <a:lnTo>
                    <a:pt x="69436" y="310774"/>
                  </a:lnTo>
                  <a:lnTo>
                    <a:pt x="114771" y="279914"/>
                  </a:lnTo>
                  <a:lnTo>
                    <a:pt x="155975" y="243330"/>
                  </a:lnTo>
                  <a:lnTo>
                    <a:pt x="213019" y="185460"/>
                  </a:lnTo>
                  <a:lnTo>
                    <a:pt x="274944" y="115029"/>
                  </a:lnTo>
                  <a:lnTo>
                    <a:pt x="318062" y="55883"/>
                  </a:lnTo>
                  <a:lnTo>
                    <a:pt x="343272" y="15160"/>
                  </a:lnTo>
                  <a:lnTo>
                    <a:pt x="351476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5131035" y="6798913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4">
                  <a:moveTo>
                    <a:pt x="0" y="374889"/>
                  </a:moveTo>
                  <a:lnTo>
                    <a:pt x="37488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5131035" y="6424374"/>
              <a:ext cx="351790" cy="351790"/>
            </a:xfrm>
            <a:custGeom>
              <a:avLst/>
              <a:gdLst/>
              <a:ahLst/>
              <a:cxnLst/>
              <a:rect l="l" t="t" r="r" b="b"/>
              <a:pathLst>
                <a:path w="351789" h="351790">
                  <a:moveTo>
                    <a:pt x="0" y="0"/>
                  </a:moveTo>
                  <a:lnTo>
                    <a:pt x="40701" y="69436"/>
                  </a:lnTo>
                  <a:lnTo>
                    <a:pt x="71561" y="114771"/>
                  </a:lnTo>
                  <a:lnTo>
                    <a:pt x="108145" y="155975"/>
                  </a:lnTo>
                  <a:lnTo>
                    <a:pt x="166015" y="213019"/>
                  </a:lnTo>
                  <a:lnTo>
                    <a:pt x="236446" y="274940"/>
                  </a:lnTo>
                  <a:lnTo>
                    <a:pt x="295593" y="318058"/>
                  </a:lnTo>
                  <a:lnTo>
                    <a:pt x="336315" y="343271"/>
                  </a:lnTo>
                  <a:lnTo>
                    <a:pt x="351476" y="351476"/>
                  </a:lnTo>
                  <a:lnTo>
                    <a:pt x="325152" y="299527"/>
                  </a:lnTo>
                  <a:lnTo>
                    <a:pt x="301955" y="262892"/>
                  </a:lnTo>
                  <a:lnTo>
                    <a:pt x="268904" y="224184"/>
                  </a:lnTo>
                  <a:lnTo>
                    <a:pt x="213019" y="166015"/>
                  </a:lnTo>
                  <a:lnTo>
                    <a:pt x="139448" y="98618"/>
                  </a:lnTo>
                  <a:lnTo>
                    <a:pt x="70699" y="46156"/>
                  </a:lnTo>
                  <a:lnTo>
                    <a:pt x="19855" y="121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5131035" y="6424374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4">
                  <a:moveTo>
                    <a:pt x="0" y="0"/>
                  </a:moveTo>
                  <a:lnTo>
                    <a:pt x="374889" y="37488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5308358" y="6829595"/>
              <a:ext cx="185420" cy="461645"/>
            </a:xfrm>
            <a:custGeom>
              <a:avLst/>
              <a:gdLst/>
              <a:ahLst/>
              <a:cxnLst/>
              <a:rect l="l" t="t" r="r" b="b"/>
              <a:pathLst>
                <a:path w="185420" h="461645">
                  <a:moveTo>
                    <a:pt x="185146" y="0"/>
                  </a:moveTo>
                  <a:lnTo>
                    <a:pt x="147720" y="44610"/>
                  </a:lnTo>
                  <a:lnTo>
                    <a:pt x="123145" y="80331"/>
                  </a:lnTo>
                  <a:lnTo>
                    <a:pt x="100529" y="125929"/>
                  </a:lnTo>
                  <a:lnTo>
                    <a:pt x="68982" y="200171"/>
                  </a:lnTo>
                  <a:lnTo>
                    <a:pt x="35909" y="294306"/>
                  </a:lnTo>
                  <a:lnTo>
                    <a:pt x="14673" y="378137"/>
                  </a:lnTo>
                  <a:lnTo>
                    <a:pt x="3346" y="438264"/>
                  </a:lnTo>
                  <a:lnTo>
                    <a:pt x="0" y="461284"/>
                  </a:lnTo>
                  <a:lnTo>
                    <a:pt x="47865" y="396578"/>
                  </a:lnTo>
                  <a:lnTo>
                    <a:pt x="77433" y="350389"/>
                  </a:lnTo>
                  <a:lnTo>
                    <a:pt x="100956" y="300561"/>
                  </a:lnTo>
                  <a:lnTo>
                    <a:pt x="130687" y="224935"/>
                  </a:lnTo>
                  <a:lnTo>
                    <a:pt x="159958" y="135839"/>
                  </a:lnTo>
                  <a:lnTo>
                    <a:pt x="176371" y="64512"/>
                  </a:lnTo>
                  <a:lnTo>
                    <a:pt x="183557" y="17162"/>
                  </a:lnTo>
                  <a:lnTo>
                    <a:pt x="185146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5308358" y="6798852"/>
              <a:ext cx="197485" cy="492125"/>
            </a:xfrm>
            <a:custGeom>
              <a:avLst/>
              <a:gdLst/>
              <a:ahLst/>
              <a:cxnLst/>
              <a:rect l="l" t="t" r="r" b="b"/>
              <a:pathLst>
                <a:path w="197485" h="492125">
                  <a:moveTo>
                    <a:pt x="0" y="492026"/>
                  </a:moveTo>
                  <a:lnTo>
                    <a:pt x="19748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5013959" y="6601697"/>
              <a:ext cx="461645" cy="185420"/>
            </a:xfrm>
            <a:custGeom>
              <a:avLst/>
              <a:gdLst/>
              <a:ahLst/>
              <a:cxnLst/>
              <a:rect l="l" t="t" r="r" b="b"/>
              <a:pathLst>
                <a:path w="461645" h="185420">
                  <a:moveTo>
                    <a:pt x="0" y="0"/>
                  </a:moveTo>
                  <a:lnTo>
                    <a:pt x="64706" y="47865"/>
                  </a:lnTo>
                  <a:lnTo>
                    <a:pt x="110894" y="77433"/>
                  </a:lnTo>
                  <a:lnTo>
                    <a:pt x="160722" y="100956"/>
                  </a:lnTo>
                  <a:lnTo>
                    <a:pt x="236348" y="130687"/>
                  </a:lnTo>
                  <a:lnTo>
                    <a:pt x="325444" y="159958"/>
                  </a:lnTo>
                  <a:lnTo>
                    <a:pt x="396771" y="176371"/>
                  </a:lnTo>
                  <a:lnTo>
                    <a:pt x="444121" y="183557"/>
                  </a:lnTo>
                  <a:lnTo>
                    <a:pt x="461284" y="185146"/>
                  </a:lnTo>
                  <a:lnTo>
                    <a:pt x="416674" y="147715"/>
                  </a:lnTo>
                  <a:lnTo>
                    <a:pt x="380953" y="123137"/>
                  </a:lnTo>
                  <a:lnTo>
                    <a:pt x="335354" y="100523"/>
                  </a:lnTo>
                  <a:lnTo>
                    <a:pt x="261112" y="68982"/>
                  </a:lnTo>
                  <a:lnTo>
                    <a:pt x="166977" y="35909"/>
                  </a:lnTo>
                  <a:lnTo>
                    <a:pt x="83146" y="14673"/>
                  </a:lnTo>
                  <a:lnTo>
                    <a:pt x="23020" y="3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5013959" y="6601697"/>
              <a:ext cx="492125" cy="197485"/>
            </a:xfrm>
            <a:custGeom>
              <a:avLst/>
              <a:gdLst/>
              <a:ahLst/>
              <a:cxnLst/>
              <a:rect l="l" t="t" r="r" b="b"/>
              <a:pathLst>
                <a:path w="492125" h="197484">
                  <a:moveTo>
                    <a:pt x="0" y="0"/>
                  </a:moveTo>
                  <a:lnTo>
                    <a:pt x="492026" y="19748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5018424" y="6811999"/>
              <a:ext cx="457200" cy="195580"/>
            </a:xfrm>
            <a:custGeom>
              <a:avLst/>
              <a:gdLst/>
              <a:ahLst/>
              <a:cxnLst/>
              <a:rect l="l" t="t" r="r" b="b"/>
              <a:pathLst>
                <a:path w="457200" h="195579">
                  <a:moveTo>
                    <a:pt x="457096" y="0"/>
                  </a:moveTo>
                  <a:lnTo>
                    <a:pt x="399084" y="5080"/>
                  </a:lnTo>
                  <a:lnTo>
                    <a:pt x="356447" y="12961"/>
                  </a:lnTo>
                  <a:lnTo>
                    <a:pt x="308214" y="29212"/>
                  </a:lnTo>
                  <a:lnTo>
                    <a:pt x="233416" y="59401"/>
                  </a:lnTo>
                  <a:lnTo>
                    <a:pt x="143464" y="102579"/>
                  </a:lnTo>
                  <a:lnTo>
                    <a:pt x="69169" y="146842"/>
                  </a:lnTo>
                  <a:lnTo>
                    <a:pt x="18644" y="181349"/>
                  </a:lnTo>
                  <a:lnTo>
                    <a:pt x="0" y="195261"/>
                  </a:lnTo>
                  <a:lnTo>
                    <a:pt x="79598" y="183350"/>
                  </a:lnTo>
                  <a:lnTo>
                    <a:pt x="133166" y="171596"/>
                  </a:lnTo>
                  <a:lnTo>
                    <a:pt x="185033" y="152995"/>
                  </a:lnTo>
                  <a:lnTo>
                    <a:pt x="259531" y="120540"/>
                  </a:lnTo>
                  <a:lnTo>
                    <a:pt x="343228" y="78241"/>
                  </a:lnTo>
                  <a:lnTo>
                    <a:pt x="405271" y="39412"/>
                  </a:lnTo>
                  <a:lnTo>
                    <a:pt x="443835" y="11012"/>
                  </a:lnTo>
                  <a:lnTo>
                    <a:pt x="457096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5018424" y="6798984"/>
              <a:ext cx="487680" cy="208279"/>
            </a:xfrm>
            <a:custGeom>
              <a:avLst/>
              <a:gdLst/>
              <a:ahLst/>
              <a:cxnLst/>
              <a:rect l="l" t="t" r="r" b="b"/>
              <a:pathLst>
                <a:path w="487679" h="208279">
                  <a:moveTo>
                    <a:pt x="0" y="208276"/>
                  </a:moveTo>
                  <a:lnTo>
                    <a:pt x="48755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5297577" y="6311762"/>
              <a:ext cx="195580" cy="457200"/>
            </a:xfrm>
            <a:custGeom>
              <a:avLst/>
              <a:gdLst/>
              <a:ahLst/>
              <a:cxnLst/>
              <a:rect l="l" t="t" r="r" b="b"/>
              <a:pathLst>
                <a:path w="195579" h="457200">
                  <a:moveTo>
                    <a:pt x="0" y="0"/>
                  </a:moveTo>
                  <a:lnTo>
                    <a:pt x="11910" y="79598"/>
                  </a:lnTo>
                  <a:lnTo>
                    <a:pt x="23664" y="133166"/>
                  </a:lnTo>
                  <a:lnTo>
                    <a:pt x="42265" y="185033"/>
                  </a:lnTo>
                  <a:lnTo>
                    <a:pt x="74720" y="259531"/>
                  </a:lnTo>
                  <a:lnTo>
                    <a:pt x="117019" y="343228"/>
                  </a:lnTo>
                  <a:lnTo>
                    <a:pt x="155848" y="405271"/>
                  </a:lnTo>
                  <a:lnTo>
                    <a:pt x="184248" y="443835"/>
                  </a:lnTo>
                  <a:lnTo>
                    <a:pt x="195261" y="457096"/>
                  </a:lnTo>
                  <a:lnTo>
                    <a:pt x="190180" y="399084"/>
                  </a:lnTo>
                  <a:lnTo>
                    <a:pt x="182299" y="356447"/>
                  </a:lnTo>
                  <a:lnTo>
                    <a:pt x="166048" y="308214"/>
                  </a:lnTo>
                  <a:lnTo>
                    <a:pt x="135859" y="233416"/>
                  </a:lnTo>
                  <a:lnTo>
                    <a:pt x="92681" y="143464"/>
                  </a:lnTo>
                  <a:lnTo>
                    <a:pt x="48418" y="69169"/>
                  </a:lnTo>
                  <a:lnTo>
                    <a:pt x="13911" y="18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5297577" y="6311762"/>
              <a:ext cx="208279" cy="487680"/>
            </a:xfrm>
            <a:custGeom>
              <a:avLst/>
              <a:gdLst/>
              <a:ahLst/>
              <a:cxnLst/>
              <a:rect l="l" t="t" r="r" b="b"/>
              <a:pathLst>
                <a:path w="208279" h="487679">
                  <a:moveTo>
                    <a:pt x="0" y="0"/>
                  </a:moveTo>
                  <a:lnTo>
                    <a:pt x="208276" y="48755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4" name="object 19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042906" y="1586671"/>
            <a:ext cx="1729248" cy="2579016"/>
          </a:xfrm>
          <a:prstGeom prst="rect">
            <a:avLst/>
          </a:prstGeom>
        </p:spPr>
      </p:pic>
      <p:sp>
        <p:nvSpPr>
          <p:cNvPr id="195" name="object 195" descr=""/>
          <p:cNvSpPr/>
          <p:nvPr/>
        </p:nvSpPr>
        <p:spPr>
          <a:xfrm>
            <a:off x="10769160" y="4306639"/>
            <a:ext cx="1228090" cy="254635"/>
          </a:xfrm>
          <a:custGeom>
            <a:avLst/>
            <a:gdLst/>
            <a:ahLst/>
            <a:cxnLst/>
            <a:rect l="l" t="t" r="r" b="b"/>
            <a:pathLst>
              <a:path w="1228090" h="254635">
                <a:moveTo>
                  <a:pt x="614044" y="0"/>
                </a:moveTo>
                <a:lnTo>
                  <a:pt x="542432" y="856"/>
                </a:lnTo>
                <a:lnTo>
                  <a:pt x="473248" y="3360"/>
                </a:lnTo>
                <a:lnTo>
                  <a:pt x="406950" y="7418"/>
                </a:lnTo>
                <a:lnTo>
                  <a:pt x="344001" y="12933"/>
                </a:lnTo>
                <a:lnTo>
                  <a:pt x="284860" y="19811"/>
                </a:lnTo>
                <a:lnTo>
                  <a:pt x="229989" y="27955"/>
                </a:lnTo>
                <a:lnTo>
                  <a:pt x="179847" y="37271"/>
                </a:lnTo>
                <a:lnTo>
                  <a:pt x="134897" y="47662"/>
                </a:lnTo>
                <a:lnTo>
                  <a:pt x="95598" y="59033"/>
                </a:lnTo>
                <a:lnTo>
                  <a:pt x="35797" y="84335"/>
                </a:lnTo>
                <a:lnTo>
                  <a:pt x="4131" y="112412"/>
                </a:lnTo>
                <a:lnTo>
                  <a:pt x="0" y="127252"/>
                </a:lnTo>
                <a:lnTo>
                  <a:pt x="4131" y="142093"/>
                </a:lnTo>
                <a:lnTo>
                  <a:pt x="35797" y="170170"/>
                </a:lnTo>
                <a:lnTo>
                  <a:pt x="95598" y="195471"/>
                </a:lnTo>
                <a:lnTo>
                  <a:pt x="134897" y="206843"/>
                </a:lnTo>
                <a:lnTo>
                  <a:pt x="179847" y="217234"/>
                </a:lnTo>
                <a:lnTo>
                  <a:pt x="229989" y="226549"/>
                </a:lnTo>
                <a:lnTo>
                  <a:pt x="284860" y="234693"/>
                </a:lnTo>
                <a:lnTo>
                  <a:pt x="344001" y="241571"/>
                </a:lnTo>
                <a:lnTo>
                  <a:pt x="406950" y="247086"/>
                </a:lnTo>
                <a:lnTo>
                  <a:pt x="473248" y="251144"/>
                </a:lnTo>
                <a:lnTo>
                  <a:pt x="542432" y="253649"/>
                </a:lnTo>
                <a:lnTo>
                  <a:pt x="614044" y="254505"/>
                </a:lnTo>
                <a:lnTo>
                  <a:pt x="685655" y="253649"/>
                </a:lnTo>
                <a:lnTo>
                  <a:pt x="754840" y="251144"/>
                </a:lnTo>
                <a:lnTo>
                  <a:pt x="821137" y="247086"/>
                </a:lnTo>
                <a:lnTo>
                  <a:pt x="884086" y="241571"/>
                </a:lnTo>
                <a:lnTo>
                  <a:pt x="943227" y="234693"/>
                </a:lnTo>
                <a:lnTo>
                  <a:pt x="998099" y="226549"/>
                </a:lnTo>
                <a:lnTo>
                  <a:pt x="1048240" y="217234"/>
                </a:lnTo>
                <a:lnTo>
                  <a:pt x="1093190" y="206843"/>
                </a:lnTo>
                <a:lnTo>
                  <a:pt x="1132489" y="195471"/>
                </a:lnTo>
                <a:lnTo>
                  <a:pt x="1192290" y="170170"/>
                </a:lnTo>
                <a:lnTo>
                  <a:pt x="1223957" y="142093"/>
                </a:lnTo>
                <a:lnTo>
                  <a:pt x="1228088" y="127252"/>
                </a:lnTo>
                <a:lnTo>
                  <a:pt x="1223957" y="112412"/>
                </a:lnTo>
                <a:lnTo>
                  <a:pt x="1192290" y="84335"/>
                </a:lnTo>
                <a:lnTo>
                  <a:pt x="1132489" y="59033"/>
                </a:lnTo>
                <a:lnTo>
                  <a:pt x="1093190" y="47662"/>
                </a:lnTo>
                <a:lnTo>
                  <a:pt x="1048240" y="37271"/>
                </a:lnTo>
                <a:lnTo>
                  <a:pt x="998099" y="27955"/>
                </a:lnTo>
                <a:lnTo>
                  <a:pt x="943227" y="19811"/>
                </a:lnTo>
                <a:lnTo>
                  <a:pt x="884086" y="12933"/>
                </a:lnTo>
                <a:lnTo>
                  <a:pt x="821137" y="7418"/>
                </a:lnTo>
                <a:lnTo>
                  <a:pt x="754840" y="3360"/>
                </a:lnTo>
                <a:lnTo>
                  <a:pt x="685655" y="856"/>
                </a:lnTo>
                <a:lnTo>
                  <a:pt x="614044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 descr=""/>
          <p:cNvSpPr/>
          <p:nvPr/>
        </p:nvSpPr>
        <p:spPr>
          <a:xfrm>
            <a:off x="10490911" y="2536018"/>
            <a:ext cx="478155" cy="410209"/>
          </a:xfrm>
          <a:custGeom>
            <a:avLst/>
            <a:gdLst/>
            <a:ahLst/>
            <a:cxnLst/>
            <a:rect l="l" t="t" r="r" b="b"/>
            <a:pathLst>
              <a:path w="478154" h="410210">
                <a:moveTo>
                  <a:pt x="352552" y="367919"/>
                </a:moveTo>
                <a:lnTo>
                  <a:pt x="342176" y="318503"/>
                </a:lnTo>
                <a:lnTo>
                  <a:pt x="326872" y="271259"/>
                </a:lnTo>
                <a:lnTo>
                  <a:pt x="307035" y="226161"/>
                </a:lnTo>
                <a:lnTo>
                  <a:pt x="283006" y="183210"/>
                </a:lnTo>
                <a:lnTo>
                  <a:pt x="255193" y="142379"/>
                </a:lnTo>
                <a:lnTo>
                  <a:pt x="223951" y="103657"/>
                </a:lnTo>
                <a:lnTo>
                  <a:pt x="189661" y="67030"/>
                </a:lnTo>
                <a:lnTo>
                  <a:pt x="152704" y="32486"/>
                </a:lnTo>
                <a:lnTo>
                  <a:pt x="113461" y="0"/>
                </a:lnTo>
                <a:lnTo>
                  <a:pt x="106286" y="13081"/>
                </a:lnTo>
                <a:lnTo>
                  <a:pt x="103352" y="27851"/>
                </a:lnTo>
                <a:lnTo>
                  <a:pt x="103593" y="43408"/>
                </a:lnTo>
                <a:lnTo>
                  <a:pt x="120142" y="107073"/>
                </a:lnTo>
                <a:lnTo>
                  <a:pt x="141630" y="152641"/>
                </a:lnTo>
                <a:lnTo>
                  <a:pt x="169037" y="195224"/>
                </a:lnTo>
                <a:lnTo>
                  <a:pt x="200977" y="234556"/>
                </a:lnTo>
                <a:lnTo>
                  <a:pt x="236181" y="270725"/>
                </a:lnTo>
                <a:lnTo>
                  <a:pt x="273723" y="304495"/>
                </a:lnTo>
                <a:lnTo>
                  <a:pt x="312788" y="336651"/>
                </a:lnTo>
                <a:lnTo>
                  <a:pt x="352552" y="367919"/>
                </a:lnTo>
                <a:close/>
              </a:path>
              <a:path w="478154" h="410210">
                <a:moveTo>
                  <a:pt x="478078" y="87604"/>
                </a:moveTo>
                <a:lnTo>
                  <a:pt x="476580" y="48221"/>
                </a:lnTo>
                <a:lnTo>
                  <a:pt x="466140" y="10426"/>
                </a:lnTo>
                <a:lnTo>
                  <a:pt x="428294" y="42583"/>
                </a:lnTo>
                <a:lnTo>
                  <a:pt x="398018" y="82067"/>
                </a:lnTo>
                <a:lnTo>
                  <a:pt x="375297" y="126784"/>
                </a:lnTo>
                <a:lnTo>
                  <a:pt x="360133" y="174637"/>
                </a:lnTo>
                <a:lnTo>
                  <a:pt x="352005" y="223850"/>
                </a:lnTo>
                <a:lnTo>
                  <a:pt x="349618" y="273723"/>
                </a:lnTo>
                <a:lnTo>
                  <a:pt x="351790" y="323799"/>
                </a:lnTo>
                <a:lnTo>
                  <a:pt x="357327" y="373646"/>
                </a:lnTo>
                <a:lnTo>
                  <a:pt x="357339" y="373875"/>
                </a:lnTo>
                <a:lnTo>
                  <a:pt x="314998" y="349935"/>
                </a:lnTo>
                <a:lnTo>
                  <a:pt x="269341" y="329399"/>
                </a:lnTo>
                <a:lnTo>
                  <a:pt x="222008" y="313118"/>
                </a:lnTo>
                <a:lnTo>
                  <a:pt x="173393" y="301193"/>
                </a:lnTo>
                <a:lnTo>
                  <a:pt x="123888" y="293789"/>
                </a:lnTo>
                <a:lnTo>
                  <a:pt x="94691" y="292049"/>
                </a:lnTo>
                <a:lnTo>
                  <a:pt x="65544" y="293801"/>
                </a:lnTo>
                <a:lnTo>
                  <a:pt x="37820" y="300647"/>
                </a:lnTo>
                <a:lnTo>
                  <a:pt x="12890" y="314198"/>
                </a:lnTo>
                <a:lnTo>
                  <a:pt x="6350" y="319125"/>
                </a:lnTo>
                <a:lnTo>
                  <a:pt x="0" y="326415"/>
                </a:lnTo>
                <a:lnTo>
                  <a:pt x="2527" y="340385"/>
                </a:lnTo>
                <a:lnTo>
                  <a:pt x="50241" y="372656"/>
                </a:lnTo>
                <a:lnTo>
                  <a:pt x="91744" y="391007"/>
                </a:lnTo>
                <a:lnTo>
                  <a:pt x="135788" y="403352"/>
                </a:lnTo>
                <a:lnTo>
                  <a:pt x="181368" y="409689"/>
                </a:lnTo>
                <a:lnTo>
                  <a:pt x="227457" y="409994"/>
                </a:lnTo>
                <a:lnTo>
                  <a:pt x="273037" y="404241"/>
                </a:lnTo>
                <a:lnTo>
                  <a:pt x="317080" y="392442"/>
                </a:lnTo>
                <a:lnTo>
                  <a:pt x="357416" y="375069"/>
                </a:lnTo>
                <a:lnTo>
                  <a:pt x="358228" y="387743"/>
                </a:lnTo>
                <a:lnTo>
                  <a:pt x="384911" y="346405"/>
                </a:lnTo>
                <a:lnTo>
                  <a:pt x="408863" y="303428"/>
                </a:lnTo>
                <a:lnTo>
                  <a:pt x="429971" y="258978"/>
                </a:lnTo>
                <a:lnTo>
                  <a:pt x="448157" y="213245"/>
                </a:lnTo>
                <a:lnTo>
                  <a:pt x="463334" y="166446"/>
                </a:lnTo>
                <a:lnTo>
                  <a:pt x="472909" y="127419"/>
                </a:lnTo>
                <a:lnTo>
                  <a:pt x="478078" y="8760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 descr=""/>
          <p:cNvSpPr/>
          <p:nvPr/>
        </p:nvSpPr>
        <p:spPr>
          <a:xfrm>
            <a:off x="10670819" y="2716764"/>
            <a:ext cx="573405" cy="842644"/>
          </a:xfrm>
          <a:custGeom>
            <a:avLst/>
            <a:gdLst/>
            <a:ahLst/>
            <a:cxnLst/>
            <a:rect l="l" t="t" r="r" b="b"/>
            <a:pathLst>
              <a:path w="573404" h="842645">
                <a:moveTo>
                  <a:pt x="295859" y="405130"/>
                </a:moveTo>
                <a:lnTo>
                  <a:pt x="243662" y="416864"/>
                </a:lnTo>
                <a:lnTo>
                  <a:pt x="194919" y="437807"/>
                </a:lnTo>
                <a:lnTo>
                  <a:pt x="149593" y="466217"/>
                </a:lnTo>
                <a:lnTo>
                  <a:pt x="107657" y="500392"/>
                </a:lnTo>
                <a:lnTo>
                  <a:pt x="70408" y="539826"/>
                </a:lnTo>
                <a:lnTo>
                  <a:pt x="39624" y="584517"/>
                </a:lnTo>
                <a:lnTo>
                  <a:pt x="15938" y="633336"/>
                </a:lnTo>
                <a:lnTo>
                  <a:pt x="0" y="685190"/>
                </a:lnTo>
                <a:lnTo>
                  <a:pt x="50800" y="674027"/>
                </a:lnTo>
                <a:lnTo>
                  <a:pt x="97053" y="649541"/>
                </a:lnTo>
                <a:lnTo>
                  <a:pt x="138214" y="615416"/>
                </a:lnTo>
                <a:lnTo>
                  <a:pt x="173748" y="575335"/>
                </a:lnTo>
                <a:lnTo>
                  <a:pt x="204279" y="532714"/>
                </a:lnTo>
                <a:lnTo>
                  <a:pt x="232714" y="489419"/>
                </a:lnTo>
                <a:lnTo>
                  <a:pt x="261937" y="446811"/>
                </a:lnTo>
                <a:lnTo>
                  <a:pt x="295859" y="405130"/>
                </a:lnTo>
                <a:close/>
              </a:path>
              <a:path w="573404" h="842645">
                <a:moveTo>
                  <a:pt x="397167" y="149974"/>
                </a:moveTo>
                <a:lnTo>
                  <a:pt x="394106" y="99339"/>
                </a:lnTo>
                <a:lnTo>
                  <a:pt x="386753" y="49199"/>
                </a:lnTo>
                <a:lnTo>
                  <a:pt x="375183" y="0"/>
                </a:lnTo>
                <a:lnTo>
                  <a:pt x="347599" y="43154"/>
                </a:lnTo>
                <a:lnTo>
                  <a:pt x="325234" y="89192"/>
                </a:lnTo>
                <a:lnTo>
                  <a:pt x="308178" y="137477"/>
                </a:lnTo>
                <a:lnTo>
                  <a:pt x="296506" y="187388"/>
                </a:lnTo>
                <a:lnTo>
                  <a:pt x="290296" y="238264"/>
                </a:lnTo>
                <a:lnTo>
                  <a:pt x="289623" y="289509"/>
                </a:lnTo>
                <a:lnTo>
                  <a:pt x="294551" y="340487"/>
                </a:lnTo>
                <a:lnTo>
                  <a:pt x="305181" y="390550"/>
                </a:lnTo>
                <a:lnTo>
                  <a:pt x="321576" y="439077"/>
                </a:lnTo>
                <a:lnTo>
                  <a:pt x="345706" y="394893"/>
                </a:lnTo>
                <a:lnTo>
                  <a:pt x="365137" y="348513"/>
                </a:lnTo>
                <a:lnTo>
                  <a:pt x="379920" y="300380"/>
                </a:lnTo>
                <a:lnTo>
                  <a:pt x="390144" y="250952"/>
                </a:lnTo>
                <a:lnTo>
                  <a:pt x="395871" y="200660"/>
                </a:lnTo>
                <a:lnTo>
                  <a:pt x="397167" y="149974"/>
                </a:lnTo>
                <a:close/>
              </a:path>
              <a:path w="573404" h="842645">
                <a:moveTo>
                  <a:pt x="479488" y="625233"/>
                </a:moveTo>
                <a:lnTo>
                  <a:pt x="478078" y="625424"/>
                </a:lnTo>
                <a:lnTo>
                  <a:pt x="429107" y="626021"/>
                </a:lnTo>
                <a:lnTo>
                  <a:pt x="380733" y="633730"/>
                </a:lnTo>
                <a:lnTo>
                  <a:pt x="333959" y="648309"/>
                </a:lnTo>
                <a:lnTo>
                  <a:pt x="289826" y="669531"/>
                </a:lnTo>
                <a:lnTo>
                  <a:pt x="249301" y="697039"/>
                </a:lnTo>
                <a:lnTo>
                  <a:pt x="213207" y="730161"/>
                </a:lnTo>
                <a:lnTo>
                  <a:pt x="182245" y="768108"/>
                </a:lnTo>
                <a:lnTo>
                  <a:pt x="157137" y="810158"/>
                </a:lnTo>
                <a:lnTo>
                  <a:pt x="152514" y="829513"/>
                </a:lnTo>
                <a:lnTo>
                  <a:pt x="154978" y="835329"/>
                </a:lnTo>
                <a:lnTo>
                  <a:pt x="159613" y="841514"/>
                </a:lnTo>
                <a:lnTo>
                  <a:pt x="168554" y="842098"/>
                </a:lnTo>
                <a:lnTo>
                  <a:pt x="176250" y="841590"/>
                </a:lnTo>
                <a:lnTo>
                  <a:pt x="222313" y="832599"/>
                </a:lnTo>
                <a:lnTo>
                  <a:pt x="265417" y="813562"/>
                </a:lnTo>
                <a:lnTo>
                  <a:pt x="305333" y="787171"/>
                </a:lnTo>
                <a:lnTo>
                  <a:pt x="341820" y="756094"/>
                </a:lnTo>
                <a:lnTo>
                  <a:pt x="375666" y="722642"/>
                </a:lnTo>
                <a:lnTo>
                  <a:pt x="408838" y="688467"/>
                </a:lnTo>
                <a:lnTo>
                  <a:pt x="442925" y="655396"/>
                </a:lnTo>
                <a:lnTo>
                  <a:pt x="479488" y="625233"/>
                </a:lnTo>
                <a:close/>
              </a:path>
              <a:path w="573404" h="842645">
                <a:moveTo>
                  <a:pt x="572973" y="274853"/>
                </a:moveTo>
                <a:lnTo>
                  <a:pt x="570420" y="225767"/>
                </a:lnTo>
                <a:lnTo>
                  <a:pt x="556158" y="179070"/>
                </a:lnTo>
                <a:lnTo>
                  <a:pt x="545719" y="169735"/>
                </a:lnTo>
                <a:lnTo>
                  <a:pt x="541769" y="171284"/>
                </a:lnTo>
                <a:lnTo>
                  <a:pt x="492252" y="218630"/>
                </a:lnTo>
                <a:lnTo>
                  <a:pt x="467118" y="281381"/>
                </a:lnTo>
                <a:lnTo>
                  <a:pt x="456298" y="328498"/>
                </a:lnTo>
                <a:lnTo>
                  <a:pt x="449389" y="376326"/>
                </a:lnTo>
                <a:lnTo>
                  <a:pt x="446354" y="424573"/>
                </a:lnTo>
                <a:lnTo>
                  <a:pt x="447217" y="472909"/>
                </a:lnTo>
                <a:lnTo>
                  <a:pt x="451967" y="521017"/>
                </a:lnTo>
                <a:lnTo>
                  <a:pt x="460590" y="568579"/>
                </a:lnTo>
                <a:lnTo>
                  <a:pt x="473087" y="615276"/>
                </a:lnTo>
                <a:lnTo>
                  <a:pt x="473760" y="612038"/>
                </a:lnTo>
                <a:lnTo>
                  <a:pt x="477126" y="605142"/>
                </a:lnTo>
                <a:lnTo>
                  <a:pt x="495363" y="564705"/>
                </a:lnTo>
                <a:lnTo>
                  <a:pt x="506272" y="545909"/>
                </a:lnTo>
                <a:lnTo>
                  <a:pt x="526300" y="505485"/>
                </a:lnTo>
                <a:lnTo>
                  <a:pt x="539610" y="461924"/>
                </a:lnTo>
                <a:lnTo>
                  <a:pt x="549173" y="416852"/>
                </a:lnTo>
                <a:lnTo>
                  <a:pt x="557949" y="371830"/>
                </a:lnTo>
                <a:lnTo>
                  <a:pt x="562952" y="347764"/>
                </a:lnTo>
                <a:lnTo>
                  <a:pt x="567448" y="323596"/>
                </a:lnTo>
                <a:lnTo>
                  <a:pt x="570953" y="299300"/>
                </a:lnTo>
                <a:lnTo>
                  <a:pt x="572973" y="274853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 descr=""/>
          <p:cNvSpPr/>
          <p:nvPr/>
        </p:nvSpPr>
        <p:spPr>
          <a:xfrm>
            <a:off x="11546650" y="3025996"/>
            <a:ext cx="471805" cy="407670"/>
          </a:xfrm>
          <a:custGeom>
            <a:avLst/>
            <a:gdLst/>
            <a:ahLst/>
            <a:cxnLst/>
            <a:rect l="l" t="t" r="r" b="b"/>
            <a:pathLst>
              <a:path w="471804" h="407670">
                <a:moveTo>
                  <a:pt x="124866" y="32905"/>
                </a:moveTo>
                <a:lnTo>
                  <a:pt x="124460" y="22199"/>
                </a:lnTo>
                <a:lnTo>
                  <a:pt x="121945" y="11823"/>
                </a:lnTo>
                <a:lnTo>
                  <a:pt x="116776" y="3759"/>
                </a:lnTo>
                <a:lnTo>
                  <a:pt x="108407" y="0"/>
                </a:lnTo>
                <a:lnTo>
                  <a:pt x="102082" y="825"/>
                </a:lnTo>
                <a:lnTo>
                  <a:pt x="61341" y="51689"/>
                </a:lnTo>
                <a:lnTo>
                  <a:pt x="39814" y="93052"/>
                </a:lnTo>
                <a:lnTo>
                  <a:pt x="22669" y="137058"/>
                </a:lnTo>
                <a:lnTo>
                  <a:pt x="10134" y="182880"/>
                </a:lnTo>
                <a:lnTo>
                  <a:pt x="2501" y="229692"/>
                </a:lnTo>
                <a:lnTo>
                  <a:pt x="0" y="276656"/>
                </a:lnTo>
                <a:lnTo>
                  <a:pt x="2921" y="322961"/>
                </a:lnTo>
                <a:lnTo>
                  <a:pt x="11506" y="367766"/>
                </a:lnTo>
                <a:lnTo>
                  <a:pt x="38989" y="324624"/>
                </a:lnTo>
                <a:lnTo>
                  <a:pt x="62890" y="279387"/>
                </a:lnTo>
                <a:lnTo>
                  <a:pt x="83096" y="232384"/>
                </a:lnTo>
                <a:lnTo>
                  <a:pt x="99504" y="183921"/>
                </a:lnTo>
                <a:lnTo>
                  <a:pt x="112001" y="134315"/>
                </a:lnTo>
                <a:lnTo>
                  <a:pt x="120497" y="83870"/>
                </a:lnTo>
                <a:lnTo>
                  <a:pt x="124866" y="32905"/>
                </a:lnTo>
                <a:close/>
              </a:path>
              <a:path w="471804" h="407670">
                <a:moveTo>
                  <a:pt x="463816" y="93827"/>
                </a:moveTo>
                <a:lnTo>
                  <a:pt x="413321" y="99199"/>
                </a:lnTo>
                <a:lnTo>
                  <a:pt x="363385" y="109994"/>
                </a:lnTo>
                <a:lnTo>
                  <a:pt x="314617" y="125958"/>
                </a:lnTo>
                <a:lnTo>
                  <a:pt x="267627" y="146824"/>
                </a:lnTo>
                <a:lnTo>
                  <a:pt x="222999" y="172339"/>
                </a:lnTo>
                <a:lnTo>
                  <a:pt x="181356" y="202222"/>
                </a:lnTo>
                <a:lnTo>
                  <a:pt x="143306" y="236232"/>
                </a:lnTo>
                <a:lnTo>
                  <a:pt x="109435" y="274104"/>
                </a:lnTo>
                <a:lnTo>
                  <a:pt x="80352" y="315556"/>
                </a:lnTo>
                <a:lnTo>
                  <a:pt x="95173" y="303542"/>
                </a:lnTo>
                <a:lnTo>
                  <a:pt x="114109" y="295516"/>
                </a:lnTo>
                <a:lnTo>
                  <a:pt x="134658" y="290195"/>
                </a:lnTo>
                <a:lnTo>
                  <a:pt x="201599" y="276834"/>
                </a:lnTo>
                <a:lnTo>
                  <a:pt x="248513" y="265696"/>
                </a:lnTo>
                <a:lnTo>
                  <a:pt x="294347" y="251409"/>
                </a:lnTo>
                <a:lnTo>
                  <a:pt x="338404" y="232498"/>
                </a:lnTo>
                <a:lnTo>
                  <a:pt x="379679" y="207276"/>
                </a:lnTo>
                <a:lnTo>
                  <a:pt x="416013" y="175437"/>
                </a:lnTo>
                <a:lnTo>
                  <a:pt x="444893" y="137452"/>
                </a:lnTo>
                <a:lnTo>
                  <a:pt x="463816" y="93827"/>
                </a:lnTo>
                <a:close/>
              </a:path>
              <a:path w="471804" h="407670">
                <a:moveTo>
                  <a:pt x="471373" y="307352"/>
                </a:moveTo>
                <a:lnTo>
                  <a:pt x="428078" y="289153"/>
                </a:lnTo>
                <a:lnTo>
                  <a:pt x="382663" y="277139"/>
                </a:lnTo>
                <a:lnTo>
                  <a:pt x="336029" y="271411"/>
                </a:lnTo>
                <a:lnTo>
                  <a:pt x="289064" y="272097"/>
                </a:lnTo>
                <a:lnTo>
                  <a:pt x="242646" y="279285"/>
                </a:lnTo>
                <a:lnTo>
                  <a:pt x="197713" y="291871"/>
                </a:lnTo>
                <a:lnTo>
                  <a:pt x="155117" y="309029"/>
                </a:lnTo>
                <a:lnTo>
                  <a:pt x="115608" y="331279"/>
                </a:lnTo>
                <a:lnTo>
                  <a:pt x="79933" y="359194"/>
                </a:lnTo>
                <a:lnTo>
                  <a:pt x="48856" y="393293"/>
                </a:lnTo>
                <a:lnTo>
                  <a:pt x="96824" y="402932"/>
                </a:lnTo>
                <a:lnTo>
                  <a:pt x="145783" y="407352"/>
                </a:lnTo>
                <a:lnTo>
                  <a:pt x="195224" y="406742"/>
                </a:lnTo>
                <a:lnTo>
                  <a:pt x="244589" y="401281"/>
                </a:lnTo>
                <a:lnTo>
                  <a:pt x="293331" y="391134"/>
                </a:lnTo>
                <a:lnTo>
                  <a:pt x="340931" y="376491"/>
                </a:lnTo>
                <a:lnTo>
                  <a:pt x="386829" y="357530"/>
                </a:lnTo>
                <a:lnTo>
                  <a:pt x="430491" y="334429"/>
                </a:lnTo>
                <a:lnTo>
                  <a:pt x="471373" y="307352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 descr=""/>
          <p:cNvSpPr/>
          <p:nvPr/>
        </p:nvSpPr>
        <p:spPr>
          <a:xfrm>
            <a:off x="11511091" y="2517643"/>
            <a:ext cx="106045" cy="454659"/>
          </a:xfrm>
          <a:custGeom>
            <a:avLst/>
            <a:gdLst/>
            <a:ahLst/>
            <a:cxnLst/>
            <a:rect l="l" t="t" r="r" b="b"/>
            <a:pathLst>
              <a:path w="106045" h="454660">
                <a:moveTo>
                  <a:pt x="59280" y="0"/>
                </a:moveTo>
                <a:lnTo>
                  <a:pt x="39038" y="43749"/>
                </a:lnTo>
                <a:lnTo>
                  <a:pt x="22893" y="88657"/>
                </a:lnTo>
                <a:lnTo>
                  <a:pt x="10941" y="134430"/>
                </a:lnTo>
                <a:lnTo>
                  <a:pt x="3278" y="180774"/>
                </a:lnTo>
                <a:lnTo>
                  <a:pt x="0" y="227396"/>
                </a:lnTo>
                <a:lnTo>
                  <a:pt x="1202" y="274003"/>
                </a:lnTo>
                <a:lnTo>
                  <a:pt x="6981" y="320302"/>
                </a:lnTo>
                <a:lnTo>
                  <a:pt x="17432" y="365999"/>
                </a:lnTo>
                <a:lnTo>
                  <a:pt x="32652" y="410801"/>
                </a:lnTo>
                <a:lnTo>
                  <a:pt x="52736" y="454415"/>
                </a:lnTo>
                <a:lnTo>
                  <a:pt x="54966" y="446719"/>
                </a:lnTo>
                <a:lnTo>
                  <a:pt x="67759" y="402412"/>
                </a:lnTo>
                <a:lnTo>
                  <a:pt x="79821" y="357875"/>
                </a:lnTo>
                <a:lnTo>
                  <a:pt x="90391" y="313034"/>
                </a:lnTo>
                <a:lnTo>
                  <a:pt x="98708" y="267813"/>
                </a:lnTo>
                <a:lnTo>
                  <a:pt x="104012" y="222139"/>
                </a:lnTo>
                <a:lnTo>
                  <a:pt x="105440" y="175951"/>
                </a:lnTo>
                <a:lnTo>
                  <a:pt x="102256" y="129800"/>
                </a:lnTo>
                <a:lnTo>
                  <a:pt x="93884" y="84529"/>
                </a:lnTo>
                <a:lnTo>
                  <a:pt x="79750" y="40981"/>
                </a:lnTo>
                <a:lnTo>
                  <a:pt x="5928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 descr=""/>
          <p:cNvSpPr/>
          <p:nvPr/>
        </p:nvSpPr>
        <p:spPr>
          <a:xfrm>
            <a:off x="11601882" y="2267552"/>
            <a:ext cx="664210" cy="878205"/>
          </a:xfrm>
          <a:custGeom>
            <a:avLst/>
            <a:gdLst/>
            <a:ahLst/>
            <a:cxnLst/>
            <a:rect l="l" t="t" r="r" b="b"/>
            <a:pathLst>
              <a:path w="664209" h="878205">
                <a:moveTo>
                  <a:pt x="418541" y="263486"/>
                </a:moveTo>
                <a:lnTo>
                  <a:pt x="361416" y="207518"/>
                </a:lnTo>
                <a:lnTo>
                  <a:pt x="320014" y="183324"/>
                </a:lnTo>
                <a:lnTo>
                  <a:pt x="277164" y="163423"/>
                </a:lnTo>
                <a:lnTo>
                  <a:pt x="233045" y="147993"/>
                </a:lnTo>
                <a:lnTo>
                  <a:pt x="187845" y="137210"/>
                </a:lnTo>
                <a:lnTo>
                  <a:pt x="141757" y="131241"/>
                </a:lnTo>
                <a:lnTo>
                  <a:pt x="94957" y="130276"/>
                </a:lnTo>
                <a:lnTo>
                  <a:pt x="47637" y="134480"/>
                </a:lnTo>
                <a:lnTo>
                  <a:pt x="0" y="144030"/>
                </a:lnTo>
                <a:lnTo>
                  <a:pt x="36601" y="174980"/>
                </a:lnTo>
                <a:lnTo>
                  <a:pt x="75996" y="202247"/>
                </a:lnTo>
                <a:lnTo>
                  <a:pt x="117792" y="225717"/>
                </a:lnTo>
                <a:lnTo>
                  <a:pt x="161582" y="245237"/>
                </a:lnTo>
                <a:lnTo>
                  <a:pt x="206971" y="260680"/>
                </a:lnTo>
                <a:lnTo>
                  <a:pt x="253593" y="271919"/>
                </a:lnTo>
                <a:lnTo>
                  <a:pt x="301015" y="278815"/>
                </a:lnTo>
                <a:lnTo>
                  <a:pt x="348869" y="281228"/>
                </a:lnTo>
                <a:lnTo>
                  <a:pt x="396748" y="279019"/>
                </a:lnTo>
                <a:lnTo>
                  <a:pt x="403275" y="278396"/>
                </a:lnTo>
                <a:lnTo>
                  <a:pt x="410387" y="277355"/>
                </a:lnTo>
                <a:lnTo>
                  <a:pt x="414820" y="272529"/>
                </a:lnTo>
                <a:lnTo>
                  <a:pt x="418541" y="263486"/>
                </a:lnTo>
                <a:close/>
              </a:path>
              <a:path w="664209" h="878205">
                <a:moveTo>
                  <a:pt x="451421" y="863752"/>
                </a:moveTo>
                <a:lnTo>
                  <a:pt x="408063" y="808228"/>
                </a:lnTo>
                <a:lnTo>
                  <a:pt x="368071" y="777671"/>
                </a:lnTo>
                <a:lnTo>
                  <a:pt x="324129" y="752576"/>
                </a:lnTo>
                <a:lnTo>
                  <a:pt x="277609" y="732548"/>
                </a:lnTo>
                <a:lnTo>
                  <a:pt x="231406" y="714629"/>
                </a:lnTo>
                <a:lnTo>
                  <a:pt x="185635" y="698576"/>
                </a:lnTo>
                <a:lnTo>
                  <a:pt x="137579" y="688073"/>
                </a:lnTo>
                <a:lnTo>
                  <a:pt x="84505" y="686790"/>
                </a:lnTo>
                <a:lnTo>
                  <a:pt x="84505" y="692226"/>
                </a:lnTo>
                <a:lnTo>
                  <a:pt x="103378" y="699744"/>
                </a:lnTo>
                <a:lnTo>
                  <a:pt x="118046" y="709612"/>
                </a:lnTo>
                <a:lnTo>
                  <a:pt x="147015" y="735533"/>
                </a:lnTo>
                <a:lnTo>
                  <a:pt x="187629" y="767486"/>
                </a:lnTo>
                <a:lnTo>
                  <a:pt x="230593" y="796213"/>
                </a:lnTo>
                <a:lnTo>
                  <a:pt x="275628" y="821563"/>
                </a:lnTo>
                <a:lnTo>
                  <a:pt x="322465" y="843407"/>
                </a:lnTo>
                <a:lnTo>
                  <a:pt x="370840" y="861593"/>
                </a:lnTo>
                <a:lnTo>
                  <a:pt x="420471" y="876007"/>
                </a:lnTo>
                <a:lnTo>
                  <a:pt x="437108" y="877620"/>
                </a:lnTo>
                <a:lnTo>
                  <a:pt x="444487" y="875449"/>
                </a:lnTo>
                <a:lnTo>
                  <a:pt x="449783" y="870191"/>
                </a:lnTo>
                <a:lnTo>
                  <a:pt x="451421" y="863752"/>
                </a:lnTo>
                <a:close/>
              </a:path>
              <a:path w="664209" h="878205">
                <a:moveTo>
                  <a:pt x="595274" y="25679"/>
                </a:moveTo>
                <a:lnTo>
                  <a:pt x="549630" y="13042"/>
                </a:lnTo>
                <a:lnTo>
                  <a:pt x="503085" y="4584"/>
                </a:lnTo>
                <a:lnTo>
                  <a:pt x="455955" y="254"/>
                </a:lnTo>
                <a:lnTo>
                  <a:pt x="408609" y="0"/>
                </a:lnTo>
                <a:lnTo>
                  <a:pt x="361391" y="3759"/>
                </a:lnTo>
                <a:lnTo>
                  <a:pt x="314642" y="11480"/>
                </a:lnTo>
                <a:lnTo>
                  <a:pt x="268719" y="23088"/>
                </a:lnTo>
                <a:lnTo>
                  <a:pt x="223964" y="38531"/>
                </a:lnTo>
                <a:lnTo>
                  <a:pt x="180733" y="57772"/>
                </a:lnTo>
                <a:lnTo>
                  <a:pt x="139357" y="80733"/>
                </a:lnTo>
                <a:lnTo>
                  <a:pt x="100190" y="107353"/>
                </a:lnTo>
                <a:lnTo>
                  <a:pt x="151396" y="118681"/>
                </a:lnTo>
                <a:lnTo>
                  <a:pt x="203022" y="126873"/>
                </a:lnTo>
                <a:lnTo>
                  <a:pt x="254977" y="131584"/>
                </a:lnTo>
                <a:lnTo>
                  <a:pt x="307124" y="132499"/>
                </a:lnTo>
                <a:lnTo>
                  <a:pt x="359359" y="129247"/>
                </a:lnTo>
                <a:lnTo>
                  <a:pt x="411340" y="120891"/>
                </a:lnTo>
                <a:lnTo>
                  <a:pt x="462051" y="106565"/>
                </a:lnTo>
                <a:lnTo>
                  <a:pt x="510374" y="86067"/>
                </a:lnTo>
                <a:lnTo>
                  <a:pt x="555155" y="59169"/>
                </a:lnTo>
                <a:lnTo>
                  <a:pt x="595274" y="25679"/>
                </a:lnTo>
                <a:close/>
              </a:path>
              <a:path w="664209" h="878205">
                <a:moveTo>
                  <a:pt x="656920" y="269214"/>
                </a:moveTo>
                <a:lnTo>
                  <a:pt x="608190" y="276656"/>
                </a:lnTo>
                <a:lnTo>
                  <a:pt x="559955" y="289128"/>
                </a:lnTo>
                <a:lnTo>
                  <a:pt x="512622" y="306285"/>
                </a:lnTo>
                <a:lnTo>
                  <a:pt x="466572" y="327761"/>
                </a:lnTo>
                <a:lnTo>
                  <a:pt x="422236" y="353237"/>
                </a:lnTo>
                <a:lnTo>
                  <a:pt x="379984" y="382358"/>
                </a:lnTo>
                <a:lnTo>
                  <a:pt x="340207" y="414782"/>
                </a:lnTo>
                <a:lnTo>
                  <a:pt x="303339" y="450151"/>
                </a:lnTo>
                <a:lnTo>
                  <a:pt x="269735" y="488137"/>
                </a:lnTo>
                <a:lnTo>
                  <a:pt x="239826" y="528383"/>
                </a:lnTo>
                <a:lnTo>
                  <a:pt x="213982" y="570547"/>
                </a:lnTo>
                <a:lnTo>
                  <a:pt x="260324" y="568680"/>
                </a:lnTo>
                <a:lnTo>
                  <a:pt x="306362" y="561467"/>
                </a:lnTo>
                <a:lnTo>
                  <a:pt x="351688" y="549224"/>
                </a:lnTo>
                <a:lnTo>
                  <a:pt x="395859" y="532307"/>
                </a:lnTo>
                <a:lnTo>
                  <a:pt x="438454" y="511048"/>
                </a:lnTo>
                <a:lnTo>
                  <a:pt x="479056" y="485787"/>
                </a:lnTo>
                <a:lnTo>
                  <a:pt x="517245" y="456869"/>
                </a:lnTo>
                <a:lnTo>
                  <a:pt x="552577" y="424637"/>
                </a:lnTo>
                <a:lnTo>
                  <a:pt x="584631" y="389407"/>
                </a:lnTo>
                <a:lnTo>
                  <a:pt x="612990" y="351536"/>
                </a:lnTo>
                <a:lnTo>
                  <a:pt x="637235" y="311365"/>
                </a:lnTo>
                <a:lnTo>
                  <a:pt x="656920" y="269214"/>
                </a:lnTo>
                <a:close/>
              </a:path>
              <a:path w="664209" h="878205">
                <a:moveTo>
                  <a:pt x="664006" y="702856"/>
                </a:moveTo>
                <a:lnTo>
                  <a:pt x="641477" y="656640"/>
                </a:lnTo>
                <a:lnTo>
                  <a:pt x="598284" y="627773"/>
                </a:lnTo>
                <a:lnTo>
                  <a:pt x="532447" y="602640"/>
                </a:lnTo>
                <a:lnTo>
                  <a:pt x="481876" y="589330"/>
                </a:lnTo>
                <a:lnTo>
                  <a:pt x="430682" y="580593"/>
                </a:lnTo>
                <a:lnTo>
                  <a:pt x="379031" y="576211"/>
                </a:lnTo>
                <a:lnTo>
                  <a:pt x="327050" y="575957"/>
                </a:lnTo>
                <a:lnTo>
                  <a:pt x="274878" y="579615"/>
                </a:lnTo>
                <a:lnTo>
                  <a:pt x="222656" y="586968"/>
                </a:lnTo>
                <a:lnTo>
                  <a:pt x="170535" y="597776"/>
                </a:lnTo>
                <a:lnTo>
                  <a:pt x="159397" y="601459"/>
                </a:lnTo>
                <a:lnTo>
                  <a:pt x="207086" y="611606"/>
                </a:lnTo>
                <a:lnTo>
                  <a:pt x="253326" y="626554"/>
                </a:lnTo>
                <a:lnTo>
                  <a:pt x="298475" y="645147"/>
                </a:lnTo>
                <a:lnTo>
                  <a:pt x="342874" y="666292"/>
                </a:lnTo>
                <a:lnTo>
                  <a:pt x="386880" y="688860"/>
                </a:lnTo>
                <a:lnTo>
                  <a:pt x="430834" y="711733"/>
                </a:lnTo>
                <a:lnTo>
                  <a:pt x="475094" y="733793"/>
                </a:lnTo>
                <a:lnTo>
                  <a:pt x="520001" y="753922"/>
                </a:lnTo>
                <a:lnTo>
                  <a:pt x="539750" y="761390"/>
                </a:lnTo>
                <a:lnTo>
                  <a:pt x="560044" y="767118"/>
                </a:lnTo>
                <a:lnTo>
                  <a:pt x="580707" y="770140"/>
                </a:lnTo>
                <a:lnTo>
                  <a:pt x="601522" y="769531"/>
                </a:lnTo>
                <a:lnTo>
                  <a:pt x="621944" y="764095"/>
                </a:lnTo>
                <a:lnTo>
                  <a:pt x="640283" y="753630"/>
                </a:lnTo>
                <a:lnTo>
                  <a:pt x="654583" y="738733"/>
                </a:lnTo>
                <a:lnTo>
                  <a:pt x="662889" y="719988"/>
                </a:lnTo>
                <a:lnTo>
                  <a:pt x="664006" y="702856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 descr=""/>
          <p:cNvSpPr/>
          <p:nvPr/>
        </p:nvSpPr>
        <p:spPr>
          <a:xfrm>
            <a:off x="11595684" y="1769877"/>
            <a:ext cx="722630" cy="440055"/>
          </a:xfrm>
          <a:custGeom>
            <a:avLst/>
            <a:gdLst/>
            <a:ahLst/>
            <a:cxnLst/>
            <a:rect l="l" t="t" r="r" b="b"/>
            <a:pathLst>
              <a:path w="722629" h="440055">
                <a:moveTo>
                  <a:pt x="312610" y="0"/>
                </a:moveTo>
                <a:lnTo>
                  <a:pt x="273189" y="4635"/>
                </a:lnTo>
                <a:lnTo>
                  <a:pt x="236029" y="18910"/>
                </a:lnTo>
                <a:lnTo>
                  <a:pt x="202387" y="40995"/>
                </a:lnTo>
                <a:lnTo>
                  <a:pt x="173494" y="69088"/>
                </a:lnTo>
                <a:lnTo>
                  <a:pt x="149898" y="101333"/>
                </a:lnTo>
                <a:lnTo>
                  <a:pt x="130771" y="136474"/>
                </a:lnTo>
                <a:lnTo>
                  <a:pt x="115277" y="173596"/>
                </a:lnTo>
                <a:lnTo>
                  <a:pt x="102565" y="211785"/>
                </a:lnTo>
                <a:lnTo>
                  <a:pt x="91668" y="250405"/>
                </a:lnTo>
                <a:lnTo>
                  <a:pt x="81381" y="289217"/>
                </a:lnTo>
                <a:lnTo>
                  <a:pt x="70599" y="327863"/>
                </a:lnTo>
                <a:lnTo>
                  <a:pt x="60134" y="243039"/>
                </a:lnTo>
                <a:lnTo>
                  <a:pt x="59258" y="190677"/>
                </a:lnTo>
                <a:lnTo>
                  <a:pt x="58648" y="138277"/>
                </a:lnTo>
                <a:lnTo>
                  <a:pt x="57378" y="84442"/>
                </a:lnTo>
                <a:lnTo>
                  <a:pt x="54470" y="27813"/>
                </a:lnTo>
                <a:lnTo>
                  <a:pt x="34391" y="3683"/>
                </a:lnTo>
                <a:lnTo>
                  <a:pt x="26847" y="8788"/>
                </a:lnTo>
                <a:lnTo>
                  <a:pt x="20840" y="17106"/>
                </a:lnTo>
                <a:lnTo>
                  <a:pt x="16764" y="26555"/>
                </a:lnTo>
                <a:lnTo>
                  <a:pt x="5168" y="73596"/>
                </a:lnTo>
                <a:lnTo>
                  <a:pt x="0" y="121767"/>
                </a:lnTo>
                <a:lnTo>
                  <a:pt x="1155" y="170218"/>
                </a:lnTo>
                <a:lnTo>
                  <a:pt x="8509" y="218147"/>
                </a:lnTo>
                <a:lnTo>
                  <a:pt x="21907" y="264731"/>
                </a:lnTo>
                <a:lnTo>
                  <a:pt x="41249" y="309143"/>
                </a:lnTo>
                <a:lnTo>
                  <a:pt x="64325" y="347141"/>
                </a:lnTo>
                <a:lnTo>
                  <a:pt x="58191" y="365988"/>
                </a:lnTo>
                <a:lnTo>
                  <a:pt x="103301" y="334949"/>
                </a:lnTo>
                <a:lnTo>
                  <a:pt x="144399" y="300507"/>
                </a:lnTo>
                <a:lnTo>
                  <a:pt x="182245" y="262826"/>
                </a:lnTo>
                <a:lnTo>
                  <a:pt x="217551" y="222123"/>
                </a:lnTo>
                <a:lnTo>
                  <a:pt x="251053" y="178549"/>
                </a:lnTo>
                <a:lnTo>
                  <a:pt x="277964" y="137655"/>
                </a:lnTo>
                <a:lnTo>
                  <a:pt x="299364" y="93726"/>
                </a:lnTo>
                <a:lnTo>
                  <a:pt x="312000" y="47561"/>
                </a:lnTo>
                <a:lnTo>
                  <a:pt x="312610" y="0"/>
                </a:lnTo>
                <a:close/>
              </a:path>
              <a:path w="722629" h="440055">
                <a:moveTo>
                  <a:pt x="640930" y="329399"/>
                </a:moveTo>
                <a:lnTo>
                  <a:pt x="610806" y="305638"/>
                </a:lnTo>
                <a:lnTo>
                  <a:pt x="558025" y="295211"/>
                </a:lnTo>
                <a:lnTo>
                  <a:pt x="504317" y="292455"/>
                </a:lnTo>
                <a:lnTo>
                  <a:pt x="450405" y="296506"/>
                </a:lnTo>
                <a:lnTo>
                  <a:pt x="397040" y="306489"/>
                </a:lnTo>
                <a:lnTo>
                  <a:pt x="344919" y="321525"/>
                </a:lnTo>
                <a:lnTo>
                  <a:pt x="295338" y="339509"/>
                </a:lnTo>
                <a:lnTo>
                  <a:pt x="248323" y="359041"/>
                </a:lnTo>
                <a:lnTo>
                  <a:pt x="202755" y="380415"/>
                </a:lnTo>
                <a:lnTo>
                  <a:pt x="157505" y="403872"/>
                </a:lnTo>
                <a:lnTo>
                  <a:pt x="111467" y="429691"/>
                </a:lnTo>
                <a:lnTo>
                  <a:pt x="164185" y="434898"/>
                </a:lnTo>
                <a:lnTo>
                  <a:pt x="217055" y="438467"/>
                </a:lnTo>
                <a:lnTo>
                  <a:pt x="269938" y="439559"/>
                </a:lnTo>
                <a:lnTo>
                  <a:pt x="322643" y="437337"/>
                </a:lnTo>
                <a:lnTo>
                  <a:pt x="375018" y="430974"/>
                </a:lnTo>
                <a:lnTo>
                  <a:pt x="425754" y="420217"/>
                </a:lnTo>
                <a:lnTo>
                  <a:pt x="475551" y="405701"/>
                </a:lnTo>
                <a:lnTo>
                  <a:pt x="524573" y="388404"/>
                </a:lnTo>
                <a:lnTo>
                  <a:pt x="573024" y="369252"/>
                </a:lnTo>
                <a:lnTo>
                  <a:pt x="627672" y="346430"/>
                </a:lnTo>
                <a:lnTo>
                  <a:pt x="640930" y="329399"/>
                </a:lnTo>
                <a:close/>
              </a:path>
              <a:path w="722629" h="440055">
                <a:moveTo>
                  <a:pt x="722312" y="33477"/>
                </a:moveTo>
                <a:lnTo>
                  <a:pt x="678510" y="22771"/>
                </a:lnTo>
                <a:lnTo>
                  <a:pt x="633171" y="23190"/>
                </a:lnTo>
                <a:lnTo>
                  <a:pt x="587819" y="32181"/>
                </a:lnTo>
                <a:lnTo>
                  <a:pt x="544029" y="47193"/>
                </a:lnTo>
                <a:lnTo>
                  <a:pt x="496608" y="68478"/>
                </a:lnTo>
                <a:lnTo>
                  <a:pt x="451637" y="93141"/>
                </a:lnTo>
                <a:lnTo>
                  <a:pt x="409308" y="121183"/>
                </a:lnTo>
                <a:lnTo>
                  <a:pt x="369874" y="152603"/>
                </a:lnTo>
                <a:lnTo>
                  <a:pt x="333514" y="187401"/>
                </a:lnTo>
                <a:lnTo>
                  <a:pt x="300482" y="225577"/>
                </a:lnTo>
                <a:lnTo>
                  <a:pt x="270967" y="267131"/>
                </a:lnTo>
                <a:lnTo>
                  <a:pt x="245198" y="312077"/>
                </a:lnTo>
                <a:lnTo>
                  <a:pt x="247688" y="313347"/>
                </a:lnTo>
                <a:lnTo>
                  <a:pt x="294614" y="295109"/>
                </a:lnTo>
                <a:lnTo>
                  <a:pt x="340931" y="275361"/>
                </a:lnTo>
                <a:lnTo>
                  <a:pt x="386588" y="254101"/>
                </a:lnTo>
                <a:lnTo>
                  <a:pt x="431520" y="231381"/>
                </a:lnTo>
                <a:lnTo>
                  <a:pt x="475703" y="207225"/>
                </a:lnTo>
                <a:lnTo>
                  <a:pt x="519074" y="181648"/>
                </a:lnTo>
                <a:lnTo>
                  <a:pt x="561606" y="154673"/>
                </a:lnTo>
                <a:lnTo>
                  <a:pt x="603237" y="126352"/>
                </a:lnTo>
                <a:lnTo>
                  <a:pt x="643928" y="96697"/>
                </a:lnTo>
                <a:lnTo>
                  <a:pt x="683641" y="65735"/>
                </a:lnTo>
                <a:lnTo>
                  <a:pt x="722312" y="33477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 descr=""/>
          <p:cNvSpPr/>
          <p:nvPr/>
        </p:nvSpPr>
        <p:spPr>
          <a:xfrm>
            <a:off x="11162950" y="2029711"/>
            <a:ext cx="76835" cy="392430"/>
          </a:xfrm>
          <a:custGeom>
            <a:avLst/>
            <a:gdLst/>
            <a:ahLst/>
            <a:cxnLst/>
            <a:rect l="l" t="t" r="r" b="b"/>
            <a:pathLst>
              <a:path w="76834" h="392430">
                <a:moveTo>
                  <a:pt x="39657" y="0"/>
                </a:moveTo>
                <a:lnTo>
                  <a:pt x="22560" y="47335"/>
                </a:lnTo>
                <a:lnTo>
                  <a:pt x="10128" y="95784"/>
                </a:lnTo>
                <a:lnTo>
                  <a:pt x="2545" y="144917"/>
                </a:lnTo>
                <a:lnTo>
                  <a:pt x="0" y="194306"/>
                </a:lnTo>
                <a:lnTo>
                  <a:pt x="2676" y="243522"/>
                </a:lnTo>
                <a:lnTo>
                  <a:pt x="10762" y="292136"/>
                </a:lnTo>
                <a:lnTo>
                  <a:pt x="24444" y="339718"/>
                </a:lnTo>
                <a:lnTo>
                  <a:pt x="43908" y="385841"/>
                </a:lnTo>
                <a:lnTo>
                  <a:pt x="45782" y="391841"/>
                </a:lnTo>
                <a:lnTo>
                  <a:pt x="49773" y="341917"/>
                </a:lnTo>
                <a:lnTo>
                  <a:pt x="57784" y="291722"/>
                </a:lnTo>
                <a:lnTo>
                  <a:pt x="66797" y="241589"/>
                </a:lnTo>
                <a:lnTo>
                  <a:pt x="73792" y="191847"/>
                </a:lnTo>
                <a:lnTo>
                  <a:pt x="76374" y="141848"/>
                </a:lnTo>
                <a:lnTo>
                  <a:pt x="72847" y="91973"/>
                </a:lnTo>
                <a:lnTo>
                  <a:pt x="61258" y="44073"/>
                </a:lnTo>
                <a:lnTo>
                  <a:pt x="39657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 descr=""/>
          <p:cNvSpPr/>
          <p:nvPr/>
        </p:nvSpPr>
        <p:spPr>
          <a:xfrm>
            <a:off x="10431310" y="1788242"/>
            <a:ext cx="622300" cy="680720"/>
          </a:xfrm>
          <a:custGeom>
            <a:avLst/>
            <a:gdLst/>
            <a:ahLst/>
            <a:cxnLst/>
            <a:rect l="l" t="t" r="r" b="b"/>
            <a:pathLst>
              <a:path w="622300" h="680719">
                <a:moveTo>
                  <a:pt x="376186" y="453174"/>
                </a:moveTo>
                <a:lnTo>
                  <a:pt x="321894" y="448678"/>
                </a:lnTo>
                <a:lnTo>
                  <a:pt x="268401" y="446176"/>
                </a:lnTo>
                <a:lnTo>
                  <a:pt x="215417" y="448805"/>
                </a:lnTo>
                <a:lnTo>
                  <a:pt x="162712" y="459740"/>
                </a:lnTo>
                <a:lnTo>
                  <a:pt x="111696" y="480860"/>
                </a:lnTo>
                <a:lnTo>
                  <a:pt x="65760" y="511429"/>
                </a:lnTo>
                <a:lnTo>
                  <a:pt x="27635" y="550633"/>
                </a:lnTo>
                <a:lnTo>
                  <a:pt x="0" y="597687"/>
                </a:lnTo>
                <a:lnTo>
                  <a:pt x="51282" y="599020"/>
                </a:lnTo>
                <a:lnTo>
                  <a:pt x="102209" y="592315"/>
                </a:lnTo>
                <a:lnTo>
                  <a:pt x="152057" y="578853"/>
                </a:lnTo>
                <a:lnTo>
                  <a:pt x="200139" y="559904"/>
                </a:lnTo>
                <a:lnTo>
                  <a:pt x="246100" y="536752"/>
                </a:lnTo>
                <a:lnTo>
                  <a:pt x="290436" y="510552"/>
                </a:lnTo>
                <a:lnTo>
                  <a:pt x="333629" y="482346"/>
                </a:lnTo>
                <a:lnTo>
                  <a:pt x="376186" y="453174"/>
                </a:lnTo>
                <a:close/>
              </a:path>
              <a:path w="622300" h="680719">
                <a:moveTo>
                  <a:pt x="543458" y="511035"/>
                </a:moveTo>
                <a:lnTo>
                  <a:pt x="536740" y="506882"/>
                </a:lnTo>
                <a:lnTo>
                  <a:pt x="487057" y="508355"/>
                </a:lnTo>
                <a:lnTo>
                  <a:pt x="437756" y="514591"/>
                </a:lnTo>
                <a:lnTo>
                  <a:pt x="389255" y="525424"/>
                </a:lnTo>
                <a:lnTo>
                  <a:pt x="341934" y="540664"/>
                </a:lnTo>
                <a:lnTo>
                  <a:pt x="296176" y="560146"/>
                </a:lnTo>
                <a:lnTo>
                  <a:pt x="252399" y="583717"/>
                </a:lnTo>
                <a:lnTo>
                  <a:pt x="210997" y="611200"/>
                </a:lnTo>
                <a:lnTo>
                  <a:pt x="172339" y="642429"/>
                </a:lnTo>
                <a:lnTo>
                  <a:pt x="136855" y="677227"/>
                </a:lnTo>
                <a:lnTo>
                  <a:pt x="181724" y="680669"/>
                </a:lnTo>
                <a:lnTo>
                  <a:pt x="226593" y="677519"/>
                </a:lnTo>
                <a:lnTo>
                  <a:pt x="270929" y="668578"/>
                </a:lnTo>
                <a:lnTo>
                  <a:pt x="314172" y="654685"/>
                </a:lnTo>
                <a:lnTo>
                  <a:pt x="355815" y="636625"/>
                </a:lnTo>
                <a:lnTo>
                  <a:pt x="405333" y="609523"/>
                </a:lnTo>
                <a:lnTo>
                  <a:pt x="452678" y="578713"/>
                </a:lnTo>
                <a:lnTo>
                  <a:pt x="498500" y="545452"/>
                </a:lnTo>
                <a:lnTo>
                  <a:pt x="543458" y="511035"/>
                </a:lnTo>
                <a:close/>
              </a:path>
              <a:path w="622300" h="680719">
                <a:moveTo>
                  <a:pt x="622109" y="467575"/>
                </a:moveTo>
                <a:lnTo>
                  <a:pt x="614476" y="456488"/>
                </a:lnTo>
                <a:lnTo>
                  <a:pt x="618007" y="411099"/>
                </a:lnTo>
                <a:lnTo>
                  <a:pt x="618312" y="362966"/>
                </a:lnTo>
                <a:lnTo>
                  <a:pt x="615276" y="314934"/>
                </a:lnTo>
                <a:lnTo>
                  <a:pt x="608926" y="267208"/>
                </a:lnTo>
                <a:lnTo>
                  <a:pt x="599338" y="220027"/>
                </a:lnTo>
                <a:lnTo>
                  <a:pt x="586562" y="173596"/>
                </a:lnTo>
                <a:lnTo>
                  <a:pt x="570649" y="128155"/>
                </a:lnTo>
                <a:lnTo>
                  <a:pt x="551649" y="83934"/>
                </a:lnTo>
                <a:lnTo>
                  <a:pt x="529615" y="41135"/>
                </a:lnTo>
                <a:lnTo>
                  <a:pt x="504609" y="0"/>
                </a:lnTo>
                <a:lnTo>
                  <a:pt x="493674" y="46507"/>
                </a:lnTo>
                <a:lnTo>
                  <a:pt x="487883" y="95046"/>
                </a:lnTo>
                <a:lnTo>
                  <a:pt x="487146" y="144805"/>
                </a:lnTo>
                <a:lnTo>
                  <a:pt x="491363" y="194970"/>
                </a:lnTo>
                <a:lnTo>
                  <a:pt x="500392" y="244741"/>
                </a:lnTo>
                <a:lnTo>
                  <a:pt x="514159" y="293281"/>
                </a:lnTo>
                <a:lnTo>
                  <a:pt x="532536" y="339801"/>
                </a:lnTo>
                <a:lnTo>
                  <a:pt x="555421" y="383489"/>
                </a:lnTo>
                <a:lnTo>
                  <a:pt x="582714" y="423519"/>
                </a:lnTo>
                <a:lnTo>
                  <a:pt x="607568" y="451535"/>
                </a:lnTo>
                <a:lnTo>
                  <a:pt x="574217" y="429933"/>
                </a:lnTo>
                <a:lnTo>
                  <a:pt x="533768" y="405320"/>
                </a:lnTo>
                <a:lnTo>
                  <a:pt x="492201" y="383095"/>
                </a:lnTo>
                <a:lnTo>
                  <a:pt x="449160" y="364553"/>
                </a:lnTo>
                <a:lnTo>
                  <a:pt x="404291" y="350951"/>
                </a:lnTo>
                <a:lnTo>
                  <a:pt x="357327" y="344081"/>
                </a:lnTo>
                <a:lnTo>
                  <a:pt x="309714" y="345300"/>
                </a:lnTo>
                <a:lnTo>
                  <a:pt x="263753" y="355244"/>
                </a:lnTo>
                <a:lnTo>
                  <a:pt x="221703" y="374573"/>
                </a:lnTo>
                <a:lnTo>
                  <a:pt x="185851" y="403936"/>
                </a:lnTo>
                <a:lnTo>
                  <a:pt x="234505" y="425602"/>
                </a:lnTo>
                <a:lnTo>
                  <a:pt x="286550" y="437857"/>
                </a:lnTo>
                <a:lnTo>
                  <a:pt x="340448" y="443293"/>
                </a:lnTo>
                <a:lnTo>
                  <a:pt x="394665" y="444500"/>
                </a:lnTo>
                <a:lnTo>
                  <a:pt x="439381" y="444576"/>
                </a:lnTo>
                <a:lnTo>
                  <a:pt x="486244" y="445693"/>
                </a:lnTo>
                <a:lnTo>
                  <a:pt x="533488" y="449084"/>
                </a:lnTo>
                <a:lnTo>
                  <a:pt x="579361" y="455968"/>
                </a:lnTo>
                <a:lnTo>
                  <a:pt x="622109" y="46757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 descr=""/>
          <p:cNvSpPr/>
          <p:nvPr/>
        </p:nvSpPr>
        <p:spPr>
          <a:xfrm>
            <a:off x="11354384" y="1572594"/>
            <a:ext cx="273050" cy="363220"/>
          </a:xfrm>
          <a:custGeom>
            <a:avLst/>
            <a:gdLst/>
            <a:ahLst/>
            <a:cxnLst/>
            <a:rect l="l" t="t" r="r" b="b"/>
            <a:pathLst>
              <a:path w="273050" h="363219">
                <a:moveTo>
                  <a:pt x="272661" y="0"/>
                </a:moveTo>
                <a:lnTo>
                  <a:pt x="233398" y="6789"/>
                </a:lnTo>
                <a:lnTo>
                  <a:pt x="196516" y="22117"/>
                </a:lnTo>
                <a:lnTo>
                  <a:pt x="162937" y="44406"/>
                </a:lnTo>
                <a:lnTo>
                  <a:pt x="133587" y="72081"/>
                </a:lnTo>
                <a:lnTo>
                  <a:pt x="108843" y="103573"/>
                </a:lnTo>
                <a:lnTo>
                  <a:pt x="87989" y="137820"/>
                </a:lnTo>
                <a:lnTo>
                  <a:pt x="70303" y="174002"/>
                </a:lnTo>
                <a:lnTo>
                  <a:pt x="55066" y="211302"/>
                </a:lnTo>
                <a:lnTo>
                  <a:pt x="41426" y="249117"/>
                </a:lnTo>
                <a:lnTo>
                  <a:pt x="28349" y="287143"/>
                </a:lnTo>
                <a:lnTo>
                  <a:pt x="14865" y="325003"/>
                </a:lnTo>
                <a:lnTo>
                  <a:pt x="0" y="362324"/>
                </a:lnTo>
                <a:lnTo>
                  <a:pt x="2743" y="363109"/>
                </a:lnTo>
                <a:lnTo>
                  <a:pt x="46618" y="335683"/>
                </a:lnTo>
                <a:lnTo>
                  <a:pt x="87644" y="304189"/>
                </a:lnTo>
                <a:lnTo>
                  <a:pt x="125555" y="268988"/>
                </a:lnTo>
                <a:lnTo>
                  <a:pt x="160085" y="230437"/>
                </a:lnTo>
                <a:lnTo>
                  <a:pt x="190966" y="188896"/>
                </a:lnTo>
                <a:lnTo>
                  <a:pt x="217930" y="144723"/>
                </a:lnTo>
                <a:lnTo>
                  <a:pt x="240713" y="98276"/>
                </a:lnTo>
                <a:lnTo>
                  <a:pt x="259045" y="49916"/>
                </a:lnTo>
                <a:lnTo>
                  <a:pt x="272661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5" name="object 205" descr=""/>
          <p:cNvGrpSpPr/>
          <p:nvPr/>
        </p:nvGrpSpPr>
        <p:grpSpPr>
          <a:xfrm>
            <a:off x="10734310" y="1094415"/>
            <a:ext cx="1272540" cy="3353435"/>
            <a:chOff x="10734310" y="1094415"/>
            <a:chExt cx="1272540" cy="3353435"/>
          </a:xfrm>
        </p:grpSpPr>
        <p:sp>
          <p:nvSpPr>
            <p:cNvPr id="206" name="object 206" descr=""/>
            <p:cNvSpPr/>
            <p:nvPr/>
          </p:nvSpPr>
          <p:spPr>
            <a:xfrm>
              <a:off x="11008030" y="1094415"/>
              <a:ext cx="998855" cy="2919095"/>
            </a:xfrm>
            <a:custGeom>
              <a:avLst/>
              <a:gdLst/>
              <a:ahLst/>
              <a:cxnLst/>
              <a:rect l="l" t="t" r="r" b="b"/>
              <a:pathLst>
                <a:path w="998854" h="2919095">
                  <a:moveTo>
                    <a:pt x="290474" y="905611"/>
                  </a:moveTo>
                  <a:lnTo>
                    <a:pt x="263144" y="866927"/>
                  </a:lnTo>
                  <a:lnTo>
                    <a:pt x="233616" y="826160"/>
                  </a:lnTo>
                  <a:lnTo>
                    <a:pt x="201764" y="787679"/>
                  </a:lnTo>
                  <a:lnTo>
                    <a:pt x="167411" y="755891"/>
                  </a:lnTo>
                  <a:lnTo>
                    <a:pt x="129349" y="731875"/>
                  </a:lnTo>
                  <a:lnTo>
                    <a:pt x="87630" y="715213"/>
                  </a:lnTo>
                  <a:lnTo>
                    <a:pt x="43942" y="707885"/>
                  </a:lnTo>
                  <a:lnTo>
                    <a:pt x="0" y="711923"/>
                  </a:lnTo>
                  <a:lnTo>
                    <a:pt x="28359" y="755116"/>
                  </a:lnTo>
                  <a:lnTo>
                    <a:pt x="62382" y="794004"/>
                  </a:lnTo>
                  <a:lnTo>
                    <a:pt x="101295" y="828040"/>
                  </a:lnTo>
                  <a:lnTo>
                    <a:pt x="144322" y="856742"/>
                  </a:lnTo>
                  <a:lnTo>
                    <a:pt x="190715" y="879576"/>
                  </a:lnTo>
                  <a:lnTo>
                    <a:pt x="239687" y="896035"/>
                  </a:lnTo>
                  <a:lnTo>
                    <a:pt x="290474" y="905611"/>
                  </a:lnTo>
                  <a:close/>
                </a:path>
                <a:path w="998854" h="2919095">
                  <a:moveTo>
                    <a:pt x="333832" y="708253"/>
                  </a:moveTo>
                  <a:lnTo>
                    <a:pt x="331812" y="662393"/>
                  </a:lnTo>
                  <a:lnTo>
                    <a:pt x="324510" y="616762"/>
                  </a:lnTo>
                  <a:lnTo>
                    <a:pt x="312267" y="571512"/>
                  </a:lnTo>
                  <a:lnTo>
                    <a:pt x="295427" y="526783"/>
                  </a:lnTo>
                  <a:lnTo>
                    <a:pt x="274332" y="482714"/>
                  </a:lnTo>
                  <a:lnTo>
                    <a:pt x="255257" y="525322"/>
                  </a:lnTo>
                  <a:lnTo>
                    <a:pt x="244906" y="570953"/>
                  </a:lnTo>
                  <a:lnTo>
                    <a:pt x="242252" y="618058"/>
                  </a:lnTo>
                  <a:lnTo>
                    <a:pt x="246253" y="665124"/>
                  </a:lnTo>
                  <a:lnTo>
                    <a:pt x="255600" y="711123"/>
                  </a:lnTo>
                  <a:lnTo>
                    <a:pt x="268820" y="756196"/>
                  </a:lnTo>
                  <a:lnTo>
                    <a:pt x="284607" y="800595"/>
                  </a:lnTo>
                  <a:lnTo>
                    <a:pt x="301650" y="844524"/>
                  </a:lnTo>
                  <a:lnTo>
                    <a:pt x="304787" y="845845"/>
                  </a:lnTo>
                  <a:lnTo>
                    <a:pt x="320662" y="800125"/>
                  </a:lnTo>
                  <a:lnTo>
                    <a:pt x="330225" y="754214"/>
                  </a:lnTo>
                  <a:lnTo>
                    <a:pt x="333832" y="708253"/>
                  </a:lnTo>
                  <a:close/>
                </a:path>
                <a:path w="998854" h="2919095">
                  <a:moveTo>
                    <a:pt x="998702" y="841502"/>
                  </a:moveTo>
                  <a:lnTo>
                    <a:pt x="998512" y="841298"/>
                  </a:lnTo>
                  <a:lnTo>
                    <a:pt x="998321" y="841082"/>
                  </a:lnTo>
                  <a:lnTo>
                    <a:pt x="995921" y="842848"/>
                  </a:lnTo>
                  <a:lnTo>
                    <a:pt x="903503" y="921346"/>
                  </a:lnTo>
                  <a:lnTo>
                    <a:pt x="801890" y="1009904"/>
                  </a:lnTo>
                  <a:lnTo>
                    <a:pt x="677989" y="1118958"/>
                  </a:lnTo>
                  <a:lnTo>
                    <a:pt x="635292" y="1157630"/>
                  </a:lnTo>
                  <a:lnTo>
                    <a:pt x="594982" y="1195425"/>
                  </a:lnTo>
                  <a:lnTo>
                    <a:pt x="557377" y="1231912"/>
                  </a:lnTo>
                  <a:lnTo>
                    <a:pt x="522782" y="1266659"/>
                  </a:lnTo>
                  <a:lnTo>
                    <a:pt x="491515" y="1299235"/>
                  </a:lnTo>
                  <a:lnTo>
                    <a:pt x="463892" y="1329232"/>
                  </a:lnTo>
                  <a:lnTo>
                    <a:pt x="429679" y="1368196"/>
                  </a:lnTo>
                  <a:lnTo>
                    <a:pt x="397992" y="1406702"/>
                  </a:lnTo>
                  <a:lnTo>
                    <a:pt x="391134" y="1416050"/>
                  </a:lnTo>
                  <a:lnTo>
                    <a:pt x="385889" y="1420317"/>
                  </a:lnTo>
                  <a:lnTo>
                    <a:pt x="355447" y="1459865"/>
                  </a:lnTo>
                  <a:lnTo>
                    <a:pt x="350545" y="1471599"/>
                  </a:lnTo>
                  <a:lnTo>
                    <a:pt x="349008" y="699630"/>
                  </a:lnTo>
                  <a:lnTo>
                    <a:pt x="347586" y="482485"/>
                  </a:lnTo>
                  <a:lnTo>
                    <a:pt x="394322" y="466432"/>
                  </a:lnTo>
                  <a:lnTo>
                    <a:pt x="440715" y="447421"/>
                  </a:lnTo>
                  <a:lnTo>
                    <a:pt x="485914" y="425754"/>
                  </a:lnTo>
                  <a:lnTo>
                    <a:pt x="529805" y="401523"/>
                  </a:lnTo>
                  <a:lnTo>
                    <a:pt x="572223" y="374802"/>
                  </a:lnTo>
                  <a:lnTo>
                    <a:pt x="613029" y="345681"/>
                  </a:lnTo>
                  <a:lnTo>
                    <a:pt x="652068" y="314236"/>
                  </a:lnTo>
                  <a:lnTo>
                    <a:pt x="679030" y="278231"/>
                  </a:lnTo>
                  <a:lnTo>
                    <a:pt x="679411" y="263918"/>
                  </a:lnTo>
                  <a:lnTo>
                    <a:pt x="675043" y="253669"/>
                  </a:lnTo>
                  <a:lnTo>
                    <a:pt x="667385" y="245465"/>
                  </a:lnTo>
                  <a:lnTo>
                    <a:pt x="657517" y="239610"/>
                  </a:lnTo>
                  <a:lnTo>
                    <a:pt x="646468" y="236423"/>
                  </a:lnTo>
                  <a:lnTo>
                    <a:pt x="635165" y="235800"/>
                  </a:lnTo>
                  <a:lnTo>
                    <a:pt x="623887" y="237058"/>
                  </a:lnTo>
                  <a:lnTo>
                    <a:pt x="553542" y="262623"/>
                  </a:lnTo>
                  <a:lnTo>
                    <a:pt x="507428" y="287477"/>
                  </a:lnTo>
                  <a:lnTo>
                    <a:pt x="464527" y="317436"/>
                  </a:lnTo>
                  <a:lnTo>
                    <a:pt x="425932" y="352209"/>
                  </a:lnTo>
                  <a:lnTo>
                    <a:pt x="392734" y="391515"/>
                  </a:lnTo>
                  <a:lnTo>
                    <a:pt x="366026" y="435114"/>
                  </a:lnTo>
                  <a:lnTo>
                    <a:pt x="347586" y="481037"/>
                  </a:lnTo>
                  <a:lnTo>
                    <a:pt x="347395" y="451535"/>
                  </a:lnTo>
                  <a:lnTo>
                    <a:pt x="346621" y="412851"/>
                  </a:lnTo>
                  <a:lnTo>
                    <a:pt x="346557" y="412305"/>
                  </a:lnTo>
                  <a:lnTo>
                    <a:pt x="363423" y="370700"/>
                  </a:lnTo>
                  <a:lnTo>
                    <a:pt x="384746" y="330555"/>
                  </a:lnTo>
                  <a:lnTo>
                    <a:pt x="408762" y="291655"/>
                  </a:lnTo>
                  <a:lnTo>
                    <a:pt x="433908" y="253301"/>
                  </a:lnTo>
                  <a:lnTo>
                    <a:pt x="458647" y="214782"/>
                  </a:lnTo>
                  <a:lnTo>
                    <a:pt x="481545" y="174815"/>
                  </a:lnTo>
                  <a:lnTo>
                    <a:pt x="500976" y="132892"/>
                  </a:lnTo>
                  <a:lnTo>
                    <a:pt x="515124" y="89458"/>
                  </a:lnTo>
                  <a:lnTo>
                    <a:pt x="522173" y="45021"/>
                  </a:lnTo>
                  <a:lnTo>
                    <a:pt x="520306" y="0"/>
                  </a:lnTo>
                  <a:lnTo>
                    <a:pt x="482117" y="22529"/>
                  </a:lnTo>
                  <a:lnTo>
                    <a:pt x="449072" y="52031"/>
                  </a:lnTo>
                  <a:lnTo>
                    <a:pt x="421246" y="87045"/>
                  </a:lnTo>
                  <a:lnTo>
                    <a:pt x="398703" y="126085"/>
                  </a:lnTo>
                  <a:lnTo>
                    <a:pt x="381482" y="167652"/>
                  </a:lnTo>
                  <a:lnTo>
                    <a:pt x="366687" y="221411"/>
                  </a:lnTo>
                  <a:lnTo>
                    <a:pt x="357416" y="276479"/>
                  </a:lnTo>
                  <a:lnTo>
                    <a:pt x="351840" y="332282"/>
                  </a:lnTo>
                  <a:lnTo>
                    <a:pt x="348170" y="388251"/>
                  </a:lnTo>
                  <a:lnTo>
                    <a:pt x="346456" y="411302"/>
                  </a:lnTo>
                  <a:lnTo>
                    <a:pt x="346354" y="410184"/>
                  </a:lnTo>
                  <a:lnTo>
                    <a:pt x="346087" y="412851"/>
                  </a:lnTo>
                  <a:lnTo>
                    <a:pt x="345821" y="420738"/>
                  </a:lnTo>
                  <a:lnTo>
                    <a:pt x="345617" y="437019"/>
                  </a:lnTo>
                  <a:lnTo>
                    <a:pt x="333730" y="395782"/>
                  </a:lnTo>
                  <a:lnTo>
                    <a:pt x="323405" y="349834"/>
                  </a:lnTo>
                  <a:lnTo>
                    <a:pt x="313309" y="303225"/>
                  </a:lnTo>
                  <a:lnTo>
                    <a:pt x="301409" y="257517"/>
                  </a:lnTo>
                  <a:lnTo>
                    <a:pt x="285686" y="214274"/>
                  </a:lnTo>
                  <a:lnTo>
                    <a:pt x="264096" y="175069"/>
                  </a:lnTo>
                  <a:lnTo>
                    <a:pt x="234442" y="139128"/>
                  </a:lnTo>
                  <a:lnTo>
                    <a:pt x="201256" y="105968"/>
                  </a:lnTo>
                  <a:lnTo>
                    <a:pt x="168998" y="72237"/>
                  </a:lnTo>
                  <a:lnTo>
                    <a:pt x="142074" y="34582"/>
                  </a:lnTo>
                  <a:lnTo>
                    <a:pt x="131711" y="73812"/>
                  </a:lnTo>
                  <a:lnTo>
                    <a:pt x="130149" y="114465"/>
                  </a:lnTo>
                  <a:lnTo>
                    <a:pt x="136334" y="155041"/>
                  </a:lnTo>
                  <a:lnTo>
                    <a:pt x="149174" y="194068"/>
                  </a:lnTo>
                  <a:lnTo>
                    <a:pt x="167398" y="230555"/>
                  </a:lnTo>
                  <a:lnTo>
                    <a:pt x="189725" y="264744"/>
                  </a:lnTo>
                  <a:lnTo>
                    <a:pt x="215087" y="296976"/>
                  </a:lnTo>
                  <a:lnTo>
                    <a:pt x="242430" y="327571"/>
                  </a:lnTo>
                  <a:lnTo>
                    <a:pt x="269519" y="355930"/>
                  </a:lnTo>
                  <a:lnTo>
                    <a:pt x="295363" y="382676"/>
                  </a:lnTo>
                  <a:lnTo>
                    <a:pt x="320725" y="409841"/>
                  </a:lnTo>
                  <a:lnTo>
                    <a:pt x="345592" y="438658"/>
                  </a:lnTo>
                  <a:lnTo>
                    <a:pt x="344843" y="501256"/>
                  </a:lnTo>
                  <a:lnTo>
                    <a:pt x="343331" y="862863"/>
                  </a:lnTo>
                  <a:lnTo>
                    <a:pt x="342646" y="1827911"/>
                  </a:lnTo>
                  <a:lnTo>
                    <a:pt x="344258" y="2629077"/>
                  </a:lnTo>
                  <a:lnTo>
                    <a:pt x="345871" y="2877197"/>
                  </a:lnTo>
                  <a:lnTo>
                    <a:pt x="346646" y="2915894"/>
                  </a:lnTo>
                  <a:lnTo>
                    <a:pt x="346913" y="2918561"/>
                  </a:lnTo>
                  <a:lnTo>
                    <a:pt x="347179" y="2915894"/>
                  </a:lnTo>
                  <a:lnTo>
                    <a:pt x="347446" y="2908008"/>
                  </a:lnTo>
                  <a:lnTo>
                    <a:pt x="348411" y="2827477"/>
                  </a:lnTo>
                  <a:lnTo>
                    <a:pt x="349935" y="2465857"/>
                  </a:lnTo>
                  <a:lnTo>
                    <a:pt x="350608" y="1500898"/>
                  </a:lnTo>
                  <a:lnTo>
                    <a:pt x="350558" y="1479626"/>
                  </a:lnTo>
                  <a:lnTo>
                    <a:pt x="353656" y="1472298"/>
                  </a:lnTo>
                  <a:lnTo>
                    <a:pt x="376656" y="1437220"/>
                  </a:lnTo>
                  <a:lnTo>
                    <a:pt x="423951" y="1400733"/>
                  </a:lnTo>
                  <a:lnTo>
                    <a:pt x="466839" y="1378686"/>
                  </a:lnTo>
                  <a:lnTo>
                    <a:pt x="516001" y="1357134"/>
                  </a:lnTo>
                  <a:lnTo>
                    <a:pt x="569087" y="1334731"/>
                  </a:lnTo>
                  <a:lnTo>
                    <a:pt x="622592" y="1313383"/>
                  </a:lnTo>
                  <a:lnTo>
                    <a:pt x="672782" y="1294371"/>
                  </a:lnTo>
                  <a:lnTo>
                    <a:pt x="718451" y="1277823"/>
                  </a:lnTo>
                  <a:lnTo>
                    <a:pt x="758431" y="1263929"/>
                  </a:lnTo>
                  <a:lnTo>
                    <a:pt x="830287" y="1239735"/>
                  </a:lnTo>
                  <a:lnTo>
                    <a:pt x="837806" y="1236954"/>
                  </a:lnTo>
                  <a:lnTo>
                    <a:pt x="837653" y="1236408"/>
                  </a:lnTo>
                  <a:lnTo>
                    <a:pt x="837501" y="1235875"/>
                  </a:lnTo>
                  <a:lnTo>
                    <a:pt x="829665" y="1237640"/>
                  </a:lnTo>
                  <a:lnTo>
                    <a:pt x="790181" y="1248410"/>
                  </a:lnTo>
                  <a:lnTo>
                    <a:pt x="716267" y="1271460"/>
                  </a:lnTo>
                  <a:lnTo>
                    <a:pt x="670229" y="1287335"/>
                  </a:lnTo>
                  <a:lnTo>
                    <a:pt x="619747" y="1305966"/>
                  </a:lnTo>
                  <a:lnTo>
                    <a:pt x="566013" y="1327226"/>
                  </a:lnTo>
                  <a:lnTo>
                    <a:pt x="512800" y="1349794"/>
                  </a:lnTo>
                  <a:lnTo>
                    <a:pt x="463727" y="1371968"/>
                  </a:lnTo>
                  <a:lnTo>
                    <a:pt x="420458" y="1394917"/>
                  </a:lnTo>
                  <a:lnTo>
                    <a:pt x="399122" y="1409560"/>
                  </a:lnTo>
                  <a:lnTo>
                    <a:pt x="418960" y="1386992"/>
                  </a:lnTo>
                  <a:lnTo>
                    <a:pt x="449516" y="1353146"/>
                  </a:lnTo>
                  <a:lnTo>
                    <a:pt x="496163" y="1303680"/>
                  </a:lnTo>
                  <a:lnTo>
                    <a:pt x="527773" y="1271574"/>
                  </a:lnTo>
                  <a:lnTo>
                    <a:pt x="562610" y="1237246"/>
                  </a:lnTo>
                  <a:lnTo>
                    <a:pt x="600367" y="1201102"/>
                  </a:lnTo>
                  <a:lnTo>
                    <a:pt x="640740" y="1163561"/>
                  </a:lnTo>
                  <a:lnTo>
                    <a:pt x="683399" y="1125016"/>
                  </a:lnTo>
                  <a:lnTo>
                    <a:pt x="907300" y="925652"/>
                  </a:lnTo>
                  <a:lnTo>
                    <a:pt x="974572" y="864539"/>
                  </a:lnTo>
                  <a:lnTo>
                    <a:pt x="992593" y="847610"/>
                  </a:lnTo>
                  <a:lnTo>
                    <a:pt x="998702" y="84150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7" name="object 20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597079" y="2104118"/>
              <a:ext cx="63615" cy="194412"/>
            </a:xfrm>
            <a:prstGeom prst="rect">
              <a:avLst/>
            </a:prstGeom>
          </p:spPr>
        </p:pic>
        <p:sp>
          <p:nvSpPr>
            <p:cNvPr id="208" name="object 208" descr=""/>
            <p:cNvSpPr/>
            <p:nvPr/>
          </p:nvSpPr>
          <p:spPr>
            <a:xfrm>
              <a:off x="10734306" y="2228030"/>
              <a:ext cx="621665" cy="410845"/>
            </a:xfrm>
            <a:custGeom>
              <a:avLst/>
              <a:gdLst/>
              <a:ahLst/>
              <a:cxnLst/>
              <a:rect l="l" t="t" r="r" b="b"/>
              <a:pathLst>
                <a:path w="621665" h="410844">
                  <a:moveTo>
                    <a:pt x="462749" y="112826"/>
                  </a:moveTo>
                  <a:lnTo>
                    <a:pt x="461848" y="102793"/>
                  </a:lnTo>
                  <a:lnTo>
                    <a:pt x="458266" y="102501"/>
                  </a:lnTo>
                  <a:lnTo>
                    <a:pt x="457733" y="109181"/>
                  </a:lnTo>
                  <a:lnTo>
                    <a:pt x="457771" y="112801"/>
                  </a:lnTo>
                  <a:lnTo>
                    <a:pt x="459117" y="112826"/>
                  </a:lnTo>
                  <a:lnTo>
                    <a:pt x="462749" y="112826"/>
                  </a:lnTo>
                  <a:close/>
                </a:path>
                <a:path w="621665" h="410844">
                  <a:moveTo>
                    <a:pt x="621601" y="410070"/>
                  </a:moveTo>
                  <a:lnTo>
                    <a:pt x="587667" y="360794"/>
                  </a:lnTo>
                  <a:lnTo>
                    <a:pt x="554812" y="315836"/>
                  </a:lnTo>
                  <a:lnTo>
                    <a:pt x="528091" y="280263"/>
                  </a:lnTo>
                  <a:lnTo>
                    <a:pt x="498741" y="242023"/>
                  </a:lnTo>
                  <a:lnTo>
                    <a:pt x="488505" y="220078"/>
                  </a:lnTo>
                  <a:lnTo>
                    <a:pt x="469633" y="159816"/>
                  </a:lnTo>
                  <a:lnTo>
                    <a:pt x="463143" y="117132"/>
                  </a:lnTo>
                  <a:lnTo>
                    <a:pt x="462775" y="113017"/>
                  </a:lnTo>
                  <a:lnTo>
                    <a:pt x="459054" y="113017"/>
                  </a:lnTo>
                  <a:lnTo>
                    <a:pt x="457873" y="113017"/>
                  </a:lnTo>
                  <a:lnTo>
                    <a:pt x="457708" y="117398"/>
                  </a:lnTo>
                  <a:lnTo>
                    <a:pt x="458685" y="137375"/>
                  </a:lnTo>
                  <a:lnTo>
                    <a:pt x="462000" y="161340"/>
                  </a:lnTo>
                  <a:lnTo>
                    <a:pt x="468464" y="187871"/>
                  </a:lnTo>
                  <a:lnTo>
                    <a:pt x="479602" y="217614"/>
                  </a:lnTo>
                  <a:lnTo>
                    <a:pt x="465569" y="199707"/>
                  </a:lnTo>
                  <a:lnTo>
                    <a:pt x="432511" y="158534"/>
                  </a:lnTo>
                  <a:lnTo>
                    <a:pt x="401307" y="120523"/>
                  </a:lnTo>
                  <a:lnTo>
                    <a:pt x="372719" y="86423"/>
                  </a:lnTo>
                  <a:lnTo>
                    <a:pt x="347484" y="56984"/>
                  </a:lnTo>
                  <a:lnTo>
                    <a:pt x="317677" y="23126"/>
                  </a:lnTo>
                  <a:lnTo>
                    <a:pt x="296100" y="0"/>
                  </a:lnTo>
                  <a:lnTo>
                    <a:pt x="295249" y="736"/>
                  </a:lnTo>
                  <a:lnTo>
                    <a:pt x="299605" y="6642"/>
                  </a:lnTo>
                  <a:lnTo>
                    <a:pt x="307835" y="17030"/>
                  </a:lnTo>
                  <a:lnTo>
                    <a:pt x="334987" y="50622"/>
                  </a:lnTo>
                  <a:lnTo>
                    <a:pt x="323316" y="44386"/>
                  </a:lnTo>
                  <a:lnTo>
                    <a:pt x="270776" y="23495"/>
                  </a:lnTo>
                  <a:lnTo>
                    <a:pt x="209232" y="8991"/>
                  </a:lnTo>
                  <a:lnTo>
                    <a:pt x="138125" y="3568"/>
                  </a:lnTo>
                  <a:lnTo>
                    <a:pt x="104940" y="5054"/>
                  </a:lnTo>
                  <a:lnTo>
                    <a:pt x="49364" y="13462"/>
                  </a:lnTo>
                  <a:lnTo>
                    <a:pt x="4546" y="26695"/>
                  </a:lnTo>
                  <a:lnTo>
                    <a:pt x="0" y="28600"/>
                  </a:lnTo>
                  <a:lnTo>
                    <a:pt x="177" y="29133"/>
                  </a:lnTo>
                  <a:lnTo>
                    <a:pt x="3848" y="28917"/>
                  </a:lnTo>
                  <a:lnTo>
                    <a:pt x="29578" y="23190"/>
                  </a:lnTo>
                  <a:lnTo>
                    <a:pt x="50495" y="19088"/>
                  </a:lnTo>
                  <a:lnTo>
                    <a:pt x="76009" y="15240"/>
                  </a:lnTo>
                  <a:lnTo>
                    <a:pt x="105473" y="12522"/>
                  </a:lnTo>
                  <a:lnTo>
                    <a:pt x="138125" y="11531"/>
                  </a:lnTo>
                  <a:lnTo>
                    <a:pt x="173189" y="12852"/>
                  </a:lnTo>
                  <a:lnTo>
                    <a:pt x="240144" y="22783"/>
                  </a:lnTo>
                  <a:lnTo>
                    <a:pt x="293484" y="37617"/>
                  </a:lnTo>
                  <a:lnTo>
                    <a:pt x="338010" y="54356"/>
                  </a:lnTo>
                  <a:lnTo>
                    <a:pt x="361823" y="83807"/>
                  </a:lnTo>
                  <a:lnTo>
                    <a:pt x="359283" y="81699"/>
                  </a:lnTo>
                  <a:lnTo>
                    <a:pt x="345313" y="73926"/>
                  </a:lnTo>
                  <a:lnTo>
                    <a:pt x="326999" y="67729"/>
                  </a:lnTo>
                  <a:lnTo>
                    <a:pt x="305257" y="64160"/>
                  </a:lnTo>
                  <a:lnTo>
                    <a:pt x="281012" y="63030"/>
                  </a:lnTo>
                  <a:lnTo>
                    <a:pt x="255168" y="64198"/>
                  </a:lnTo>
                  <a:lnTo>
                    <a:pt x="205714" y="70954"/>
                  </a:lnTo>
                  <a:lnTo>
                    <a:pt x="166243" y="80962"/>
                  </a:lnTo>
                  <a:lnTo>
                    <a:pt x="131572" y="95173"/>
                  </a:lnTo>
                  <a:lnTo>
                    <a:pt x="134289" y="95072"/>
                  </a:lnTo>
                  <a:lnTo>
                    <a:pt x="167779" y="86499"/>
                  </a:lnTo>
                  <a:lnTo>
                    <a:pt x="186016" y="82334"/>
                  </a:lnTo>
                  <a:lnTo>
                    <a:pt x="207073" y="78308"/>
                  </a:lnTo>
                  <a:lnTo>
                    <a:pt x="230492" y="74815"/>
                  </a:lnTo>
                  <a:lnTo>
                    <a:pt x="255778" y="72288"/>
                  </a:lnTo>
                  <a:lnTo>
                    <a:pt x="281127" y="70980"/>
                  </a:lnTo>
                  <a:lnTo>
                    <a:pt x="304596" y="71602"/>
                  </a:lnTo>
                  <a:lnTo>
                    <a:pt x="343154" y="79235"/>
                  </a:lnTo>
                  <a:lnTo>
                    <a:pt x="426313" y="163537"/>
                  </a:lnTo>
                  <a:lnTo>
                    <a:pt x="459219" y="204762"/>
                  </a:lnTo>
                  <a:lnTo>
                    <a:pt x="491896" y="246138"/>
                  </a:lnTo>
                  <a:lnTo>
                    <a:pt x="508063" y="266966"/>
                  </a:lnTo>
                  <a:lnTo>
                    <a:pt x="508609" y="267500"/>
                  </a:lnTo>
                  <a:lnTo>
                    <a:pt x="522173" y="284822"/>
                  </a:lnTo>
                  <a:lnTo>
                    <a:pt x="573163" y="350520"/>
                  </a:lnTo>
                  <a:lnTo>
                    <a:pt x="615924" y="405142"/>
                  </a:lnTo>
                  <a:lnTo>
                    <a:pt x="620699" y="410730"/>
                  </a:lnTo>
                  <a:lnTo>
                    <a:pt x="621144" y="410400"/>
                  </a:lnTo>
                  <a:lnTo>
                    <a:pt x="621601" y="41007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9" name="object 20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60277" y="1857818"/>
              <a:ext cx="96342" cy="246296"/>
            </a:xfrm>
            <a:prstGeom prst="rect">
              <a:avLst/>
            </a:prstGeom>
          </p:spPr>
        </p:pic>
        <p:sp>
          <p:nvSpPr>
            <p:cNvPr id="210" name="object 210" descr=""/>
            <p:cNvSpPr/>
            <p:nvPr/>
          </p:nvSpPr>
          <p:spPr>
            <a:xfrm>
              <a:off x="10840263" y="2776238"/>
              <a:ext cx="1102360" cy="1671955"/>
            </a:xfrm>
            <a:custGeom>
              <a:avLst/>
              <a:gdLst/>
              <a:ahLst/>
              <a:cxnLst/>
              <a:rect l="l" t="t" r="r" b="b"/>
              <a:pathLst>
                <a:path w="1102359" h="1671954">
                  <a:moveTo>
                    <a:pt x="901395" y="1017841"/>
                  </a:moveTo>
                  <a:lnTo>
                    <a:pt x="126822" y="1017841"/>
                  </a:lnTo>
                  <a:lnTo>
                    <a:pt x="130543" y="1067435"/>
                  </a:lnTo>
                  <a:lnTo>
                    <a:pt x="136080" y="1117142"/>
                  </a:lnTo>
                  <a:lnTo>
                    <a:pt x="143383" y="1166990"/>
                  </a:lnTo>
                  <a:lnTo>
                    <a:pt x="152412" y="1216939"/>
                  </a:lnTo>
                  <a:lnTo>
                    <a:pt x="163106" y="1267015"/>
                  </a:lnTo>
                  <a:lnTo>
                    <a:pt x="175425" y="1317205"/>
                  </a:lnTo>
                  <a:lnTo>
                    <a:pt x="189331" y="1367497"/>
                  </a:lnTo>
                  <a:lnTo>
                    <a:pt x="204749" y="1417904"/>
                  </a:lnTo>
                  <a:lnTo>
                    <a:pt x="221653" y="1468399"/>
                  </a:lnTo>
                  <a:lnTo>
                    <a:pt x="239979" y="1519008"/>
                  </a:lnTo>
                  <a:lnTo>
                    <a:pt x="259702" y="1569707"/>
                  </a:lnTo>
                  <a:lnTo>
                    <a:pt x="280746" y="1620494"/>
                  </a:lnTo>
                  <a:lnTo>
                    <a:pt x="303072" y="1671370"/>
                  </a:lnTo>
                  <a:lnTo>
                    <a:pt x="735634" y="1671370"/>
                  </a:lnTo>
                  <a:lnTo>
                    <a:pt x="756907" y="1620964"/>
                  </a:lnTo>
                  <a:lnTo>
                    <a:pt x="776909" y="1570583"/>
                  </a:lnTo>
                  <a:lnTo>
                    <a:pt x="795591" y="1520215"/>
                  </a:lnTo>
                  <a:lnTo>
                    <a:pt x="812927" y="1469872"/>
                  </a:lnTo>
                  <a:lnTo>
                    <a:pt x="828865" y="1419542"/>
                  </a:lnTo>
                  <a:lnTo>
                    <a:pt x="843368" y="1369250"/>
                  </a:lnTo>
                  <a:lnTo>
                    <a:pt x="856411" y="1318971"/>
                  </a:lnTo>
                  <a:lnTo>
                    <a:pt x="867930" y="1268717"/>
                  </a:lnTo>
                  <a:lnTo>
                    <a:pt x="877900" y="1218488"/>
                  </a:lnTo>
                  <a:lnTo>
                    <a:pt x="886269" y="1168285"/>
                  </a:lnTo>
                  <a:lnTo>
                    <a:pt x="893000" y="1118120"/>
                  </a:lnTo>
                  <a:lnTo>
                    <a:pt x="898055" y="1067968"/>
                  </a:lnTo>
                  <a:lnTo>
                    <a:pt x="901395" y="1017841"/>
                  </a:lnTo>
                  <a:close/>
                </a:path>
                <a:path w="1102359" h="1671954">
                  <a:moveTo>
                    <a:pt x="966812" y="598995"/>
                  </a:moveTo>
                  <a:lnTo>
                    <a:pt x="963320" y="598462"/>
                  </a:lnTo>
                  <a:lnTo>
                    <a:pt x="953414" y="598474"/>
                  </a:lnTo>
                  <a:lnTo>
                    <a:pt x="937793" y="599109"/>
                  </a:lnTo>
                  <a:lnTo>
                    <a:pt x="892086" y="602716"/>
                  </a:lnTo>
                  <a:lnTo>
                    <a:pt x="831977" y="612394"/>
                  </a:lnTo>
                  <a:lnTo>
                    <a:pt x="766470" y="633780"/>
                  </a:lnTo>
                  <a:lnTo>
                    <a:pt x="713244" y="663854"/>
                  </a:lnTo>
                  <a:lnTo>
                    <a:pt x="699617" y="674433"/>
                  </a:lnTo>
                  <a:lnTo>
                    <a:pt x="731608" y="634669"/>
                  </a:lnTo>
                  <a:lnTo>
                    <a:pt x="774446" y="584466"/>
                  </a:lnTo>
                  <a:lnTo>
                    <a:pt x="816152" y="540575"/>
                  </a:lnTo>
                  <a:lnTo>
                    <a:pt x="855929" y="504393"/>
                  </a:lnTo>
                  <a:lnTo>
                    <a:pt x="892149" y="476516"/>
                  </a:lnTo>
                  <a:lnTo>
                    <a:pt x="934897" y="449541"/>
                  </a:lnTo>
                  <a:lnTo>
                    <a:pt x="956716" y="437642"/>
                  </a:lnTo>
                  <a:lnTo>
                    <a:pt x="958126" y="436499"/>
                  </a:lnTo>
                  <a:lnTo>
                    <a:pt x="958011" y="436245"/>
                  </a:lnTo>
                  <a:lnTo>
                    <a:pt x="955763" y="437007"/>
                  </a:lnTo>
                  <a:lnTo>
                    <a:pt x="947407" y="440512"/>
                  </a:lnTo>
                  <a:lnTo>
                    <a:pt x="941120" y="442887"/>
                  </a:lnTo>
                  <a:lnTo>
                    <a:pt x="905852" y="461797"/>
                  </a:lnTo>
                  <a:lnTo>
                    <a:pt x="871169" y="484797"/>
                  </a:lnTo>
                  <a:lnTo>
                    <a:pt x="831888" y="516458"/>
                  </a:lnTo>
                  <a:lnTo>
                    <a:pt x="790041" y="556437"/>
                  </a:lnTo>
                  <a:lnTo>
                    <a:pt x="747115" y="603732"/>
                  </a:lnTo>
                  <a:lnTo>
                    <a:pt x="703491" y="656488"/>
                  </a:lnTo>
                  <a:lnTo>
                    <a:pt x="702094" y="658241"/>
                  </a:lnTo>
                  <a:lnTo>
                    <a:pt x="704862" y="653211"/>
                  </a:lnTo>
                  <a:lnTo>
                    <a:pt x="724649" y="603656"/>
                  </a:lnTo>
                  <a:lnTo>
                    <a:pt x="733412" y="558952"/>
                  </a:lnTo>
                  <a:lnTo>
                    <a:pt x="734898" y="539762"/>
                  </a:lnTo>
                  <a:lnTo>
                    <a:pt x="734809" y="534492"/>
                  </a:lnTo>
                  <a:lnTo>
                    <a:pt x="734237" y="532599"/>
                  </a:lnTo>
                  <a:lnTo>
                    <a:pt x="731723" y="539330"/>
                  </a:lnTo>
                  <a:lnTo>
                    <a:pt x="727798" y="558050"/>
                  </a:lnTo>
                  <a:lnTo>
                    <a:pt x="721410" y="585457"/>
                  </a:lnTo>
                  <a:lnTo>
                    <a:pt x="698106" y="649871"/>
                  </a:lnTo>
                  <a:lnTo>
                    <a:pt x="680364" y="685520"/>
                  </a:lnTo>
                  <a:lnTo>
                    <a:pt x="636663" y="740384"/>
                  </a:lnTo>
                  <a:lnTo>
                    <a:pt x="606920" y="779030"/>
                  </a:lnTo>
                  <a:lnTo>
                    <a:pt x="580821" y="815111"/>
                  </a:lnTo>
                  <a:lnTo>
                    <a:pt x="559206" y="848398"/>
                  </a:lnTo>
                  <a:lnTo>
                    <a:pt x="538543" y="884466"/>
                  </a:lnTo>
                  <a:lnTo>
                    <a:pt x="520903" y="920343"/>
                  </a:lnTo>
                  <a:lnTo>
                    <a:pt x="514845" y="936155"/>
                  </a:lnTo>
                  <a:lnTo>
                    <a:pt x="514667" y="933932"/>
                  </a:lnTo>
                  <a:lnTo>
                    <a:pt x="503770" y="879233"/>
                  </a:lnTo>
                  <a:lnTo>
                    <a:pt x="486257" y="829335"/>
                  </a:lnTo>
                  <a:lnTo>
                    <a:pt x="455320" y="764540"/>
                  </a:lnTo>
                  <a:lnTo>
                    <a:pt x="433400" y="726554"/>
                  </a:lnTo>
                  <a:lnTo>
                    <a:pt x="407936" y="686752"/>
                  </a:lnTo>
                  <a:lnTo>
                    <a:pt x="379171" y="645502"/>
                  </a:lnTo>
                  <a:lnTo>
                    <a:pt x="347319" y="603199"/>
                  </a:lnTo>
                  <a:lnTo>
                    <a:pt x="312623" y="560222"/>
                  </a:lnTo>
                  <a:lnTo>
                    <a:pt x="275310" y="516966"/>
                  </a:lnTo>
                  <a:lnTo>
                    <a:pt x="210146" y="442950"/>
                  </a:lnTo>
                  <a:lnTo>
                    <a:pt x="179527" y="407530"/>
                  </a:lnTo>
                  <a:lnTo>
                    <a:pt x="150825" y="373037"/>
                  </a:lnTo>
                  <a:lnTo>
                    <a:pt x="124460" y="339521"/>
                  </a:lnTo>
                  <a:lnTo>
                    <a:pt x="100622" y="307136"/>
                  </a:lnTo>
                  <a:lnTo>
                    <a:pt x="61163" y="246761"/>
                  </a:lnTo>
                  <a:lnTo>
                    <a:pt x="32766" y="194475"/>
                  </a:lnTo>
                  <a:lnTo>
                    <a:pt x="14325" y="153479"/>
                  </a:lnTo>
                  <a:lnTo>
                    <a:pt x="1473" y="120015"/>
                  </a:lnTo>
                  <a:lnTo>
                    <a:pt x="266" y="117741"/>
                  </a:lnTo>
                  <a:lnTo>
                    <a:pt x="11391" y="154622"/>
                  </a:lnTo>
                  <a:lnTo>
                    <a:pt x="28663" y="196430"/>
                  </a:lnTo>
                  <a:lnTo>
                    <a:pt x="56210" y="249669"/>
                  </a:lnTo>
                  <a:lnTo>
                    <a:pt x="95110" y="310997"/>
                  </a:lnTo>
                  <a:lnTo>
                    <a:pt x="118757" y="343827"/>
                  </a:lnTo>
                  <a:lnTo>
                    <a:pt x="145008" y="377736"/>
                  </a:lnTo>
                  <a:lnTo>
                    <a:pt x="173609" y="412534"/>
                  </a:lnTo>
                  <a:lnTo>
                    <a:pt x="204152" y="448183"/>
                  </a:lnTo>
                  <a:lnTo>
                    <a:pt x="269189" y="522300"/>
                  </a:lnTo>
                  <a:lnTo>
                    <a:pt x="306438" y="565391"/>
                  </a:lnTo>
                  <a:lnTo>
                    <a:pt x="341109" y="608076"/>
                  </a:lnTo>
                  <a:lnTo>
                    <a:pt x="372999" y="650011"/>
                  </a:lnTo>
                  <a:lnTo>
                    <a:pt x="401891" y="690829"/>
                  </a:lnTo>
                  <a:lnTo>
                    <a:pt x="427545" y="730135"/>
                  </a:lnTo>
                  <a:lnTo>
                    <a:pt x="449757" y="767588"/>
                  </a:lnTo>
                  <a:lnTo>
                    <a:pt x="468299" y="802805"/>
                  </a:lnTo>
                  <a:lnTo>
                    <a:pt x="492023" y="857313"/>
                  </a:lnTo>
                  <a:lnTo>
                    <a:pt x="505828" y="900036"/>
                  </a:lnTo>
                  <a:lnTo>
                    <a:pt x="513816" y="934948"/>
                  </a:lnTo>
                  <a:lnTo>
                    <a:pt x="514527" y="936993"/>
                  </a:lnTo>
                  <a:lnTo>
                    <a:pt x="514426" y="937272"/>
                  </a:lnTo>
                  <a:lnTo>
                    <a:pt x="514680" y="937387"/>
                  </a:lnTo>
                  <a:lnTo>
                    <a:pt x="514959" y="937336"/>
                  </a:lnTo>
                  <a:lnTo>
                    <a:pt x="514934" y="937069"/>
                  </a:lnTo>
                  <a:lnTo>
                    <a:pt x="515810" y="935964"/>
                  </a:lnTo>
                  <a:lnTo>
                    <a:pt x="534200" y="901420"/>
                  </a:lnTo>
                  <a:lnTo>
                    <a:pt x="564070" y="851471"/>
                  </a:lnTo>
                  <a:lnTo>
                    <a:pt x="586181" y="818883"/>
                  </a:lnTo>
                  <a:lnTo>
                    <a:pt x="612686" y="783374"/>
                  </a:lnTo>
                  <a:lnTo>
                    <a:pt x="642696" y="745172"/>
                  </a:lnTo>
                  <a:lnTo>
                    <a:pt x="682142" y="696137"/>
                  </a:lnTo>
                  <a:lnTo>
                    <a:pt x="717029" y="669429"/>
                  </a:lnTo>
                  <a:lnTo>
                    <a:pt x="769683" y="641057"/>
                  </a:lnTo>
                  <a:lnTo>
                    <a:pt x="833742" y="620141"/>
                  </a:lnTo>
                  <a:lnTo>
                    <a:pt x="892924" y="609396"/>
                  </a:lnTo>
                  <a:lnTo>
                    <a:pt x="953668" y="601624"/>
                  </a:lnTo>
                  <a:lnTo>
                    <a:pt x="963447" y="600087"/>
                  </a:lnTo>
                  <a:lnTo>
                    <a:pt x="966812" y="598995"/>
                  </a:lnTo>
                  <a:close/>
                </a:path>
                <a:path w="1102359" h="1671954">
                  <a:moveTo>
                    <a:pt x="1101839" y="520"/>
                  </a:moveTo>
                  <a:lnTo>
                    <a:pt x="1101750" y="266"/>
                  </a:lnTo>
                  <a:lnTo>
                    <a:pt x="1101648" y="0"/>
                  </a:lnTo>
                  <a:lnTo>
                    <a:pt x="1093292" y="2921"/>
                  </a:lnTo>
                  <a:lnTo>
                    <a:pt x="1052499" y="18872"/>
                  </a:lnTo>
                  <a:lnTo>
                    <a:pt x="1009891" y="38684"/>
                  </a:lnTo>
                  <a:lnTo>
                    <a:pt x="950607" y="70662"/>
                  </a:lnTo>
                  <a:lnTo>
                    <a:pt x="913917" y="93446"/>
                  </a:lnTo>
                  <a:lnTo>
                    <a:pt x="867460" y="125577"/>
                  </a:lnTo>
                  <a:lnTo>
                    <a:pt x="835723" y="150152"/>
                  </a:lnTo>
                  <a:lnTo>
                    <a:pt x="803554" y="176974"/>
                  </a:lnTo>
                  <a:lnTo>
                    <a:pt x="773836" y="203784"/>
                  </a:lnTo>
                  <a:lnTo>
                    <a:pt x="770089" y="206667"/>
                  </a:lnTo>
                  <a:lnTo>
                    <a:pt x="764578" y="212674"/>
                  </a:lnTo>
                  <a:lnTo>
                    <a:pt x="739432" y="237337"/>
                  </a:lnTo>
                  <a:lnTo>
                    <a:pt x="716254" y="262623"/>
                  </a:lnTo>
                  <a:lnTo>
                    <a:pt x="728459" y="218643"/>
                  </a:lnTo>
                  <a:lnTo>
                    <a:pt x="729437" y="202844"/>
                  </a:lnTo>
                  <a:lnTo>
                    <a:pt x="728891" y="188125"/>
                  </a:lnTo>
                  <a:lnTo>
                    <a:pt x="727151" y="174929"/>
                  </a:lnTo>
                  <a:lnTo>
                    <a:pt x="724585" y="163626"/>
                  </a:lnTo>
                  <a:lnTo>
                    <a:pt x="720763" y="149974"/>
                  </a:lnTo>
                  <a:lnTo>
                    <a:pt x="716343" y="142341"/>
                  </a:lnTo>
                  <a:lnTo>
                    <a:pt x="715454" y="142709"/>
                  </a:lnTo>
                  <a:lnTo>
                    <a:pt x="715924" y="148882"/>
                  </a:lnTo>
                  <a:lnTo>
                    <a:pt x="718959" y="164896"/>
                  </a:lnTo>
                  <a:lnTo>
                    <a:pt x="721474" y="188569"/>
                  </a:lnTo>
                  <a:lnTo>
                    <a:pt x="714743" y="246291"/>
                  </a:lnTo>
                  <a:lnTo>
                    <a:pt x="681278" y="303491"/>
                  </a:lnTo>
                  <a:lnTo>
                    <a:pt x="655574" y="336562"/>
                  </a:lnTo>
                  <a:lnTo>
                    <a:pt x="632091" y="369138"/>
                  </a:lnTo>
                  <a:lnTo>
                    <a:pt x="611225" y="401142"/>
                  </a:lnTo>
                  <a:lnTo>
                    <a:pt x="580047" y="454126"/>
                  </a:lnTo>
                  <a:lnTo>
                    <a:pt x="555790" y="501967"/>
                  </a:lnTo>
                  <a:lnTo>
                    <a:pt x="535673" y="547966"/>
                  </a:lnTo>
                  <a:lnTo>
                    <a:pt x="514604" y="607466"/>
                  </a:lnTo>
                  <a:lnTo>
                    <a:pt x="515124" y="607656"/>
                  </a:lnTo>
                  <a:lnTo>
                    <a:pt x="516470" y="604901"/>
                  </a:lnTo>
                  <a:lnTo>
                    <a:pt x="531672" y="568045"/>
                  </a:lnTo>
                  <a:lnTo>
                    <a:pt x="539546" y="549605"/>
                  </a:lnTo>
                  <a:lnTo>
                    <a:pt x="560692" y="504342"/>
                  </a:lnTo>
                  <a:lnTo>
                    <a:pt x="585635" y="457212"/>
                  </a:lnTo>
                  <a:lnTo>
                    <a:pt x="607491" y="420281"/>
                  </a:lnTo>
                  <a:lnTo>
                    <a:pt x="638251" y="373380"/>
                  </a:lnTo>
                  <a:lnTo>
                    <a:pt x="661784" y="341210"/>
                  </a:lnTo>
                  <a:lnTo>
                    <a:pt x="687451" y="308508"/>
                  </a:lnTo>
                  <a:lnTo>
                    <a:pt x="715276" y="275653"/>
                  </a:lnTo>
                  <a:lnTo>
                    <a:pt x="745261" y="242963"/>
                  </a:lnTo>
                  <a:lnTo>
                    <a:pt x="776897" y="211886"/>
                  </a:lnTo>
                  <a:lnTo>
                    <a:pt x="825449" y="187604"/>
                  </a:lnTo>
                  <a:lnTo>
                    <a:pt x="848106" y="184950"/>
                  </a:lnTo>
                  <a:lnTo>
                    <a:pt x="871042" y="185813"/>
                  </a:lnTo>
                  <a:lnTo>
                    <a:pt x="892276" y="188988"/>
                  </a:lnTo>
                  <a:lnTo>
                    <a:pt x="911339" y="193471"/>
                  </a:lnTo>
                  <a:lnTo>
                    <a:pt x="927773" y="198247"/>
                  </a:lnTo>
                  <a:lnTo>
                    <a:pt x="951522" y="205841"/>
                  </a:lnTo>
                  <a:lnTo>
                    <a:pt x="958100" y="207721"/>
                  </a:lnTo>
                  <a:lnTo>
                    <a:pt x="960602" y="207848"/>
                  </a:lnTo>
                  <a:lnTo>
                    <a:pt x="958723" y="206197"/>
                  </a:lnTo>
                  <a:lnTo>
                    <a:pt x="952703" y="202907"/>
                  </a:lnTo>
                  <a:lnTo>
                    <a:pt x="913244" y="187020"/>
                  </a:lnTo>
                  <a:lnTo>
                    <a:pt x="871893" y="177901"/>
                  </a:lnTo>
                  <a:lnTo>
                    <a:pt x="847839" y="176834"/>
                  </a:lnTo>
                  <a:lnTo>
                    <a:pt x="823823" y="179819"/>
                  </a:lnTo>
                  <a:lnTo>
                    <a:pt x="806183" y="185331"/>
                  </a:lnTo>
                  <a:lnTo>
                    <a:pt x="808786" y="182968"/>
                  </a:lnTo>
                  <a:lnTo>
                    <a:pt x="840574" y="156197"/>
                  </a:lnTo>
                  <a:lnTo>
                    <a:pt x="871918" y="131584"/>
                  </a:lnTo>
                  <a:lnTo>
                    <a:pt x="917740" y="99237"/>
                  </a:lnTo>
                  <a:lnTo>
                    <a:pt x="960856" y="71958"/>
                  </a:lnTo>
                  <a:lnTo>
                    <a:pt x="1000150" y="49606"/>
                  </a:lnTo>
                  <a:lnTo>
                    <a:pt x="1044651" y="26924"/>
                  </a:lnTo>
                  <a:lnTo>
                    <a:pt x="1093889" y="4445"/>
                  </a:lnTo>
                  <a:lnTo>
                    <a:pt x="1101839" y="52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1042078" y="4137539"/>
              <a:ext cx="622935" cy="85725"/>
            </a:xfrm>
            <a:custGeom>
              <a:avLst/>
              <a:gdLst/>
              <a:ahLst/>
              <a:cxnLst/>
              <a:rect l="l" t="t" r="r" b="b"/>
              <a:pathLst>
                <a:path w="622934" h="85725">
                  <a:moveTo>
                    <a:pt x="613549" y="80289"/>
                  </a:moveTo>
                  <a:lnTo>
                    <a:pt x="583565" y="80289"/>
                  </a:lnTo>
                  <a:lnTo>
                    <a:pt x="583565" y="79019"/>
                  </a:lnTo>
                  <a:lnTo>
                    <a:pt x="503669" y="79019"/>
                  </a:lnTo>
                  <a:lnTo>
                    <a:pt x="503669" y="77749"/>
                  </a:lnTo>
                  <a:lnTo>
                    <a:pt x="139560" y="77749"/>
                  </a:lnTo>
                  <a:lnTo>
                    <a:pt x="139560" y="79019"/>
                  </a:lnTo>
                  <a:lnTo>
                    <a:pt x="59677" y="79019"/>
                  </a:lnTo>
                  <a:lnTo>
                    <a:pt x="59677" y="80289"/>
                  </a:lnTo>
                  <a:lnTo>
                    <a:pt x="29705" y="80289"/>
                  </a:lnTo>
                  <a:lnTo>
                    <a:pt x="29705" y="81559"/>
                  </a:lnTo>
                  <a:lnTo>
                    <a:pt x="29705" y="82829"/>
                  </a:lnTo>
                  <a:lnTo>
                    <a:pt x="59677" y="82829"/>
                  </a:lnTo>
                  <a:lnTo>
                    <a:pt x="59677" y="84099"/>
                  </a:lnTo>
                  <a:lnTo>
                    <a:pt x="139560" y="84099"/>
                  </a:lnTo>
                  <a:lnTo>
                    <a:pt x="139560" y="85369"/>
                  </a:lnTo>
                  <a:lnTo>
                    <a:pt x="503669" y="85369"/>
                  </a:lnTo>
                  <a:lnTo>
                    <a:pt x="503669" y="84099"/>
                  </a:lnTo>
                  <a:lnTo>
                    <a:pt x="583565" y="84099"/>
                  </a:lnTo>
                  <a:lnTo>
                    <a:pt x="583565" y="82829"/>
                  </a:lnTo>
                  <a:lnTo>
                    <a:pt x="613549" y="82829"/>
                  </a:lnTo>
                  <a:lnTo>
                    <a:pt x="613549" y="81559"/>
                  </a:lnTo>
                  <a:lnTo>
                    <a:pt x="613549" y="80289"/>
                  </a:lnTo>
                  <a:close/>
                </a:path>
                <a:path w="622934" h="85725">
                  <a:moveTo>
                    <a:pt x="622795" y="2540"/>
                  </a:moveTo>
                  <a:lnTo>
                    <a:pt x="590816" y="2540"/>
                  </a:lnTo>
                  <a:lnTo>
                    <a:pt x="590816" y="1270"/>
                  </a:lnTo>
                  <a:lnTo>
                    <a:pt x="505599" y="1270"/>
                  </a:lnTo>
                  <a:lnTo>
                    <a:pt x="505599" y="0"/>
                  </a:lnTo>
                  <a:lnTo>
                    <a:pt x="117195" y="0"/>
                  </a:lnTo>
                  <a:lnTo>
                    <a:pt x="117195" y="1270"/>
                  </a:lnTo>
                  <a:lnTo>
                    <a:pt x="31965" y="1270"/>
                  </a:lnTo>
                  <a:lnTo>
                    <a:pt x="31965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31965" y="5080"/>
                  </a:lnTo>
                  <a:lnTo>
                    <a:pt x="31965" y="6350"/>
                  </a:lnTo>
                  <a:lnTo>
                    <a:pt x="117195" y="6350"/>
                  </a:lnTo>
                  <a:lnTo>
                    <a:pt x="117195" y="7620"/>
                  </a:lnTo>
                  <a:lnTo>
                    <a:pt x="505599" y="7620"/>
                  </a:lnTo>
                  <a:lnTo>
                    <a:pt x="505599" y="6350"/>
                  </a:lnTo>
                  <a:lnTo>
                    <a:pt x="590816" y="6350"/>
                  </a:lnTo>
                  <a:lnTo>
                    <a:pt x="590816" y="5080"/>
                  </a:lnTo>
                  <a:lnTo>
                    <a:pt x="622795" y="5080"/>
                  </a:lnTo>
                  <a:lnTo>
                    <a:pt x="622795" y="3810"/>
                  </a:lnTo>
                  <a:lnTo>
                    <a:pt x="622795" y="254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1150322" y="3933235"/>
              <a:ext cx="449580" cy="210820"/>
            </a:xfrm>
            <a:custGeom>
              <a:avLst/>
              <a:gdLst/>
              <a:ahLst/>
              <a:cxnLst/>
              <a:rect l="l" t="t" r="r" b="b"/>
              <a:pathLst>
                <a:path w="449579" h="210820">
                  <a:moveTo>
                    <a:pt x="0" y="1748"/>
                  </a:moveTo>
                  <a:lnTo>
                    <a:pt x="0" y="201020"/>
                  </a:lnTo>
                </a:path>
                <a:path w="449579" h="210820">
                  <a:moveTo>
                    <a:pt x="231764" y="1748"/>
                  </a:moveTo>
                  <a:lnTo>
                    <a:pt x="231764" y="208108"/>
                  </a:lnTo>
                </a:path>
                <a:path w="449579" h="210820">
                  <a:moveTo>
                    <a:pt x="449328" y="0"/>
                  </a:moveTo>
                  <a:lnTo>
                    <a:pt x="449328" y="210475"/>
                  </a:lnTo>
                </a:path>
              </a:pathLst>
            </a:custGeom>
            <a:ln w="8114">
              <a:solidFill>
                <a:srgbClr val="FAFAF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0988510" y="3931176"/>
              <a:ext cx="732790" cy="7620"/>
            </a:xfrm>
            <a:custGeom>
              <a:avLst/>
              <a:gdLst/>
              <a:ahLst/>
              <a:cxnLst/>
              <a:rect l="l" t="t" r="r" b="b"/>
              <a:pathLst>
                <a:path w="732790" h="7620">
                  <a:moveTo>
                    <a:pt x="732701" y="2540"/>
                  </a:moveTo>
                  <a:lnTo>
                    <a:pt x="694512" y="2540"/>
                  </a:lnTo>
                  <a:lnTo>
                    <a:pt x="694512" y="1270"/>
                  </a:lnTo>
                  <a:lnTo>
                    <a:pt x="599681" y="1270"/>
                  </a:lnTo>
                  <a:lnTo>
                    <a:pt x="599681" y="0"/>
                  </a:lnTo>
                  <a:lnTo>
                    <a:pt x="133007" y="0"/>
                  </a:lnTo>
                  <a:lnTo>
                    <a:pt x="133007" y="1270"/>
                  </a:lnTo>
                  <a:lnTo>
                    <a:pt x="38176" y="1270"/>
                  </a:lnTo>
                  <a:lnTo>
                    <a:pt x="38176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38176" y="5080"/>
                  </a:lnTo>
                  <a:lnTo>
                    <a:pt x="38176" y="6350"/>
                  </a:lnTo>
                  <a:lnTo>
                    <a:pt x="133007" y="6350"/>
                  </a:lnTo>
                  <a:lnTo>
                    <a:pt x="133007" y="7620"/>
                  </a:lnTo>
                  <a:lnTo>
                    <a:pt x="599681" y="7620"/>
                  </a:lnTo>
                  <a:lnTo>
                    <a:pt x="599681" y="6350"/>
                  </a:lnTo>
                  <a:lnTo>
                    <a:pt x="694512" y="6350"/>
                  </a:lnTo>
                  <a:lnTo>
                    <a:pt x="694512" y="5080"/>
                  </a:lnTo>
                  <a:lnTo>
                    <a:pt x="732701" y="5080"/>
                  </a:lnTo>
                  <a:lnTo>
                    <a:pt x="732701" y="3810"/>
                  </a:lnTo>
                  <a:lnTo>
                    <a:pt x="732701" y="254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4" name="object 21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647060" y="1282983"/>
            <a:ext cx="1948849" cy="3290976"/>
          </a:xfrm>
          <a:prstGeom prst="rect">
            <a:avLst/>
          </a:prstGeom>
        </p:spPr>
      </p:pic>
      <p:pic>
        <p:nvPicPr>
          <p:cNvPr id="215" name="object 21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864660" y="1135077"/>
            <a:ext cx="2040746" cy="3479122"/>
          </a:xfrm>
          <a:prstGeom prst="rect">
            <a:avLst/>
          </a:prstGeom>
        </p:spPr>
      </p:pic>
      <p:pic>
        <p:nvPicPr>
          <p:cNvPr id="216" name="object 21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776268" y="1295293"/>
            <a:ext cx="2053310" cy="3341150"/>
          </a:xfrm>
          <a:prstGeom prst="rect">
            <a:avLst/>
          </a:prstGeom>
        </p:spPr>
      </p:pic>
      <p:pic>
        <p:nvPicPr>
          <p:cNvPr id="217" name="object 21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337401" y="4563093"/>
            <a:ext cx="3440697" cy="5651049"/>
          </a:xfrm>
          <a:prstGeom prst="rect">
            <a:avLst/>
          </a:prstGeom>
        </p:spPr>
      </p:pic>
      <p:pic>
        <p:nvPicPr>
          <p:cNvPr id="218" name="object 21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416882" y="6498049"/>
            <a:ext cx="2305540" cy="3690456"/>
          </a:xfrm>
          <a:prstGeom prst="rect">
            <a:avLst/>
          </a:prstGeom>
        </p:spPr>
      </p:pic>
      <p:grpSp>
        <p:nvGrpSpPr>
          <p:cNvPr id="219" name="object 219" descr=""/>
          <p:cNvGrpSpPr/>
          <p:nvPr/>
        </p:nvGrpSpPr>
        <p:grpSpPr>
          <a:xfrm>
            <a:off x="10573460" y="6595589"/>
            <a:ext cx="1042035" cy="551180"/>
            <a:chOff x="10573460" y="6595589"/>
            <a:chExt cx="1042035" cy="551180"/>
          </a:xfrm>
        </p:grpSpPr>
        <p:sp>
          <p:nvSpPr>
            <p:cNvPr id="220" name="object 220" descr=""/>
            <p:cNvSpPr/>
            <p:nvPr/>
          </p:nvSpPr>
          <p:spPr>
            <a:xfrm>
              <a:off x="10825167" y="7083313"/>
              <a:ext cx="520065" cy="63500"/>
            </a:xfrm>
            <a:custGeom>
              <a:avLst/>
              <a:gdLst/>
              <a:ahLst/>
              <a:cxnLst/>
              <a:rect l="l" t="t" r="r" b="b"/>
              <a:pathLst>
                <a:path w="520065" h="63500">
                  <a:moveTo>
                    <a:pt x="519628" y="0"/>
                  </a:moveTo>
                  <a:lnTo>
                    <a:pt x="0" y="0"/>
                  </a:lnTo>
                  <a:lnTo>
                    <a:pt x="0" y="63202"/>
                  </a:lnTo>
                  <a:lnTo>
                    <a:pt x="519628" y="63202"/>
                  </a:lnTo>
                  <a:lnTo>
                    <a:pt x="51962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73460" y="6595589"/>
              <a:ext cx="1041549" cy="503429"/>
            </a:xfrm>
            <a:prstGeom prst="rect">
              <a:avLst/>
            </a:prstGeom>
          </p:spPr>
        </p:pic>
        <p:sp>
          <p:nvSpPr>
            <p:cNvPr id="222" name="object 222" descr=""/>
            <p:cNvSpPr/>
            <p:nvPr/>
          </p:nvSpPr>
          <p:spPr>
            <a:xfrm>
              <a:off x="10776084" y="6634884"/>
              <a:ext cx="624205" cy="76835"/>
            </a:xfrm>
            <a:custGeom>
              <a:avLst/>
              <a:gdLst/>
              <a:ahLst/>
              <a:cxnLst/>
              <a:rect l="l" t="t" r="r" b="b"/>
              <a:pathLst>
                <a:path w="624204" h="76834">
                  <a:moveTo>
                    <a:pt x="311864" y="0"/>
                  </a:moveTo>
                  <a:lnTo>
                    <a:pt x="240357" y="1009"/>
                  </a:lnTo>
                  <a:lnTo>
                    <a:pt x="174715" y="3886"/>
                  </a:lnTo>
                  <a:lnTo>
                    <a:pt x="116810" y="8399"/>
                  </a:lnTo>
                  <a:lnTo>
                    <a:pt x="68514" y="14320"/>
                  </a:lnTo>
                  <a:lnTo>
                    <a:pt x="8236" y="29464"/>
                  </a:lnTo>
                  <a:lnTo>
                    <a:pt x="0" y="38229"/>
                  </a:lnTo>
                  <a:lnTo>
                    <a:pt x="8236" y="46993"/>
                  </a:lnTo>
                  <a:lnTo>
                    <a:pt x="68514" y="62137"/>
                  </a:lnTo>
                  <a:lnTo>
                    <a:pt x="116810" y="68058"/>
                  </a:lnTo>
                  <a:lnTo>
                    <a:pt x="174715" y="72572"/>
                  </a:lnTo>
                  <a:lnTo>
                    <a:pt x="240357" y="75448"/>
                  </a:lnTo>
                  <a:lnTo>
                    <a:pt x="311864" y="76458"/>
                  </a:lnTo>
                  <a:lnTo>
                    <a:pt x="383375" y="75448"/>
                  </a:lnTo>
                  <a:lnTo>
                    <a:pt x="449020" y="72572"/>
                  </a:lnTo>
                  <a:lnTo>
                    <a:pt x="506927" y="68058"/>
                  </a:lnTo>
                  <a:lnTo>
                    <a:pt x="555225" y="62137"/>
                  </a:lnTo>
                  <a:lnTo>
                    <a:pt x="615503" y="46993"/>
                  </a:lnTo>
                  <a:lnTo>
                    <a:pt x="623740" y="38229"/>
                  </a:lnTo>
                  <a:lnTo>
                    <a:pt x="615503" y="29464"/>
                  </a:lnTo>
                  <a:lnTo>
                    <a:pt x="555225" y="14320"/>
                  </a:lnTo>
                  <a:lnTo>
                    <a:pt x="506927" y="8399"/>
                  </a:lnTo>
                  <a:lnTo>
                    <a:pt x="449020" y="3886"/>
                  </a:lnTo>
                  <a:lnTo>
                    <a:pt x="383375" y="1009"/>
                  </a:lnTo>
                  <a:lnTo>
                    <a:pt x="311864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3" name="object 223" descr=""/>
          <p:cNvGrpSpPr/>
          <p:nvPr/>
        </p:nvGrpSpPr>
        <p:grpSpPr>
          <a:xfrm>
            <a:off x="10257702" y="5708098"/>
            <a:ext cx="833119" cy="929640"/>
            <a:chOff x="10257702" y="5708098"/>
            <a:chExt cx="833119" cy="929640"/>
          </a:xfrm>
        </p:grpSpPr>
        <p:sp>
          <p:nvSpPr>
            <p:cNvPr id="224" name="object 224" descr=""/>
            <p:cNvSpPr/>
            <p:nvPr/>
          </p:nvSpPr>
          <p:spPr>
            <a:xfrm>
              <a:off x="10415702" y="5708098"/>
              <a:ext cx="525780" cy="668655"/>
            </a:xfrm>
            <a:custGeom>
              <a:avLst/>
              <a:gdLst/>
              <a:ahLst/>
              <a:cxnLst/>
              <a:rect l="l" t="t" r="r" b="b"/>
              <a:pathLst>
                <a:path w="525779" h="668654">
                  <a:moveTo>
                    <a:pt x="131977" y="0"/>
                  </a:moveTo>
                  <a:lnTo>
                    <a:pt x="77364" y="13870"/>
                  </a:lnTo>
                  <a:lnTo>
                    <a:pt x="0" y="61468"/>
                  </a:lnTo>
                  <a:lnTo>
                    <a:pt x="510864" y="668109"/>
                  </a:lnTo>
                  <a:lnTo>
                    <a:pt x="515652" y="637676"/>
                  </a:lnTo>
                  <a:lnTo>
                    <a:pt x="523633" y="568330"/>
                  </a:lnTo>
                  <a:lnTo>
                    <a:pt x="525229" y="492998"/>
                  </a:lnTo>
                  <a:lnTo>
                    <a:pt x="510864" y="444608"/>
                  </a:lnTo>
                  <a:lnTo>
                    <a:pt x="490440" y="426649"/>
                  </a:lnTo>
                  <a:lnTo>
                    <a:pt x="475206" y="420663"/>
                  </a:lnTo>
                  <a:lnTo>
                    <a:pt x="457579" y="426649"/>
                  </a:lnTo>
                  <a:lnTo>
                    <a:pt x="429976" y="444608"/>
                  </a:lnTo>
                  <a:lnTo>
                    <a:pt x="426683" y="402402"/>
                  </a:lnTo>
                  <a:lnTo>
                    <a:pt x="408424" y="301726"/>
                  </a:lnTo>
                  <a:lnTo>
                    <a:pt x="362628" y="181494"/>
                  </a:lnTo>
                  <a:lnTo>
                    <a:pt x="276724" y="80619"/>
                  </a:lnTo>
                  <a:lnTo>
                    <a:pt x="189783" y="21651"/>
                  </a:lnTo>
                  <a:lnTo>
                    <a:pt x="131977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0415707" y="5769563"/>
              <a:ext cx="672465" cy="798195"/>
            </a:xfrm>
            <a:custGeom>
              <a:avLst/>
              <a:gdLst/>
              <a:ahLst/>
              <a:cxnLst/>
              <a:rect l="l" t="t" r="r" b="b"/>
              <a:pathLst>
                <a:path w="672465" h="798195">
                  <a:moveTo>
                    <a:pt x="0" y="0"/>
                  </a:moveTo>
                  <a:lnTo>
                    <a:pt x="672251" y="79796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0582084" y="5740801"/>
              <a:ext cx="8890" cy="236220"/>
            </a:xfrm>
            <a:custGeom>
              <a:avLst/>
              <a:gdLst/>
              <a:ahLst/>
              <a:cxnLst/>
              <a:rect l="l" t="t" r="r" b="b"/>
              <a:pathLst>
                <a:path w="8890" h="236220">
                  <a:moveTo>
                    <a:pt x="0" y="0"/>
                  </a:moveTo>
                  <a:lnTo>
                    <a:pt x="8303" y="23610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0688538" y="5788721"/>
              <a:ext cx="4445" cy="304800"/>
            </a:xfrm>
            <a:custGeom>
              <a:avLst/>
              <a:gdLst/>
              <a:ahLst/>
              <a:cxnLst/>
              <a:rect l="l" t="t" r="r" b="b"/>
              <a:pathLst>
                <a:path w="4445" h="304800">
                  <a:moveTo>
                    <a:pt x="3884" y="0"/>
                  </a:moveTo>
                  <a:lnTo>
                    <a:pt x="0" y="30470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0776086" y="5885570"/>
              <a:ext cx="0" cy="311785"/>
            </a:xfrm>
            <a:custGeom>
              <a:avLst/>
              <a:gdLst/>
              <a:ahLst/>
              <a:cxnLst/>
              <a:rect l="l" t="t" r="r" b="b"/>
              <a:pathLst>
                <a:path w="0" h="311785">
                  <a:moveTo>
                    <a:pt x="0" y="0"/>
                  </a:moveTo>
                  <a:lnTo>
                    <a:pt x="0" y="31177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0878230" y="6142799"/>
              <a:ext cx="11430" cy="175895"/>
            </a:xfrm>
            <a:custGeom>
              <a:avLst/>
              <a:gdLst/>
              <a:ahLst/>
              <a:cxnLst/>
              <a:rect l="l" t="t" r="r" b="b"/>
              <a:pathLst>
                <a:path w="11429" h="175895">
                  <a:moveTo>
                    <a:pt x="11120" y="0"/>
                  </a:moveTo>
                  <a:lnTo>
                    <a:pt x="0" y="17578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0260321" y="6092843"/>
              <a:ext cx="681990" cy="466725"/>
            </a:xfrm>
            <a:custGeom>
              <a:avLst/>
              <a:gdLst/>
              <a:ahLst/>
              <a:cxnLst/>
              <a:rect l="l" t="t" r="r" b="b"/>
              <a:pathLst>
                <a:path w="681990" h="466725">
                  <a:moveTo>
                    <a:pt x="165233" y="0"/>
                  </a:moveTo>
                  <a:lnTo>
                    <a:pt x="101108" y="1864"/>
                  </a:lnTo>
                  <a:lnTo>
                    <a:pt x="54544" y="38050"/>
                  </a:lnTo>
                  <a:lnTo>
                    <a:pt x="0" y="117336"/>
                  </a:lnTo>
                  <a:lnTo>
                    <a:pt x="681382" y="466425"/>
                  </a:lnTo>
                  <a:lnTo>
                    <a:pt x="664503" y="380218"/>
                  </a:lnTo>
                  <a:lnTo>
                    <a:pt x="642571" y="315562"/>
                  </a:lnTo>
                  <a:lnTo>
                    <a:pt x="610902" y="274850"/>
                  </a:lnTo>
                  <a:lnTo>
                    <a:pt x="565142" y="259953"/>
                  </a:lnTo>
                  <a:lnTo>
                    <a:pt x="538528" y="308911"/>
                  </a:lnTo>
                  <a:lnTo>
                    <a:pt x="522697" y="270630"/>
                  </a:lnTo>
                  <a:lnTo>
                    <a:pt x="474140" y="183059"/>
                  </a:lnTo>
                  <a:lnTo>
                    <a:pt x="391260" y="87105"/>
                  </a:lnTo>
                  <a:lnTo>
                    <a:pt x="272462" y="23674"/>
                  </a:lnTo>
                  <a:lnTo>
                    <a:pt x="16523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0260320" y="6210179"/>
              <a:ext cx="828040" cy="424815"/>
            </a:xfrm>
            <a:custGeom>
              <a:avLst/>
              <a:gdLst/>
              <a:ahLst/>
              <a:cxnLst/>
              <a:rect l="l" t="t" r="r" b="b"/>
              <a:pathLst>
                <a:path w="828040" h="424815">
                  <a:moveTo>
                    <a:pt x="0" y="0"/>
                  </a:moveTo>
                  <a:lnTo>
                    <a:pt x="827629" y="42470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0402083" y="6114709"/>
              <a:ext cx="21590" cy="179705"/>
            </a:xfrm>
            <a:custGeom>
              <a:avLst/>
              <a:gdLst/>
              <a:ahLst/>
              <a:cxnLst/>
              <a:rect l="l" t="t" r="r" b="b"/>
              <a:pathLst>
                <a:path w="21590" h="179704">
                  <a:moveTo>
                    <a:pt x="0" y="0"/>
                  </a:moveTo>
                  <a:lnTo>
                    <a:pt x="21580" y="17915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0505169" y="6111024"/>
              <a:ext cx="29209" cy="239395"/>
            </a:xfrm>
            <a:custGeom>
              <a:avLst/>
              <a:gdLst/>
              <a:ahLst/>
              <a:cxnLst/>
              <a:rect l="l" t="t" r="r" b="b"/>
              <a:pathLst>
                <a:path w="29209" h="239395">
                  <a:moveTo>
                    <a:pt x="0" y="0"/>
                  </a:moveTo>
                  <a:lnTo>
                    <a:pt x="28889" y="2393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0615405" y="6152796"/>
              <a:ext cx="32384" cy="255904"/>
            </a:xfrm>
            <a:custGeom>
              <a:avLst/>
              <a:gdLst/>
              <a:ahLst/>
              <a:cxnLst/>
              <a:rect l="l" t="t" r="r" b="b"/>
              <a:pathLst>
                <a:path w="32384" h="255904">
                  <a:moveTo>
                    <a:pt x="0" y="0"/>
                  </a:moveTo>
                  <a:lnTo>
                    <a:pt x="31789" y="25558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0708943" y="6240565"/>
              <a:ext cx="46990" cy="223520"/>
            </a:xfrm>
            <a:custGeom>
              <a:avLst/>
              <a:gdLst/>
              <a:ahLst/>
              <a:cxnLst/>
              <a:rect l="l" t="t" r="r" b="b"/>
              <a:pathLst>
                <a:path w="46990" h="223520">
                  <a:moveTo>
                    <a:pt x="0" y="0"/>
                  </a:moveTo>
                  <a:lnTo>
                    <a:pt x="46522" y="22336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0843312" y="6361594"/>
              <a:ext cx="34290" cy="162560"/>
            </a:xfrm>
            <a:custGeom>
              <a:avLst/>
              <a:gdLst/>
              <a:ahLst/>
              <a:cxnLst/>
              <a:rect l="l" t="t" r="r" b="b"/>
              <a:pathLst>
                <a:path w="34290" h="162559">
                  <a:moveTo>
                    <a:pt x="0" y="0"/>
                  </a:moveTo>
                  <a:lnTo>
                    <a:pt x="34019" y="16248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7" name="object 237" descr=""/>
          <p:cNvGrpSpPr/>
          <p:nvPr/>
        </p:nvGrpSpPr>
        <p:grpSpPr>
          <a:xfrm>
            <a:off x="10889346" y="5421514"/>
            <a:ext cx="1029335" cy="1290320"/>
            <a:chOff x="10889346" y="5421514"/>
            <a:chExt cx="1029335" cy="1290320"/>
          </a:xfrm>
        </p:grpSpPr>
        <p:sp>
          <p:nvSpPr>
            <p:cNvPr id="238" name="object 238" descr=""/>
            <p:cNvSpPr/>
            <p:nvPr/>
          </p:nvSpPr>
          <p:spPr>
            <a:xfrm>
              <a:off x="11234974" y="5708098"/>
              <a:ext cx="525780" cy="668655"/>
            </a:xfrm>
            <a:custGeom>
              <a:avLst/>
              <a:gdLst/>
              <a:ahLst/>
              <a:cxnLst/>
              <a:rect l="l" t="t" r="r" b="b"/>
              <a:pathLst>
                <a:path w="525779" h="668654">
                  <a:moveTo>
                    <a:pt x="393256" y="0"/>
                  </a:moveTo>
                  <a:lnTo>
                    <a:pt x="335450" y="21651"/>
                  </a:lnTo>
                  <a:lnTo>
                    <a:pt x="248509" y="80619"/>
                  </a:lnTo>
                  <a:lnTo>
                    <a:pt x="162605" y="181494"/>
                  </a:lnTo>
                  <a:lnTo>
                    <a:pt x="116809" y="301726"/>
                  </a:lnTo>
                  <a:lnTo>
                    <a:pt x="98550" y="402402"/>
                  </a:lnTo>
                  <a:lnTo>
                    <a:pt x="95257" y="444608"/>
                  </a:lnTo>
                  <a:lnTo>
                    <a:pt x="67648" y="426649"/>
                  </a:lnTo>
                  <a:lnTo>
                    <a:pt x="50019" y="420663"/>
                  </a:lnTo>
                  <a:lnTo>
                    <a:pt x="34787" y="426649"/>
                  </a:lnTo>
                  <a:lnTo>
                    <a:pt x="14369" y="444608"/>
                  </a:lnTo>
                  <a:lnTo>
                    <a:pt x="0" y="492998"/>
                  </a:lnTo>
                  <a:lnTo>
                    <a:pt x="1596" y="568330"/>
                  </a:lnTo>
                  <a:lnTo>
                    <a:pt x="9579" y="637676"/>
                  </a:lnTo>
                  <a:lnTo>
                    <a:pt x="14369" y="668109"/>
                  </a:lnTo>
                  <a:lnTo>
                    <a:pt x="525233" y="61468"/>
                  </a:lnTo>
                  <a:lnTo>
                    <a:pt x="447869" y="13870"/>
                  </a:lnTo>
                  <a:lnTo>
                    <a:pt x="39325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1087952" y="5769563"/>
              <a:ext cx="672465" cy="798195"/>
            </a:xfrm>
            <a:custGeom>
              <a:avLst/>
              <a:gdLst/>
              <a:ahLst/>
              <a:cxnLst/>
              <a:rect l="l" t="t" r="r" b="b"/>
              <a:pathLst>
                <a:path w="672465" h="798195">
                  <a:moveTo>
                    <a:pt x="672251" y="0"/>
                  </a:moveTo>
                  <a:lnTo>
                    <a:pt x="0" y="79796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1585522" y="5740801"/>
              <a:ext cx="8890" cy="236220"/>
            </a:xfrm>
            <a:custGeom>
              <a:avLst/>
              <a:gdLst/>
              <a:ahLst/>
              <a:cxnLst/>
              <a:rect l="l" t="t" r="r" b="b"/>
              <a:pathLst>
                <a:path w="8890" h="236220">
                  <a:moveTo>
                    <a:pt x="8303" y="0"/>
                  </a:moveTo>
                  <a:lnTo>
                    <a:pt x="0" y="23610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1483488" y="5788721"/>
              <a:ext cx="4445" cy="304800"/>
            </a:xfrm>
            <a:custGeom>
              <a:avLst/>
              <a:gdLst/>
              <a:ahLst/>
              <a:cxnLst/>
              <a:rect l="l" t="t" r="r" b="b"/>
              <a:pathLst>
                <a:path w="4445" h="304800">
                  <a:moveTo>
                    <a:pt x="0" y="0"/>
                  </a:moveTo>
                  <a:lnTo>
                    <a:pt x="3874" y="30470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1399824" y="5885570"/>
              <a:ext cx="0" cy="311785"/>
            </a:xfrm>
            <a:custGeom>
              <a:avLst/>
              <a:gdLst/>
              <a:ahLst/>
              <a:cxnLst/>
              <a:rect l="l" t="t" r="r" b="b"/>
              <a:pathLst>
                <a:path w="0" h="311785">
                  <a:moveTo>
                    <a:pt x="0" y="0"/>
                  </a:moveTo>
                  <a:lnTo>
                    <a:pt x="0" y="31177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1286560" y="6142799"/>
              <a:ext cx="11430" cy="175895"/>
            </a:xfrm>
            <a:custGeom>
              <a:avLst/>
              <a:gdLst/>
              <a:ahLst/>
              <a:cxnLst/>
              <a:rect l="l" t="t" r="r" b="b"/>
              <a:pathLst>
                <a:path w="11429" h="175895">
                  <a:moveTo>
                    <a:pt x="0" y="0"/>
                  </a:moveTo>
                  <a:lnTo>
                    <a:pt x="11120" y="17578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1234207" y="6092842"/>
              <a:ext cx="681990" cy="466725"/>
            </a:xfrm>
            <a:custGeom>
              <a:avLst/>
              <a:gdLst/>
              <a:ahLst/>
              <a:cxnLst/>
              <a:rect l="l" t="t" r="r" b="b"/>
              <a:pathLst>
                <a:path w="681990" h="466725">
                  <a:moveTo>
                    <a:pt x="516149" y="0"/>
                  </a:moveTo>
                  <a:lnTo>
                    <a:pt x="408919" y="23674"/>
                  </a:lnTo>
                  <a:lnTo>
                    <a:pt x="290121" y="87105"/>
                  </a:lnTo>
                  <a:lnTo>
                    <a:pt x="207242" y="183059"/>
                  </a:lnTo>
                  <a:lnTo>
                    <a:pt x="158685" y="270630"/>
                  </a:lnTo>
                  <a:lnTo>
                    <a:pt x="142854" y="308911"/>
                  </a:lnTo>
                  <a:lnTo>
                    <a:pt x="128547" y="274854"/>
                  </a:lnTo>
                  <a:lnTo>
                    <a:pt x="70479" y="274850"/>
                  </a:lnTo>
                  <a:lnTo>
                    <a:pt x="38811" y="315562"/>
                  </a:lnTo>
                  <a:lnTo>
                    <a:pt x="16879" y="380218"/>
                  </a:lnTo>
                  <a:lnTo>
                    <a:pt x="4127" y="440084"/>
                  </a:lnTo>
                  <a:lnTo>
                    <a:pt x="0" y="466425"/>
                  </a:lnTo>
                  <a:lnTo>
                    <a:pt x="681382" y="117336"/>
                  </a:lnTo>
                  <a:lnTo>
                    <a:pt x="626837" y="38050"/>
                  </a:lnTo>
                  <a:lnTo>
                    <a:pt x="580274" y="1864"/>
                  </a:lnTo>
                  <a:lnTo>
                    <a:pt x="516149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1087950" y="6210179"/>
              <a:ext cx="828040" cy="424815"/>
            </a:xfrm>
            <a:custGeom>
              <a:avLst/>
              <a:gdLst/>
              <a:ahLst/>
              <a:cxnLst/>
              <a:rect l="l" t="t" r="r" b="b"/>
              <a:pathLst>
                <a:path w="828040" h="424815">
                  <a:moveTo>
                    <a:pt x="827639" y="0"/>
                  </a:moveTo>
                  <a:lnTo>
                    <a:pt x="0" y="42470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1752256" y="6114709"/>
              <a:ext cx="21590" cy="179705"/>
            </a:xfrm>
            <a:custGeom>
              <a:avLst/>
              <a:gdLst/>
              <a:ahLst/>
              <a:cxnLst/>
              <a:rect l="l" t="t" r="r" b="b"/>
              <a:pathLst>
                <a:path w="21590" h="179704">
                  <a:moveTo>
                    <a:pt x="21570" y="0"/>
                  </a:moveTo>
                  <a:lnTo>
                    <a:pt x="0" y="17915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1641852" y="6111024"/>
              <a:ext cx="29209" cy="239395"/>
            </a:xfrm>
            <a:custGeom>
              <a:avLst/>
              <a:gdLst/>
              <a:ahLst/>
              <a:cxnLst/>
              <a:rect l="l" t="t" r="r" b="b"/>
              <a:pathLst>
                <a:path w="29209" h="239395">
                  <a:moveTo>
                    <a:pt x="28889" y="0"/>
                  </a:moveTo>
                  <a:lnTo>
                    <a:pt x="0" y="2393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1528715" y="6152795"/>
              <a:ext cx="32384" cy="255904"/>
            </a:xfrm>
            <a:custGeom>
              <a:avLst/>
              <a:gdLst/>
              <a:ahLst/>
              <a:cxnLst/>
              <a:rect l="l" t="t" r="r" b="b"/>
              <a:pathLst>
                <a:path w="32384" h="255904">
                  <a:moveTo>
                    <a:pt x="31789" y="0"/>
                  </a:moveTo>
                  <a:lnTo>
                    <a:pt x="0" y="25558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1420446" y="6240564"/>
              <a:ext cx="46990" cy="223520"/>
            </a:xfrm>
            <a:custGeom>
              <a:avLst/>
              <a:gdLst/>
              <a:ahLst/>
              <a:cxnLst/>
              <a:rect l="l" t="t" r="r" b="b"/>
              <a:pathLst>
                <a:path w="46990" h="223520">
                  <a:moveTo>
                    <a:pt x="46522" y="0"/>
                  </a:moveTo>
                  <a:lnTo>
                    <a:pt x="0" y="22336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1298577" y="6361594"/>
              <a:ext cx="34290" cy="162560"/>
            </a:xfrm>
            <a:custGeom>
              <a:avLst/>
              <a:gdLst/>
              <a:ahLst/>
              <a:cxnLst/>
              <a:rect l="l" t="t" r="r" b="b"/>
              <a:pathLst>
                <a:path w="34290" h="162559">
                  <a:moveTo>
                    <a:pt x="34019" y="0"/>
                  </a:moveTo>
                  <a:lnTo>
                    <a:pt x="0" y="16248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0889346" y="5421514"/>
              <a:ext cx="397510" cy="1021080"/>
            </a:xfrm>
            <a:custGeom>
              <a:avLst/>
              <a:gdLst/>
              <a:ahLst/>
              <a:cxnLst/>
              <a:rect l="l" t="t" r="r" b="b"/>
              <a:pathLst>
                <a:path w="397509" h="1021079">
                  <a:moveTo>
                    <a:pt x="198611" y="0"/>
                  </a:moveTo>
                  <a:lnTo>
                    <a:pt x="146406" y="11410"/>
                  </a:lnTo>
                  <a:lnTo>
                    <a:pt x="88094" y="51406"/>
                  </a:lnTo>
                  <a:lnTo>
                    <a:pt x="60667" y="84826"/>
                  </a:lnTo>
                  <a:lnTo>
                    <a:pt x="36537" y="128633"/>
                  </a:lnTo>
                  <a:lnTo>
                    <a:pt x="17310" y="183910"/>
                  </a:lnTo>
                  <a:lnTo>
                    <a:pt x="4595" y="251736"/>
                  </a:lnTo>
                  <a:lnTo>
                    <a:pt x="0" y="333194"/>
                  </a:lnTo>
                  <a:lnTo>
                    <a:pt x="21800" y="515383"/>
                  </a:lnTo>
                  <a:lnTo>
                    <a:pt x="69762" y="656951"/>
                  </a:lnTo>
                  <a:lnTo>
                    <a:pt x="117723" y="748662"/>
                  </a:lnTo>
                  <a:lnTo>
                    <a:pt x="139524" y="781285"/>
                  </a:lnTo>
                  <a:lnTo>
                    <a:pt x="95898" y="764719"/>
                  </a:lnTo>
                  <a:lnTo>
                    <a:pt x="73662" y="765695"/>
                  </a:lnTo>
                  <a:lnTo>
                    <a:pt x="65892" y="790059"/>
                  </a:lnTo>
                  <a:lnTo>
                    <a:pt x="65662" y="843660"/>
                  </a:lnTo>
                  <a:lnTo>
                    <a:pt x="87125" y="910826"/>
                  </a:lnTo>
                  <a:lnTo>
                    <a:pt x="132749" y="967374"/>
                  </a:lnTo>
                  <a:lnTo>
                    <a:pt x="178068" y="1006381"/>
                  </a:lnTo>
                  <a:lnTo>
                    <a:pt x="198611" y="1020921"/>
                  </a:lnTo>
                  <a:lnTo>
                    <a:pt x="274548" y="971068"/>
                  </a:lnTo>
                  <a:lnTo>
                    <a:pt x="313709" y="935985"/>
                  </a:lnTo>
                  <a:lnTo>
                    <a:pt x="328558" y="899055"/>
                  </a:lnTo>
                  <a:lnTo>
                    <a:pt x="331560" y="843660"/>
                  </a:lnTo>
                  <a:lnTo>
                    <a:pt x="320713" y="794444"/>
                  </a:lnTo>
                  <a:lnTo>
                    <a:pt x="295246" y="777388"/>
                  </a:lnTo>
                  <a:lnTo>
                    <a:pt x="269471" y="777874"/>
                  </a:lnTo>
                  <a:lnTo>
                    <a:pt x="257698" y="781285"/>
                  </a:lnTo>
                  <a:lnTo>
                    <a:pt x="338355" y="671799"/>
                  </a:lnTo>
                  <a:lnTo>
                    <a:pt x="379773" y="588628"/>
                  </a:lnTo>
                  <a:lnTo>
                    <a:pt x="395033" y="489762"/>
                  </a:lnTo>
                  <a:lnTo>
                    <a:pt x="397213" y="333194"/>
                  </a:lnTo>
                  <a:lnTo>
                    <a:pt x="392617" y="251736"/>
                  </a:lnTo>
                  <a:lnTo>
                    <a:pt x="379903" y="183910"/>
                  </a:lnTo>
                  <a:lnTo>
                    <a:pt x="360678" y="128633"/>
                  </a:lnTo>
                  <a:lnTo>
                    <a:pt x="336549" y="84826"/>
                  </a:lnTo>
                  <a:lnTo>
                    <a:pt x="309124" y="51406"/>
                  </a:lnTo>
                  <a:lnTo>
                    <a:pt x="250815" y="11410"/>
                  </a:lnTo>
                  <a:lnTo>
                    <a:pt x="223146" y="2672"/>
                  </a:lnTo>
                  <a:lnTo>
                    <a:pt x="198611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1087954" y="5574257"/>
              <a:ext cx="0" cy="1137285"/>
            </a:xfrm>
            <a:custGeom>
              <a:avLst/>
              <a:gdLst/>
              <a:ahLst/>
              <a:cxnLst/>
              <a:rect l="l" t="t" r="r" b="b"/>
              <a:pathLst>
                <a:path w="0" h="1137284">
                  <a:moveTo>
                    <a:pt x="0" y="1137085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0946558" y="5511651"/>
              <a:ext cx="141605" cy="207645"/>
            </a:xfrm>
            <a:custGeom>
              <a:avLst/>
              <a:gdLst/>
              <a:ahLst/>
              <a:cxnLst/>
              <a:rect l="l" t="t" r="r" b="b"/>
              <a:pathLst>
                <a:path w="141604" h="207645">
                  <a:moveTo>
                    <a:pt x="0" y="0"/>
                  </a:moveTo>
                  <a:lnTo>
                    <a:pt x="141398" y="20716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0900810" y="5644729"/>
              <a:ext cx="187325" cy="296545"/>
            </a:xfrm>
            <a:custGeom>
              <a:avLst/>
              <a:gdLst/>
              <a:ahLst/>
              <a:cxnLst/>
              <a:rect l="l" t="t" r="r" b="b"/>
              <a:pathLst>
                <a:path w="187325" h="296545">
                  <a:moveTo>
                    <a:pt x="0" y="0"/>
                  </a:moveTo>
                  <a:lnTo>
                    <a:pt x="187146" y="29634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0899264" y="5877515"/>
              <a:ext cx="189230" cy="256540"/>
            </a:xfrm>
            <a:custGeom>
              <a:avLst/>
              <a:gdLst/>
              <a:ahLst/>
              <a:cxnLst/>
              <a:rect l="l" t="t" r="r" b="b"/>
              <a:pathLst>
                <a:path w="189229" h="256539">
                  <a:moveTo>
                    <a:pt x="0" y="0"/>
                  </a:moveTo>
                  <a:lnTo>
                    <a:pt x="188695" y="25622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0967973" y="6213112"/>
              <a:ext cx="120014" cy="139700"/>
            </a:xfrm>
            <a:custGeom>
              <a:avLst/>
              <a:gdLst/>
              <a:ahLst/>
              <a:cxnLst/>
              <a:rect l="l" t="t" r="r" b="b"/>
              <a:pathLst>
                <a:path w="120015" h="139700">
                  <a:moveTo>
                    <a:pt x="0" y="0"/>
                  </a:moveTo>
                  <a:lnTo>
                    <a:pt x="119985" y="13913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1087953" y="5511651"/>
              <a:ext cx="141605" cy="207645"/>
            </a:xfrm>
            <a:custGeom>
              <a:avLst/>
              <a:gdLst/>
              <a:ahLst/>
              <a:cxnLst/>
              <a:rect l="l" t="t" r="r" b="b"/>
              <a:pathLst>
                <a:path w="141604" h="207645">
                  <a:moveTo>
                    <a:pt x="141398" y="0"/>
                  </a:moveTo>
                  <a:lnTo>
                    <a:pt x="0" y="20716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1087954" y="5644729"/>
              <a:ext cx="187325" cy="296545"/>
            </a:xfrm>
            <a:custGeom>
              <a:avLst/>
              <a:gdLst/>
              <a:ahLst/>
              <a:cxnLst/>
              <a:rect l="l" t="t" r="r" b="b"/>
              <a:pathLst>
                <a:path w="187325" h="296545">
                  <a:moveTo>
                    <a:pt x="187146" y="0"/>
                  </a:moveTo>
                  <a:lnTo>
                    <a:pt x="0" y="29634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1087950" y="5877515"/>
              <a:ext cx="189230" cy="256540"/>
            </a:xfrm>
            <a:custGeom>
              <a:avLst/>
              <a:gdLst/>
              <a:ahLst/>
              <a:cxnLst/>
              <a:rect l="l" t="t" r="r" b="b"/>
              <a:pathLst>
                <a:path w="189229" h="256539">
                  <a:moveTo>
                    <a:pt x="188695" y="0"/>
                  </a:moveTo>
                  <a:lnTo>
                    <a:pt x="0" y="25622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1087951" y="6213112"/>
              <a:ext cx="120014" cy="139700"/>
            </a:xfrm>
            <a:custGeom>
              <a:avLst/>
              <a:gdLst/>
              <a:ahLst/>
              <a:cxnLst/>
              <a:rect l="l" t="t" r="r" b="b"/>
              <a:pathLst>
                <a:path w="120015" h="139700">
                  <a:moveTo>
                    <a:pt x="119985" y="0"/>
                  </a:moveTo>
                  <a:lnTo>
                    <a:pt x="0" y="13913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 descr=""/>
          <p:cNvSpPr/>
          <p:nvPr/>
        </p:nvSpPr>
        <p:spPr>
          <a:xfrm>
            <a:off x="10178747" y="9868142"/>
            <a:ext cx="1800860" cy="304800"/>
          </a:xfrm>
          <a:custGeom>
            <a:avLst/>
            <a:gdLst/>
            <a:ahLst/>
            <a:cxnLst/>
            <a:rect l="l" t="t" r="r" b="b"/>
            <a:pathLst>
              <a:path w="1800859" h="304800">
                <a:moveTo>
                  <a:pt x="900328" y="0"/>
                </a:moveTo>
                <a:lnTo>
                  <a:pt x="822644" y="558"/>
                </a:lnTo>
                <a:lnTo>
                  <a:pt x="746795" y="2204"/>
                </a:lnTo>
                <a:lnTo>
                  <a:pt x="673051" y="4891"/>
                </a:lnTo>
                <a:lnTo>
                  <a:pt x="601683" y="8573"/>
                </a:lnTo>
                <a:lnTo>
                  <a:pt x="532960" y="13205"/>
                </a:lnTo>
                <a:lnTo>
                  <a:pt x="467154" y="18741"/>
                </a:lnTo>
                <a:lnTo>
                  <a:pt x="404534" y="25135"/>
                </a:lnTo>
                <a:lnTo>
                  <a:pt x="345371" y="32342"/>
                </a:lnTo>
                <a:lnTo>
                  <a:pt x="289934" y="40316"/>
                </a:lnTo>
                <a:lnTo>
                  <a:pt x="238495" y="49012"/>
                </a:lnTo>
                <a:lnTo>
                  <a:pt x="191323" y="58382"/>
                </a:lnTo>
                <a:lnTo>
                  <a:pt x="148689" y="68383"/>
                </a:lnTo>
                <a:lnTo>
                  <a:pt x="110862" y="78968"/>
                </a:lnTo>
                <a:lnTo>
                  <a:pt x="50713" y="101707"/>
                </a:lnTo>
                <a:lnTo>
                  <a:pt x="13038" y="126234"/>
                </a:lnTo>
                <a:lnTo>
                  <a:pt x="0" y="152183"/>
                </a:lnTo>
                <a:lnTo>
                  <a:pt x="3304" y="165314"/>
                </a:lnTo>
                <a:lnTo>
                  <a:pt x="50713" y="202664"/>
                </a:lnTo>
                <a:lnTo>
                  <a:pt x="110862" y="225404"/>
                </a:lnTo>
                <a:lnTo>
                  <a:pt x="148689" y="235988"/>
                </a:lnTo>
                <a:lnTo>
                  <a:pt x="191323" y="245989"/>
                </a:lnTo>
                <a:lnTo>
                  <a:pt x="238495" y="255359"/>
                </a:lnTo>
                <a:lnTo>
                  <a:pt x="289934" y="264054"/>
                </a:lnTo>
                <a:lnTo>
                  <a:pt x="345371" y="272028"/>
                </a:lnTo>
                <a:lnTo>
                  <a:pt x="404534" y="279234"/>
                </a:lnTo>
                <a:lnTo>
                  <a:pt x="467154" y="285628"/>
                </a:lnTo>
                <a:lnTo>
                  <a:pt x="532960" y="291164"/>
                </a:lnTo>
                <a:lnTo>
                  <a:pt x="601683" y="295795"/>
                </a:lnTo>
                <a:lnTo>
                  <a:pt x="673051" y="299477"/>
                </a:lnTo>
                <a:lnTo>
                  <a:pt x="746795" y="302163"/>
                </a:lnTo>
                <a:lnTo>
                  <a:pt x="822644" y="303809"/>
                </a:lnTo>
                <a:lnTo>
                  <a:pt x="900328" y="304367"/>
                </a:lnTo>
                <a:lnTo>
                  <a:pt x="978012" y="303809"/>
                </a:lnTo>
                <a:lnTo>
                  <a:pt x="1053862" y="302163"/>
                </a:lnTo>
                <a:lnTo>
                  <a:pt x="1127605" y="299477"/>
                </a:lnTo>
                <a:lnTo>
                  <a:pt x="1198974" y="295795"/>
                </a:lnTo>
                <a:lnTo>
                  <a:pt x="1267696" y="291164"/>
                </a:lnTo>
                <a:lnTo>
                  <a:pt x="1333502" y="285628"/>
                </a:lnTo>
                <a:lnTo>
                  <a:pt x="1396122" y="279234"/>
                </a:lnTo>
                <a:lnTo>
                  <a:pt x="1455285" y="272028"/>
                </a:lnTo>
                <a:lnTo>
                  <a:pt x="1510722" y="264054"/>
                </a:lnTo>
                <a:lnTo>
                  <a:pt x="1562161" y="255359"/>
                </a:lnTo>
                <a:lnTo>
                  <a:pt x="1609333" y="245989"/>
                </a:lnTo>
                <a:lnTo>
                  <a:pt x="1651968" y="235988"/>
                </a:lnTo>
                <a:lnTo>
                  <a:pt x="1689794" y="225404"/>
                </a:lnTo>
                <a:lnTo>
                  <a:pt x="1749943" y="202664"/>
                </a:lnTo>
                <a:lnTo>
                  <a:pt x="1787618" y="178135"/>
                </a:lnTo>
                <a:lnTo>
                  <a:pt x="1800657" y="152183"/>
                </a:lnTo>
                <a:lnTo>
                  <a:pt x="1797352" y="139054"/>
                </a:lnTo>
                <a:lnTo>
                  <a:pt x="1749943" y="101707"/>
                </a:lnTo>
                <a:lnTo>
                  <a:pt x="1689794" y="78968"/>
                </a:lnTo>
                <a:lnTo>
                  <a:pt x="1651968" y="68383"/>
                </a:lnTo>
                <a:lnTo>
                  <a:pt x="1609333" y="58382"/>
                </a:lnTo>
                <a:lnTo>
                  <a:pt x="1562161" y="49012"/>
                </a:lnTo>
                <a:lnTo>
                  <a:pt x="1510722" y="40316"/>
                </a:lnTo>
                <a:lnTo>
                  <a:pt x="1455285" y="32342"/>
                </a:lnTo>
                <a:lnTo>
                  <a:pt x="1396122" y="25135"/>
                </a:lnTo>
                <a:lnTo>
                  <a:pt x="1333502" y="18741"/>
                </a:lnTo>
                <a:lnTo>
                  <a:pt x="1267696" y="13205"/>
                </a:lnTo>
                <a:lnTo>
                  <a:pt x="1198974" y="8573"/>
                </a:lnTo>
                <a:lnTo>
                  <a:pt x="1127605" y="4891"/>
                </a:lnTo>
                <a:lnTo>
                  <a:pt x="1053862" y="2204"/>
                </a:lnTo>
                <a:lnTo>
                  <a:pt x="978012" y="558"/>
                </a:lnTo>
                <a:lnTo>
                  <a:pt x="900328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2" name="object 262" descr=""/>
          <p:cNvGrpSpPr/>
          <p:nvPr/>
        </p:nvGrpSpPr>
        <p:grpSpPr>
          <a:xfrm>
            <a:off x="10512716" y="7151154"/>
            <a:ext cx="1130300" cy="2886075"/>
            <a:chOff x="10512716" y="7151154"/>
            <a:chExt cx="1130300" cy="2886075"/>
          </a:xfrm>
        </p:grpSpPr>
        <p:sp>
          <p:nvSpPr>
            <p:cNvPr id="263" name="object 263" descr=""/>
            <p:cNvSpPr/>
            <p:nvPr/>
          </p:nvSpPr>
          <p:spPr>
            <a:xfrm>
              <a:off x="10512716" y="7151154"/>
              <a:ext cx="1130300" cy="205740"/>
            </a:xfrm>
            <a:custGeom>
              <a:avLst/>
              <a:gdLst/>
              <a:ahLst/>
              <a:cxnLst/>
              <a:rect l="l" t="t" r="r" b="b"/>
              <a:pathLst>
                <a:path w="1130300" h="205740">
                  <a:moveTo>
                    <a:pt x="1129944" y="0"/>
                  </a:moveTo>
                  <a:lnTo>
                    <a:pt x="0" y="0"/>
                  </a:lnTo>
                  <a:lnTo>
                    <a:pt x="0" y="205669"/>
                  </a:lnTo>
                  <a:lnTo>
                    <a:pt x="1129944" y="205669"/>
                  </a:lnTo>
                  <a:lnTo>
                    <a:pt x="1129944" y="0"/>
                  </a:lnTo>
                  <a:close/>
                </a:path>
              </a:pathLst>
            </a:custGeom>
            <a:solidFill>
              <a:srgbClr val="3439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0516159" y="7303433"/>
              <a:ext cx="1123315" cy="2733675"/>
            </a:xfrm>
            <a:custGeom>
              <a:avLst/>
              <a:gdLst/>
              <a:ahLst/>
              <a:cxnLst/>
              <a:rect l="l" t="t" r="r" b="b"/>
              <a:pathLst>
                <a:path w="1123315" h="2733675">
                  <a:moveTo>
                    <a:pt x="1123035" y="2732735"/>
                  </a:moveTo>
                  <a:lnTo>
                    <a:pt x="1082827" y="1817878"/>
                  </a:lnTo>
                  <a:lnTo>
                    <a:pt x="1082827" y="2173084"/>
                  </a:lnTo>
                  <a:lnTo>
                    <a:pt x="40182" y="2173084"/>
                  </a:lnTo>
                  <a:lnTo>
                    <a:pt x="56819" y="1794548"/>
                  </a:lnTo>
                  <a:lnTo>
                    <a:pt x="1066190" y="1794548"/>
                  </a:lnTo>
                  <a:lnTo>
                    <a:pt x="1082827" y="2173084"/>
                  </a:lnTo>
                  <a:lnTo>
                    <a:pt x="1082827" y="1817878"/>
                  </a:lnTo>
                  <a:lnTo>
                    <a:pt x="1002931" y="0"/>
                  </a:lnTo>
                  <a:lnTo>
                    <a:pt x="987361" y="889"/>
                  </a:lnTo>
                  <a:lnTo>
                    <a:pt x="1065403" y="1776691"/>
                  </a:lnTo>
                  <a:lnTo>
                    <a:pt x="57594" y="1776691"/>
                  </a:lnTo>
                  <a:lnTo>
                    <a:pt x="135661" y="889"/>
                  </a:lnTo>
                  <a:lnTo>
                    <a:pt x="120116" y="0"/>
                  </a:lnTo>
                  <a:lnTo>
                    <a:pt x="0" y="2732735"/>
                  </a:lnTo>
                  <a:lnTo>
                    <a:pt x="15557" y="2733624"/>
                  </a:lnTo>
                  <a:lnTo>
                    <a:pt x="39408" y="2190940"/>
                  </a:lnTo>
                  <a:lnTo>
                    <a:pt x="1083602" y="2190940"/>
                  </a:lnTo>
                  <a:lnTo>
                    <a:pt x="1107465" y="2733624"/>
                  </a:lnTo>
                  <a:lnTo>
                    <a:pt x="1123035" y="2732735"/>
                  </a:lnTo>
                  <a:close/>
                </a:path>
              </a:pathLst>
            </a:custGeom>
            <a:solidFill>
              <a:srgbClr val="2C34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5" name="object 265" descr=""/>
          <p:cNvSpPr/>
          <p:nvPr/>
        </p:nvSpPr>
        <p:spPr>
          <a:xfrm>
            <a:off x="1968674" y="3986277"/>
            <a:ext cx="1049020" cy="217804"/>
          </a:xfrm>
          <a:custGeom>
            <a:avLst/>
            <a:gdLst/>
            <a:ahLst/>
            <a:cxnLst/>
            <a:rect l="l" t="t" r="r" b="b"/>
            <a:pathLst>
              <a:path w="1049020" h="217804">
                <a:moveTo>
                  <a:pt x="524455" y="0"/>
                </a:moveTo>
                <a:lnTo>
                  <a:pt x="453290" y="992"/>
                </a:lnTo>
                <a:lnTo>
                  <a:pt x="385035" y="3882"/>
                </a:lnTo>
                <a:lnTo>
                  <a:pt x="320314" y="8540"/>
                </a:lnTo>
                <a:lnTo>
                  <a:pt x="259753" y="14838"/>
                </a:lnTo>
                <a:lnTo>
                  <a:pt x="203977" y="22645"/>
                </a:lnTo>
                <a:lnTo>
                  <a:pt x="153610" y="31832"/>
                </a:lnTo>
                <a:lnTo>
                  <a:pt x="109277" y="42270"/>
                </a:lnTo>
                <a:lnTo>
                  <a:pt x="71604" y="53829"/>
                </a:lnTo>
                <a:lnTo>
                  <a:pt x="18734" y="79793"/>
                </a:lnTo>
                <a:lnTo>
                  <a:pt x="0" y="108687"/>
                </a:lnTo>
                <a:lnTo>
                  <a:pt x="4787" y="123436"/>
                </a:lnTo>
                <a:lnTo>
                  <a:pt x="41214" y="150995"/>
                </a:lnTo>
                <a:lnTo>
                  <a:pt x="109277" y="175104"/>
                </a:lnTo>
                <a:lnTo>
                  <a:pt x="153610" y="185542"/>
                </a:lnTo>
                <a:lnTo>
                  <a:pt x="203977" y="194730"/>
                </a:lnTo>
                <a:lnTo>
                  <a:pt x="259753" y="202537"/>
                </a:lnTo>
                <a:lnTo>
                  <a:pt x="320314" y="208834"/>
                </a:lnTo>
                <a:lnTo>
                  <a:pt x="385035" y="213493"/>
                </a:lnTo>
                <a:lnTo>
                  <a:pt x="453290" y="216383"/>
                </a:lnTo>
                <a:lnTo>
                  <a:pt x="524455" y="217375"/>
                </a:lnTo>
                <a:lnTo>
                  <a:pt x="595622" y="216383"/>
                </a:lnTo>
                <a:lnTo>
                  <a:pt x="663879" y="213493"/>
                </a:lnTo>
                <a:lnTo>
                  <a:pt x="728601" y="208834"/>
                </a:lnTo>
                <a:lnTo>
                  <a:pt x="789163" y="202537"/>
                </a:lnTo>
                <a:lnTo>
                  <a:pt x="844941" y="194730"/>
                </a:lnTo>
                <a:lnTo>
                  <a:pt x="895309" y="185542"/>
                </a:lnTo>
                <a:lnTo>
                  <a:pt x="939642" y="175104"/>
                </a:lnTo>
                <a:lnTo>
                  <a:pt x="977316" y="163545"/>
                </a:lnTo>
                <a:lnTo>
                  <a:pt x="1030186" y="137582"/>
                </a:lnTo>
                <a:lnTo>
                  <a:pt x="1048920" y="108687"/>
                </a:lnTo>
                <a:lnTo>
                  <a:pt x="1044133" y="93938"/>
                </a:lnTo>
                <a:lnTo>
                  <a:pt x="1007706" y="66380"/>
                </a:lnTo>
                <a:lnTo>
                  <a:pt x="939642" y="42270"/>
                </a:lnTo>
                <a:lnTo>
                  <a:pt x="895309" y="31832"/>
                </a:lnTo>
                <a:lnTo>
                  <a:pt x="844941" y="22645"/>
                </a:lnTo>
                <a:lnTo>
                  <a:pt x="789163" y="14838"/>
                </a:lnTo>
                <a:lnTo>
                  <a:pt x="728601" y="8540"/>
                </a:lnTo>
                <a:lnTo>
                  <a:pt x="663879" y="3882"/>
                </a:lnTo>
                <a:lnTo>
                  <a:pt x="595622" y="992"/>
                </a:lnTo>
                <a:lnTo>
                  <a:pt x="524455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6" name="object 266" descr=""/>
          <p:cNvGrpSpPr/>
          <p:nvPr/>
        </p:nvGrpSpPr>
        <p:grpSpPr>
          <a:xfrm>
            <a:off x="1667708" y="1819193"/>
            <a:ext cx="807085" cy="1750060"/>
            <a:chOff x="1667708" y="1819193"/>
            <a:chExt cx="807085" cy="1750060"/>
          </a:xfrm>
        </p:grpSpPr>
        <p:sp>
          <p:nvSpPr>
            <p:cNvPr id="267" name="object 267" descr=""/>
            <p:cNvSpPr/>
            <p:nvPr/>
          </p:nvSpPr>
          <p:spPr>
            <a:xfrm>
              <a:off x="1855599" y="1819193"/>
              <a:ext cx="573405" cy="360045"/>
            </a:xfrm>
            <a:custGeom>
              <a:avLst/>
              <a:gdLst/>
              <a:ahLst/>
              <a:cxnLst/>
              <a:rect l="l" t="t" r="r" b="b"/>
              <a:pathLst>
                <a:path w="573405" h="360044">
                  <a:moveTo>
                    <a:pt x="258158" y="0"/>
                  </a:moveTo>
                  <a:lnTo>
                    <a:pt x="220878" y="7456"/>
                  </a:lnTo>
                  <a:lnTo>
                    <a:pt x="181105" y="25891"/>
                  </a:lnTo>
                  <a:lnTo>
                    <a:pt x="140766" y="55527"/>
                  </a:lnTo>
                  <a:lnTo>
                    <a:pt x="101787" y="96588"/>
                  </a:lnTo>
                  <a:lnTo>
                    <a:pt x="137644" y="91945"/>
                  </a:lnTo>
                  <a:lnTo>
                    <a:pt x="156723" y="98149"/>
                  </a:lnTo>
                  <a:lnTo>
                    <a:pt x="155558" y="109875"/>
                  </a:lnTo>
                  <a:lnTo>
                    <a:pt x="130684" y="121796"/>
                  </a:lnTo>
                  <a:lnTo>
                    <a:pt x="78636" y="128587"/>
                  </a:lnTo>
                  <a:lnTo>
                    <a:pt x="57352" y="165109"/>
                  </a:lnTo>
                  <a:lnTo>
                    <a:pt x="38357" y="206469"/>
                  </a:lnTo>
                  <a:lnTo>
                    <a:pt x="22140" y="252682"/>
                  </a:lnTo>
                  <a:lnTo>
                    <a:pt x="9191" y="303765"/>
                  </a:lnTo>
                  <a:lnTo>
                    <a:pt x="0" y="359732"/>
                  </a:lnTo>
                  <a:lnTo>
                    <a:pt x="50318" y="337040"/>
                  </a:lnTo>
                  <a:lnTo>
                    <a:pt x="99653" y="319025"/>
                  </a:lnTo>
                  <a:lnTo>
                    <a:pt x="148255" y="304683"/>
                  </a:lnTo>
                  <a:lnTo>
                    <a:pt x="196375" y="293008"/>
                  </a:lnTo>
                  <a:lnTo>
                    <a:pt x="244263" y="282995"/>
                  </a:lnTo>
                  <a:lnTo>
                    <a:pt x="292169" y="273640"/>
                  </a:lnTo>
                  <a:lnTo>
                    <a:pt x="282526" y="270336"/>
                  </a:lnTo>
                  <a:lnTo>
                    <a:pt x="274403" y="264541"/>
                  </a:lnTo>
                  <a:lnTo>
                    <a:pt x="268407" y="257340"/>
                  </a:lnTo>
                  <a:lnTo>
                    <a:pt x="265143" y="249819"/>
                  </a:lnTo>
                  <a:lnTo>
                    <a:pt x="270877" y="237702"/>
                  </a:lnTo>
                  <a:lnTo>
                    <a:pt x="288330" y="234342"/>
                  </a:lnTo>
                  <a:lnTo>
                    <a:pt x="307304" y="243474"/>
                  </a:lnTo>
                  <a:lnTo>
                    <a:pt x="317602" y="268834"/>
                  </a:lnTo>
                  <a:lnTo>
                    <a:pt x="371898" y="257367"/>
                  </a:lnTo>
                  <a:lnTo>
                    <a:pt x="422222" y="244494"/>
                  </a:lnTo>
                  <a:lnTo>
                    <a:pt x="467627" y="228811"/>
                  </a:lnTo>
                  <a:lnTo>
                    <a:pt x="507165" y="208912"/>
                  </a:lnTo>
                  <a:lnTo>
                    <a:pt x="539889" y="183392"/>
                  </a:lnTo>
                  <a:lnTo>
                    <a:pt x="572928" y="122499"/>
                  </a:lnTo>
                  <a:lnTo>
                    <a:pt x="571419" y="93283"/>
                  </a:lnTo>
                  <a:lnTo>
                    <a:pt x="559596" y="67226"/>
                  </a:lnTo>
                  <a:lnTo>
                    <a:pt x="538742" y="46083"/>
                  </a:lnTo>
                  <a:lnTo>
                    <a:pt x="510137" y="31609"/>
                  </a:lnTo>
                  <a:lnTo>
                    <a:pt x="475060" y="25558"/>
                  </a:lnTo>
                  <a:lnTo>
                    <a:pt x="434794" y="29685"/>
                  </a:lnTo>
                  <a:lnTo>
                    <a:pt x="390617" y="45744"/>
                  </a:lnTo>
                  <a:lnTo>
                    <a:pt x="343811" y="75489"/>
                  </a:lnTo>
                  <a:lnTo>
                    <a:pt x="335771" y="41266"/>
                  </a:lnTo>
                  <a:lnTo>
                    <a:pt x="317532" y="17128"/>
                  </a:lnTo>
                  <a:lnTo>
                    <a:pt x="291018" y="3298"/>
                  </a:lnTo>
                  <a:lnTo>
                    <a:pt x="258158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2206458" y="1902610"/>
              <a:ext cx="266700" cy="1664970"/>
            </a:xfrm>
            <a:custGeom>
              <a:avLst/>
              <a:gdLst/>
              <a:ahLst/>
              <a:cxnLst/>
              <a:rect l="l" t="t" r="r" b="b"/>
              <a:pathLst>
                <a:path w="266700" h="1664970">
                  <a:moveTo>
                    <a:pt x="266379" y="1664462"/>
                  </a:moveTo>
                  <a:lnTo>
                    <a:pt x="263206" y="776615"/>
                  </a:lnTo>
                  <a:lnTo>
                    <a:pt x="167366" y="274208"/>
                  </a:lnTo>
                  <a:lnTo>
                    <a:pt x="54438" y="50813"/>
                  </a:lnTo>
                  <a:lnTo>
                    <a:pt x="0" y="0"/>
                  </a:lnTo>
                </a:path>
              </a:pathLst>
            </a:custGeom>
            <a:ln w="3863">
              <a:solidFill>
                <a:srgbClr val="C2470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669640" y="2350635"/>
              <a:ext cx="782955" cy="912494"/>
            </a:xfrm>
            <a:custGeom>
              <a:avLst/>
              <a:gdLst/>
              <a:ahLst/>
              <a:cxnLst/>
              <a:rect l="l" t="t" r="r" b="b"/>
              <a:pathLst>
                <a:path w="782955" h="912495">
                  <a:moveTo>
                    <a:pt x="782353" y="911993"/>
                  </a:moveTo>
                  <a:lnTo>
                    <a:pt x="660110" y="464370"/>
                  </a:lnTo>
                  <a:lnTo>
                    <a:pt x="391176" y="184775"/>
                  </a:lnTo>
                  <a:lnTo>
                    <a:pt x="122242" y="40791"/>
                  </a:lnTo>
                  <a:lnTo>
                    <a:pt x="0" y="0"/>
                  </a:lnTo>
                </a:path>
              </a:pathLst>
            </a:custGeom>
            <a:ln w="3863">
              <a:solidFill>
                <a:srgbClr val="C2470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 descr=""/>
          <p:cNvGrpSpPr/>
          <p:nvPr/>
        </p:nvGrpSpPr>
        <p:grpSpPr>
          <a:xfrm>
            <a:off x="2537468" y="1933677"/>
            <a:ext cx="851535" cy="1234440"/>
            <a:chOff x="2537468" y="1933677"/>
            <a:chExt cx="851535" cy="1234440"/>
          </a:xfrm>
        </p:grpSpPr>
        <p:sp>
          <p:nvSpPr>
            <p:cNvPr id="271" name="object 271" descr=""/>
            <p:cNvSpPr/>
            <p:nvPr/>
          </p:nvSpPr>
          <p:spPr>
            <a:xfrm>
              <a:off x="2539400" y="2079013"/>
              <a:ext cx="489584" cy="1087120"/>
            </a:xfrm>
            <a:custGeom>
              <a:avLst/>
              <a:gdLst/>
              <a:ahLst/>
              <a:cxnLst/>
              <a:rect l="l" t="t" r="r" b="b"/>
              <a:pathLst>
                <a:path w="489585" h="1087120">
                  <a:moveTo>
                    <a:pt x="0" y="1086804"/>
                  </a:moveTo>
                  <a:lnTo>
                    <a:pt x="54461" y="573087"/>
                  </a:lnTo>
                  <a:lnTo>
                    <a:pt x="225148" y="237710"/>
                  </a:lnTo>
                  <a:lnTo>
                    <a:pt x="405619" y="55178"/>
                  </a:lnTo>
                  <a:lnTo>
                    <a:pt x="489430" y="0"/>
                  </a:lnTo>
                </a:path>
              </a:pathLst>
            </a:custGeom>
            <a:ln w="3863">
              <a:solidFill>
                <a:srgbClr val="C2470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2679081" y="2028370"/>
              <a:ext cx="677545" cy="556895"/>
            </a:xfrm>
            <a:custGeom>
              <a:avLst/>
              <a:gdLst/>
              <a:ahLst/>
              <a:cxnLst/>
              <a:rect l="l" t="t" r="r" b="b"/>
              <a:pathLst>
                <a:path w="677545" h="556894">
                  <a:moveTo>
                    <a:pt x="236863" y="0"/>
                  </a:moveTo>
                  <a:lnTo>
                    <a:pt x="180043" y="3909"/>
                  </a:lnTo>
                  <a:lnTo>
                    <a:pt x="131101" y="14388"/>
                  </a:lnTo>
                  <a:lnTo>
                    <a:pt x="89995" y="30696"/>
                  </a:lnTo>
                  <a:lnTo>
                    <a:pt x="56683" y="52096"/>
                  </a:lnTo>
                  <a:lnTo>
                    <a:pt x="13277" y="107215"/>
                  </a:lnTo>
                  <a:lnTo>
                    <a:pt x="51024" y="108686"/>
                  </a:lnTo>
                  <a:lnTo>
                    <a:pt x="84242" y="114325"/>
                  </a:lnTo>
                  <a:lnTo>
                    <a:pt x="110669" y="122900"/>
                  </a:lnTo>
                  <a:lnTo>
                    <a:pt x="128044" y="133182"/>
                  </a:lnTo>
                  <a:lnTo>
                    <a:pt x="134106" y="143940"/>
                  </a:lnTo>
                  <a:lnTo>
                    <a:pt x="126593" y="153944"/>
                  </a:lnTo>
                  <a:lnTo>
                    <a:pt x="103246" y="161964"/>
                  </a:lnTo>
                  <a:lnTo>
                    <a:pt x="61801" y="166769"/>
                  </a:lnTo>
                  <a:lnTo>
                    <a:pt x="0" y="167130"/>
                  </a:lnTo>
                  <a:lnTo>
                    <a:pt x="2455" y="198218"/>
                  </a:lnTo>
                  <a:lnTo>
                    <a:pt x="24566" y="262163"/>
                  </a:lnTo>
                  <a:lnTo>
                    <a:pt x="69415" y="325243"/>
                  </a:lnTo>
                  <a:lnTo>
                    <a:pt x="100292" y="355250"/>
                  </a:lnTo>
                  <a:lnTo>
                    <a:pt x="136765" y="383590"/>
                  </a:lnTo>
                  <a:lnTo>
                    <a:pt x="178803" y="409781"/>
                  </a:lnTo>
                  <a:lnTo>
                    <a:pt x="226377" y="433337"/>
                  </a:lnTo>
                  <a:lnTo>
                    <a:pt x="279457" y="453777"/>
                  </a:lnTo>
                  <a:lnTo>
                    <a:pt x="338014" y="470616"/>
                  </a:lnTo>
                  <a:lnTo>
                    <a:pt x="402019" y="483371"/>
                  </a:lnTo>
                  <a:lnTo>
                    <a:pt x="466009" y="495553"/>
                  </a:lnTo>
                  <a:lnTo>
                    <a:pt x="528023" y="510591"/>
                  </a:lnTo>
                  <a:lnTo>
                    <a:pt x="584100" y="526347"/>
                  </a:lnTo>
                  <a:lnTo>
                    <a:pt x="630275" y="540684"/>
                  </a:lnTo>
                  <a:lnTo>
                    <a:pt x="662589" y="551465"/>
                  </a:lnTo>
                  <a:lnTo>
                    <a:pt x="677078" y="556552"/>
                  </a:lnTo>
                  <a:lnTo>
                    <a:pt x="536839" y="300379"/>
                  </a:lnTo>
                  <a:lnTo>
                    <a:pt x="416832" y="129092"/>
                  </a:lnTo>
                  <a:lnTo>
                    <a:pt x="333080" y="33246"/>
                  </a:lnTo>
                  <a:lnTo>
                    <a:pt x="301603" y="3397"/>
                  </a:lnTo>
                  <a:lnTo>
                    <a:pt x="236863" y="0"/>
                  </a:lnTo>
                  <a:close/>
                </a:path>
              </a:pathLst>
            </a:custGeom>
            <a:solidFill>
              <a:srgbClr val="1AA3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2980686" y="1933677"/>
              <a:ext cx="408305" cy="652145"/>
            </a:xfrm>
            <a:custGeom>
              <a:avLst/>
              <a:gdLst/>
              <a:ahLst/>
              <a:cxnLst/>
              <a:rect l="l" t="t" r="r" b="b"/>
              <a:pathLst>
                <a:path w="408304" h="652144">
                  <a:moveTo>
                    <a:pt x="116177" y="0"/>
                  </a:moveTo>
                  <a:lnTo>
                    <a:pt x="45145" y="22558"/>
                  </a:lnTo>
                  <a:lnTo>
                    <a:pt x="9663" y="71221"/>
                  </a:lnTo>
                  <a:lnTo>
                    <a:pt x="0" y="98088"/>
                  </a:lnTo>
                  <a:lnTo>
                    <a:pt x="108309" y="191557"/>
                  </a:lnTo>
                  <a:lnTo>
                    <a:pt x="183524" y="280335"/>
                  </a:lnTo>
                  <a:lnTo>
                    <a:pt x="260846" y="416281"/>
                  </a:lnTo>
                  <a:lnTo>
                    <a:pt x="375475" y="651254"/>
                  </a:lnTo>
                  <a:lnTo>
                    <a:pt x="375810" y="651589"/>
                  </a:lnTo>
                  <a:lnTo>
                    <a:pt x="388677" y="601164"/>
                  </a:lnTo>
                  <a:lnTo>
                    <a:pt x="398516" y="550194"/>
                  </a:lnTo>
                  <a:lnTo>
                    <a:pt x="405076" y="499032"/>
                  </a:lnTo>
                  <a:lnTo>
                    <a:pt x="408106" y="448029"/>
                  </a:lnTo>
                  <a:lnTo>
                    <a:pt x="407354" y="397535"/>
                  </a:lnTo>
                  <a:lnTo>
                    <a:pt x="402569" y="347903"/>
                  </a:lnTo>
                  <a:lnTo>
                    <a:pt x="393499" y="299484"/>
                  </a:lnTo>
                  <a:lnTo>
                    <a:pt x="379894" y="252628"/>
                  </a:lnTo>
                  <a:lnTo>
                    <a:pt x="317477" y="238551"/>
                  </a:lnTo>
                  <a:lnTo>
                    <a:pt x="272507" y="223874"/>
                  </a:lnTo>
                  <a:lnTo>
                    <a:pt x="243946" y="209763"/>
                  </a:lnTo>
                  <a:lnTo>
                    <a:pt x="230758" y="197383"/>
                  </a:lnTo>
                  <a:lnTo>
                    <a:pt x="231907" y="187901"/>
                  </a:lnTo>
                  <a:lnTo>
                    <a:pt x="246356" y="182481"/>
                  </a:lnTo>
                  <a:lnTo>
                    <a:pt x="273069" y="182289"/>
                  </a:lnTo>
                  <a:lnTo>
                    <a:pt x="311009" y="188491"/>
                  </a:lnTo>
                  <a:lnTo>
                    <a:pt x="359140" y="202252"/>
                  </a:lnTo>
                  <a:lnTo>
                    <a:pt x="335472" y="160307"/>
                  </a:lnTo>
                  <a:lnTo>
                    <a:pt x="306667" y="120977"/>
                  </a:lnTo>
                  <a:lnTo>
                    <a:pt x="272437" y="84584"/>
                  </a:lnTo>
                  <a:lnTo>
                    <a:pt x="232495" y="51451"/>
                  </a:lnTo>
                  <a:lnTo>
                    <a:pt x="116177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4" name="object 274" descr=""/>
          <p:cNvSpPr/>
          <p:nvPr/>
        </p:nvSpPr>
        <p:spPr>
          <a:xfrm>
            <a:off x="2283103" y="3567074"/>
            <a:ext cx="25400" cy="516890"/>
          </a:xfrm>
          <a:custGeom>
            <a:avLst/>
            <a:gdLst/>
            <a:ahLst/>
            <a:cxnLst/>
            <a:rect l="l" t="t" r="r" b="b"/>
            <a:pathLst>
              <a:path w="25400" h="516889">
                <a:moveTo>
                  <a:pt x="0" y="516549"/>
                </a:moveTo>
                <a:lnTo>
                  <a:pt x="25014" y="516549"/>
                </a:lnTo>
                <a:lnTo>
                  <a:pt x="25014" y="0"/>
                </a:lnTo>
                <a:lnTo>
                  <a:pt x="0" y="0"/>
                </a:lnTo>
                <a:lnTo>
                  <a:pt x="0" y="516549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 descr=""/>
          <p:cNvSpPr/>
          <p:nvPr/>
        </p:nvSpPr>
        <p:spPr>
          <a:xfrm>
            <a:off x="2369990" y="3567074"/>
            <a:ext cx="41910" cy="516890"/>
          </a:xfrm>
          <a:custGeom>
            <a:avLst/>
            <a:gdLst/>
            <a:ahLst/>
            <a:cxnLst/>
            <a:rect l="l" t="t" r="r" b="b"/>
            <a:pathLst>
              <a:path w="41910" h="516889">
                <a:moveTo>
                  <a:pt x="0" y="516549"/>
                </a:moveTo>
                <a:lnTo>
                  <a:pt x="41883" y="516549"/>
                </a:lnTo>
                <a:lnTo>
                  <a:pt x="41883" y="0"/>
                </a:lnTo>
                <a:lnTo>
                  <a:pt x="0" y="0"/>
                </a:lnTo>
                <a:lnTo>
                  <a:pt x="0" y="516549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 descr=""/>
          <p:cNvSpPr/>
          <p:nvPr/>
        </p:nvSpPr>
        <p:spPr>
          <a:xfrm>
            <a:off x="2563974" y="3567074"/>
            <a:ext cx="128905" cy="516890"/>
          </a:xfrm>
          <a:custGeom>
            <a:avLst/>
            <a:gdLst/>
            <a:ahLst/>
            <a:cxnLst/>
            <a:rect l="l" t="t" r="r" b="b"/>
            <a:pathLst>
              <a:path w="128905" h="516889">
                <a:moveTo>
                  <a:pt x="0" y="516549"/>
                </a:moveTo>
                <a:lnTo>
                  <a:pt x="128781" y="516549"/>
                </a:lnTo>
                <a:lnTo>
                  <a:pt x="128781" y="0"/>
                </a:lnTo>
                <a:lnTo>
                  <a:pt x="0" y="0"/>
                </a:lnTo>
                <a:lnTo>
                  <a:pt x="0" y="516549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 descr=""/>
          <p:cNvSpPr/>
          <p:nvPr/>
        </p:nvSpPr>
        <p:spPr>
          <a:xfrm>
            <a:off x="2283103" y="3009049"/>
            <a:ext cx="25400" cy="511809"/>
          </a:xfrm>
          <a:custGeom>
            <a:avLst/>
            <a:gdLst/>
            <a:ahLst/>
            <a:cxnLst/>
            <a:rect l="l" t="t" r="r" b="b"/>
            <a:pathLst>
              <a:path w="25400" h="511810">
                <a:moveTo>
                  <a:pt x="0" y="511377"/>
                </a:moveTo>
                <a:lnTo>
                  <a:pt x="25014" y="511377"/>
                </a:lnTo>
                <a:lnTo>
                  <a:pt x="25014" y="0"/>
                </a:lnTo>
                <a:lnTo>
                  <a:pt x="0" y="0"/>
                </a:lnTo>
                <a:lnTo>
                  <a:pt x="0" y="511377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 descr=""/>
          <p:cNvSpPr/>
          <p:nvPr/>
        </p:nvSpPr>
        <p:spPr>
          <a:xfrm>
            <a:off x="2369990" y="3009049"/>
            <a:ext cx="41910" cy="511809"/>
          </a:xfrm>
          <a:custGeom>
            <a:avLst/>
            <a:gdLst/>
            <a:ahLst/>
            <a:cxnLst/>
            <a:rect l="l" t="t" r="r" b="b"/>
            <a:pathLst>
              <a:path w="41910" h="511810">
                <a:moveTo>
                  <a:pt x="0" y="511377"/>
                </a:moveTo>
                <a:lnTo>
                  <a:pt x="41883" y="511377"/>
                </a:lnTo>
                <a:lnTo>
                  <a:pt x="41883" y="0"/>
                </a:lnTo>
                <a:lnTo>
                  <a:pt x="0" y="0"/>
                </a:lnTo>
                <a:lnTo>
                  <a:pt x="0" y="511377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 descr=""/>
          <p:cNvSpPr/>
          <p:nvPr/>
        </p:nvSpPr>
        <p:spPr>
          <a:xfrm>
            <a:off x="2563974" y="3009049"/>
            <a:ext cx="128905" cy="511809"/>
          </a:xfrm>
          <a:custGeom>
            <a:avLst/>
            <a:gdLst/>
            <a:ahLst/>
            <a:cxnLst/>
            <a:rect l="l" t="t" r="r" b="b"/>
            <a:pathLst>
              <a:path w="128905" h="511810">
                <a:moveTo>
                  <a:pt x="0" y="511377"/>
                </a:moveTo>
                <a:lnTo>
                  <a:pt x="128781" y="511377"/>
                </a:lnTo>
                <a:lnTo>
                  <a:pt x="128781" y="0"/>
                </a:lnTo>
                <a:lnTo>
                  <a:pt x="0" y="0"/>
                </a:lnTo>
                <a:lnTo>
                  <a:pt x="0" y="511377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 descr=""/>
          <p:cNvSpPr/>
          <p:nvPr/>
        </p:nvSpPr>
        <p:spPr>
          <a:xfrm>
            <a:off x="2411874" y="3567074"/>
            <a:ext cx="152400" cy="516890"/>
          </a:xfrm>
          <a:custGeom>
            <a:avLst/>
            <a:gdLst/>
            <a:ahLst/>
            <a:cxnLst/>
            <a:rect l="l" t="t" r="r" b="b"/>
            <a:pathLst>
              <a:path w="152400" h="516889">
                <a:moveTo>
                  <a:pt x="0" y="516549"/>
                </a:moveTo>
                <a:lnTo>
                  <a:pt x="152100" y="516549"/>
                </a:lnTo>
                <a:lnTo>
                  <a:pt x="152100" y="0"/>
                </a:lnTo>
                <a:lnTo>
                  <a:pt x="0" y="0"/>
                </a:lnTo>
                <a:lnTo>
                  <a:pt x="0" y="516549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 descr=""/>
          <p:cNvSpPr/>
          <p:nvPr/>
        </p:nvSpPr>
        <p:spPr>
          <a:xfrm>
            <a:off x="2411874" y="3009049"/>
            <a:ext cx="152400" cy="511809"/>
          </a:xfrm>
          <a:custGeom>
            <a:avLst/>
            <a:gdLst/>
            <a:ahLst/>
            <a:cxnLst/>
            <a:rect l="l" t="t" r="r" b="b"/>
            <a:pathLst>
              <a:path w="152400" h="511810">
                <a:moveTo>
                  <a:pt x="0" y="511377"/>
                </a:moveTo>
                <a:lnTo>
                  <a:pt x="152100" y="511377"/>
                </a:lnTo>
                <a:lnTo>
                  <a:pt x="152100" y="0"/>
                </a:lnTo>
                <a:lnTo>
                  <a:pt x="0" y="0"/>
                </a:lnTo>
                <a:lnTo>
                  <a:pt x="0" y="511377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 descr=""/>
          <p:cNvSpPr/>
          <p:nvPr/>
        </p:nvSpPr>
        <p:spPr>
          <a:xfrm>
            <a:off x="2308118" y="3567074"/>
            <a:ext cx="62230" cy="516890"/>
          </a:xfrm>
          <a:custGeom>
            <a:avLst/>
            <a:gdLst/>
            <a:ahLst/>
            <a:cxnLst/>
            <a:rect l="l" t="t" r="r" b="b"/>
            <a:pathLst>
              <a:path w="62230" h="516889">
                <a:moveTo>
                  <a:pt x="0" y="516549"/>
                </a:moveTo>
                <a:lnTo>
                  <a:pt x="61872" y="516549"/>
                </a:lnTo>
                <a:lnTo>
                  <a:pt x="61872" y="0"/>
                </a:lnTo>
                <a:lnTo>
                  <a:pt x="0" y="0"/>
                </a:lnTo>
                <a:lnTo>
                  <a:pt x="0" y="516549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3" name="object 283" descr=""/>
          <p:cNvGrpSpPr/>
          <p:nvPr/>
        </p:nvGrpSpPr>
        <p:grpSpPr>
          <a:xfrm>
            <a:off x="2283103" y="3009049"/>
            <a:ext cx="410209" cy="558165"/>
            <a:chOff x="2283103" y="3009049"/>
            <a:chExt cx="410209" cy="558165"/>
          </a:xfrm>
        </p:grpSpPr>
        <p:sp>
          <p:nvSpPr>
            <p:cNvPr id="284" name="object 284" descr=""/>
            <p:cNvSpPr/>
            <p:nvPr/>
          </p:nvSpPr>
          <p:spPr>
            <a:xfrm>
              <a:off x="2308118" y="3009049"/>
              <a:ext cx="62230" cy="511809"/>
            </a:xfrm>
            <a:custGeom>
              <a:avLst/>
              <a:gdLst/>
              <a:ahLst/>
              <a:cxnLst/>
              <a:rect l="l" t="t" r="r" b="b"/>
              <a:pathLst>
                <a:path w="62230" h="511810">
                  <a:moveTo>
                    <a:pt x="0" y="511377"/>
                  </a:moveTo>
                  <a:lnTo>
                    <a:pt x="61872" y="511377"/>
                  </a:lnTo>
                  <a:lnTo>
                    <a:pt x="61872" y="0"/>
                  </a:lnTo>
                  <a:lnTo>
                    <a:pt x="0" y="0"/>
                  </a:lnTo>
                  <a:lnTo>
                    <a:pt x="0" y="511377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2283103" y="3520426"/>
              <a:ext cx="410209" cy="46990"/>
            </a:xfrm>
            <a:custGeom>
              <a:avLst/>
              <a:gdLst/>
              <a:ahLst/>
              <a:cxnLst/>
              <a:rect l="l" t="t" r="r" b="b"/>
              <a:pathLst>
                <a:path w="410210" h="46989">
                  <a:moveTo>
                    <a:pt x="409652" y="0"/>
                  </a:moveTo>
                  <a:lnTo>
                    <a:pt x="0" y="0"/>
                  </a:lnTo>
                  <a:lnTo>
                    <a:pt x="0" y="46647"/>
                  </a:lnTo>
                  <a:lnTo>
                    <a:pt x="409652" y="46647"/>
                  </a:lnTo>
                  <a:lnTo>
                    <a:pt x="409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6" name="object 286" descr=""/>
          <p:cNvGrpSpPr/>
          <p:nvPr/>
        </p:nvGrpSpPr>
        <p:grpSpPr>
          <a:xfrm>
            <a:off x="1326129" y="2179263"/>
            <a:ext cx="729615" cy="872490"/>
            <a:chOff x="1326129" y="2179263"/>
            <a:chExt cx="729615" cy="872490"/>
          </a:xfrm>
        </p:grpSpPr>
        <p:sp>
          <p:nvSpPr>
            <p:cNvPr id="287" name="object 287" descr=""/>
            <p:cNvSpPr/>
            <p:nvPr/>
          </p:nvSpPr>
          <p:spPr>
            <a:xfrm>
              <a:off x="1509273" y="2212986"/>
              <a:ext cx="546735" cy="838835"/>
            </a:xfrm>
            <a:custGeom>
              <a:avLst/>
              <a:gdLst/>
              <a:ahLst/>
              <a:cxnLst/>
              <a:rect l="l" t="t" r="r" b="b"/>
              <a:pathLst>
                <a:path w="546735" h="838835">
                  <a:moveTo>
                    <a:pt x="339032" y="0"/>
                  </a:moveTo>
                  <a:lnTo>
                    <a:pt x="283806" y="8457"/>
                  </a:lnTo>
                  <a:lnTo>
                    <a:pt x="225260" y="39282"/>
                  </a:lnTo>
                  <a:lnTo>
                    <a:pt x="195064" y="63946"/>
                  </a:lnTo>
                  <a:lnTo>
                    <a:pt x="164424" y="95239"/>
                  </a:lnTo>
                  <a:lnTo>
                    <a:pt x="123651" y="386986"/>
                  </a:lnTo>
                  <a:lnTo>
                    <a:pt x="68806" y="622914"/>
                  </a:lnTo>
                  <a:lnTo>
                    <a:pt x="20664" y="780782"/>
                  </a:lnTo>
                  <a:lnTo>
                    <a:pt x="0" y="838347"/>
                  </a:lnTo>
                  <a:lnTo>
                    <a:pt x="36534" y="799615"/>
                  </a:lnTo>
                  <a:lnTo>
                    <a:pt x="73360" y="770002"/>
                  </a:lnTo>
                  <a:lnTo>
                    <a:pt x="110920" y="747306"/>
                  </a:lnTo>
                  <a:lnTo>
                    <a:pt x="149657" y="729326"/>
                  </a:lnTo>
                  <a:lnTo>
                    <a:pt x="190014" y="713860"/>
                  </a:lnTo>
                  <a:lnTo>
                    <a:pt x="232433" y="698705"/>
                  </a:lnTo>
                  <a:lnTo>
                    <a:pt x="277357" y="681659"/>
                  </a:lnTo>
                  <a:lnTo>
                    <a:pt x="325229" y="660520"/>
                  </a:lnTo>
                  <a:lnTo>
                    <a:pt x="376491" y="633087"/>
                  </a:lnTo>
                  <a:lnTo>
                    <a:pt x="344089" y="594567"/>
                  </a:lnTo>
                  <a:lnTo>
                    <a:pt x="308603" y="549646"/>
                  </a:lnTo>
                  <a:lnTo>
                    <a:pt x="274201" y="502302"/>
                  </a:lnTo>
                  <a:lnTo>
                    <a:pt x="245051" y="456512"/>
                  </a:lnTo>
                  <a:lnTo>
                    <a:pt x="225322" y="416255"/>
                  </a:lnTo>
                  <a:lnTo>
                    <a:pt x="219181" y="385507"/>
                  </a:lnTo>
                  <a:lnTo>
                    <a:pt x="230799" y="368247"/>
                  </a:lnTo>
                  <a:lnTo>
                    <a:pt x="254943" y="366141"/>
                  </a:lnTo>
                  <a:lnTo>
                    <a:pt x="285705" y="375482"/>
                  </a:lnTo>
                  <a:lnTo>
                    <a:pt x="319938" y="394852"/>
                  </a:lnTo>
                  <a:lnTo>
                    <a:pt x="354494" y="422835"/>
                  </a:lnTo>
                  <a:lnTo>
                    <a:pt x="386226" y="458016"/>
                  </a:lnTo>
                  <a:lnTo>
                    <a:pt x="411986" y="498977"/>
                  </a:lnTo>
                  <a:lnTo>
                    <a:pt x="428627" y="544302"/>
                  </a:lnTo>
                  <a:lnTo>
                    <a:pt x="433002" y="592575"/>
                  </a:lnTo>
                  <a:lnTo>
                    <a:pt x="459513" y="566189"/>
                  </a:lnTo>
                  <a:lnTo>
                    <a:pt x="501295" y="506694"/>
                  </a:lnTo>
                  <a:lnTo>
                    <a:pt x="528949" y="440539"/>
                  </a:lnTo>
                  <a:lnTo>
                    <a:pt x="543503" y="370489"/>
                  </a:lnTo>
                  <a:lnTo>
                    <a:pt x="546190" y="334868"/>
                  </a:lnTo>
                  <a:lnTo>
                    <a:pt x="545988" y="299309"/>
                  </a:lnTo>
                  <a:lnTo>
                    <a:pt x="537433" y="229762"/>
                  </a:lnTo>
                  <a:lnTo>
                    <a:pt x="518866" y="164614"/>
                  </a:lnTo>
                  <a:lnTo>
                    <a:pt x="491318" y="106629"/>
                  </a:lnTo>
                  <a:lnTo>
                    <a:pt x="455818" y="58571"/>
                  </a:lnTo>
                  <a:lnTo>
                    <a:pt x="413395" y="23205"/>
                  </a:lnTo>
                  <a:lnTo>
                    <a:pt x="365079" y="3295"/>
                  </a:lnTo>
                  <a:lnTo>
                    <a:pt x="339032" y="0"/>
                  </a:lnTo>
                  <a:close/>
                </a:path>
              </a:pathLst>
            </a:custGeom>
            <a:solidFill>
              <a:srgbClr val="1AA3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326129" y="2179263"/>
              <a:ext cx="347980" cy="872490"/>
            </a:xfrm>
            <a:custGeom>
              <a:avLst/>
              <a:gdLst/>
              <a:ahLst/>
              <a:cxnLst/>
              <a:rect l="l" t="t" r="r" b="b"/>
              <a:pathLst>
                <a:path w="347980" h="872489">
                  <a:moveTo>
                    <a:pt x="228189" y="0"/>
                  </a:moveTo>
                  <a:lnTo>
                    <a:pt x="174505" y="8822"/>
                  </a:lnTo>
                  <a:lnTo>
                    <a:pt x="121229" y="40467"/>
                  </a:lnTo>
                  <a:lnTo>
                    <a:pt x="72777" y="93086"/>
                  </a:lnTo>
                  <a:lnTo>
                    <a:pt x="51738" y="126684"/>
                  </a:lnTo>
                  <a:lnTo>
                    <a:pt x="33559" y="164832"/>
                  </a:lnTo>
                  <a:lnTo>
                    <a:pt x="18793" y="207298"/>
                  </a:lnTo>
                  <a:lnTo>
                    <a:pt x="7991" y="253853"/>
                  </a:lnTo>
                  <a:lnTo>
                    <a:pt x="1704" y="304265"/>
                  </a:lnTo>
                  <a:lnTo>
                    <a:pt x="0" y="363706"/>
                  </a:lnTo>
                  <a:lnTo>
                    <a:pt x="3823" y="415839"/>
                  </a:lnTo>
                  <a:lnTo>
                    <a:pt x="12357" y="461764"/>
                  </a:lnTo>
                  <a:lnTo>
                    <a:pt x="24782" y="502581"/>
                  </a:lnTo>
                  <a:lnTo>
                    <a:pt x="40282" y="539393"/>
                  </a:lnTo>
                  <a:lnTo>
                    <a:pt x="58038" y="573299"/>
                  </a:lnTo>
                  <a:lnTo>
                    <a:pt x="97046" y="636800"/>
                  </a:lnTo>
                  <a:lnTo>
                    <a:pt x="116662" y="668596"/>
                  </a:lnTo>
                  <a:lnTo>
                    <a:pt x="135262" y="701891"/>
                  </a:lnTo>
                  <a:lnTo>
                    <a:pt x="152028" y="737784"/>
                  </a:lnTo>
                  <a:lnTo>
                    <a:pt x="166142" y="777378"/>
                  </a:lnTo>
                  <a:lnTo>
                    <a:pt x="176787" y="821773"/>
                  </a:lnTo>
                  <a:lnTo>
                    <a:pt x="183143" y="872070"/>
                  </a:lnTo>
                  <a:lnTo>
                    <a:pt x="258093" y="676642"/>
                  </a:lnTo>
                  <a:lnTo>
                    <a:pt x="300204" y="534092"/>
                  </a:lnTo>
                  <a:lnTo>
                    <a:pt x="324891" y="374754"/>
                  </a:lnTo>
                  <a:lnTo>
                    <a:pt x="347568" y="128962"/>
                  </a:lnTo>
                  <a:lnTo>
                    <a:pt x="335230" y="89929"/>
                  </a:lnTo>
                  <a:lnTo>
                    <a:pt x="319134" y="58221"/>
                  </a:lnTo>
                  <a:lnTo>
                    <a:pt x="299830" y="33604"/>
                  </a:lnTo>
                  <a:lnTo>
                    <a:pt x="277870" y="15850"/>
                  </a:lnTo>
                  <a:lnTo>
                    <a:pt x="253806" y="4725"/>
                  </a:lnTo>
                  <a:lnTo>
                    <a:pt x="228189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9" name="object 289" descr=""/>
          <p:cNvSpPr txBox="1"/>
          <p:nvPr/>
        </p:nvSpPr>
        <p:spPr>
          <a:xfrm>
            <a:off x="624158" y="728636"/>
            <a:ext cx="137223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House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plants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700414" y="8948680"/>
            <a:ext cx="1043305" cy="1243965"/>
          </a:xfrm>
          <a:custGeom>
            <a:avLst/>
            <a:gdLst/>
            <a:ahLst/>
            <a:cxnLst/>
            <a:rect l="l" t="t" r="r" b="b"/>
            <a:pathLst>
              <a:path w="1043304" h="1243965">
                <a:moveTo>
                  <a:pt x="128524" y="674331"/>
                </a:moveTo>
                <a:lnTo>
                  <a:pt x="122275" y="668083"/>
                </a:lnTo>
                <a:lnTo>
                  <a:pt x="118059" y="668083"/>
                </a:lnTo>
                <a:lnTo>
                  <a:pt x="118059" y="680135"/>
                </a:lnTo>
                <a:lnTo>
                  <a:pt x="118059" y="684110"/>
                </a:lnTo>
                <a:lnTo>
                  <a:pt x="116471" y="685647"/>
                </a:lnTo>
                <a:lnTo>
                  <a:pt x="112522" y="685647"/>
                </a:lnTo>
                <a:lnTo>
                  <a:pt x="110934" y="684110"/>
                </a:lnTo>
                <a:lnTo>
                  <a:pt x="110909" y="680135"/>
                </a:lnTo>
                <a:lnTo>
                  <a:pt x="112483" y="678561"/>
                </a:lnTo>
                <a:lnTo>
                  <a:pt x="116471" y="678561"/>
                </a:lnTo>
                <a:lnTo>
                  <a:pt x="118059" y="680135"/>
                </a:lnTo>
                <a:lnTo>
                  <a:pt x="118059" y="668083"/>
                </a:lnTo>
                <a:lnTo>
                  <a:pt x="106743" y="668083"/>
                </a:lnTo>
                <a:lnTo>
                  <a:pt x="100406" y="674331"/>
                </a:lnTo>
                <a:lnTo>
                  <a:pt x="100406" y="689864"/>
                </a:lnTo>
                <a:lnTo>
                  <a:pt x="106743" y="696112"/>
                </a:lnTo>
                <a:lnTo>
                  <a:pt x="122275" y="696112"/>
                </a:lnTo>
                <a:lnTo>
                  <a:pt x="128524" y="689864"/>
                </a:lnTo>
                <a:lnTo>
                  <a:pt x="128524" y="685647"/>
                </a:lnTo>
                <a:lnTo>
                  <a:pt x="128524" y="678561"/>
                </a:lnTo>
                <a:lnTo>
                  <a:pt x="128524" y="674331"/>
                </a:lnTo>
                <a:close/>
              </a:path>
              <a:path w="1043304" h="1243965">
                <a:moveTo>
                  <a:pt x="165836" y="191617"/>
                </a:moveTo>
                <a:lnTo>
                  <a:pt x="159588" y="185267"/>
                </a:lnTo>
                <a:lnTo>
                  <a:pt x="155359" y="185267"/>
                </a:lnTo>
                <a:lnTo>
                  <a:pt x="155359" y="197358"/>
                </a:lnTo>
                <a:lnTo>
                  <a:pt x="155359" y="201307"/>
                </a:lnTo>
                <a:lnTo>
                  <a:pt x="153746" y="202920"/>
                </a:lnTo>
                <a:lnTo>
                  <a:pt x="149821" y="202920"/>
                </a:lnTo>
                <a:lnTo>
                  <a:pt x="148209" y="201307"/>
                </a:lnTo>
                <a:lnTo>
                  <a:pt x="148209" y="197358"/>
                </a:lnTo>
                <a:lnTo>
                  <a:pt x="149821" y="195745"/>
                </a:lnTo>
                <a:lnTo>
                  <a:pt x="153746" y="195745"/>
                </a:lnTo>
                <a:lnTo>
                  <a:pt x="155359" y="197358"/>
                </a:lnTo>
                <a:lnTo>
                  <a:pt x="155359" y="185267"/>
                </a:lnTo>
                <a:lnTo>
                  <a:pt x="144056" y="185267"/>
                </a:lnTo>
                <a:lnTo>
                  <a:pt x="137706" y="191617"/>
                </a:lnTo>
                <a:lnTo>
                  <a:pt x="137706" y="207048"/>
                </a:lnTo>
                <a:lnTo>
                  <a:pt x="144056" y="213398"/>
                </a:lnTo>
                <a:lnTo>
                  <a:pt x="159588" y="213398"/>
                </a:lnTo>
                <a:lnTo>
                  <a:pt x="165836" y="207048"/>
                </a:lnTo>
                <a:lnTo>
                  <a:pt x="165836" y="202920"/>
                </a:lnTo>
                <a:lnTo>
                  <a:pt x="165836" y="195745"/>
                </a:lnTo>
                <a:lnTo>
                  <a:pt x="165836" y="191617"/>
                </a:lnTo>
                <a:close/>
              </a:path>
              <a:path w="1043304" h="1243965">
                <a:moveTo>
                  <a:pt x="857250" y="625221"/>
                </a:moveTo>
                <a:lnTo>
                  <a:pt x="856361" y="614743"/>
                </a:lnTo>
                <a:lnTo>
                  <a:pt x="845845" y="491236"/>
                </a:lnTo>
                <a:lnTo>
                  <a:pt x="845845" y="614743"/>
                </a:lnTo>
                <a:lnTo>
                  <a:pt x="197053" y="614743"/>
                </a:lnTo>
                <a:lnTo>
                  <a:pt x="227114" y="261658"/>
                </a:lnTo>
                <a:lnTo>
                  <a:pt x="815797" y="261658"/>
                </a:lnTo>
                <a:lnTo>
                  <a:pt x="845845" y="614743"/>
                </a:lnTo>
                <a:lnTo>
                  <a:pt x="845845" y="491236"/>
                </a:lnTo>
                <a:lnTo>
                  <a:pt x="826300" y="261658"/>
                </a:lnTo>
                <a:lnTo>
                  <a:pt x="825411" y="251180"/>
                </a:lnTo>
                <a:lnTo>
                  <a:pt x="217500" y="251180"/>
                </a:lnTo>
                <a:lnTo>
                  <a:pt x="185661" y="625221"/>
                </a:lnTo>
                <a:lnTo>
                  <a:pt x="857250" y="625221"/>
                </a:lnTo>
                <a:close/>
              </a:path>
              <a:path w="1043304" h="1243965">
                <a:moveTo>
                  <a:pt x="902652" y="191617"/>
                </a:moveTo>
                <a:lnTo>
                  <a:pt x="896302" y="185267"/>
                </a:lnTo>
                <a:lnTo>
                  <a:pt x="892149" y="185267"/>
                </a:lnTo>
                <a:lnTo>
                  <a:pt x="892149" y="197358"/>
                </a:lnTo>
                <a:lnTo>
                  <a:pt x="892149" y="201307"/>
                </a:lnTo>
                <a:lnTo>
                  <a:pt x="890536" y="202920"/>
                </a:lnTo>
                <a:lnTo>
                  <a:pt x="886637" y="202920"/>
                </a:lnTo>
                <a:lnTo>
                  <a:pt x="885024" y="201307"/>
                </a:lnTo>
                <a:lnTo>
                  <a:pt x="885024" y="197358"/>
                </a:lnTo>
                <a:lnTo>
                  <a:pt x="886637" y="195745"/>
                </a:lnTo>
                <a:lnTo>
                  <a:pt x="890536" y="195745"/>
                </a:lnTo>
                <a:lnTo>
                  <a:pt x="892149" y="197358"/>
                </a:lnTo>
                <a:lnTo>
                  <a:pt x="892149" y="185267"/>
                </a:lnTo>
                <a:lnTo>
                  <a:pt x="880872" y="185267"/>
                </a:lnTo>
                <a:lnTo>
                  <a:pt x="874522" y="191617"/>
                </a:lnTo>
                <a:lnTo>
                  <a:pt x="874522" y="207048"/>
                </a:lnTo>
                <a:lnTo>
                  <a:pt x="880872" y="213398"/>
                </a:lnTo>
                <a:lnTo>
                  <a:pt x="896302" y="213398"/>
                </a:lnTo>
                <a:lnTo>
                  <a:pt x="902652" y="207048"/>
                </a:lnTo>
                <a:lnTo>
                  <a:pt x="902652" y="202920"/>
                </a:lnTo>
                <a:lnTo>
                  <a:pt x="902652" y="195745"/>
                </a:lnTo>
                <a:lnTo>
                  <a:pt x="902652" y="191617"/>
                </a:lnTo>
                <a:close/>
              </a:path>
              <a:path w="1043304" h="1243965">
                <a:moveTo>
                  <a:pt x="939660" y="674331"/>
                </a:moveTo>
                <a:lnTo>
                  <a:pt x="933323" y="668083"/>
                </a:lnTo>
                <a:lnTo>
                  <a:pt x="929157" y="668083"/>
                </a:lnTo>
                <a:lnTo>
                  <a:pt x="929157" y="680135"/>
                </a:lnTo>
                <a:lnTo>
                  <a:pt x="929132" y="684110"/>
                </a:lnTo>
                <a:lnTo>
                  <a:pt x="927544" y="685647"/>
                </a:lnTo>
                <a:lnTo>
                  <a:pt x="923658" y="685647"/>
                </a:lnTo>
                <a:lnTo>
                  <a:pt x="922070" y="684110"/>
                </a:lnTo>
                <a:lnTo>
                  <a:pt x="922045" y="680135"/>
                </a:lnTo>
                <a:lnTo>
                  <a:pt x="923620" y="678561"/>
                </a:lnTo>
                <a:lnTo>
                  <a:pt x="927582" y="678561"/>
                </a:lnTo>
                <a:lnTo>
                  <a:pt x="929157" y="680135"/>
                </a:lnTo>
                <a:lnTo>
                  <a:pt x="929157" y="668083"/>
                </a:lnTo>
                <a:lnTo>
                  <a:pt x="917879" y="668083"/>
                </a:lnTo>
                <a:lnTo>
                  <a:pt x="911542" y="674331"/>
                </a:lnTo>
                <a:lnTo>
                  <a:pt x="911542" y="689864"/>
                </a:lnTo>
                <a:lnTo>
                  <a:pt x="917879" y="696112"/>
                </a:lnTo>
                <a:lnTo>
                  <a:pt x="933323" y="696112"/>
                </a:lnTo>
                <a:lnTo>
                  <a:pt x="939660" y="689864"/>
                </a:lnTo>
                <a:lnTo>
                  <a:pt x="939660" y="685647"/>
                </a:lnTo>
                <a:lnTo>
                  <a:pt x="939660" y="678561"/>
                </a:lnTo>
                <a:lnTo>
                  <a:pt x="939660" y="674331"/>
                </a:lnTo>
                <a:close/>
              </a:path>
              <a:path w="1043304" h="1243965">
                <a:moveTo>
                  <a:pt x="1042517" y="70523"/>
                </a:moveTo>
                <a:lnTo>
                  <a:pt x="1036955" y="43103"/>
                </a:lnTo>
                <a:lnTo>
                  <a:pt x="1032040" y="35839"/>
                </a:lnTo>
                <a:lnTo>
                  <a:pt x="1032040" y="70523"/>
                </a:lnTo>
                <a:lnTo>
                  <a:pt x="1027315" y="93941"/>
                </a:lnTo>
                <a:lnTo>
                  <a:pt x="1014425" y="113055"/>
                </a:lnTo>
                <a:lnTo>
                  <a:pt x="995299" y="125958"/>
                </a:lnTo>
                <a:lnTo>
                  <a:pt x="971892" y="130683"/>
                </a:lnTo>
                <a:lnTo>
                  <a:pt x="71005" y="130683"/>
                </a:lnTo>
                <a:lnTo>
                  <a:pt x="47663" y="125958"/>
                </a:lnTo>
                <a:lnTo>
                  <a:pt x="28562" y="113055"/>
                </a:lnTo>
                <a:lnTo>
                  <a:pt x="15684" y="93941"/>
                </a:lnTo>
                <a:lnTo>
                  <a:pt x="10960" y="70523"/>
                </a:lnTo>
                <a:lnTo>
                  <a:pt x="15684" y="47180"/>
                </a:lnTo>
                <a:lnTo>
                  <a:pt x="28562" y="28079"/>
                </a:lnTo>
                <a:lnTo>
                  <a:pt x="47663" y="15201"/>
                </a:lnTo>
                <a:lnTo>
                  <a:pt x="71005" y="10464"/>
                </a:lnTo>
                <a:lnTo>
                  <a:pt x="971892" y="10464"/>
                </a:lnTo>
                <a:lnTo>
                  <a:pt x="995299" y="15201"/>
                </a:lnTo>
                <a:lnTo>
                  <a:pt x="1014425" y="28079"/>
                </a:lnTo>
                <a:lnTo>
                  <a:pt x="1027315" y="47180"/>
                </a:lnTo>
                <a:lnTo>
                  <a:pt x="1032040" y="70523"/>
                </a:lnTo>
                <a:lnTo>
                  <a:pt x="1032040" y="35839"/>
                </a:lnTo>
                <a:lnTo>
                  <a:pt x="1021803" y="20675"/>
                </a:lnTo>
                <a:lnTo>
                  <a:pt x="1006652" y="10464"/>
                </a:lnTo>
                <a:lnTo>
                  <a:pt x="999350" y="5549"/>
                </a:lnTo>
                <a:lnTo>
                  <a:pt x="971892" y="0"/>
                </a:lnTo>
                <a:lnTo>
                  <a:pt x="71005" y="0"/>
                </a:lnTo>
                <a:lnTo>
                  <a:pt x="43586" y="5549"/>
                </a:lnTo>
                <a:lnTo>
                  <a:pt x="21158" y="20675"/>
                </a:lnTo>
                <a:lnTo>
                  <a:pt x="6032" y="43103"/>
                </a:lnTo>
                <a:lnTo>
                  <a:pt x="482" y="70523"/>
                </a:lnTo>
                <a:lnTo>
                  <a:pt x="6032" y="97993"/>
                </a:lnTo>
                <a:lnTo>
                  <a:pt x="21158" y="120446"/>
                </a:lnTo>
                <a:lnTo>
                  <a:pt x="43586" y="135597"/>
                </a:lnTo>
                <a:lnTo>
                  <a:pt x="71005" y="141160"/>
                </a:lnTo>
                <a:lnTo>
                  <a:pt x="971892" y="141160"/>
                </a:lnTo>
                <a:lnTo>
                  <a:pt x="999350" y="135597"/>
                </a:lnTo>
                <a:lnTo>
                  <a:pt x="1006627" y="130683"/>
                </a:lnTo>
                <a:lnTo>
                  <a:pt x="1021803" y="120446"/>
                </a:lnTo>
                <a:lnTo>
                  <a:pt x="1036955" y="97993"/>
                </a:lnTo>
                <a:lnTo>
                  <a:pt x="1042517" y="70523"/>
                </a:lnTo>
                <a:close/>
              </a:path>
              <a:path w="1043304" h="1243965">
                <a:moveTo>
                  <a:pt x="1042885" y="1224000"/>
                </a:moveTo>
                <a:lnTo>
                  <a:pt x="1032243" y="1076579"/>
                </a:lnTo>
                <a:lnTo>
                  <a:pt x="1032243" y="1221905"/>
                </a:lnTo>
                <a:lnTo>
                  <a:pt x="1030871" y="1225804"/>
                </a:lnTo>
                <a:lnTo>
                  <a:pt x="1028141" y="1228826"/>
                </a:lnTo>
                <a:lnTo>
                  <a:pt x="1025309" y="1231760"/>
                </a:lnTo>
                <a:lnTo>
                  <a:pt x="1021499" y="1233424"/>
                </a:lnTo>
                <a:lnTo>
                  <a:pt x="914857" y="1233424"/>
                </a:lnTo>
                <a:lnTo>
                  <a:pt x="908608" y="1227658"/>
                </a:lnTo>
                <a:lnTo>
                  <a:pt x="907923" y="1220139"/>
                </a:lnTo>
                <a:lnTo>
                  <a:pt x="867994" y="750824"/>
                </a:lnTo>
                <a:lnTo>
                  <a:pt x="867105" y="740359"/>
                </a:lnTo>
                <a:lnTo>
                  <a:pt x="175895" y="740359"/>
                </a:lnTo>
                <a:lnTo>
                  <a:pt x="134708" y="1224089"/>
                </a:lnTo>
                <a:lnTo>
                  <a:pt x="134391" y="1227658"/>
                </a:lnTo>
                <a:lnTo>
                  <a:pt x="128041" y="1233424"/>
                </a:lnTo>
                <a:lnTo>
                  <a:pt x="21501" y="1233424"/>
                </a:lnTo>
                <a:lnTo>
                  <a:pt x="17589" y="1231760"/>
                </a:lnTo>
                <a:lnTo>
                  <a:pt x="12026" y="1225804"/>
                </a:lnTo>
                <a:lnTo>
                  <a:pt x="10655" y="1221905"/>
                </a:lnTo>
                <a:lnTo>
                  <a:pt x="87414" y="159981"/>
                </a:lnTo>
                <a:lnTo>
                  <a:pt x="955586" y="159981"/>
                </a:lnTo>
                <a:lnTo>
                  <a:pt x="1032243" y="1221905"/>
                </a:lnTo>
                <a:lnTo>
                  <a:pt x="1032243" y="1076579"/>
                </a:lnTo>
                <a:lnTo>
                  <a:pt x="966076" y="159981"/>
                </a:lnTo>
                <a:lnTo>
                  <a:pt x="965631" y="153758"/>
                </a:lnTo>
                <a:lnTo>
                  <a:pt x="961072" y="149517"/>
                </a:lnTo>
                <a:lnTo>
                  <a:pt x="81927" y="149517"/>
                </a:lnTo>
                <a:lnTo>
                  <a:pt x="77381" y="153758"/>
                </a:lnTo>
                <a:lnTo>
                  <a:pt x="0" y="1224089"/>
                </a:lnTo>
                <a:lnTo>
                  <a:pt x="2374" y="1230820"/>
                </a:lnTo>
                <a:lnTo>
                  <a:pt x="11887" y="1241005"/>
                </a:lnTo>
                <a:lnTo>
                  <a:pt x="18567" y="1243888"/>
                </a:lnTo>
                <a:lnTo>
                  <a:pt x="120523" y="1243888"/>
                </a:lnTo>
                <a:lnTo>
                  <a:pt x="129679" y="1242123"/>
                </a:lnTo>
                <a:lnTo>
                  <a:pt x="137388" y="1237284"/>
                </a:lnTo>
                <a:lnTo>
                  <a:pt x="140335" y="1233424"/>
                </a:lnTo>
                <a:lnTo>
                  <a:pt x="142913" y="1230045"/>
                </a:lnTo>
                <a:lnTo>
                  <a:pt x="145503" y="1221079"/>
                </a:lnTo>
                <a:lnTo>
                  <a:pt x="185508" y="750824"/>
                </a:lnTo>
                <a:lnTo>
                  <a:pt x="857491" y="750824"/>
                </a:lnTo>
                <a:lnTo>
                  <a:pt x="897509" y="1221079"/>
                </a:lnTo>
                <a:lnTo>
                  <a:pt x="922477" y="1243888"/>
                </a:lnTo>
                <a:lnTo>
                  <a:pt x="1024331" y="1243888"/>
                </a:lnTo>
                <a:lnTo>
                  <a:pt x="1030808" y="1241120"/>
                </a:lnTo>
                <a:lnTo>
                  <a:pt x="1035672" y="1236103"/>
                </a:lnTo>
                <a:lnTo>
                  <a:pt x="1038098" y="1233424"/>
                </a:lnTo>
                <a:lnTo>
                  <a:pt x="1040587" y="1230680"/>
                </a:lnTo>
                <a:lnTo>
                  <a:pt x="1042885" y="12240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446690" y="8721818"/>
            <a:ext cx="1021080" cy="1471295"/>
          </a:xfrm>
          <a:custGeom>
            <a:avLst/>
            <a:gdLst/>
            <a:ahLst/>
            <a:cxnLst/>
            <a:rect l="l" t="t" r="r" b="b"/>
            <a:pathLst>
              <a:path w="1021079" h="1471295">
                <a:moveTo>
                  <a:pt x="792677" y="739548"/>
                </a:moveTo>
                <a:lnTo>
                  <a:pt x="63694" y="739548"/>
                </a:lnTo>
                <a:lnTo>
                  <a:pt x="38926" y="744561"/>
                </a:lnTo>
                <a:lnTo>
                  <a:pt x="18677" y="758225"/>
                </a:lnTo>
                <a:lnTo>
                  <a:pt x="5013" y="778474"/>
                </a:lnTo>
                <a:lnTo>
                  <a:pt x="0" y="803242"/>
                </a:lnTo>
                <a:lnTo>
                  <a:pt x="0" y="825116"/>
                </a:lnTo>
                <a:lnTo>
                  <a:pt x="3156" y="844872"/>
                </a:lnTo>
                <a:lnTo>
                  <a:pt x="12007" y="862253"/>
                </a:lnTo>
                <a:lnTo>
                  <a:pt x="25620" y="876128"/>
                </a:lnTo>
                <a:lnTo>
                  <a:pt x="43066" y="885365"/>
                </a:lnTo>
                <a:lnTo>
                  <a:pt x="42976" y="910077"/>
                </a:lnTo>
                <a:lnTo>
                  <a:pt x="42878" y="910862"/>
                </a:lnTo>
                <a:lnTo>
                  <a:pt x="42773" y="1434783"/>
                </a:lnTo>
                <a:lnTo>
                  <a:pt x="45604" y="1448770"/>
                </a:lnTo>
                <a:lnTo>
                  <a:pt x="53319" y="1460204"/>
                </a:lnTo>
                <a:lnTo>
                  <a:pt x="64750" y="1467919"/>
                </a:lnTo>
                <a:lnTo>
                  <a:pt x="78730" y="1470751"/>
                </a:lnTo>
                <a:lnTo>
                  <a:pt x="131859" y="1470751"/>
                </a:lnTo>
                <a:lnTo>
                  <a:pt x="145840" y="1467919"/>
                </a:lnTo>
                <a:lnTo>
                  <a:pt x="157158" y="1460280"/>
                </a:lnTo>
                <a:lnTo>
                  <a:pt x="78730" y="1460280"/>
                </a:lnTo>
                <a:lnTo>
                  <a:pt x="68815" y="1458273"/>
                </a:lnTo>
                <a:lnTo>
                  <a:pt x="60714" y="1452805"/>
                </a:lnTo>
                <a:lnTo>
                  <a:pt x="55249" y="1444699"/>
                </a:lnTo>
                <a:lnTo>
                  <a:pt x="53244" y="1434783"/>
                </a:lnTo>
                <a:lnTo>
                  <a:pt x="53338" y="911343"/>
                </a:lnTo>
                <a:lnTo>
                  <a:pt x="53414" y="910862"/>
                </a:lnTo>
                <a:lnTo>
                  <a:pt x="53537" y="877365"/>
                </a:lnTo>
                <a:lnTo>
                  <a:pt x="36507" y="870823"/>
                </a:lnTo>
                <a:lnTo>
                  <a:pt x="22847" y="859153"/>
                </a:lnTo>
                <a:lnTo>
                  <a:pt x="13766" y="843527"/>
                </a:lnTo>
                <a:lnTo>
                  <a:pt x="10470" y="825116"/>
                </a:lnTo>
                <a:lnTo>
                  <a:pt x="10470" y="803242"/>
                </a:lnTo>
                <a:lnTo>
                  <a:pt x="14667" y="782526"/>
                </a:lnTo>
                <a:lnTo>
                  <a:pt x="26096" y="765608"/>
                </a:lnTo>
                <a:lnTo>
                  <a:pt x="43018" y="754202"/>
                </a:lnTo>
                <a:lnTo>
                  <a:pt x="63694" y="750019"/>
                </a:lnTo>
                <a:lnTo>
                  <a:pt x="810382" y="750019"/>
                </a:lnTo>
                <a:lnTo>
                  <a:pt x="810380" y="740459"/>
                </a:lnTo>
                <a:lnTo>
                  <a:pt x="799849" y="740459"/>
                </a:lnTo>
                <a:lnTo>
                  <a:pt x="796300" y="739851"/>
                </a:lnTo>
                <a:lnTo>
                  <a:pt x="792677" y="739548"/>
                </a:lnTo>
                <a:close/>
              </a:path>
              <a:path w="1021079" h="1471295">
                <a:moveTo>
                  <a:pt x="829613" y="1086270"/>
                </a:moveTo>
                <a:lnTo>
                  <a:pt x="819011" y="1086270"/>
                </a:lnTo>
                <a:lnTo>
                  <a:pt x="824685" y="1135923"/>
                </a:lnTo>
                <a:lnTo>
                  <a:pt x="831517" y="1187498"/>
                </a:lnTo>
                <a:lnTo>
                  <a:pt x="839588" y="1239528"/>
                </a:lnTo>
                <a:lnTo>
                  <a:pt x="848978" y="1290545"/>
                </a:lnTo>
                <a:lnTo>
                  <a:pt x="859764" y="1339082"/>
                </a:lnTo>
                <a:lnTo>
                  <a:pt x="872027" y="1383672"/>
                </a:lnTo>
                <a:lnTo>
                  <a:pt x="885847" y="1422846"/>
                </a:lnTo>
                <a:lnTo>
                  <a:pt x="906207" y="1461624"/>
                </a:lnTo>
                <a:lnTo>
                  <a:pt x="928348" y="1470751"/>
                </a:lnTo>
                <a:lnTo>
                  <a:pt x="989571" y="1470751"/>
                </a:lnTo>
                <a:lnTo>
                  <a:pt x="997621" y="1469717"/>
                </a:lnTo>
                <a:lnTo>
                  <a:pt x="1004968" y="1466734"/>
                </a:lnTo>
                <a:lnTo>
                  <a:pt x="1011307" y="1461973"/>
                </a:lnTo>
                <a:lnTo>
                  <a:pt x="1012645" y="1460280"/>
                </a:lnTo>
                <a:lnTo>
                  <a:pt x="920924" y="1460280"/>
                </a:lnTo>
                <a:lnTo>
                  <a:pt x="913993" y="1456374"/>
                </a:lnTo>
                <a:lnTo>
                  <a:pt x="895248" y="1418284"/>
                </a:lnTo>
                <a:lnTo>
                  <a:pt x="881662" y="1379686"/>
                </a:lnTo>
                <a:lnTo>
                  <a:pt x="869548" y="1335448"/>
                </a:lnTo>
                <a:lnTo>
                  <a:pt x="858831" y="1286888"/>
                </a:lnTo>
                <a:lnTo>
                  <a:pt x="849436" y="1235325"/>
                </a:lnTo>
                <a:lnTo>
                  <a:pt x="841290" y="1182078"/>
                </a:lnTo>
                <a:lnTo>
                  <a:pt x="834318" y="1128463"/>
                </a:lnTo>
                <a:lnTo>
                  <a:pt x="829613" y="1086270"/>
                </a:lnTo>
                <a:close/>
              </a:path>
              <a:path w="1021079" h="1471295">
                <a:moveTo>
                  <a:pt x="828445" y="1075799"/>
                </a:moveTo>
                <a:lnTo>
                  <a:pt x="157345" y="1075799"/>
                </a:lnTo>
                <a:lnTo>
                  <a:pt x="157345" y="1434783"/>
                </a:lnTo>
                <a:lnTo>
                  <a:pt x="155341" y="1444699"/>
                </a:lnTo>
                <a:lnTo>
                  <a:pt x="149876" y="1452805"/>
                </a:lnTo>
                <a:lnTo>
                  <a:pt x="141774" y="1458273"/>
                </a:lnTo>
                <a:lnTo>
                  <a:pt x="131859" y="1460280"/>
                </a:lnTo>
                <a:lnTo>
                  <a:pt x="157158" y="1460280"/>
                </a:lnTo>
                <a:lnTo>
                  <a:pt x="164985" y="1448770"/>
                </a:lnTo>
                <a:lnTo>
                  <a:pt x="167816" y="1434783"/>
                </a:lnTo>
                <a:lnTo>
                  <a:pt x="167816" y="1086270"/>
                </a:lnTo>
                <a:lnTo>
                  <a:pt x="829613" y="1086270"/>
                </a:lnTo>
                <a:lnTo>
                  <a:pt x="828445" y="1075799"/>
                </a:lnTo>
                <a:close/>
              </a:path>
              <a:path w="1021079" h="1471295">
                <a:moveTo>
                  <a:pt x="952856" y="10470"/>
                </a:moveTo>
                <a:lnTo>
                  <a:pt x="935866" y="10470"/>
                </a:lnTo>
                <a:lnTo>
                  <a:pt x="941625" y="13203"/>
                </a:lnTo>
                <a:lnTo>
                  <a:pt x="945531" y="17884"/>
                </a:lnTo>
                <a:lnTo>
                  <a:pt x="949437" y="22480"/>
                </a:lnTo>
                <a:lnTo>
                  <a:pt x="951101" y="28627"/>
                </a:lnTo>
                <a:lnTo>
                  <a:pt x="948484" y="44581"/>
                </a:lnTo>
                <a:lnTo>
                  <a:pt x="946294" y="59225"/>
                </a:lnTo>
                <a:lnTo>
                  <a:pt x="940686" y="103104"/>
                </a:lnTo>
                <a:lnTo>
                  <a:pt x="934068" y="168141"/>
                </a:lnTo>
                <a:lnTo>
                  <a:pt x="930704" y="208235"/>
                </a:lnTo>
                <a:lnTo>
                  <a:pt x="927400" y="253968"/>
                </a:lnTo>
                <a:lnTo>
                  <a:pt x="924256" y="305538"/>
                </a:lnTo>
                <a:lnTo>
                  <a:pt x="921373" y="363228"/>
                </a:lnTo>
                <a:lnTo>
                  <a:pt x="918862" y="427032"/>
                </a:lnTo>
                <a:lnTo>
                  <a:pt x="916825" y="497114"/>
                </a:lnTo>
                <a:lnTo>
                  <a:pt x="915364" y="573636"/>
                </a:lnTo>
                <a:lnTo>
                  <a:pt x="914709" y="643207"/>
                </a:lnTo>
                <a:lnTo>
                  <a:pt x="914647" y="754202"/>
                </a:lnTo>
                <a:lnTo>
                  <a:pt x="915458" y="843471"/>
                </a:lnTo>
                <a:lnTo>
                  <a:pt x="919604" y="917420"/>
                </a:lnTo>
                <a:lnTo>
                  <a:pt x="923108" y="966653"/>
                </a:lnTo>
                <a:lnTo>
                  <a:pt x="927887" y="1023862"/>
                </a:lnTo>
                <a:lnTo>
                  <a:pt x="934071" y="1086456"/>
                </a:lnTo>
                <a:lnTo>
                  <a:pt x="941786" y="1151843"/>
                </a:lnTo>
                <a:lnTo>
                  <a:pt x="951162" y="1217433"/>
                </a:lnTo>
                <a:lnTo>
                  <a:pt x="962327" y="1280634"/>
                </a:lnTo>
                <a:lnTo>
                  <a:pt x="975410" y="1338856"/>
                </a:lnTo>
                <a:lnTo>
                  <a:pt x="990539" y="1389507"/>
                </a:lnTo>
                <a:lnTo>
                  <a:pt x="1007843" y="1429998"/>
                </a:lnTo>
                <a:lnTo>
                  <a:pt x="1011257" y="1436448"/>
                </a:lnTo>
                <a:lnTo>
                  <a:pt x="1011068" y="1443966"/>
                </a:lnTo>
                <a:lnTo>
                  <a:pt x="1007351" y="1450217"/>
                </a:lnTo>
                <a:lnTo>
                  <a:pt x="1003540" y="1456562"/>
                </a:lnTo>
                <a:lnTo>
                  <a:pt x="996901" y="1460280"/>
                </a:lnTo>
                <a:lnTo>
                  <a:pt x="1012645" y="1460280"/>
                </a:lnTo>
                <a:lnTo>
                  <a:pt x="1016335" y="1455610"/>
                </a:lnTo>
                <a:lnTo>
                  <a:pt x="1019542" y="1448212"/>
                </a:lnTo>
                <a:lnTo>
                  <a:pt x="1020741" y="1440432"/>
                </a:lnTo>
                <a:lnTo>
                  <a:pt x="1019925" y="1432613"/>
                </a:lnTo>
                <a:lnTo>
                  <a:pt x="1017089" y="1425097"/>
                </a:lnTo>
                <a:lnTo>
                  <a:pt x="1004841" y="1397950"/>
                </a:lnTo>
                <a:lnTo>
                  <a:pt x="993170" y="1363576"/>
                </a:lnTo>
                <a:lnTo>
                  <a:pt x="982121" y="1322194"/>
                </a:lnTo>
                <a:lnTo>
                  <a:pt x="971743" y="1274022"/>
                </a:lnTo>
                <a:lnTo>
                  <a:pt x="962080" y="1219278"/>
                </a:lnTo>
                <a:lnTo>
                  <a:pt x="953181" y="1158181"/>
                </a:lnTo>
                <a:lnTo>
                  <a:pt x="945091" y="1090951"/>
                </a:lnTo>
                <a:lnTo>
                  <a:pt x="938110" y="1020690"/>
                </a:lnTo>
                <a:lnTo>
                  <a:pt x="932895" y="957369"/>
                </a:lnTo>
                <a:lnTo>
                  <a:pt x="929255" y="904430"/>
                </a:lnTo>
                <a:lnTo>
                  <a:pt x="927001" y="865316"/>
                </a:lnTo>
                <a:lnTo>
                  <a:pt x="925125" y="754202"/>
                </a:lnTo>
                <a:lnTo>
                  <a:pt x="925174" y="643207"/>
                </a:lnTo>
                <a:lnTo>
                  <a:pt x="925826" y="573238"/>
                </a:lnTo>
                <a:lnTo>
                  <a:pt x="927280" y="496731"/>
                </a:lnTo>
                <a:lnTo>
                  <a:pt x="929309" y="426722"/>
                </a:lnTo>
                <a:lnTo>
                  <a:pt x="931812" y="363040"/>
                </a:lnTo>
                <a:lnTo>
                  <a:pt x="934687" y="305513"/>
                </a:lnTo>
                <a:lnTo>
                  <a:pt x="937843" y="253801"/>
                </a:lnTo>
                <a:lnTo>
                  <a:pt x="941175" y="207851"/>
                </a:lnTo>
                <a:lnTo>
                  <a:pt x="944579" y="167528"/>
                </a:lnTo>
                <a:lnTo>
                  <a:pt x="951062" y="104183"/>
                </a:lnTo>
                <a:lnTo>
                  <a:pt x="956641" y="60720"/>
                </a:lnTo>
                <a:lnTo>
                  <a:pt x="960447" y="36274"/>
                </a:lnTo>
                <a:lnTo>
                  <a:pt x="960825" y="29537"/>
                </a:lnTo>
                <a:lnTo>
                  <a:pt x="959756" y="22905"/>
                </a:lnTo>
                <a:lnTo>
                  <a:pt x="957296" y="16688"/>
                </a:lnTo>
                <a:lnTo>
                  <a:pt x="953510" y="11099"/>
                </a:lnTo>
                <a:lnTo>
                  <a:pt x="952856" y="10470"/>
                </a:lnTo>
                <a:close/>
              </a:path>
              <a:path w="1021079" h="1471295">
                <a:moveTo>
                  <a:pt x="814969" y="913888"/>
                </a:moveTo>
                <a:lnTo>
                  <a:pt x="157345" y="913888"/>
                </a:lnTo>
                <a:lnTo>
                  <a:pt x="157345" y="1022481"/>
                </a:lnTo>
                <a:lnTo>
                  <a:pt x="823273" y="1022481"/>
                </a:lnTo>
                <a:lnTo>
                  <a:pt x="822376" y="1012011"/>
                </a:lnTo>
                <a:lnTo>
                  <a:pt x="167816" y="1012011"/>
                </a:lnTo>
                <a:lnTo>
                  <a:pt x="167816" y="924359"/>
                </a:lnTo>
                <a:lnTo>
                  <a:pt x="815674" y="924359"/>
                </a:lnTo>
                <a:lnTo>
                  <a:pt x="814969" y="913888"/>
                </a:lnTo>
                <a:close/>
              </a:path>
              <a:path w="1021079" h="1471295">
                <a:moveTo>
                  <a:pt x="815674" y="924359"/>
                </a:moveTo>
                <a:lnTo>
                  <a:pt x="805169" y="924359"/>
                </a:lnTo>
                <a:lnTo>
                  <a:pt x="806433" y="942799"/>
                </a:lnTo>
                <a:lnTo>
                  <a:pt x="807959" y="963826"/>
                </a:lnTo>
                <a:lnTo>
                  <a:pt x="809755" y="987009"/>
                </a:lnTo>
                <a:lnTo>
                  <a:pt x="811839" y="1012011"/>
                </a:lnTo>
                <a:lnTo>
                  <a:pt x="822376" y="1012011"/>
                </a:lnTo>
                <a:lnTo>
                  <a:pt x="820681" y="992235"/>
                </a:lnTo>
                <a:lnTo>
                  <a:pt x="818456" y="963810"/>
                </a:lnTo>
                <a:lnTo>
                  <a:pt x="816566" y="937597"/>
                </a:lnTo>
                <a:lnTo>
                  <a:pt x="815674" y="924359"/>
                </a:lnTo>
                <a:close/>
              </a:path>
              <a:path w="1021079" h="1471295">
                <a:moveTo>
                  <a:pt x="810382" y="750019"/>
                </a:moveTo>
                <a:lnTo>
                  <a:pt x="796604" y="750019"/>
                </a:lnTo>
                <a:lnTo>
                  <a:pt x="803839" y="751579"/>
                </a:lnTo>
                <a:lnTo>
                  <a:pt x="810383" y="754511"/>
                </a:lnTo>
                <a:lnTo>
                  <a:pt x="810382" y="750019"/>
                </a:lnTo>
                <a:close/>
              </a:path>
              <a:path w="1021079" h="1471295">
                <a:moveTo>
                  <a:pt x="929720" y="0"/>
                </a:moveTo>
                <a:lnTo>
                  <a:pt x="867020" y="0"/>
                </a:lnTo>
                <a:lnTo>
                  <a:pt x="856159" y="1930"/>
                </a:lnTo>
                <a:lnTo>
                  <a:pt x="834618" y="36375"/>
                </a:lnTo>
                <a:lnTo>
                  <a:pt x="826009" y="100786"/>
                </a:lnTo>
                <a:lnTo>
                  <a:pt x="818738" y="173579"/>
                </a:lnTo>
                <a:lnTo>
                  <a:pt x="815034" y="219558"/>
                </a:lnTo>
                <a:lnTo>
                  <a:pt x="811454" y="272215"/>
                </a:lnTo>
                <a:lnTo>
                  <a:pt x="808130" y="331764"/>
                </a:lnTo>
                <a:lnTo>
                  <a:pt x="805190" y="398422"/>
                </a:lnTo>
                <a:lnTo>
                  <a:pt x="802763" y="472404"/>
                </a:lnTo>
                <a:lnTo>
                  <a:pt x="800978" y="553927"/>
                </a:lnTo>
                <a:lnTo>
                  <a:pt x="799963" y="643207"/>
                </a:lnTo>
                <a:lnTo>
                  <a:pt x="799849" y="740459"/>
                </a:lnTo>
                <a:lnTo>
                  <a:pt x="810380" y="740459"/>
                </a:lnTo>
                <a:lnTo>
                  <a:pt x="810489" y="643207"/>
                </a:lnTo>
                <a:lnTo>
                  <a:pt x="811265" y="565329"/>
                </a:lnTo>
                <a:lnTo>
                  <a:pt x="812960" y="482614"/>
                </a:lnTo>
                <a:lnTo>
                  <a:pt x="815317" y="407523"/>
                </a:lnTo>
                <a:lnTo>
                  <a:pt x="818206" y="339836"/>
                </a:lnTo>
                <a:lnTo>
                  <a:pt x="821498" y="279334"/>
                </a:lnTo>
                <a:lnTo>
                  <a:pt x="825062" y="225796"/>
                </a:lnTo>
                <a:lnTo>
                  <a:pt x="828768" y="179003"/>
                </a:lnTo>
                <a:lnTo>
                  <a:pt x="832487" y="138734"/>
                </a:lnTo>
                <a:lnTo>
                  <a:pt x="839439" y="76890"/>
                </a:lnTo>
                <a:lnTo>
                  <a:pt x="844879" y="38504"/>
                </a:lnTo>
                <a:lnTo>
                  <a:pt x="867020" y="10470"/>
                </a:lnTo>
                <a:lnTo>
                  <a:pt x="952856" y="10470"/>
                </a:lnTo>
                <a:lnTo>
                  <a:pt x="948622" y="6400"/>
                </a:lnTo>
                <a:lnTo>
                  <a:pt x="942883" y="2914"/>
                </a:lnTo>
                <a:lnTo>
                  <a:pt x="936510" y="746"/>
                </a:lnTo>
                <a:lnTo>
                  <a:pt x="9297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183924" y="8823080"/>
            <a:ext cx="1132205" cy="1369695"/>
          </a:xfrm>
          <a:custGeom>
            <a:avLst/>
            <a:gdLst/>
            <a:ahLst/>
            <a:cxnLst/>
            <a:rect l="l" t="t" r="r" b="b"/>
            <a:pathLst>
              <a:path w="1132205" h="1369695">
                <a:moveTo>
                  <a:pt x="1024167" y="0"/>
                </a:moveTo>
                <a:lnTo>
                  <a:pt x="107808" y="0"/>
                </a:lnTo>
                <a:lnTo>
                  <a:pt x="103127" y="4690"/>
                </a:lnTo>
                <a:lnTo>
                  <a:pt x="103127" y="458205"/>
                </a:lnTo>
                <a:lnTo>
                  <a:pt x="4690" y="458205"/>
                </a:lnTo>
                <a:lnTo>
                  <a:pt x="0" y="462896"/>
                </a:lnTo>
                <a:lnTo>
                  <a:pt x="0" y="1364796"/>
                </a:lnTo>
                <a:lnTo>
                  <a:pt x="4690" y="1369487"/>
                </a:lnTo>
                <a:lnTo>
                  <a:pt x="147890" y="1369487"/>
                </a:lnTo>
                <a:lnTo>
                  <a:pt x="152581" y="1364796"/>
                </a:lnTo>
                <a:lnTo>
                  <a:pt x="152581" y="1359016"/>
                </a:lnTo>
                <a:lnTo>
                  <a:pt x="10470" y="1359016"/>
                </a:lnTo>
                <a:lnTo>
                  <a:pt x="10470" y="468676"/>
                </a:lnTo>
                <a:lnTo>
                  <a:pt x="113598" y="468676"/>
                </a:lnTo>
                <a:lnTo>
                  <a:pt x="113598" y="10470"/>
                </a:lnTo>
                <a:lnTo>
                  <a:pt x="1028858" y="10470"/>
                </a:lnTo>
                <a:lnTo>
                  <a:pt x="1028858" y="4690"/>
                </a:lnTo>
                <a:lnTo>
                  <a:pt x="1024167" y="0"/>
                </a:lnTo>
                <a:close/>
              </a:path>
              <a:path w="1132205" h="1369695">
                <a:moveTo>
                  <a:pt x="989875" y="836382"/>
                </a:moveTo>
                <a:lnTo>
                  <a:pt x="979404" y="836382"/>
                </a:lnTo>
                <a:lnTo>
                  <a:pt x="979404" y="1364796"/>
                </a:lnTo>
                <a:lnTo>
                  <a:pt x="984085" y="1369487"/>
                </a:lnTo>
                <a:lnTo>
                  <a:pt x="1127190" y="1369487"/>
                </a:lnTo>
                <a:lnTo>
                  <a:pt x="1131881" y="1364796"/>
                </a:lnTo>
                <a:lnTo>
                  <a:pt x="1131881" y="1359016"/>
                </a:lnTo>
                <a:lnTo>
                  <a:pt x="989875" y="1359016"/>
                </a:lnTo>
                <a:lnTo>
                  <a:pt x="989875" y="836382"/>
                </a:lnTo>
                <a:close/>
              </a:path>
              <a:path w="1132205" h="1369695">
                <a:moveTo>
                  <a:pt x="989875" y="825912"/>
                </a:moveTo>
                <a:lnTo>
                  <a:pt x="142110" y="825912"/>
                </a:lnTo>
                <a:lnTo>
                  <a:pt x="142110" y="1359016"/>
                </a:lnTo>
                <a:lnTo>
                  <a:pt x="152581" y="1359016"/>
                </a:lnTo>
                <a:lnTo>
                  <a:pt x="152581" y="836382"/>
                </a:lnTo>
                <a:lnTo>
                  <a:pt x="989875" y="836382"/>
                </a:lnTo>
                <a:lnTo>
                  <a:pt x="989875" y="825912"/>
                </a:lnTo>
                <a:close/>
              </a:path>
              <a:path w="1132205" h="1369695">
                <a:moveTo>
                  <a:pt x="1028858" y="10470"/>
                </a:moveTo>
                <a:lnTo>
                  <a:pt x="1018387" y="10470"/>
                </a:lnTo>
                <a:lnTo>
                  <a:pt x="1018387" y="468676"/>
                </a:lnTo>
                <a:lnTo>
                  <a:pt x="1121410" y="468676"/>
                </a:lnTo>
                <a:lnTo>
                  <a:pt x="1121410" y="1359016"/>
                </a:lnTo>
                <a:lnTo>
                  <a:pt x="1131881" y="1359016"/>
                </a:lnTo>
                <a:lnTo>
                  <a:pt x="1131881" y="462896"/>
                </a:lnTo>
                <a:lnTo>
                  <a:pt x="1127190" y="458205"/>
                </a:lnTo>
                <a:lnTo>
                  <a:pt x="1028858" y="458205"/>
                </a:lnTo>
                <a:lnTo>
                  <a:pt x="1028858" y="10470"/>
                </a:lnTo>
                <a:close/>
              </a:path>
              <a:path w="1132205" h="1369695">
                <a:moveTo>
                  <a:pt x="83808" y="1221910"/>
                </a:moveTo>
                <a:lnTo>
                  <a:pt x="68772" y="1221910"/>
                </a:lnTo>
                <a:lnTo>
                  <a:pt x="62615" y="1228056"/>
                </a:lnTo>
                <a:lnTo>
                  <a:pt x="62615" y="1243197"/>
                </a:lnTo>
                <a:lnTo>
                  <a:pt x="68772" y="1249249"/>
                </a:lnTo>
                <a:lnTo>
                  <a:pt x="83808" y="1249249"/>
                </a:lnTo>
                <a:lnTo>
                  <a:pt x="89965" y="1243197"/>
                </a:lnTo>
                <a:lnTo>
                  <a:pt x="89965" y="1238779"/>
                </a:lnTo>
                <a:lnTo>
                  <a:pt x="74500" y="1238779"/>
                </a:lnTo>
                <a:lnTo>
                  <a:pt x="73086" y="1237375"/>
                </a:lnTo>
                <a:lnTo>
                  <a:pt x="73118" y="1233815"/>
                </a:lnTo>
                <a:lnTo>
                  <a:pt x="74552" y="1232381"/>
                </a:lnTo>
                <a:lnTo>
                  <a:pt x="89965" y="1232381"/>
                </a:lnTo>
                <a:lnTo>
                  <a:pt x="89965" y="1228056"/>
                </a:lnTo>
                <a:lnTo>
                  <a:pt x="83808" y="1221910"/>
                </a:lnTo>
                <a:close/>
              </a:path>
              <a:path w="1132205" h="1369695">
                <a:moveTo>
                  <a:pt x="1063203" y="1221910"/>
                </a:moveTo>
                <a:lnTo>
                  <a:pt x="1048072" y="1221910"/>
                </a:lnTo>
                <a:lnTo>
                  <a:pt x="1041915" y="1228056"/>
                </a:lnTo>
                <a:lnTo>
                  <a:pt x="1041915" y="1243197"/>
                </a:lnTo>
                <a:lnTo>
                  <a:pt x="1048072" y="1249249"/>
                </a:lnTo>
                <a:lnTo>
                  <a:pt x="1063203" y="1249249"/>
                </a:lnTo>
                <a:lnTo>
                  <a:pt x="1069360" y="1243197"/>
                </a:lnTo>
                <a:lnTo>
                  <a:pt x="1069360" y="1238779"/>
                </a:lnTo>
                <a:lnTo>
                  <a:pt x="1053831" y="1238779"/>
                </a:lnTo>
                <a:lnTo>
                  <a:pt x="1052386" y="1237375"/>
                </a:lnTo>
                <a:lnTo>
                  <a:pt x="1052386" y="1233815"/>
                </a:lnTo>
                <a:lnTo>
                  <a:pt x="1053863" y="1232381"/>
                </a:lnTo>
                <a:lnTo>
                  <a:pt x="1069360" y="1232381"/>
                </a:lnTo>
                <a:lnTo>
                  <a:pt x="1069360" y="1228056"/>
                </a:lnTo>
                <a:lnTo>
                  <a:pt x="1063203" y="1221910"/>
                </a:lnTo>
                <a:close/>
              </a:path>
              <a:path w="1132205" h="1369695">
                <a:moveTo>
                  <a:pt x="89965" y="1232381"/>
                </a:moveTo>
                <a:lnTo>
                  <a:pt x="78029" y="1232381"/>
                </a:lnTo>
                <a:lnTo>
                  <a:pt x="79463" y="1233815"/>
                </a:lnTo>
                <a:lnTo>
                  <a:pt x="79494" y="1237375"/>
                </a:lnTo>
                <a:lnTo>
                  <a:pt x="78081" y="1238779"/>
                </a:lnTo>
                <a:lnTo>
                  <a:pt x="89965" y="1238779"/>
                </a:lnTo>
                <a:lnTo>
                  <a:pt x="89965" y="1232381"/>
                </a:lnTo>
                <a:close/>
              </a:path>
              <a:path w="1132205" h="1369695">
                <a:moveTo>
                  <a:pt x="1069360" y="1232381"/>
                </a:moveTo>
                <a:lnTo>
                  <a:pt x="1057423" y="1232381"/>
                </a:lnTo>
                <a:lnTo>
                  <a:pt x="1058857" y="1233815"/>
                </a:lnTo>
                <a:lnTo>
                  <a:pt x="1058889" y="1237375"/>
                </a:lnTo>
                <a:lnTo>
                  <a:pt x="1057486" y="1238779"/>
                </a:lnTo>
                <a:lnTo>
                  <a:pt x="1069360" y="1238779"/>
                </a:lnTo>
                <a:lnTo>
                  <a:pt x="1069360" y="1232381"/>
                </a:lnTo>
                <a:close/>
              </a:path>
              <a:path w="1132205" h="1369695">
                <a:moveTo>
                  <a:pt x="83808" y="747589"/>
                </a:moveTo>
                <a:lnTo>
                  <a:pt x="68772" y="747589"/>
                </a:lnTo>
                <a:lnTo>
                  <a:pt x="62615" y="753641"/>
                </a:lnTo>
                <a:lnTo>
                  <a:pt x="62615" y="768782"/>
                </a:lnTo>
                <a:lnTo>
                  <a:pt x="68772" y="774929"/>
                </a:lnTo>
                <a:lnTo>
                  <a:pt x="83808" y="774929"/>
                </a:lnTo>
                <a:lnTo>
                  <a:pt x="89965" y="768782"/>
                </a:lnTo>
                <a:lnTo>
                  <a:pt x="89965" y="764458"/>
                </a:lnTo>
                <a:lnTo>
                  <a:pt x="74552" y="764458"/>
                </a:lnTo>
                <a:lnTo>
                  <a:pt x="73118" y="763023"/>
                </a:lnTo>
                <a:lnTo>
                  <a:pt x="73086" y="759463"/>
                </a:lnTo>
                <a:lnTo>
                  <a:pt x="74500" y="758060"/>
                </a:lnTo>
                <a:lnTo>
                  <a:pt x="89965" y="758060"/>
                </a:lnTo>
                <a:lnTo>
                  <a:pt x="89965" y="753641"/>
                </a:lnTo>
                <a:lnTo>
                  <a:pt x="83808" y="747589"/>
                </a:lnTo>
                <a:close/>
              </a:path>
              <a:path w="1132205" h="1369695">
                <a:moveTo>
                  <a:pt x="1063203" y="747589"/>
                </a:moveTo>
                <a:lnTo>
                  <a:pt x="1048072" y="747589"/>
                </a:lnTo>
                <a:lnTo>
                  <a:pt x="1041915" y="753641"/>
                </a:lnTo>
                <a:lnTo>
                  <a:pt x="1041915" y="768782"/>
                </a:lnTo>
                <a:lnTo>
                  <a:pt x="1048072" y="774929"/>
                </a:lnTo>
                <a:lnTo>
                  <a:pt x="1063203" y="774929"/>
                </a:lnTo>
                <a:lnTo>
                  <a:pt x="1069360" y="768782"/>
                </a:lnTo>
                <a:lnTo>
                  <a:pt x="1069360" y="764458"/>
                </a:lnTo>
                <a:lnTo>
                  <a:pt x="1053863" y="764458"/>
                </a:lnTo>
                <a:lnTo>
                  <a:pt x="1052386" y="763023"/>
                </a:lnTo>
                <a:lnTo>
                  <a:pt x="1052386" y="759463"/>
                </a:lnTo>
                <a:lnTo>
                  <a:pt x="1053831" y="758060"/>
                </a:lnTo>
                <a:lnTo>
                  <a:pt x="1069360" y="758060"/>
                </a:lnTo>
                <a:lnTo>
                  <a:pt x="1069360" y="753641"/>
                </a:lnTo>
                <a:lnTo>
                  <a:pt x="1063203" y="747589"/>
                </a:lnTo>
                <a:close/>
              </a:path>
              <a:path w="1132205" h="1369695">
                <a:moveTo>
                  <a:pt x="89965" y="758060"/>
                </a:moveTo>
                <a:lnTo>
                  <a:pt x="78081" y="758060"/>
                </a:lnTo>
                <a:lnTo>
                  <a:pt x="79494" y="759463"/>
                </a:lnTo>
                <a:lnTo>
                  <a:pt x="79463" y="763023"/>
                </a:lnTo>
                <a:lnTo>
                  <a:pt x="78029" y="764458"/>
                </a:lnTo>
                <a:lnTo>
                  <a:pt x="89965" y="764458"/>
                </a:lnTo>
                <a:lnTo>
                  <a:pt x="89965" y="758060"/>
                </a:lnTo>
                <a:close/>
              </a:path>
              <a:path w="1132205" h="1369695">
                <a:moveTo>
                  <a:pt x="1069360" y="758060"/>
                </a:moveTo>
                <a:lnTo>
                  <a:pt x="1057486" y="758060"/>
                </a:lnTo>
                <a:lnTo>
                  <a:pt x="1058889" y="759463"/>
                </a:lnTo>
                <a:lnTo>
                  <a:pt x="1058857" y="763023"/>
                </a:lnTo>
                <a:lnTo>
                  <a:pt x="1057423" y="764458"/>
                </a:lnTo>
                <a:lnTo>
                  <a:pt x="1069360" y="764458"/>
                </a:lnTo>
                <a:lnTo>
                  <a:pt x="1069360" y="758060"/>
                </a:lnTo>
                <a:close/>
              </a:path>
              <a:path w="1132205" h="1369695">
                <a:moveTo>
                  <a:pt x="886737" y="598945"/>
                </a:moveTo>
                <a:lnTo>
                  <a:pt x="245133" y="598945"/>
                </a:lnTo>
                <a:lnTo>
                  <a:pt x="245133" y="696607"/>
                </a:lnTo>
                <a:lnTo>
                  <a:pt x="886737" y="696607"/>
                </a:lnTo>
                <a:lnTo>
                  <a:pt x="886737" y="686146"/>
                </a:lnTo>
                <a:lnTo>
                  <a:pt x="255604" y="686146"/>
                </a:lnTo>
                <a:lnTo>
                  <a:pt x="255604" y="609426"/>
                </a:lnTo>
                <a:lnTo>
                  <a:pt x="886737" y="609426"/>
                </a:lnTo>
                <a:lnTo>
                  <a:pt x="886737" y="598945"/>
                </a:lnTo>
                <a:close/>
              </a:path>
              <a:path w="1132205" h="1369695">
                <a:moveTo>
                  <a:pt x="886737" y="609426"/>
                </a:moveTo>
                <a:lnTo>
                  <a:pt x="876266" y="609426"/>
                </a:lnTo>
                <a:lnTo>
                  <a:pt x="876266" y="686146"/>
                </a:lnTo>
                <a:lnTo>
                  <a:pt x="886737" y="686146"/>
                </a:lnTo>
                <a:lnTo>
                  <a:pt x="886737" y="609426"/>
                </a:lnTo>
                <a:close/>
              </a:path>
              <a:path w="1132205" h="1369695">
                <a:moveTo>
                  <a:pt x="886737" y="445923"/>
                </a:moveTo>
                <a:lnTo>
                  <a:pt x="245133" y="445923"/>
                </a:lnTo>
                <a:lnTo>
                  <a:pt x="245133" y="469556"/>
                </a:lnTo>
                <a:lnTo>
                  <a:pt x="886737" y="469556"/>
                </a:lnTo>
                <a:lnTo>
                  <a:pt x="886737" y="459085"/>
                </a:lnTo>
                <a:lnTo>
                  <a:pt x="255604" y="459085"/>
                </a:lnTo>
                <a:lnTo>
                  <a:pt x="255604" y="456394"/>
                </a:lnTo>
                <a:lnTo>
                  <a:pt x="886737" y="456394"/>
                </a:lnTo>
                <a:lnTo>
                  <a:pt x="886737" y="445923"/>
                </a:lnTo>
                <a:close/>
              </a:path>
              <a:path w="1132205" h="1369695">
                <a:moveTo>
                  <a:pt x="886737" y="456394"/>
                </a:moveTo>
                <a:lnTo>
                  <a:pt x="876266" y="456394"/>
                </a:lnTo>
                <a:lnTo>
                  <a:pt x="876266" y="459085"/>
                </a:lnTo>
                <a:lnTo>
                  <a:pt x="886737" y="459085"/>
                </a:lnTo>
                <a:lnTo>
                  <a:pt x="886737" y="456394"/>
                </a:lnTo>
                <a:close/>
              </a:path>
              <a:path w="1132205" h="1369695">
                <a:moveTo>
                  <a:pt x="886737" y="292807"/>
                </a:moveTo>
                <a:lnTo>
                  <a:pt x="245133" y="292807"/>
                </a:lnTo>
                <a:lnTo>
                  <a:pt x="245133" y="316534"/>
                </a:lnTo>
                <a:lnTo>
                  <a:pt x="886737" y="316534"/>
                </a:lnTo>
                <a:lnTo>
                  <a:pt x="886737" y="306053"/>
                </a:lnTo>
                <a:lnTo>
                  <a:pt x="255604" y="306053"/>
                </a:lnTo>
                <a:lnTo>
                  <a:pt x="255604" y="303268"/>
                </a:lnTo>
                <a:lnTo>
                  <a:pt x="886737" y="303268"/>
                </a:lnTo>
                <a:lnTo>
                  <a:pt x="886737" y="292807"/>
                </a:lnTo>
                <a:close/>
              </a:path>
              <a:path w="1132205" h="1369695">
                <a:moveTo>
                  <a:pt x="886737" y="303268"/>
                </a:moveTo>
                <a:lnTo>
                  <a:pt x="876266" y="303268"/>
                </a:lnTo>
                <a:lnTo>
                  <a:pt x="876266" y="306053"/>
                </a:lnTo>
                <a:lnTo>
                  <a:pt x="886737" y="306053"/>
                </a:lnTo>
                <a:lnTo>
                  <a:pt x="886737" y="303268"/>
                </a:lnTo>
                <a:close/>
              </a:path>
              <a:path w="1132205" h="1369695">
                <a:moveTo>
                  <a:pt x="886737" y="139775"/>
                </a:moveTo>
                <a:lnTo>
                  <a:pt x="245133" y="139775"/>
                </a:lnTo>
                <a:lnTo>
                  <a:pt x="245133" y="163502"/>
                </a:lnTo>
                <a:lnTo>
                  <a:pt x="886737" y="163502"/>
                </a:lnTo>
                <a:lnTo>
                  <a:pt x="886737" y="153031"/>
                </a:lnTo>
                <a:lnTo>
                  <a:pt x="255604" y="153031"/>
                </a:lnTo>
                <a:lnTo>
                  <a:pt x="255604" y="150246"/>
                </a:lnTo>
                <a:lnTo>
                  <a:pt x="886737" y="150246"/>
                </a:lnTo>
                <a:lnTo>
                  <a:pt x="886737" y="139775"/>
                </a:lnTo>
                <a:close/>
              </a:path>
              <a:path w="1132205" h="1369695">
                <a:moveTo>
                  <a:pt x="886737" y="150246"/>
                </a:moveTo>
                <a:lnTo>
                  <a:pt x="876266" y="150246"/>
                </a:lnTo>
                <a:lnTo>
                  <a:pt x="876266" y="153031"/>
                </a:lnTo>
                <a:lnTo>
                  <a:pt x="886737" y="153031"/>
                </a:lnTo>
                <a:lnTo>
                  <a:pt x="886737" y="15024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3869525" y="8757220"/>
            <a:ext cx="1110615" cy="1427480"/>
          </a:xfrm>
          <a:custGeom>
            <a:avLst/>
            <a:gdLst/>
            <a:ahLst/>
            <a:cxnLst/>
            <a:rect l="l" t="t" r="r" b="b"/>
            <a:pathLst>
              <a:path w="1110615" h="1427479">
                <a:moveTo>
                  <a:pt x="950264" y="700774"/>
                </a:moveTo>
                <a:lnTo>
                  <a:pt x="48626" y="700774"/>
                </a:lnTo>
                <a:lnTo>
                  <a:pt x="29720" y="704603"/>
                </a:lnTo>
                <a:lnTo>
                  <a:pt x="14261" y="715037"/>
                </a:lnTo>
                <a:lnTo>
                  <a:pt x="3828" y="730499"/>
                </a:lnTo>
                <a:lnTo>
                  <a:pt x="0" y="749411"/>
                </a:lnTo>
                <a:lnTo>
                  <a:pt x="0" y="783850"/>
                </a:lnTo>
                <a:lnTo>
                  <a:pt x="13078" y="816948"/>
                </a:lnTo>
                <a:lnTo>
                  <a:pt x="9329" y="823775"/>
                </a:lnTo>
                <a:lnTo>
                  <a:pt x="7319" y="831325"/>
                </a:lnTo>
                <a:lnTo>
                  <a:pt x="7319" y="1380198"/>
                </a:lnTo>
                <a:lnTo>
                  <a:pt x="11088" y="1398325"/>
                </a:lnTo>
                <a:lnTo>
                  <a:pt x="21295" y="1413315"/>
                </a:lnTo>
                <a:lnTo>
                  <a:pt x="36288" y="1423518"/>
                </a:lnTo>
                <a:lnTo>
                  <a:pt x="54417" y="1427286"/>
                </a:lnTo>
                <a:lnTo>
                  <a:pt x="991927" y="1427286"/>
                </a:lnTo>
                <a:lnTo>
                  <a:pt x="1011786" y="1423217"/>
                </a:lnTo>
                <a:lnTo>
                  <a:pt x="1020365" y="1416815"/>
                </a:lnTo>
                <a:lnTo>
                  <a:pt x="54417" y="1416815"/>
                </a:lnTo>
                <a:lnTo>
                  <a:pt x="40323" y="1413877"/>
                </a:lnTo>
                <a:lnTo>
                  <a:pt x="28662" y="1405928"/>
                </a:lnTo>
                <a:lnTo>
                  <a:pt x="20722" y="1394269"/>
                </a:lnTo>
                <a:lnTo>
                  <a:pt x="17790" y="1380198"/>
                </a:lnTo>
                <a:lnTo>
                  <a:pt x="17790" y="838948"/>
                </a:lnTo>
                <a:lnTo>
                  <a:pt x="18437" y="832354"/>
                </a:lnTo>
                <a:lnTo>
                  <a:pt x="20284" y="826134"/>
                </a:lnTo>
                <a:lnTo>
                  <a:pt x="23188" y="820389"/>
                </a:lnTo>
                <a:lnTo>
                  <a:pt x="27004" y="815221"/>
                </a:lnTo>
                <a:lnTo>
                  <a:pt x="20215" y="809241"/>
                </a:lnTo>
                <a:lnTo>
                  <a:pt x="14999" y="801828"/>
                </a:lnTo>
                <a:lnTo>
                  <a:pt x="11652" y="793269"/>
                </a:lnTo>
                <a:lnTo>
                  <a:pt x="10470" y="783850"/>
                </a:lnTo>
                <a:lnTo>
                  <a:pt x="10470" y="749411"/>
                </a:lnTo>
                <a:lnTo>
                  <a:pt x="13474" y="734569"/>
                </a:lnTo>
                <a:lnTo>
                  <a:pt x="21660" y="722436"/>
                </a:lnTo>
                <a:lnTo>
                  <a:pt x="33790" y="714249"/>
                </a:lnTo>
                <a:lnTo>
                  <a:pt x="48626" y="711245"/>
                </a:lnTo>
                <a:lnTo>
                  <a:pt x="966828" y="711245"/>
                </a:lnTo>
                <a:lnTo>
                  <a:pt x="967667" y="701947"/>
                </a:lnTo>
                <a:lnTo>
                  <a:pt x="957154" y="701947"/>
                </a:lnTo>
                <a:lnTo>
                  <a:pt x="953740" y="701172"/>
                </a:lnTo>
                <a:lnTo>
                  <a:pt x="950264" y="700774"/>
                </a:lnTo>
                <a:close/>
              </a:path>
              <a:path w="1110615" h="1427479">
                <a:moveTo>
                  <a:pt x="1096628" y="10470"/>
                </a:moveTo>
                <a:lnTo>
                  <a:pt x="1066784" y="10470"/>
                </a:lnTo>
                <a:lnTo>
                  <a:pt x="1080026" y="12668"/>
                </a:lnTo>
                <a:lnTo>
                  <a:pt x="1091118" y="19227"/>
                </a:lnTo>
                <a:lnTo>
                  <a:pt x="1098404" y="30190"/>
                </a:lnTo>
                <a:lnTo>
                  <a:pt x="1100047" y="44616"/>
                </a:lnTo>
                <a:lnTo>
                  <a:pt x="1100069" y="46501"/>
                </a:lnTo>
                <a:lnTo>
                  <a:pt x="1028544" y="838948"/>
                </a:lnTo>
                <a:lnTo>
                  <a:pt x="1025036" y="853005"/>
                </a:lnTo>
                <a:lnTo>
                  <a:pt x="1017480" y="864666"/>
                </a:lnTo>
                <a:lnTo>
                  <a:pt x="1006302" y="872622"/>
                </a:lnTo>
                <a:lnTo>
                  <a:pt x="991927" y="875564"/>
                </a:lnTo>
                <a:lnTo>
                  <a:pt x="91033" y="875564"/>
                </a:lnTo>
                <a:lnTo>
                  <a:pt x="91033" y="1343571"/>
                </a:lnTo>
                <a:lnTo>
                  <a:pt x="991927" y="1343571"/>
                </a:lnTo>
                <a:lnTo>
                  <a:pt x="1018467" y="1355016"/>
                </a:lnTo>
                <a:lnTo>
                  <a:pt x="1027296" y="1380198"/>
                </a:lnTo>
                <a:lnTo>
                  <a:pt x="1018444" y="1405371"/>
                </a:lnTo>
                <a:lnTo>
                  <a:pt x="991927" y="1416815"/>
                </a:lnTo>
                <a:lnTo>
                  <a:pt x="1020365" y="1416815"/>
                </a:lnTo>
                <a:lnTo>
                  <a:pt x="1026133" y="1412510"/>
                </a:lnTo>
                <a:lnTo>
                  <a:pt x="1034838" y="1397411"/>
                </a:lnTo>
                <a:lnTo>
                  <a:pt x="1037769" y="1380167"/>
                </a:lnTo>
                <a:lnTo>
                  <a:pt x="1037023" y="1371273"/>
                </a:lnTo>
                <a:lnTo>
                  <a:pt x="1011259" y="1336942"/>
                </a:lnTo>
                <a:lnTo>
                  <a:pt x="991927" y="1333100"/>
                </a:lnTo>
                <a:lnTo>
                  <a:pt x="101504" y="1333100"/>
                </a:lnTo>
                <a:lnTo>
                  <a:pt x="101504" y="886035"/>
                </a:lnTo>
                <a:lnTo>
                  <a:pt x="991927" y="886035"/>
                </a:lnTo>
                <a:lnTo>
                  <a:pt x="1009421" y="882586"/>
                </a:lnTo>
                <a:lnTo>
                  <a:pt x="1038973" y="839890"/>
                </a:lnTo>
                <a:lnTo>
                  <a:pt x="1110583" y="46501"/>
                </a:lnTo>
                <a:lnTo>
                  <a:pt x="1110591" y="37153"/>
                </a:lnTo>
                <a:lnTo>
                  <a:pt x="1108895" y="28520"/>
                </a:lnTo>
                <a:lnTo>
                  <a:pt x="1105530" y="20715"/>
                </a:lnTo>
                <a:lnTo>
                  <a:pt x="1100531" y="13852"/>
                </a:lnTo>
                <a:lnTo>
                  <a:pt x="1096628" y="10470"/>
                </a:lnTo>
                <a:close/>
              </a:path>
              <a:path w="1110615" h="1427479">
                <a:moveTo>
                  <a:pt x="951583" y="740542"/>
                </a:moveTo>
                <a:lnTo>
                  <a:pt x="43820" y="740542"/>
                </a:lnTo>
                <a:lnTo>
                  <a:pt x="39768" y="744605"/>
                </a:lnTo>
                <a:lnTo>
                  <a:pt x="39768" y="788656"/>
                </a:lnTo>
                <a:lnTo>
                  <a:pt x="43820" y="792708"/>
                </a:lnTo>
                <a:lnTo>
                  <a:pt x="951583" y="792708"/>
                </a:lnTo>
                <a:lnTo>
                  <a:pt x="955656" y="788656"/>
                </a:lnTo>
                <a:lnTo>
                  <a:pt x="955656" y="782237"/>
                </a:lnTo>
                <a:lnTo>
                  <a:pt x="50239" y="782237"/>
                </a:lnTo>
                <a:lnTo>
                  <a:pt x="50239" y="751013"/>
                </a:lnTo>
                <a:lnTo>
                  <a:pt x="955656" y="751013"/>
                </a:lnTo>
                <a:lnTo>
                  <a:pt x="955656" y="744605"/>
                </a:lnTo>
                <a:lnTo>
                  <a:pt x="951583" y="740542"/>
                </a:lnTo>
                <a:close/>
              </a:path>
              <a:path w="1110615" h="1427479">
                <a:moveTo>
                  <a:pt x="955656" y="751013"/>
                </a:moveTo>
                <a:lnTo>
                  <a:pt x="945185" y="751013"/>
                </a:lnTo>
                <a:lnTo>
                  <a:pt x="945185" y="782237"/>
                </a:lnTo>
                <a:lnTo>
                  <a:pt x="955656" y="782237"/>
                </a:lnTo>
                <a:lnTo>
                  <a:pt x="955656" y="751013"/>
                </a:lnTo>
                <a:close/>
              </a:path>
              <a:path w="1110615" h="1427479">
                <a:moveTo>
                  <a:pt x="966828" y="711245"/>
                </a:moveTo>
                <a:lnTo>
                  <a:pt x="953950" y="711245"/>
                </a:lnTo>
                <a:lnTo>
                  <a:pt x="960588" y="713350"/>
                </a:lnTo>
                <a:lnTo>
                  <a:pt x="966326" y="716805"/>
                </a:lnTo>
                <a:lnTo>
                  <a:pt x="966828" y="711245"/>
                </a:lnTo>
                <a:close/>
              </a:path>
              <a:path w="1110615" h="1427479">
                <a:moveTo>
                  <a:pt x="1066784" y="0"/>
                </a:moveTo>
                <a:lnTo>
                  <a:pt x="1022225" y="25285"/>
                </a:lnTo>
                <a:lnTo>
                  <a:pt x="957154" y="701947"/>
                </a:lnTo>
                <a:lnTo>
                  <a:pt x="967667" y="701947"/>
                </a:lnTo>
                <a:lnTo>
                  <a:pt x="1026911" y="45558"/>
                </a:lnTo>
                <a:lnTo>
                  <a:pt x="1031455" y="30221"/>
                </a:lnTo>
                <a:lnTo>
                  <a:pt x="1040765" y="19254"/>
                </a:lnTo>
                <a:lnTo>
                  <a:pt x="1053116" y="12668"/>
                </a:lnTo>
                <a:lnTo>
                  <a:pt x="1066784" y="10470"/>
                </a:lnTo>
                <a:lnTo>
                  <a:pt x="1096628" y="10470"/>
                </a:lnTo>
                <a:lnTo>
                  <a:pt x="1093746" y="7973"/>
                </a:lnTo>
                <a:lnTo>
                  <a:pt x="1085664" y="3624"/>
                </a:lnTo>
                <a:lnTo>
                  <a:pt x="1076579" y="926"/>
                </a:lnTo>
                <a:lnTo>
                  <a:pt x="1066784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6977923" y="8935277"/>
            <a:ext cx="1160780" cy="1256665"/>
            <a:chOff x="6977923" y="8935277"/>
            <a:chExt cx="1160780" cy="1256665"/>
          </a:xfrm>
        </p:grpSpPr>
        <p:sp>
          <p:nvSpPr>
            <p:cNvPr id="7" name="object 7" descr=""/>
            <p:cNvSpPr/>
            <p:nvPr/>
          </p:nvSpPr>
          <p:spPr>
            <a:xfrm>
              <a:off x="6977923" y="8935277"/>
              <a:ext cx="1160780" cy="532130"/>
            </a:xfrm>
            <a:custGeom>
              <a:avLst/>
              <a:gdLst/>
              <a:ahLst/>
              <a:cxnLst/>
              <a:rect l="l" t="t" r="r" b="b"/>
              <a:pathLst>
                <a:path w="1160779" h="532129">
                  <a:moveTo>
                    <a:pt x="1155881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527020"/>
                  </a:lnTo>
                  <a:lnTo>
                    <a:pt x="4690" y="531701"/>
                  </a:lnTo>
                  <a:lnTo>
                    <a:pt x="1155881" y="531701"/>
                  </a:lnTo>
                  <a:lnTo>
                    <a:pt x="1160571" y="527020"/>
                  </a:lnTo>
                  <a:lnTo>
                    <a:pt x="1160571" y="521230"/>
                  </a:lnTo>
                  <a:lnTo>
                    <a:pt x="10470" y="521230"/>
                  </a:lnTo>
                  <a:lnTo>
                    <a:pt x="10470" y="10470"/>
                  </a:lnTo>
                  <a:lnTo>
                    <a:pt x="1160571" y="10470"/>
                  </a:lnTo>
                  <a:lnTo>
                    <a:pt x="1160571" y="4690"/>
                  </a:lnTo>
                  <a:lnTo>
                    <a:pt x="1155881" y="0"/>
                  </a:lnTo>
                  <a:close/>
                </a:path>
                <a:path w="1160779" h="532129">
                  <a:moveTo>
                    <a:pt x="1160571" y="10470"/>
                  </a:moveTo>
                  <a:lnTo>
                    <a:pt x="1150101" y="10470"/>
                  </a:lnTo>
                  <a:lnTo>
                    <a:pt x="1150101" y="521230"/>
                  </a:lnTo>
                  <a:lnTo>
                    <a:pt x="1160571" y="521230"/>
                  </a:lnTo>
                  <a:lnTo>
                    <a:pt x="1160571" y="10470"/>
                  </a:lnTo>
                  <a:close/>
                </a:path>
                <a:path w="1160779" h="532129">
                  <a:moveTo>
                    <a:pt x="1104175" y="63286"/>
                  </a:moveTo>
                  <a:lnTo>
                    <a:pt x="57160" y="63286"/>
                  </a:lnTo>
                  <a:lnTo>
                    <a:pt x="57160" y="468415"/>
                  </a:lnTo>
                  <a:lnTo>
                    <a:pt x="1104175" y="468415"/>
                  </a:lnTo>
                  <a:lnTo>
                    <a:pt x="1104175" y="457944"/>
                  </a:lnTo>
                  <a:lnTo>
                    <a:pt x="67631" y="457944"/>
                  </a:lnTo>
                  <a:lnTo>
                    <a:pt x="67631" y="73756"/>
                  </a:lnTo>
                  <a:lnTo>
                    <a:pt x="1104175" y="73756"/>
                  </a:lnTo>
                  <a:lnTo>
                    <a:pt x="1104175" y="63286"/>
                  </a:lnTo>
                  <a:close/>
                </a:path>
                <a:path w="1160779" h="532129">
                  <a:moveTo>
                    <a:pt x="1104175" y="73756"/>
                  </a:moveTo>
                  <a:lnTo>
                    <a:pt x="1093715" y="73756"/>
                  </a:lnTo>
                  <a:lnTo>
                    <a:pt x="1093715" y="457944"/>
                  </a:lnTo>
                  <a:lnTo>
                    <a:pt x="1104175" y="457944"/>
                  </a:lnTo>
                  <a:lnTo>
                    <a:pt x="1104175" y="7375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66784" y="9306227"/>
              <a:ext cx="984250" cy="83185"/>
            </a:xfrm>
            <a:custGeom>
              <a:avLst/>
              <a:gdLst/>
              <a:ahLst/>
              <a:cxnLst/>
              <a:rect l="l" t="t" r="r" b="b"/>
              <a:pathLst>
                <a:path w="984250" h="83184">
                  <a:moveTo>
                    <a:pt x="849712" y="0"/>
                  </a:moveTo>
                  <a:lnTo>
                    <a:pt x="134111" y="0"/>
                  </a:lnTo>
                  <a:lnTo>
                    <a:pt x="133231" y="230"/>
                  </a:lnTo>
                  <a:lnTo>
                    <a:pt x="1026" y="74531"/>
                  </a:lnTo>
                  <a:lnTo>
                    <a:pt x="0" y="76961"/>
                  </a:lnTo>
                  <a:lnTo>
                    <a:pt x="1204" y="81568"/>
                  </a:lnTo>
                  <a:lnTo>
                    <a:pt x="3277" y="83170"/>
                  </a:lnTo>
                  <a:lnTo>
                    <a:pt x="5664" y="83170"/>
                  </a:lnTo>
                  <a:lnTo>
                    <a:pt x="980430" y="83170"/>
                  </a:lnTo>
                  <a:lnTo>
                    <a:pt x="982504" y="81568"/>
                  </a:lnTo>
                  <a:lnTo>
                    <a:pt x="983708" y="76961"/>
                  </a:lnTo>
                  <a:lnTo>
                    <a:pt x="982692" y="74542"/>
                  </a:lnTo>
                  <a:lnTo>
                    <a:pt x="850591" y="230"/>
                  </a:lnTo>
                  <a:lnTo>
                    <a:pt x="8497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061111" y="9300994"/>
              <a:ext cx="995680" cy="93980"/>
            </a:xfrm>
            <a:custGeom>
              <a:avLst/>
              <a:gdLst/>
              <a:ahLst/>
              <a:cxnLst/>
              <a:rect l="l" t="t" r="r" b="b"/>
              <a:pathLst>
                <a:path w="995679" h="93979">
                  <a:moveTo>
                    <a:pt x="856285" y="0"/>
                  </a:moveTo>
                  <a:lnTo>
                    <a:pt x="138883" y="0"/>
                  </a:lnTo>
                  <a:lnTo>
                    <a:pt x="137113" y="460"/>
                  </a:lnTo>
                  <a:lnTo>
                    <a:pt x="2049" y="76374"/>
                  </a:lnTo>
                  <a:lnTo>
                    <a:pt x="0" y="81222"/>
                  </a:lnTo>
                  <a:lnTo>
                    <a:pt x="2416" y="90426"/>
                  </a:lnTo>
                  <a:lnTo>
                    <a:pt x="6572" y="93641"/>
                  </a:lnTo>
                  <a:lnTo>
                    <a:pt x="988480" y="93641"/>
                  </a:lnTo>
                  <a:lnTo>
                    <a:pt x="992637" y="90426"/>
                  </a:lnTo>
                  <a:lnTo>
                    <a:pt x="994544" y="83170"/>
                  </a:lnTo>
                  <a:lnTo>
                    <a:pt x="11337" y="83170"/>
                  </a:lnTo>
                  <a:lnTo>
                    <a:pt x="140684" y="10470"/>
                  </a:lnTo>
                  <a:lnTo>
                    <a:pt x="875849" y="10470"/>
                  </a:lnTo>
                  <a:lnTo>
                    <a:pt x="858054" y="460"/>
                  </a:lnTo>
                  <a:lnTo>
                    <a:pt x="856285" y="0"/>
                  </a:lnTo>
                  <a:close/>
                </a:path>
                <a:path w="995679" h="93979">
                  <a:moveTo>
                    <a:pt x="875849" y="10470"/>
                  </a:moveTo>
                  <a:lnTo>
                    <a:pt x="854484" y="10470"/>
                  </a:lnTo>
                  <a:lnTo>
                    <a:pt x="983715" y="83170"/>
                  </a:lnTo>
                  <a:lnTo>
                    <a:pt x="994544" y="83170"/>
                  </a:lnTo>
                  <a:lnTo>
                    <a:pt x="995051" y="81212"/>
                  </a:lnTo>
                  <a:lnTo>
                    <a:pt x="993003" y="76374"/>
                  </a:lnTo>
                  <a:lnTo>
                    <a:pt x="875849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13443" y="9012865"/>
              <a:ext cx="154940" cy="376555"/>
            </a:xfrm>
            <a:custGeom>
              <a:avLst/>
              <a:gdLst/>
              <a:ahLst/>
              <a:cxnLst/>
              <a:rect l="l" t="t" r="r" b="b"/>
              <a:pathLst>
                <a:path w="154940" h="376554">
                  <a:moveTo>
                    <a:pt x="152026" y="0"/>
                  </a:moveTo>
                  <a:lnTo>
                    <a:pt x="140205" y="0"/>
                  </a:lnTo>
                  <a:lnTo>
                    <a:pt x="139315" y="230"/>
                  </a:lnTo>
                  <a:lnTo>
                    <a:pt x="1026" y="78144"/>
                  </a:lnTo>
                  <a:lnTo>
                    <a:pt x="0" y="79892"/>
                  </a:lnTo>
                  <a:lnTo>
                    <a:pt x="0" y="296629"/>
                  </a:lnTo>
                  <a:lnTo>
                    <a:pt x="1026" y="298367"/>
                  </a:lnTo>
                  <a:lnTo>
                    <a:pt x="139555" y="376302"/>
                  </a:lnTo>
                  <a:lnTo>
                    <a:pt x="140435" y="376533"/>
                  </a:lnTo>
                  <a:lnTo>
                    <a:pt x="141336" y="376533"/>
                  </a:lnTo>
                  <a:lnTo>
                    <a:pt x="152026" y="376533"/>
                  </a:lnTo>
                  <a:lnTo>
                    <a:pt x="154361" y="374187"/>
                  </a:lnTo>
                  <a:lnTo>
                    <a:pt x="154361" y="2335"/>
                  </a:lnTo>
                  <a:lnTo>
                    <a:pt x="1520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908199" y="9007624"/>
              <a:ext cx="165100" cy="387350"/>
            </a:xfrm>
            <a:custGeom>
              <a:avLst/>
              <a:gdLst/>
              <a:ahLst/>
              <a:cxnLst/>
              <a:rect l="l" t="t" r="r" b="b"/>
              <a:pathLst>
                <a:path w="165100" h="387350">
                  <a:moveTo>
                    <a:pt x="160152" y="0"/>
                  </a:moveTo>
                  <a:lnTo>
                    <a:pt x="144550" y="0"/>
                  </a:lnTo>
                  <a:lnTo>
                    <a:pt x="142780" y="460"/>
                  </a:lnTo>
                  <a:lnTo>
                    <a:pt x="2041" y="79756"/>
                  </a:lnTo>
                  <a:lnTo>
                    <a:pt x="0" y="83243"/>
                  </a:lnTo>
                  <a:lnTo>
                    <a:pt x="0" y="303760"/>
                  </a:lnTo>
                  <a:lnTo>
                    <a:pt x="2041" y="307247"/>
                  </a:lnTo>
                  <a:lnTo>
                    <a:pt x="143021" y="386553"/>
                  </a:lnTo>
                  <a:lnTo>
                    <a:pt x="144780" y="387014"/>
                  </a:lnTo>
                  <a:lnTo>
                    <a:pt x="160152" y="387014"/>
                  </a:lnTo>
                  <a:lnTo>
                    <a:pt x="164843" y="382323"/>
                  </a:lnTo>
                  <a:lnTo>
                    <a:pt x="164843" y="376543"/>
                  </a:lnTo>
                  <a:lnTo>
                    <a:pt x="146581" y="376543"/>
                  </a:lnTo>
                  <a:lnTo>
                    <a:pt x="10470" y="299969"/>
                  </a:lnTo>
                  <a:lnTo>
                    <a:pt x="10470" y="87023"/>
                  </a:lnTo>
                  <a:lnTo>
                    <a:pt x="146341" y="10470"/>
                  </a:lnTo>
                  <a:lnTo>
                    <a:pt x="164843" y="10470"/>
                  </a:lnTo>
                  <a:lnTo>
                    <a:pt x="164843" y="4690"/>
                  </a:lnTo>
                  <a:lnTo>
                    <a:pt x="160152" y="0"/>
                  </a:lnTo>
                  <a:close/>
                </a:path>
                <a:path w="165100" h="387350">
                  <a:moveTo>
                    <a:pt x="164843" y="10470"/>
                  </a:moveTo>
                  <a:lnTo>
                    <a:pt x="154372" y="10470"/>
                  </a:lnTo>
                  <a:lnTo>
                    <a:pt x="154372" y="376543"/>
                  </a:lnTo>
                  <a:lnTo>
                    <a:pt x="164843" y="376543"/>
                  </a:lnTo>
                  <a:lnTo>
                    <a:pt x="164843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067177" y="9012859"/>
              <a:ext cx="983615" cy="83185"/>
            </a:xfrm>
            <a:custGeom>
              <a:avLst/>
              <a:gdLst/>
              <a:ahLst/>
              <a:cxnLst/>
              <a:rect l="l" t="t" r="r" b="b"/>
              <a:pathLst>
                <a:path w="983615" h="83184">
                  <a:moveTo>
                    <a:pt x="979802" y="0"/>
                  </a:moveTo>
                  <a:lnTo>
                    <a:pt x="3277" y="0"/>
                  </a:lnTo>
                  <a:lnTo>
                    <a:pt x="1204" y="1602"/>
                  </a:lnTo>
                  <a:lnTo>
                    <a:pt x="0" y="6209"/>
                  </a:lnTo>
                  <a:lnTo>
                    <a:pt x="1015" y="8628"/>
                  </a:lnTo>
                  <a:lnTo>
                    <a:pt x="132823" y="82929"/>
                  </a:lnTo>
                  <a:lnTo>
                    <a:pt x="133713" y="83159"/>
                  </a:lnTo>
                  <a:lnTo>
                    <a:pt x="134613" y="83159"/>
                  </a:lnTo>
                  <a:lnTo>
                    <a:pt x="849324" y="83159"/>
                  </a:lnTo>
                  <a:lnTo>
                    <a:pt x="850214" y="82929"/>
                  </a:lnTo>
                  <a:lnTo>
                    <a:pt x="982064" y="8628"/>
                  </a:lnTo>
                  <a:lnTo>
                    <a:pt x="983080" y="6209"/>
                  </a:lnTo>
                  <a:lnTo>
                    <a:pt x="981875" y="1602"/>
                  </a:lnTo>
                  <a:lnTo>
                    <a:pt x="9798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061499" y="9007624"/>
              <a:ext cx="993775" cy="93980"/>
            </a:xfrm>
            <a:custGeom>
              <a:avLst/>
              <a:gdLst/>
              <a:ahLst/>
              <a:cxnLst/>
              <a:rect l="l" t="t" r="r" b="b"/>
              <a:pathLst>
                <a:path w="993775" h="93979">
                  <a:moveTo>
                    <a:pt x="988933" y="0"/>
                  </a:moveTo>
                  <a:lnTo>
                    <a:pt x="6575" y="0"/>
                  </a:lnTo>
                  <a:lnTo>
                    <a:pt x="2418" y="3214"/>
                  </a:lnTo>
                  <a:lnTo>
                    <a:pt x="0" y="12418"/>
                  </a:lnTo>
                  <a:lnTo>
                    <a:pt x="2052" y="17256"/>
                  </a:lnTo>
                  <a:lnTo>
                    <a:pt x="136718" y="93169"/>
                  </a:lnTo>
                  <a:lnTo>
                    <a:pt x="138487" y="93630"/>
                  </a:lnTo>
                  <a:lnTo>
                    <a:pt x="855900" y="93630"/>
                  </a:lnTo>
                  <a:lnTo>
                    <a:pt x="857670" y="93169"/>
                  </a:lnTo>
                  <a:lnTo>
                    <a:pt x="875433" y="83159"/>
                  </a:lnTo>
                  <a:lnTo>
                    <a:pt x="140288" y="83159"/>
                  </a:lnTo>
                  <a:lnTo>
                    <a:pt x="11339" y="10470"/>
                  </a:lnTo>
                  <a:lnTo>
                    <a:pt x="993592" y="10470"/>
                  </a:lnTo>
                  <a:lnTo>
                    <a:pt x="993592" y="4690"/>
                  </a:lnTo>
                  <a:lnTo>
                    <a:pt x="988933" y="0"/>
                  </a:lnTo>
                  <a:close/>
                </a:path>
                <a:path w="993775" h="93979">
                  <a:moveTo>
                    <a:pt x="993592" y="10470"/>
                  </a:moveTo>
                  <a:lnTo>
                    <a:pt x="983100" y="10470"/>
                  </a:lnTo>
                  <a:lnTo>
                    <a:pt x="854099" y="83159"/>
                  </a:lnTo>
                  <a:lnTo>
                    <a:pt x="875433" y="83159"/>
                  </a:lnTo>
                  <a:lnTo>
                    <a:pt x="987959" y="19748"/>
                  </a:lnTo>
                  <a:lnTo>
                    <a:pt x="991310" y="17999"/>
                  </a:lnTo>
                  <a:lnTo>
                    <a:pt x="993592" y="14502"/>
                  </a:lnTo>
                  <a:lnTo>
                    <a:pt x="993592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049646" y="9012865"/>
              <a:ext cx="154305" cy="376555"/>
            </a:xfrm>
            <a:custGeom>
              <a:avLst/>
              <a:gdLst/>
              <a:ahLst/>
              <a:cxnLst/>
              <a:rect l="l" t="t" r="r" b="b"/>
              <a:pathLst>
                <a:path w="154304" h="376554">
                  <a:moveTo>
                    <a:pt x="14156" y="0"/>
                  </a:moveTo>
                  <a:lnTo>
                    <a:pt x="2345" y="0"/>
                  </a:lnTo>
                  <a:lnTo>
                    <a:pt x="0" y="2335"/>
                  </a:lnTo>
                  <a:lnTo>
                    <a:pt x="0" y="374187"/>
                  </a:lnTo>
                  <a:lnTo>
                    <a:pt x="2345" y="376533"/>
                  </a:lnTo>
                  <a:lnTo>
                    <a:pt x="5235" y="376533"/>
                  </a:lnTo>
                  <a:lnTo>
                    <a:pt x="13737" y="376533"/>
                  </a:lnTo>
                  <a:lnTo>
                    <a:pt x="14617" y="376302"/>
                  </a:lnTo>
                  <a:lnTo>
                    <a:pt x="153283" y="298367"/>
                  </a:lnTo>
                  <a:lnTo>
                    <a:pt x="154298" y="296619"/>
                  </a:lnTo>
                  <a:lnTo>
                    <a:pt x="154298" y="79892"/>
                  </a:lnTo>
                  <a:lnTo>
                    <a:pt x="153283" y="78144"/>
                  </a:lnTo>
                  <a:lnTo>
                    <a:pt x="15046" y="230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035000" y="9007633"/>
              <a:ext cx="1047750" cy="1184275"/>
            </a:xfrm>
            <a:custGeom>
              <a:avLst/>
              <a:gdLst/>
              <a:ahLst/>
              <a:cxnLst/>
              <a:rect l="l" t="t" r="r" b="b"/>
              <a:pathLst>
                <a:path w="1047750" h="1184275">
                  <a:moveTo>
                    <a:pt x="174167" y="83235"/>
                  </a:moveTo>
                  <a:lnTo>
                    <a:pt x="172135" y="79756"/>
                  </a:lnTo>
                  <a:lnTo>
                    <a:pt x="163703" y="75006"/>
                  </a:lnTo>
                  <a:lnTo>
                    <a:pt x="163703" y="87020"/>
                  </a:lnTo>
                  <a:lnTo>
                    <a:pt x="163703" y="299961"/>
                  </a:lnTo>
                  <a:lnTo>
                    <a:pt x="27470" y="376542"/>
                  </a:lnTo>
                  <a:lnTo>
                    <a:pt x="19875" y="376542"/>
                  </a:lnTo>
                  <a:lnTo>
                    <a:pt x="19875" y="10464"/>
                  </a:lnTo>
                  <a:lnTo>
                    <a:pt x="27889" y="10464"/>
                  </a:lnTo>
                  <a:lnTo>
                    <a:pt x="163703" y="87020"/>
                  </a:lnTo>
                  <a:lnTo>
                    <a:pt x="163703" y="75006"/>
                  </a:lnTo>
                  <a:lnTo>
                    <a:pt x="49225" y="10464"/>
                  </a:lnTo>
                  <a:lnTo>
                    <a:pt x="31457" y="457"/>
                  </a:lnTo>
                  <a:lnTo>
                    <a:pt x="29692" y="0"/>
                  </a:lnTo>
                  <a:lnTo>
                    <a:pt x="14097" y="0"/>
                  </a:lnTo>
                  <a:lnTo>
                    <a:pt x="9410" y="4686"/>
                  </a:lnTo>
                  <a:lnTo>
                    <a:pt x="9410" y="382320"/>
                  </a:lnTo>
                  <a:lnTo>
                    <a:pt x="14097" y="387007"/>
                  </a:lnTo>
                  <a:lnTo>
                    <a:pt x="29273" y="387007"/>
                  </a:lnTo>
                  <a:lnTo>
                    <a:pt x="31038" y="386549"/>
                  </a:lnTo>
                  <a:lnTo>
                    <a:pt x="48856" y="376542"/>
                  </a:lnTo>
                  <a:lnTo>
                    <a:pt x="172123" y="307238"/>
                  </a:lnTo>
                  <a:lnTo>
                    <a:pt x="174167" y="303758"/>
                  </a:lnTo>
                  <a:lnTo>
                    <a:pt x="174167" y="83235"/>
                  </a:lnTo>
                  <a:close/>
                </a:path>
                <a:path w="1047750" h="1184275">
                  <a:moveTo>
                    <a:pt x="1047407" y="1175042"/>
                  </a:moveTo>
                  <a:lnTo>
                    <a:pt x="1047191" y="1173619"/>
                  </a:lnTo>
                  <a:lnTo>
                    <a:pt x="1036599" y="1104607"/>
                  </a:lnTo>
                  <a:lnTo>
                    <a:pt x="1036599" y="1173619"/>
                  </a:lnTo>
                  <a:lnTo>
                    <a:pt x="964412" y="1173619"/>
                  </a:lnTo>
                  <a:lnTo>
                    <a:pt x="844842" y="572401"/>
                  </a:lnTo>
                  <a:lnTo>
                    <a:pt x="842759" y="561936"/>
                  </a:lnTo>
                  <a:lnTo>
                    <a:pt x="204647" y="561936"/>
                  </a:lnTo>
                  <a:lnTo>
                    <a:pt x="82994" y="1173619"/>
                  </a:lnTo>
                  <a:lnTo>
                    <a:pt x="10807" y="1173619"/>
                  </a:lnTo>
                  <a:lnTo>
                    <a:pt x="120535" y="458622"/>
                  </a:lnTo>
                  <a:lnTo>
                    <a:pt x="926871" y="458622"/>
                  </a:lnTo>
                  <a:lnTo>
                    <a:pt x="1036599" y="1173619"/>
                  </a:lnTo>
                  <a:lnTo>
                    <a:pt x="1036599" y="1104607"/>
                  </a:lnTo>
                  <a:lnTo>
                    <a:pt x="937463" y="458622"/>
                  </a:lnTo>
                  <a:lnTo>
                    <a:pt x="936434" y="451916"/>
                  </a:lnTo>
                  <a:lnTo>
                    <a:pt x="932040" y="448144"/>
                  </a:lnTo>
                  <a:lnTo>
                    <a:pt x="115379" y="448144"/>
                  </a:lnTo>
                  <a:lnTo>
                    <a:pt x="110972" y="451916"/>
                  </a:lnTo>
                  <a:lnTo>
                    <a:pt x="0" y="1175042"/>
                  </a:lnTo>
                  <a:lnTo>
                    <a:pt x="876" y="1178115"/>
                  </a:lnTo>
                  <a:lnTo>
                    <a:pt x="4851" y="1182738"/>
                  </a:lnTo>
                  <a:lnTo>
                    <a:pt x="7772" y="1184084"/>
                  </a:lnTo>
                  <a:lnTo>
                    <a:pt x="87998" y="1184084"/>
                  </a:lnTo>
                  <a:lnTo>
                    <a:pt x="92290" y="1180553"/>
                  </a:lnTo>
                  <a:lnTo>
                    <a:pt x="93662" y="1173619"/>
                  </a:lnTo>
                  <a:lnTo>
                    <a:pt x="213245" y="572401"/>
                  </a:lnTo>
                  <a:lnTo>
                    <a:pt x="834161" y="572401"/>
                  </a:lnTo>
                  <a:lnTo>
                    <a:pt x="955116" y="1180553"/>
                  </a:lnTo>
                  <a:lnTo>
                    <a:pt x="959408" y="1184084"/>
                  </a:lnTo>
                  <a:lnTo>
                    <a:pt x="1039647" y="1184084"/>
                  </a:lnTo>
                  <a:lnTo>
                    <a:pt x="1042555" y="1182738"/>
                  </a:lnTo>
                  <a:lnTo>
                    <a:pt x="1046530" y="1178115"/>
                  </a:lnTo>
                  <a:lnTo>
                    <a:pt x="1047407" y="117504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14032560" y="4512463"/>
            <a:ext cx="1231265" cy="955040"/>
          </a:xfrm>
          <a:custGeom>
            <a:avLst/>
            <a:gdLst/>
            <a:ahLst/>
            <a:cxnLst/>
            <a:rect l="l" t="t" r="r" b="b"/>
            <a:pathLst>
              <a:path w="1231265" h="955039">
                <a:moveTo>
                  <a:pt x="1226318" y="0"/>
                </a:moveTo>
                <a:lnTo>
                  <a:pt x="4690" y="0"/>
                </a:lnTo>
                <a:lnTo>
                  <a:pt x="0" y="4680"/>
                </a:lnTo>
                <a:lnTo>
                  <a:pt x="0" y="122059"/>
                </a:lnTo>
                <a:lnTo>
                  <a:pt x="4690" y="126750"/>
                </a:lnTo>
                <a:lnTo>
                  <a:pt x="138383" y="126750"/>
                </a:lnTo>
                <a:lnTo>
                  <a:pt x="129213" y="138153"/>
                </a:lnTo>
                <a:lnTo>
                  <a:pt x="122436" y="150717"/>
                </a:lnTo>
                <a:lnTo>
                  <a:pt x="118233" y="164177"/>
                </a:lnTo>
                <a:lnTo>
                  <a:pt x="116792" y="178266"/>
                </a:lnTo>
                <a:lnTo>
                  <a:pt x="116792" y="873041"/>
                </a:lnTo>
                <a:lnTo>
                  <a:pt x="124319" y="904720"/>
                </a:lnTo>
                <a:lnTo>
                  <a:pt x="144834" y="930618"/>
                </a:lnTo>
                <a:lnTo>
                  <a:pt x="175238" y="948093"/>
                </a:lnTo>
                <a:lnTo>
                  <a:pt x="212433" y="954504"/>
                </a:lnTo>
                <a:lnTo>
                  <a:pt x="1018576" y="954504"/>
                </a:lnTo>
                <a:lnTo>
                  <a:pt x="1055766" y="948093"/>
                </a:lnTo>
                <a:lnTo>
                  <a:pt x="1062828" y="944034"/>
                </a:lnTo>
                <a:lnTo>
                  <a:pt x="212433" y="944034"/>
                </a:lnTo>
                <a:lnTo>
                  <a:pt x="179313" y="938447"/>
                </a:lnTo>
                <a:lnTo>
                  <a:pt x="152237" y="923219"/>
                </a:lnTo>
                <a:lnTo>
                  <a:pt x="133966" y="900650"/>
                </a:lnTo>
                <a:lnTo>
                  <a:pt x="127263" y="873041"/>
                </a:lnTo>
                <a:lnTo>
                  <a:pt x="127263" y="178266"/>
                </a:lnTo>
                <a:lnTo>
                  <a:pt x="130435" y="159060"/>
                </a:lnTo>
                <a:lnTo>
                  <a:pt x="139371" y="141846"/>
                </a:lnTo>
                <a:lnTo>
                  <a:pt x="153197" y="127345"/>
                </a:lnTo>
                <a:lnTo>
                  <a:pt x="171041" y="116279"/>
                </a:lnTo>
                <a:lnTo>
                  <a:pt x="10470" y="116279"/>
                </a:lnTo>
                <a:lnTo>
                  <a:pt x="10470" y="10470"/>
                </a:lnTo>
                <a:lnTo>
                  <a:pt x="1231009" y="10470"/>
                </a:lnTo>
                <a:lnTo>
                  <a:pt x="1231009" y="4680"/>
                </a:lnTo>
                <a:lnTo>
                  <a:pt x="1226318" y="0"/>
                </a:lnTo>
                <a:close/>
              </a:path>
              <a:path w="1231265" h="955039">
                <a:moveTo>
                  <a:pt x="1231009" y="10470"/>
                </a:moveTo>
                <a:lnTo>
                  <a:pt x="1220538" y="10470"/>
                </a:lnTo>
                <a:lnTo>
                  <a:pt x="1220538" y="116279"/>
                </a:lnTo>
                <a:lnTo>
                  <a:pt x="1059967" y="116279"/>
                </a:lnTo>
                <a:lnTo>
                  <a:pt x="1077811" y="127345"/>
                </a:lnTo>
                <a:lnTo>
                  <a:pt x="1091638" y="141846"/>
                </a:lnTo>
                <a:lnTo>
                  <a:pt x="1100573" y="159060"/>
                </a:lnTo>
                <a:lnTo>
                  <a:pt x="1103746" y="178266"/>
                </a:lnTo>
                <a:lnTo>
                  <a:pt x="1103746" y="873041"/>
                </a:lnTo>
                <a:lnTo>
                  <a:pt x="1097042" y="900650"/>
                </a:lnTo>
                <a:lnTo>
                  <a:pt x="1078772" y="923219"/>
                </a:lnTo>
                <a:lnTo>
                  <a:pt x="1051696" y="938447"/>
                </a:lnTo>
                <a:lnTo>
                  <a:pt x="1018576" y="944034"/>
                </a:lnTo>
                <a:lnTo>
                  <a:pt x="1062828" y="944034"/>
                </a:lnTo>
                <a:lnTo>
                  <a:pt x="1086171" y="930618"/>
                </a:lnTo>
                <a:lnTo>
                  <a:pt x="1106688" y="904720"/>
                </a:lnTo>
                <a:lnTo>
                  <a:pt x="1114217" y="873041"/>
                </a:lnTo>
                <a:lnTo>
                  <a:pt x="1114217" y="178266"/>
                </a:lnTo>
                <a:lnTo>
                  <a:pt x="1112775" y="164177"/>
                </a:lnTo>
                <a:lnTo>
                  <a:pt x="1108574" y="150717"/>
                </a:lnTo>
                <a:lnTo>
                  <a:pt x="1101800" y="138153"/>
                </a:lnTo>
                <a:lnTo>
                  <a:pt x="1092636" y="126750"/>
                </a:lnTo>
                <a:lnTo>
                  <a:pt x="1226318" y="126750"/>
                </a:lnTo>
                <a:lnTo>
                  <a:pt x="1231009" y="122059"/>
                </a:lnTo>
                <a:lnTo>
                  <a:pt x="1231009" y="10470"/>
                </a:lnTo>
                <a:close/>
              </a:path>
              <a:path w="1231265" h="955039">
                <a:moveTo>
                  <a:pt x="1024670" y="535973"/>
                </a:moveTo>
                <a:lnTo>
                  <a:pt x="206339" y="535973"/>
                </a:lnTo>
                <a:lnTo>
                  <a:pt x="206339" y="845607"/>
                </a:lnTo>
                <a:lnTo>
                  <a:pt x="209922" y="858992"/>
                </a:lnTo>
                <a:lnTo>
                  <a:pt x="219625" y="870062"/>
                </a:lnTo>
                <a:lnTo>
                  <a:pt x="233881" y="877598"/>
                </a:lnTo>
                <a:lnTo>
                  <a:pt x="251123" y="880381"/>
                </a:lnTo>
                <a:lnTo>
                  <a:pt x="979886" y="880381"/>
                </a:lnTo>
                <a:lnTo>
                  <a:pt x="997123" y="877598"/>
                </a:lnTo>
                <a:lnTo>
                  <a:pt x="1011380" y="870062"/>
                </a:lnTo>
                <a:lnTo>
                  <a:pt x="1011513" y="869910"/>
                </a:lnTo>
                <a:lnTo>
                  <a:pt x="251123" y="869910"/>
                </a:lnTo>
                <a:lnTo>
                  <a:pt x="238049" y="867933"/>
                </a:lnTo>
                <a:lnTo>
                  <a:pt x="227110" y="862612"/>
                </a:lnTo>
                <a:lnTo>
                  <a:pt x="219600" y="854865"/>
                </a:lnTo>
                <a:lnTo>
                  <a:pt x="216810" y="845607"/>
                </a:lnTo>
                <a:lnTo>
                  <a:pt x="216810" y="546444"/>
                </a:lnTo>
                <a:lnTo>
                  <a:pt x="1024670" y="546444"/>
                </a:lnTo>
                <a:lnTo>
                  <a:pt x="1024670" y="535973"/>
                </a:lnTo>
                <a:close/>
              </a:path>
              <a:path w="1231265" h="955039">
                <a:moveTo>
                  <a:pt x="1024670" y="546444"/>
                </a:moveTo>
                <a:lnTo>
                  <a:pt x="1014199" y="546444"/>
                </a:lnTo>
                <a:lnTo>
                  <a:pt x="1014199" y="845607"/>
                </a:lnTo>
                <a:lnTo>
                  <a:pt x="1011408" y="854865"/>
                </a:lnTo>
                <a:lnTo>
                  <a:pt x="1003898" y="862612"/>
                </a:lnTo>
                <a:lnTo>
                  <a:pt x="992960" y="867933"/>
                </a:lnTo>
                <a:lnTo>
                  <a:pt x="979886" y="869910"/>
                </a:lnTo>
                <a:lnTo>
                  <a:pt x="1011513" y="869910"/>
                </a:lnTo>
                <a:lnTo>
                  <a:pt x="1021086" y="858992"/>
                </a:lnTo>
                <a:lnTo>
                  <a:pt x="1024670" y="845607"/>
                </a:lnTo>
                <a:lnTo>
                  <a:pt x="1024670" y="546444"/>
                </a:lnTo>
                <a:close/>
              </a:path>
              <a:path w="1231265" h="955039">
                <a:moveTo>
                  <a:pt x="979886" y="168476"/>
                </a:moveTo>
                <a:lnTo>
                  <a:pt x="251123" y="168476"/>
                </a:lnTo>
                <a:lnTo>
                  <a:pt x="233881" y="171257"/>
                </a:lnTo>
                <a:lnTo>
                  <a:pt x="219625" y="178789"/>
                </a:lnTo>
                <a:lnTo>
                  <a:pt x="209922" y="189852"/>
                </a:lnTo>
                <a:lnTo>
                  <a:pt x="206339" y="203229"/>
                </a:lnTo>
                <a:lnTo>
                  <a:pt x="206339" y="321728"/>
                </a:lnTo>
                <a:lnTo>
                  <a:pt x="245751" y="321728"/>
                </a:lnTo>
                <a:lnTo>
                  <a:pt x="245751" y="486749"/>
                </a:lnTo>
                <a:lnTo>
                  <a:pt x="985257" y="486749"/>
                </a:lnTo>
                <a:lnTo>
                  <a:pt x="985257" y="476278"/>
                </a:lnTo>
                <a:lnTo>
                  <a:pt x="256222" y="476278"/>
                </a:lnTo>
                <a:lnTo>
                  <a:pt x="256222" y="315948"/>
                </a:lnTo>
                <a:lnTo>
                  <a:pt x="251531" y="311257"/>
                </a:lnTo>
                <a:lnTo>
                  <a:pt x="216810" y="311257"/>
                </a:lnTo>
                <a:lnTo>
                  <a:pt x="216810" y="203229"/>
                </a:lnTo>
                <a:lnTo>
                  <a:pt x="219600" y="193979"/>
                </a:lnTo>
                <a:lnTo>
                  <a:pt x="227110" y="186239"/>
                </a:lnTo>
                <a:lnTo>
                  <a:pt x="238049" y="180922"/>
                </a:lnTo>
                <a:lnTo>
                  <a:pt x="251123" y="178947"/>
                </a:lnTo>
                <a:lnTo>
                  <a:pt x="1011519" y="178947"/>
                </a:lnTo>
                <a:lnTo>
                  <a:pt x="1011380" y="178789"/>
                </a:lnTo>
                <a:lnTo>
                  <a:pt x="997123" y="171257"/>
                </a:lnTo>
                <a:lnTo>
                  <a:pt x="979886" y="168476"/>
                </a:lnTo>
                <a:close/>
              </a:path>
              <a:path w="1231265" h="955039">
                <a:moveTo>
                  <a:pt x="1011519" y="178947"/>
                </a:moveTo>
                <a:lnTo>
                  <a:pt x="979886" y="178947"/>
                </a:lnTo>
                <a:lnTo>
                  <a:pt x="992960" y="180922"/>
                </a:lnTo>
                <a:lnTo>
                  <a:pt x="1003898" y="186239"/>
                </a:lnTo>
                <a:lnTo>
                  <a:pt x="1011408" y="193979"/>
                </a:lnTo>
                <a:lnTo>
                  <a:pt x="1014199" y="203229"/>
                </a:lnTo>
                <a:lnTo>
                  <a:pt x="1014199" y="311257"/>
                </a:lnTo>
                <a:lnTo>
                  <a:pt x="979478" y="311257"/>
                </a:lnTo>
                <a:lnTo>
                  <a:pt x="974787" y="315948"/>
                </a:lnTo>
                <a:lnTo>
                  <a:pt x="974787" y="476278"/>
                </a:lnTo>
                <a:lnTo>
                  <a:pt x="985257" y="476278"/>
                </a:lnTo>
                <a:lnTo>
                  <a:pt x="985257" y="321728"/>
                </a:lnTo>
                <a:lnTo>
                  <a:pt x="1024670" y="321728"/>
                </a:lnTo>
                <a:lnTo>
                  <a:pt x="1024670" y="203229"/>
                </a:lnTo>
                <a:lnTo>
                  <a:pt x="1021086" y="189852"/>
                </a:lnTo>
                <a:lnTo>
                  <a:pt x="1011519" y="17894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068100" y="8887694"/>
            <a:ext cx="998855" cy="1304290"/>
          </a:xfrm>
          <a:custGeom>
            <a:avLst/>
            <a:gdLst/>
            <a:ahLst/>
            <a:cxnLst/>
            <a:rect l="l" t="t" r="r" b="b"/>
            <a:pathLst>
              <a:path w="998854" h="1304290">
                <a:moveTo>
                  <a:pt x="407581" y="156400"/>
                </a:moveTo>
                <a:lnTo>
                  <a:pt x="406463" y="150685"/>
                </a:lnTo>
                <a:lnTo>
                  <a:pt x="400215" y="141541"/>
                </a:lnTo>
                <a:lnTo>
                  <a:pt x="395300" y="138430"/>
                </a:lnTo>
                <a:lnTo>
                  <a:pt x="355841" y="132130"/>
                </a:lnTo>
                <a:lnTo>
                  <a:pt x="291985" y="121932"/>
                </a:lnTo>
                <a:lnTo>
                  <a:pt x="290969" y="121754"/>
                </a:lnTo>
                <a:lnTo>
                  <a:pt x="289839" y="121653"/>
                </a:lnTo>
                <a:lnTo>
                  <a:pt x="288721" y="121653"/>
                </a:lnTo>
                <a:lnTo>
                  <a:pt x="95783" y="1125359"/>
                </a:lnTo>
                <a:lnTo>
                  <a:pt x="95796" y="1129436"/>
                </a:lnTo>
                <a:lnTo>
                  <a:pt x="106286" y="1129334"/>
                </a:lnTo>
                <a:lnTo>
                  <a:pt x="106210" y="1128293"/>
                </a:lnTo>
                <a:lnTo>
                  <a:pt x="106299" y="1126045"/>
                </a:lnTo>
                <a:lnTo>
                  <a:pt x="279996" y="135509"/>
                </a:lnTo>
                <a:lnTo>
                  <a:pt x="284086" y="132130"/>
                </a:lnTo>
                <a:lnTo>
                  <a:pt x="289255" y="132130"/>
                </a:lnTo>
                <a:lnTo>
                  <a:pt x="390829" y="148323"/>
                </a:lnTo>
                <a:lnTo>
                  <a:pt x="396748" y="156959"/>
                </a:lnTo>
                <a:lnTo>
                  <a:pt x="186512" y="1140206"/>
                </a:lnTo>
                <a:lnTo>
                  <a:pt x="186270" y="1140891"/>
                </a:lnTo>
                <a:lnTo>
                  <a:pt x="186042" y="1141298"/>
                </a:lnTo>
                <a:lnTo>
                  <a:pt x="185483" y="1142644"/>
                </a:lnTo>
                <a:lnTo>
                  <a:pt x="185242" y="1143139"/>
                </a:lnTo>
                <a:lnTo>
                  <a:pt x="184670" y="1143901"/>
                </a:lnTo>
                <a:lnTo>
                  <a:pt x="184658" y="1144092"/>
                </a:lnTo>
                <a:lnTo>
                  <a:pt x="184531" y="1144257"/>
                </a:lnTo>
                <a:lnTo>
                  <a:pt x="174853" y="1154544"/>
                </a:lnTo>
                <a:lnTo>
                  <a:pt x="165201" y="1161923"/>
                </a:lnTo>
                <a:lnTo>
                  <a:pt x="155600" y="1166355"/>
                </a:lnTo>
                <a:lnTo>
                  <a:pt x="146062" y="1167828"/>
                </a:lnTo>
                <a:lnTo>
                  <a:pt x="144195" y="1167828"/>
                </a:lnTo>
                <a:lnTo>
                  <a:pt x="109118" y="1137729"/>
                </a:lnTo>
                <a:lnTo>
                  <a:pt x="106514" y="1131189"/>
                </a:lnTo>
                <a:lnTo>
                  <a:pt x="106553" y="1131036"/>
                </a:lnTo>
                <a:lnTo>
                  <a:pt x="106337" y="1130261"/>
                </a:lnTo>
                <a:lnTo>
                  <a:pt x="106299" y="1129334"/>
                </a:lnTo>
                <a:lnTo>
                  <a:pt x="95834" y="1130007"/>
                </a:lnTo>
                <a:lnTo>
                  <a:pt x="95948" y="1131608"/>
                </a:lnTo>
                <a:lnTo>
                  <a:pt x="96189" y="1132738"/>
                </a:lnTo>
                <a:lnTo>
                  <a:pt x="96278" y="1133348"/>
                </a:lnTo>
                <a:lnTo>
                  <a:pt x="120459" y="1169568"/>
                </a:lnTo>
                <a:lnTo>
                  <a:pt x="143573" y="1178306"/>
                </a:lnTo>
                <a:lnTo>
                  <a:pt x="146062" y="1178306"/>
                </a:lnTo>
                <a:lnTo>
                  <a:pt x="181267" y="1162850"/>
                </a:lnTo>
                <a:lnTo>
                  <a:pt x="193763" y="1149197"/>
                </a:lnTo>
                <a:lnTo>
                  <a:pt x="194564" y="1147953"/>
                </a:lnTo>
                <a:lnTo>
                  <a:pt x="195122" y="1146733"/>
                </a:lnTo>
                <a:lnTo>
                  <a:pt x="196062" y="1144536"/>
                </a:lnTo>
                <a:lnTo>
                  <a:pt x="196545" y="1143139"/>
                </a:lnTo>
                <a:lnTo>
                  <a:pt x="196735" y="1142466"/>
                </a:lnTo>
                <a:lnTo>
                  <a:pt x="407581" y="156400"/>
                </a:lnTo>
                <a:close/>
              </a:path>
              <a:path w="998854" h="1304290">
                <a:moveTo>
                  <a:pt x="569302" y="149694"/>
                </a:moveTo>
                <a:lnTo>
                  <a:pt x="567423" y="144995"/>
                </a:lnTo>
                <a:lnTo>
                  <a:pt x="567182" y="144399"/>
                </a:lnTo>
                <a:lnTo>
                  <a:pt x="559650" y="136728"/>
                </a:lnTo>
                <a:lnTo>
                  <a:pt x="558787" y="136372"/>
                </a:lnTo>
                <a:lnTo>
                  <a:pt x="558787" y="152311"/>
                </a:lnTo>
                <a:lnTo>
                  <a:pt x="540105" y="1256639"/>
                </a:lnTo>
                <a:lnTo>
                  <a:pt x="540067" y="1256779"/>
                </a:lnTo>
                <a:lnTo>
                  <a:pt x="539953" y="1257719"/>
                </a:lnTo>
                <a:lnTo>
                  <a:pt x="539826" y="1258036"/>
                </a:lnTo>
                <a:lnTo>
                  <a:pt x="539496" y="1259370"/>
                </a:lnTo>
                <a:lnTo>
                  <a:pt x="539407" y="1260030"/>
                </a:lnTo>
                <a:lnTo>
                  <a:pt x="538988" y="1260995"/>
                </a:lnTo>
                <a:lnTo>
                  <a:pt x="530479" y="1275168"/>
                </a:lnTo>
                <a:lnTo>
                  <a:pt x="521157" y="1285417"/>
                </a:lnTo>
                <a:lnTo>
                  <a:pt x="511136" y="1291602"/>
                </a:lnTo>
                <a:lnTo>
                  <a:pt x="500443" y="1293660"/>
                </a:lnTo>
                <a:lnTo>
                  <a:pt x="484276" y="1289011"/>
                </a:lnTo>
                <a:lnTo>
                  <a:pt x="471716" y="1278521"/>
                </a:lnTo>
                <a:lnTo>
                  <a:pt x="463283" y="1267409"/>
                </a:lnTo>
                <a:lnTo>
                  <a:pt x="459587" y="1260995"/>
                </a:lnTo>
                <a:lnTo>
                  <a:pt x="459486" y="1260703"/>
                </a:lnTo>
                <a:lnTo>
                  <a:pt x="459168" y="1260030"/>
                </a:lnTo>
                <a:lnTo>
                  <a:pt x="459079" y="1259370"/>
                </a:lnTo>
                <a:lnTo>
                  <a:pt x="458762" y="1258036"/>
                </a:lnTo>
                <a:lnTo>
                  <a:pt x="458635" y="1257719"/>
                </a:lnTo>
                <a:lnTo>
                  <a:pt x="458508" y="1256779"/>
                </a:lnTo>
                <a:lnTo>
                  <a:pt x="458470" y="1256639"/>
                </a:lnTo>
                <a:lnTo>
                  <a:pt x="439813" y="152311"/>
                </a:lnTo>
                <a:lnTo>
                  <a:pt x="440817" y="149783"/>
                </a:lnTo>
                <a:lnTo>
                  <a:pt x="444487" y="146037"/>
                </a:lnTo>
                <a:lnTo>
                  <a:pt x="446989" y="144995"/>
                </a:lnTo>
                <a:lnTo>
                  <a:pt x="551599" y="144995"/>
                </a:lnTo>
                <a:lnTo>
                  <a:pt x="554113" y="146037"/>
                </a:lnTo>
                <a:lnTo>
                  <a:pt x="557784" y="149783"/>
                </a:lnTo>
                <a:lnTo>
                  <a:pt x="558787" y="152311"/>
                </a:lnTo>
                <a:lnTo>
                  <a:pt x="558787" y="136372"/>
                </a:lnTo>
                <a:lnTo>
                  <a:pt x="554393" y="134518"/>
                </a:lnTo>
                <a:lnTo>
                  <a:pt x="444207" y="134518"/>
                </a:lnTo>
                <a:lnTo>
                  <a:pt x="438950" y="136728"/>
                </a:lnTo>
                <a:lnTo>
                  <a:pt x="431406" y="144424"/>
                </a:lnTo>
                <a:lnTo>
                  <a:pt x="429298" y="149694"/>
                </a:lnTo>
                <a:lnTo>
                  <a:pt x="448005" y="1256639"/>
                </a:lnTo>
                <a:lnTo>
                  <a:pt x="448132" y="1258277"/>
                </a:lnTo>
                <a:lnTo>
                  <a:pt x="448310" y="1259497"/>
                </a:lnTo>
                <a:lnTo>
                  <a:pt x="448424" y="1260030"/>
                </a:lnTo>
                <a:lnTo>
                  <a:pt x="448691" y="1260995"/>
                </a:lnTo>
                <a:lnTo>
                  <a:pt x="449122" y="1262951"/>
                </a:lnTo>
                <a:lnTo>
                  <a:pt x="449554" y="1264081"/>
                </a:lnTo>
                <a:lnTo>
                  <a:pt x="449732" y="1264640"/>
                </a:lnTo>
                <a:lnTo>
                  <a:pt x="449948" y="1265174"/>
                </a:lnTo>
                <a:lnTo>
                  <a:pt x="480682" y="1299019"/>
                </a:lnTo>
                <a:lnTo>
                  <a:pt x="500443" y="1304137"/>
                </a:lnTo>
                <a:lnTo>
                  <a:pt x="514121" y="1301699"/>
                </a:lnTo>
                <a:lnTo>
                  <a:pt x="548424" y="1265580"/>
                </a:lnTo>
                <a:lnTo>
                  <a:pt x="549770" y="1261440"/>
                </a:lnTo>
                <a:lnTo>
                  <a:pt x="550240" y="1259751"/>
                </a:lnTo>
                <a:lnTo>
                  <a:pt x="550316" y="1259370"/>
                </a:lnTo>
                <a:lnTo>
                  <a:pt x="550557" y="1257414"/>
                </a:lnTo>
                <a:lnTo>
                  <a:pt x="550583" y="1256639"/>
                </a:lnTo>
                <a:lnTo>
                  <a:pt x="569264" y="152311"/>
                </a:lnTo>
                <a:lnTo>
                  <a:pt x="569302" y="149694"/>
                </a:lnTo>
                <a:close/>
              </a:path>
              <a:path w="998854" h="1304290">
                <a:moveTo>
                  <a:pt x="998575" y="44069"/>
                </a:moveTo>
                <a:lnTo>
                  <a:pt x="995108" y="26924"/>
                </a:lnTo>
                <a:lnTo>
                  <a:pt x="988110" y="16560"/>
                </a:lnTo>
                <a:lnTo>
                  <a:pt x="988110" y="44069"/>
                </a:lnTo>
                <a:lnTo>
                  <a:pt x="985456" y="57086"/>
                </a:lnTo>
                <a:lnTo>
                  <a:pt x="898245" y="86423"/>
                </a:lnTo>
                <a:lnTo>
                  <a:pt x="843000" y="93903"/>
                </a:lnTo>
                <a:lnTo>
                  <a:pt x="788822" y="100139"/>
                </a:lnTo>
                <a:lnTo>
                  <a:pt x="735774" y="105194"/>
                </a:lnTo>
                <a:lnTo>
                  <a:pt x="684110" y="109156"/>
                </a:lnTo>
                <a:lnTo>
                  <a:pt x="633730" y="112102"/>
                </a:lnTo>
                <a:lnTo>
                  <a:pt x="584784" y="114109"/>
                </a:lnTo>
                <a:lnTo>
                  <a:pt x="537375" y="115252"/>
                </a:lnTo>
                <a:lnTo>
                  <a:pt x="491578" y="115620"/>
                </a:lnTo>
                <a:lnTo>
                  <a:pt x="307860" y="109677"/>
                </a:lnTo>
                <a:lnTo>
                  <a:pt x="166674" y="96608"/>
                </a:lnTo>
                <a:lnTo>
                  <a:pt x="76073" y="83540"/>
                </a:lnTo>
                <a:lnTo>
                  <a:pt x="31038" y="74955"/>
                </a:lnTo>
                <a:lnTo>
                  <a:pt x="10477" y="44069"/>
                </a:lnTo>
                <a:lnTo>
                  <a:pt x="13131" y="31000"/>
                </a:lnTo>
                <a:lnTo>
                  <a:pt x="20358" y="20320"/>
                </a:lnTo>
                <a:lnTo>
                  <a:pt x="31038" y="13119"/>
                </a:lnTo>
                <a:lnTo>
                  <a:pt x="44069" y="10464"/>
                </a:lnTo>
                <a:lnTo>
                  <a:pt x="954506" y="10464"/>
                </a:lnTo>
                <a:lnTo>
                  <a:pt x="967549" y="13119"/>
                </a:lnTo>
                <a:lnTo>
                  <a:pt x="978230" y="20320"/>
                </a:lnTo>
                <a:lnTo>
                  <a:pt x="985456" y="31000"/>
                </a:lnTo>
                <a:lnTo>
                  <a:pt x="988110" y="44069"/>
                </a:lnTo>
                <a:lnTo>
                  <a:pt x="988110" y="16560"/>
                </a:lnTo>
                <a:lnTo>
                  <a:pt x="985659" y="12915"/>
                </a:lnTo>
                <a:lnTo>
                  <a:pt x="982027" y="10464"/>
                </a:lnTo>
                <a:lnTo>
                  <a:pt x="971651" y="3467"/>
                </a:lnTo>
                <a:lnTo>
                  <a:pt x="954506" y="0"/>
                </a:lnTo>
                <a:lnTo>
                  <a:pt x="44069" y="0"/>
                </a:lnTo>
                <a:lnTo>
                  <a:pt x="26936" y="3467"/>
                </a:lnTo>
                <a:lnTo>
                  <a:pt x="12928" y="12915"/>
                </a:lnTo>
                <a:lnTo>
                  <a:pt x="3467" y="26924"/>
                </a:lnTo>
                <a:lnTo>
                  <a:pt x="0" y="44069"/>
                </a:lnTo>
                <a:lnTo>
                  <a:pt x="3365" y="60934"/>
                </a:lnTo>
                <a:lnTo>
                  <a:pt x="42989" y="88061"/>
                </a:lnTo>
                <a:lnTo>
                  <a:pt x="108826" y="99301"/>
                </a:lnTo>
                <a:lnTo>
                  <a:pt x="151587" y="105194"/>
                </a:lnTo>
                <a:lnTo>
                  <a:pt x="203644" y="111252"/>
                </a:lnTo>
                <a:lnTo>
                  <a:pt x="264337" y="116916"/>
                </a:lnTo>
                <a:lnTo>
                  <a:pt x="332994" y="121640"/>
                </a:lnTo>
                <a:lnTo>
                  <a:pt x="408965" y="124879"/>
                </a:lnTo>
                <a:lnTo>
                  <a:pt x="491578" y="126085"/>
                </a:lnTo>
                <a:lnTo>
                  <a:pt x="543852" y="125615"/>
                </a:lnTo>
                <a:lnTo>
                  <a:pt x="596023" y="124193"/>
                </a:lnTo>
                <a:lnTo>
                  <a:pt x="648055" y="121831"/>
                </a:lnTo>
                <a:lnTo>
                  <a:pt x="675322" y="120103"/>
                </a:lnTo>
                <a:lnTo>
                  <a:pt x="599732" y="132194"/>
                </a:lnTo>
                <a:lnTo>
                  <a:pt x="594817" y="135305"/>
                </a:lnTo>
                <a:lnTo>
                  <a:pt x="590092" y="142189"/>
                </a:lnTo>
                <a:lnTo>
                  <a:pt x="589038" y="144729"/>
                </a:lnTo>
                <a:lnTo>
                  <a:pt x="587984" y="150101"/>
                </a:lnTo>
                <a:lnTo>
                  <a:pt x="588010" y="152857"/>
                </a:lnTo>
                <a:lnTo>
                  <a:pt x="798372" y="1136586"/>
                </a:lnTo>
                <a:lnTo>
                  <a:pt x="798576" y="1137221"/>
                </a:lnTo>
                <a:lnTo>
                  <a:pt x="798830" y="1137856"/>
                </a:lnTo>
                <a:lnTo>
                  <a:pt x="799007" y="1138389"/>
                </a:lnTo>
                <a:lnTo>
                  <a:pt x="800392" y="1141590"/>
                </a:lnTo>
                <a:lnTo>
                  <a:pt x="801179" y="1142809"/>
                </a:lnTo>
                <a:lnTo>
                  <a:pt x="801471" y="1143381"/>
                </a:lnTo>
                <a:lnTo>
                  <a:pt x="833488" y="1168120"/>
                </a:lnTo>
                <a:lnTo>
                  <a:pt x="851166" y="1171702"/>
                </a:lnTo>
                <a:lnTo>
                  <a:pt x="853719" y="1171702"/>
                </a:lnTo>
                <a:lnTo>
                  <a:pt x="856246" y="1171460"/>
                </a:lnTo>
                <a:lnTo>
                  <a:pt x="858723" y="1171003"/>
                </a:lnTo>
                <a:lnTo>
                  <a:pt x="871385" y="1166431"/>
                </a:lnTo>
                <a:lnTo>
                  <a:pt x="877912" y="1161224"/>
                </a:lnTo>
                <a:lnTo>
                  <a:pt x="882243" y="1157782"/>
                </a:lnTo>
                <a:lnTo>
                  <a:pt x="898829" y="1126566"/>
                </a:lnTo>
                <a:lnTo>
                  <a:pt x="899071" y="1125423"/>
                </a:lnTo>
                <a:lnTo>
                  <a:pt x="899185" y="1123759"/>
                </a:lnTo>
                <a:lnTo>
                  <a:pt x="888796" y="1122311"/>
                </a:lnTo>
                <a:lnTo>
                  <a:pt x="899223" y="1123188"/>
                </a:lnTo>
                <a:lnTo>
                  <a:pt x="899299" y="1122311"/>
                </a:lnTo>
                <a:lnTo>
                  <a:pt x="899248" y="1119174"/>
                </a:lnTo>
                <a:lnTo>
                  <a:pt x="888809" y="1059649"/>
                </a:lnTo>
                <a:lnTo>
                  <a:pt x="888809" y="1122045"/>
                </a:lnTo>
                <a:lnTo>
                  <a:pt x="888695" y="1124013"/>
                </a:lnTo>
                <a:lnTo>
                  <a:pt x="888479" y="1124800"/>
                </a:lnTo>
                <a:lnTo>
                  <a:pt x="888517" y="1124953"/>
                </a:lnTo>
                <a:lnTo>
                  <a:pt x="882548" y="1139151"/>
                </a:lnTo>
                <a:lnTo>
                  <a:pt x="853020" y="1161224"/>
                </a:lnTo>
                <a:lnTo>
                  <a:pt x="851166" y="1161224"/>
                </a:lnTo>
                <a:lnTo>
                  <a:pt x="814806" y="1142707"/>
                </a:lnTo>
                <a:lnTo>
                  <a:pt x="810348" y="1137666"/>
                </a:lnTo>
                <a:lnTo>
                  <a:pt x="809777" y="1136891"/>
                </a:lnTo>
                <a:lnTo>
                  <a:pt x="809459" y="1136218"/>
                </a:lnTo>
                <a:lnTo>
                  <a:pt x="808990" y="1135049"/>
                </a:lnTo>
                <a:lnTo>
                  <a:pt x="808748" y="1134656"/>
                </a:lnTo>
                <a:lnTo>
                  <a:pt x="808609" y="1134071"/>
                </a:lnTo>
                <a:lnTo>
                  <a:pt x="598538" y="152044"/>
                </a:lnTo>
                <a:lnTo>
                  <a:pt x="705231" y="125933"/>
                </a:lnTo>
                <a:lnTo>
                  <a:pt x="705764" y="125895"/>
                </a:lnTo>
                <a:lnTo>
                  <a:pt x="710907" y="125895"/>
                </a:lnTo>
                <a:lnTo>
                  <a:pt x="715022" y="129273"/>
                </a:lnTo>
                <a:lnTo>
                  <a:pt x="888733" y="1119822"/>
                </a:lnTo>
                <a:lnTo>
                  <a:pt x="888809" y="1122045"/>
                </a:lnTo>
                <a:lnTo>
                  <a:pt x="888809" y="1059649"/>
                </a:lnTo>
                <a:lnTo>
                  <a:pt x="726160" y="132168"/>
                </a:lnTo>
                <a:lnTo>
                  <a:pt x="714451" y="117360"/>
                </a:lnTo>
                <a:lnTo>
                  <a:pt x="735545" y="115620"/>
                </a:lnTo>
                <a:lnTo>
                  <a:pt x="802995" y="109131"/>
                </a:lnTo>
                <a:lnTo>
                  <a:pt x="854125" y="103035"/>
                </a:lnTo>
                <a:lnTo>
                  <a:pt x="904951" y="96012"/>
                </a:lnTo>
                <a:lnTo>
                  <a:pt x="955471" y="88061"/>
                </a:lnTo>
                <a:lnTo>
                  <a:pt x="995197" y="60985"/>
                </a:lnTo>
                <a:lnTo>
                  <a:pt x="998575" y="4406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2056522" y="2537681"/>
            <a:ext cx="963930" cy="871855"/>
            <a:chOff x="12056522" y="2537681"/>
            <a:chExt cx="963930" cy="871855"/>
          </a:xfrm>
        </p:grpSpPr>
        <p:sp>
          <p:nvSpPr>
            <p:cNvPr id="19" name="object 19" descr=""/>
            <p:cNvSpPr/>
            <p:nvPr/>
          </p:nvSpPr>
          <p:spPr>
            <a:xfrm>
              <a:off x="12106262" y="2584938"/>
              <a:ext cx="864235" cy="603250"/>
            </a:xfrm>
            <a:custGeom>
              <a:avLst/>
              <a:gdLst/>
              <a:ahLst/>
              <a:cxnLst/>
              <a:rect l="l" t="t" r="r" b="b"/>
              <a:pathLst>
                <a:path w="864234" h="603250">
                  <a:moveTo>
                    <a:pt x="606894" y="364439"/>
                  </a:moveTo>
                  <a:lnTo>
                    <a:pt x="257073" y="364439"/>
                  </a:lnTo>
                  <a:lnTo>
                    <a:pt x="257073" y="384327"/>
                  </a:lnTo>
                  <a:lnTo>
                    <a:pt x="606894" y="384327"/>
                  </a:lnTo>
                  <a:lnTo>
                    <a:pt x="606894" y="364439"/>
                  </a:lnTo>
                  <a:close/>
                </a:path>
                <a:path w="864234" h="603250">
                  <a:moveTo>
                    <a:pt x="606894" y="66014"/>
                  </a:moveTo>
                  <a:lnTo>
                    <a:pt x="257073" y="66014"/>
                  </a:lnTo>
                  <a:lnTo>
                    <a:pt x="257073" y="85902"/>
                  </a:lnTo>
                  <a:lnTo>
                    <a:pt x="606894" y="85902"/>
                  </a:lnTo>
                  <a:lnTo>
                    <a:pt x="606894" y="66014"/>
                  </a:lnTo>
                  <a:close/>
                </a:path>
                <a:path w="864234" h="603250">
                  <a:moveTo>
                    <a:pt x="863968" y="4699"/>
                  </a:moveTo>
                  <a:lnTo>
                    <a:pt x="859282" y="0"/>
                  </a:lnTo>
                  <a:lnTo>
                    <a:pt x="853490" y="0"/>
                  </a:lnTo>
                  <a:lnTo>
                    <a:pt x="853490" y="10477"/>
                  </a:lnTo>
                  <a:lnTo>
                    <a:pt x="853490" y="293979"/>
                  </a:lnTo>
                  <a:lnTo>
                    <a:pt x="853490" y="308902"/>
                  </a:lnTo>
                  <a:lnTo>
                    <a:pt x="853490" y="592391"/>
                  </a:lnTo>
                  <a:lnTo>
                    <a:pt x="10464" y="592391"/>
                  </a:lnTo>
                  <a:lnTo>
                    <a:pt x="10464" y="308902"/>
                  </a:lnTo>
                  <a:lnTo>
                    <a:pt x="853490" y="308902"/>
                  </a:lnTo>
                  <a:lnTo>
                    <a:pt x="853490" y="293979"/>
                  </a:lnTo>
                  <a:lnTo>
                    <a:pt x="10464" y="293979"/>
                  </a:lnTo>
                  <a:lnTo>
                    <a:pt x="10464" y="10477"/>
                  </a:lnTo>
                  <a:lnTo>
                    <a:pt x="853490" y="10477"/>
                  </a:lnTo>
                  <a:lnTo>
                    <a:pt x="853490" y="0"/>
                  </a:lnTo>
                  <a:lnTo>
                    <a:pt x="4686" y="0"/>
                  </a:lnTo>
                  <a:lnTo>
                    <a:pt x="0" y="4699"/>
                  </a:lnTo>
                  <a:lnTo>
                    <a:pt x="0" y="299758"/>
                  </a:lnTo>
                  <a:lnTo>
                    <a:pt x="1676" y="301434"/>
                  </a:lnTo>
                  <a:lnTo>
                    <a:pt x="0" y="303110"/>
                  </a:lnTo>
                  <a:lnTo>
                    <a:pt x="0" y="598170"/>
                  </a:lnTo>
                  <a:lnTo>
                    <a:pt x="4686" y="602869"/>
                  </a:lnTo>
                  <a:lnTo>
                    <a:pt x="859282" y="602869"/>
                  </a:lnTo>
                  <a:lnTo>
                    <a:pt x="863968" y="598170"/>
                  </a:lnTo>
                  <a:lnTo>
                    <a:pt x="863968" y="592391"/>
                  </a:lnTo>
                  <a:lnTo>
                    <a:pt x="863968" y="308902"/>
                  </a:lnTo>
                  <a:lnTo>
                    <a:pt x="863968" y="303110"/>
                  </a:lnTo>
                  <a:lnTo>
                    <a:pt x="862291" y="301434"/>
                  </a:lnTo>
                  <a:lnTo>
                    <a:pt x="863968" y="299758"/>
                  </a:lnTo>
                  <a:lnTo>
                    <a:pt x="863968" y="293979"/>
                  </a:lnTo>
                  <a:lnTo>
                    <a:pt x="863968" y="10477"/>
                  </a:lnTo>
                  <a:lnTo>
                    <a:pt x="863968" y="46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061758" y="2542917"/>
              <a:ext cx="953135" cy="861060"/>
            </a:xfrm>
            <a:custGeom>
              <a:avLst/>
              <a:gdLst/>
              <a:ahLst/>
              <a:cxnLst/>
              <a:rect l="l" t="t" r="r" b="b"/>
              <a:pathLst>
                <a:path w="953134" h="861060">
                  <a:moveTo>
                    <a:pt x="950641" y="0"/>
                  </a:moveTo>
                  <a:lnTo>
                    <a:pt x="2335" y="0"/>
                  </a:lnTo>
                  <a:lnTo>
                    <a:pt x="0" y="2345"/>
                  </a:lnTo>
                  <a:lnTo>
                    <a:pt x="0" y="858633"/>
                  </a:lnTo>
                  <a:lnTo>
                    <a:pt x="2335" y="860979"/>
                  </a:lnTo>
                  <a:lnTo>
                    <a:pt x="57862" y="860979"/>
                  </a:lnTo>
                  <a:lnTo>
                    <a:pt x="60207" y="858633"/>
                  </a:lnTo>
                  <a:lnTo>
                    <a:pt x="60207" y="775180"/>
                  </a:lnTo>
                  <a:lnTo>
                    <a:pt x="952976" y="775180"/>
                  </a:lnTo>
                  <a:lnTo>
                    <a:pt x="952976" y="644095"/>
                  </a:lnTo>
                  <a:lnTo>
                    <a:pt x="45286" y="644095"/>
                  </a:lnTo>
                  <a:lnTo>
                    <a:pt x="45286" y="42804"/>
                  </a:lnTo>
                  <a:lnTo>
                    <a:pt x="952976" y="42804"/>
                  </a:lnTo>
                  <a:lnTo>
                    <a:pt x="952976" y="2345"/>
                  </a:lnTo>
                  <a:lnTo>
                    <a:pt x="950641" y="0"/>
                  </a:lnTo>
                  <a:close/>
                </a:path>
                <a:path w="953134" h="861060">
                  <a:moveTo>
                    <a:pt x="952976" y="775180"/>
                  </a:moveTo>
                  <a:lnTo>
                    <a:pt x="892768" y="775180"/>
                  </a:lnTo>
                  <a:lnTo>
                    <a:pt x="892768" y="858633"/>
                  </a:lnTo>
                  <a:lnTo>
                    <a:pt x="895114" y="860979"/>
                  </a:lnTo>
                  <a:lnTo>
                    <a:pt x="950641" y="860979"/>
                  </a:lnTo>
                  <a:lnTo>
                    <a:pt x="952976" y="858633"/>
                  </a:lnTo>
                  <a:lnTo>
                    <a:pt x="952976" y="775180"/>
                  </a:lnTo>
                  <a:close/>
                </a:path>
                <a:path w="953134" h="861060">
                  <a:moveTo>
                    <a:pt x="952976" y="42804"/>
                  </a:moveTo>
                  <a:lnTo>
                    <a:pt x="907689" y="42804"/>
                  </a:lnTo>
                  <a:lnTo>
                    <a:pt x="907689" y="644095"/>
                  </a:lnTo>
                  <a:lnTo>
                    <a:pt x="952976" y="644095"/>
                  </a:lnTo>
                  <a:lnTo>
                    <a:pt x="952976" y="42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056522" y="2537681"/>
              <a:ext cx="963930" cy="871855"/>
            </a:xfrm>
            <a:custGeom>
              <a:avLst/>
              <a:gdLst/>
              <a:ahLst/>
              <a:cxnLst/>
              <a:rect l="l" t="t" r="r" b="b"/>
              <a:pathLst>
                <a:path w="963930" h="871854">
                  <a:moveTo>
                    <a:pt x="958766" y="0"/>
                  </a:moveTo>
                  <a:lnTo>
                    <a:pt x="4680" y="0"/>
                  </a:lnTo>
                  <a:lnTo>
                    <a:pt x="0" y="4690"/>
                  </a:lnTo>
                  <a:lnTo>
                    <a:pt x="0" y="866758"/>
                  </a:lnTo>
                  <a:lnTo>
                    <a:pt x="4680" y="871449"/>
                  </a:lnTo>
                  <a:lnTo>
                    <a:pt x="65987" y="871449"/>
                  </a:lnTo>
                  <a:lnTo>
                    <a:pt x="70678" y="866758"/>
                  </a:lnTo>
                  <a:lnTo>
                    <a:pt x="70678" y="860979"/>
                  </a:lnTo>
                  <a:lnTo>
                    <a:pt x="10470" y="860979"/>
                  </a:lnTo>
                  <a:lnTo>
                    <a:pt x="10470" y="10470"/>
                  </a:lnTo>
                  <a:lnTo>
                    <a:pt x="963447" y="10470"/>
                  </a:lnTo>
                  <a:lnTo>
                    <a:pt x="963447" y="4690"/>
                  </a:lnTo>
                  <a:lnTo>
                    <a:pt x="958766" y="0"/>
                  </a:lnTo>
                  <a:close/>
                </a:path>
                <a:path w="963930" h="871854">
                  <a:moveTo>
                    <a:pt x="903239" y="785651"/>
                  </a:moveTo>
                  <a:lnTo>
                    <a:pt x="892768" y="785651"/>
                  </a:lnTo>
                  <a:lnTo>
                    <a:pt x="892768" y="866758"/>
                  </a:lnTo>
                  <a:lnTo>
                    <a:pt x="897459" y="871449"/>
                  </a:lnTo>
                  <a:lnTo>
                    <a:pt x="958766" y="871449"/>
                  </a:lnTo>
                  <a:lnTo>
                    <a:pt x="963447" y="866758"/>
                  </a:lnTo>
                  <a:lnTo>
                    <a:pt x="963447" y="860979"/>
                  </a:lnTo>
                  <a:lnTo>
                    <a:pt x="903239" y="860979"/>
                  </a:lnTo>
                  <a:lnTo>
                    <a:pt x="903239" y="785651"/>
                  </a:lnTo>
                  <a:close/>
                </a:path>
                <a:path w="963930" h="871854">
                  <a:moveTo>
                    <a:pt x="903239" y="775180"/>
                  </a:moveTo>
                  <a:lnTo>
                    <a:pt x="60207" y="775180"/>
                  </a:lnTo>
                  <a:lnTo>
                    <a:pt x="60207" y="860979"/>
                  </a:lnTo>
                  <a:lnTo>
                    <a:pt x="70678" y="860979"/>
                  </a:lnTo>
                  <a:lnTo>
                    <a:pt x="70678" y="785651"/>
                  </a:lnTo>
                  <a:lnTo>
                    <a:pt x="903239" y="785651"/>
                  </a:lnTo>
                  <a:lnTo>
                    <a:pt x="903239" y="775180"/>
                  </a:lnTo>
                  <a:close/>
                </a:path>
                <a:path w="963930" h="871854">
                  <a:moveTo>
                    <a:pt x="963447" y="10470"/>
                  </a:moveTo>
                  <a:lnTo>
                    <a:pt x="952976" y="10470"/>
                  </a:lnTo>
                  <a:lnTo>
                    <a:pt x="952976" y="860979"/>
                  </a:lnTo>
                  <a:lnTo>
                    <a:pt x="963447" y="860979"/>
                  </a:lnTo>
                  <a:lnTo>
                    <a:pt x="963447" y="10470"/>
                  </a:lnTo>
                  <a:close/>
                </a:path>
                <a:path w="963930" h="871854">
                  <a:moveTo>
                    <a:pt x="918170" y="42804"/>
                  </a:moveTo>
                  <a:lnTo>
                    <a:pt x="45286" y="42804"/>
                  </a:lnTo>
                  <a:lnTo>
                    <a:pt x="45286" y="654566"/>
                  </a:lnTo>
                  <a:lnTo>
                    <a:pt x="918170" y="654566"/>
                  </a:lnTo>
                  <a:lnTo>
                    <a:pt x="918170" y="644095"/>
                  </a:lnTo>
                  <a:lnTo>
                    <a:pt x="55757" y="644095"/>
                  </a:lnTo>
                  <a:lnTo>
                    <a:pt x="55757" y="53275"/>
                  </a:lnTo>
                  <a:lnTo>
                    <a:pt x="918170" y="53275"/>
                  </a:lnTo>
                  <a:lnTo>
                    <a:pt x="918170" y="42804"/>
                  </a:lnTo>
                  <a:close/>
                </a:path>
                <a:path w="963930" h="871854">
                  <a:moveTo>
                    <a:pt x="918170" y="53275"/>
                  </a:moveTo>
                  <a:lnTo>
                    <a:pt x="907700" y="53275"/>
                  </a:lnTo>
                  <a:lnTo>
                    <a:pt x="907700" y="644095"/>
                  </a:lnTo>
                  <a:lnTo>
                    <a:pt x="918170" y="644095"/>
                  </a:lnTo>
                  <a:lnTo>
                    <a:pt x="918170" y="53275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12563203" y="4540814"/>
            <a:ext cx="1210945" cy="916940"/>
          </a:xfrm>
          <a:custGeom>
            <a:avLst/>
            <a:gdLst/>
            <a:ahLst/>
            <a:cxnLst/>
            <a:rect l="l" t="t" r="r" b="b"/>
            <a:pathLst>
              <a:path w="1210944" h="916939">
                <a:moveTo>
                  <a:pt x="1062250" y="0"/>
                </a:moveTo>
                <a:lnTo>
                  <a:pt x="145032" y="0"/>
                </a:lnTo>
                <a:lnTo>
                  <a:pt x="133052" y="2425"/>
                </a:lnTo>
                <a:lnTo>
                  <a:pt x="123255" y="9035"/>
                </a:lnTo>
                <a:lnTo>
                  <a:pt x="116643" y="18831"/>
                </a:lnTo>
                <a:lnTo>
                  <a:pt x="114216" y="30815"/>
                </a:lnTo>
                <a:lnTo>
                  <a:pt x="114342" y="34868"/>
                </a:lnTo>
                <a:lnTo>
                  <a:pt x="114572" y="36344"/>
                </a:lnTo>
                <a:lnTo>
                  <a:pt x="502" y="182580"/>
                </a:lnTo>
                <a:lnTo>
                  <a:pt x="0" y="186706"/>
                </a:lnTo>
                <a:lnTo>
                  <a:pt x="302221" y="859544"/>
                </a:lnTo>
                <a:lnTo>
                  <a:pt x="296545" y="865607"/>
                </a:lnTo>
                <a:lnTo>
                  <a:pt x="293320" y="873585"/>
                </a:lnTo>
                <a:lnTo>
                  <a:pt x="293320" y="883439"/>
                </a:lnTo>
                <a:lnTo>
                  <a:pt x="295947" y="896412"/>
                </a:lnTo>
                <a:lnTo>
                  <a:pt x="303105" y="907018"/>
                </a:lnTo>
                <a:lnTo>
                  <a:pt x="313711" y="914173"/>
                </a:lnTo>
                <a:lnTo>
                  <a:pt x="326681" y="916799"/>
                </a:lnTo>
                <a:lnTo>
                  <a:pt x="880590" y="916799"/>
                </a:lnTo>
                <a:lnTo>
                  <a:pt x="893564" y="914173"/>
                </a:lnTo>
                <a:lnTo>
                  <a:pt x="904170" y="907018"/>
                </a:lnTo>
                <a:lnTo>
                  <a:pt x="904635" y="906328"/>
                </a:lnTo>
                <a:lnTo>
                  <a:pt x="326681" y="906328"/>
                </a:lnTo>
                <a:lnTo>
                  <a:pt x="317781" y="904527"/>
                </a:lnTo>
                <a:lnTo>
                  <a:pt x="310504" y="899619"/>
                </a:lnTo>
                <a:lnTo>
                  <a:pt x="305593" y="892342"/>
                </a:lnTo>
                <a:lnTo>
                  <a:pt x="303791" y="883439"/>
                </a:lnTo>
                <a:lnTo>
                  <a:pt x="303916" y="873585"/>
                </a:lnTo>
                <a:lnTo>
                  <a:pt x="308346" y="866539"/>
                </a:lnTo>
                <a:lnTo>
                  <a:pt x="315037" y="862539"/>
                </a:lnTo>
                <a:lnTo>
                  <a:pt x="11141" y="185952"/>
                </a:lnTo>
                <a:lnTo>
                  <a:pt x="125964" y="38763"/>
                </a:lnTo>
                <a:lnTo>
                  <a:pt x="125189" y="36616"/>
                </a:lnTo>
                <a:lnTo>
                  <a:pt x="124803" y="34868"/>
                </a:lnTo>
                <a:lnTo>
                  <a:pt x="145032" y="10470"/>
                </a:lnTo>
                <a:lnTo>
                  <a:pt x="1084990" y="10470"/>
                </a:lnTo>
                <a:lnTo>
                  <a:pt x="1084021" y="9035"/>
                </a:lnTo>
                <a:lnTo>
                  <a:pt x="1074228" y="2425"/>
                </a:lnTo>
                <a:lnTo>
                  <a:pt x="1062250" y="0"/>
                </a:lnTo>
                <a:close/>
              </a:path>
              <a:path w="1210944" h="916939">
                <a:moveTo>
                  <a:pt x="1084990" y="10470"/>
                </a:moveTo>
                <a:lnTo>
                  <a:pt x="1062250" y="10470"/>
                </a:lnTo>
                <a:lnTo>
                  <a:pt x="1070158" y="12072"/>
                </a:lnTo>
                <a:lnTo>
                  <a:pt x="1076622" y="16437"/>
                </a:lnTo>
                <a:lnTo>
                  <a:pt x="1080984" y="22905"/>
                </a:lnTo>
                <a:lnTo>
                  <a:pt x="1082584" y="30815"/>
                </a:lnTo>
                <a:lnTo>
                  <a:pt x="1082462" y="34344"/>
                </a:lnTo>
                <a:lnTo>
                  <a:pt x="1082197" y="35820"/>
                </a:lnTo>
                <a:lnTo>
                  <a:pt x="1199303" y="185952"/>
                </a:lnTo>
                <a:lnTo>
                  <a:pt x="894663" y="864214"/>
                </a:lnTo>
                <a:lnTo>
                  <a:pt x="899993" y="868413"/>
                </a:lnTo>
                <a:lnTo>
                  <a:pt x="903446" y="874779"/>
                </a:lnTo>
                <a:lnTo>
                  <a:pt x="880590" y="906328"/>
                </a:lnTo>
                <a:lnTo>
                  <a:pt x="904635" y="906328"/>
                </a:lnTo>
                <a:lnTo>
                  <a:pt x="911325" y="896412"/>
                </a:lnTo>
                <a:lnTo>
                  <a:pt x="913951" y="883439"/>
                </a:lnTo>
                <a:lnTo>
                  <a:pt x="913951" y="874779"/>
                </a:lnTo>
                <a:lnTo>
                  <a:pt x="911521" y="867774"/>
                </a:lnTo>
                <a:lnTo>
                  <a:pt x="907124" y="862036"/>
                </a:lnTo>
                <a:lnTo>
                  <a:pt x="1210444" y="186706"/>
                </a:lnTo>
                <a:lnTo>
                  <a:pt x="1209952" y="182580"/>
                </a:lnTo>
                <a:lnTo>
                  <a:pt x="1093045" y="32700"/>
                </a:lnTo>
                <a:lnTo>
                  <a:pt x="1093055" y="30815"/>
                </a:lnTo>
                <a:lnTo>
                  <a:pt x="1090630" y="18831"/>
                </a:lnTo>
                <a:lnTo>
                  <a:pt x="1084990" y="10470"/>
                </a:lnTo>
                <a:close/>
              </a:path>
              <a:path w="1210944" h="916939">
                <a:moveTo>
                  <a:pt x="233312" y="52270"/>
                </a:moveTo>
                <a:lnTo>
                  <a:pt x="183921" y="52270"/>
                </a:lnTo>
                <a:lnTo>
                  <a:pt x="73746" y="193512"/>
                </a:lnTo>
                <a:lnTo>
                  <a:pt x="372763" y="859251"/>
                </a:lnTo>
                <a:lnTo>
                  <a:pt x="386260" y="859251"/>
                </a:lnTo>
                <a:lnTo>
                  <a:pt x="362665" y="786698"/>
                </a:lnTo>
                <a:lnTo>
                  <a:pt x="351654" y="786698"/>
                </a:lnTo>
                <a:lnTo>
                  <a:pt x="85882" y="194978"/>
                </a:lnTo>
                <a:lnTo>
                  <a:pt x="189030" y="62741"/>
                </a:lnTo>
                <a:lnTo>
                  <a:pt x="228026" y="62741"/>
                </a:lnTo>
                <a:lnTo>
                  <a:pt x="233312" y="52270"/>
                </a:lnTo>
                <a:close/>
              </a:path>
              <a:path w="1210944" h="916939">
                <a:moveTo>
                  <a:pt x="359989" y="52270"/>
                </a:moveTo>
                <a:lnTo>
                  <a:pt x="293813" y="52270"/>
                </a:lnTo>
                <a:lnTo>
                  <a:pt x="224956" y="188653"/>
                </a:lnTo>
                <a:lnTo>
                  <a:pt x="443044" y="859251"/>
                </a:lnTo>
                <a:lnTo>
                  <a:pt x="460593" y="859251"/>
                </a:lnTo>
                <a:lnTo>
                  <a:pt x="453261" y="823922"/>
                </a:lnTo>
                <a:lnTo>
                  <a:pt x="442562" y="823922"/>
                </a:lnTo>
                <a:lnTo>
                  <a:pt x="236295" y="189638"/>
                </a:lnTo>
                <a:lnTo>
                  <a:pt x="236392" y="189240"/>
                </a:lnTo>
                <a:lnTo>
                  <a:pt x="300263" y="62741"/>
                </a:lnTo>
                <a:lnTo>
                  <a:pt x="357032" y="62741"/>
                </a:lnTo>
                <a:lnTo>
                  <a:pt x="359989" y="52270"/>
                </a:lnTo>
                <a:close/>
              </a:path>
              <a:path w="1210944" h="916939">
                <a:moveTo>
                  <a:pt x="478613" y="52270"/>
                </a:moveTo>
                <a:lnTo>
                  <a:pt x="416112" y="52270"/>
                </a:lnTo>
                <a:lnTo>
                  <a:pt x="377200" y="190057"/>
                </a:lnTo>
                <a:lnTo>
                  <a:pt x="377092" y="191093"/>
                </a:lnTo>
                <a:lnTo>
                  <a:pt x="515753" y="859251"/>
                </a:lnTo>
                <a:lnTo>
                  <a:pt x="519879" y="859251"/>
                </a:lnTo>
                <a:lnTo>
                  <a:pt x="508346" y="721381"/>
                </a:lnTo>
                <a:lnTo>
                  <a:pt x="497838" y="721381"/>
                </a:lnTo>
                <a:lnTo>
                  <a:pt x="387778" y="191093"/>
                </a:lnTo>
                <a:lnTo>
                  <a:pt x="424028" y="62741"/>
                </a:lnTo>
                <a:lnTo>
                  <a:pt x="477486" y="62741"/>
                </a:lnTo>
                <a:lnTo>
                  <a:pt x="478613" y="52270"/>
                </a:lnTo>
                <a:close/>
              </a:path>
              <a:path w="1210944" h="916939">
                <a:moveTo>
                  <a:pt x="576631" y="52270"/>
                </a:moveTo>
                <a:lnTo>
                  <a:pt x="532926" y="52270"/>
                </a:lnTo>
                <a:lnTo>
                  <a:pt x="518260" y="188653"/>
                </a:lnTo>
                <a:lnTo>
                  <a:pt x="518196" y="191093"/>
                </a:lnTo>
                <a:lnTo>
                  <a:pt x="574066" y="859251"/>
                </a:lnTo>
                <a:lnTo>
                  <a:pt x="576631" y="859251"/>
                </a:lnTo>
                <a:lnTo>
                  <a:pt x="576631" y="639069"/>
                </a:lnTo>
                <a:lnTo>
                  <a:pt x="566160" y="639069"/>
                </a:lnTo>
                <a:lnTo>
                  <a:pt x="528698" y="191093"/>
                </a:lnTo>
                <a:lnTo>
                  <a:pt x="528787" y="188653"/>
                </a:lnTo>
                <a:lnTo>
                  <a:pt x="542339" y="62741"/>
                </a:lnTo>
                <a:lnTo>
                  <a:pt x="576631" y="62741"/>
                </a:lnTo>
                <a:lnTo>
                  <a:pt x="576631" y="52270"/>
                </a:lnTo>
                <a:close/>
              </a:path>
              <a:path w="1210944" h="916939">
                <a:moveTo>
                  <a:pt x="677518" y="52270"/>
                </a:moveTo>
                <a:lnTo>
                  <a:pt x="630640" y="52270"/>
                </a:lnTo>
                <a:lnTo>
                  <a:pt x="630640" y="859251"/>
                </a:lnTo>
                <a:lnTo>
                  <a:pt x="636388" y="859251"/>
                </a:lnTo>
                <a:lnTo>
                  <a:pt x="651623" y="677057"/>
                </a:lnTo>
                <a:lnTo>
                  <a:pt x="641111" y="677057"/>
                </a:lnTo>
                <a:lnTo>
                  <a:pt x="641111" y="62741"/>
                </a:lnTo>
                <a:lnTo>
                  <a:pt x="678645" y="62741"/>
                </a:lnTo>
                <a:lnTo>
                  <a:pt x="677518" y="52270"/>
                </a:lnTo>
                <a:close/>
              </a:path>
              <a:path w="1210944" h="916939">
                <a:moveTo>
                  <a:pt x="794342" y="52270"/>
                </a:moveTo>
                <a:lnTo>
                  <a:pt x="731841" y="52270"/>
                </a:lnTo>
                <a:lnTo>
                  <a:pt x="746523" y="188653"/>
                </a:lnTo>
                <a:lnTo>
                  <a:pt x="746588" y="189627"/>
                </a:lnTo>
                <a:lnTo>
                  <a:pt x="690575" y="859251"/>
                </a:lnTo>
                <a:lnTo>
                  <a:pt x="694690" y="859251"/>
                </a:lnTo>
                <a:lnTo>
                  <a:pt x="723311" y="721349"/>
                </a:lnTo>
                <a:lnTo>
                  <a:pt x="712617" y="721349"/>
                </a:lnTo>
                <a:lnTo>
                  <a:pt x="756975" y="191093"/>
                </a:lnTo>
                <a:lnTo>
                  <a:pt x="756932" y="187533"/>
                </a:lnTo>
                <a:lnTo>
                  <a:pt x="743495" y="62741"/>
                </a:lnTo>
                <a:lnTo>
                  <a:pt x="797299" y="62741"/>
                </a:lnTo>
                <a:lnTo>
                  <a:pt x="794342" y="52270"/>
                </a:lnTo>
                <a:close/>
              </a:path>
              <a:path w="1210944" h="916939">
                <a:moveTo>
                  <a:pt x="916631" y="52270"/>
                </a:moveTo>
                <a:lnTo>
                  <a:pt x="850466" y="52270"/>
                </a:lnTo>
                <a:lnTo>
                  <a:pt x="888990" y="188653"/>
                </a:lnTo>
                <a:lnTo>
                  <a:pt x="888920" y="189240"/>
                </a:lnTo>
                <a:lnTo>
                  <a:pt x="749861" y="859251"/>
                </a:lnTo>
                <a:lnTo>
                  <a:pt x="767411" y="859251"/>
                </a:lnTo>
                <a:lnTo>
                  <a:pt x="778889" y="823953"/>
                </a:lnTo>
                <a:lnTo>
                  <a:pt x="767871" y="823953"/>
                </a:lnTo>
                <a:lnTo>
                  <a:pt x="899525" y="189627"/>
                </a:lnTo>
                <a:lnTo>
                  <a:pt x="899543" y="187533"/>
                </a:lnTo>
                <a:lnTo>
                  <a:pt x="864308" y="62741"/>
                </a:lnTo>
                <a:lnTo>
                  <a:pt x="921918" y="62741"/>
                </a:lnTo>
                <a:lnTo>
                  <a:pt x="916631" y="52270"/>
                </a:lnTo>
                <a:close/>
              </a:path>
              <a:path w="1210944" h="916939">
                <a:moveTo>
                  <a:pt x="1026534" y="52270"/>
                </a:moveTo>
                <a:lnTo>
                  <a:pt x="977132" y="52270"/>
                </a:lnTo>
                <a:lnTo>
                  <a:pt x="1043737" y="184182"/>
                </a:lnTo>
                <a:lnTo>
                  <a:pt x="824194" y="859251"/>
                </a:lnTo>
                <a:lnTo>
                  <a:pt x="837691" y="859251"/>
                </a:lnTo>
                <a:lnTo>
                  <a:pt x="870301" y="786646"/>
                </a:lnTo>
                <a:lnTo>
                  <a:pt x="858822" y="786646"/>
                </a:lnTo>
                <a:lnTo>
                  <a:pt x="1054554" y="184790"/>
                </a:lnTo>
                <a:lnTo>
                  <a:pt x="1054334" y="181931"/>
                </a:lnTo>
                <a:lnTo>
                  <a:pt x="994147" y="62741"/>
                </a:lnTo>
                <a:lnTo>
                  <a:pt x="1034701" y="62741"/>
                </a:lnTo>
                <a:lnTo>
                  <a:pt x="1026534" y="52270"/>
                </a:lnTo>
                <a:close/>
              </a:path>
              <a:path w="1210944" h="916939">
                <a:moveTo>
                  <a:pt x="921918" y="62741"/>
                </a:moveTo>
                <a:lnTo>
                  <a:pt x="910192" y="62741"/>
                </a:lnTo>
                <a:lnTo>
                  <a:pt x="974063" y="189240"/>
                </a:lnTo>
                <a:lnTo>
                  <a:pt x="974159" y="189638"/>
                </a:lnTo>
                <a:lnTo>
                  <a:pt x="767871" y="823953"/>
                </a:lnTo>
                <a:lnTo>
                  <a:pt x="778889" y="823953"/>
                </a:lnTo>
                <a:lnTo>
                  <a:pt x="985488" y="188653"/>
                </a:lnTo>
                <a:lnTo>
                  <a:pt x="921918" y="62741"/>
                </a:lnTo>
                <a:close/>
              </a:path>
              <a:path w="1210944" h="916939">
                <a:moveTo>
                  <a:pt x="357032" y="62741"/>
                </a:moveTo>
                <a:lnTo>
                  <a:pt x="346146" y="62741"/>
                </a:lnTo>
                <a:lnTo>
                  <a:pt x="310911" y="187533"/>
                </a:lnTo>
                <a:lnTo>
                  <a:pt x="310929" y="189627"/>
                </a:lnTo>
                <a:lnTo>
                  <a:pt x="442562" y="823922"/>
                </a:lnTo>
                <a:lnTo>
                  <a:pt x="453261" y="823922"/>
                </a:lnTo>
                <a:lnTo>
                  <a:pt x="321545" y="189240"/>
                </a:lnTo>
                <a:lnTo>
                  <a:pt x="321475" y="188653"/>
                </a:lnTo>
                <a:lnTo>
                  <a:pt x="357032" y="62741"/>
                </a:lnTo>
                <a:close/>
              </a:path>
              <a:path w="1210944" h="916939">
                <a:moveTo>
                  <a:pt x="228026" y="62741"/>
                </a:moveTo>
                <a:lnTo>
                  <a:pt x="216297" y="62741"/>
                </a:lnTo>
                <a:lnTo>
                  <a:pt x="156120" y="181931"/>
                </a:lnTo>
                <a:lnTo>
                  <a:pt x="155901" y="184790"/>
                </a:lnTo>
                <a:lnTo>
                  <a:pt x="351654" y="786698"/>
                </a:lnTo>
                <a:lnTo>
                  <a:pt x="362665" y="786698"/>
                </a:lnTo>
                <a:lnTo>
                  <a:pt x="166717" y="184182"/>
                </a:lnTo>
                <a:lnTo>
                  <a:pt x="228026" y="62741"/>
                </a:lnTo>
                <a:close/>
              </a:path>
              <a:path w="1210944" h="916939">
                <a:moveTo>
                  <a:pt x="1034701" y="62741"/>
                </a:moveTo>
                <a:lnTo>
                  <a:pt x="1021424" y="62741"/>
                </a:lnTo>
                <a:lnTo>
                  <a:pt x="1124562" y="194978"/>
                </a:lnTo>
                <a:lnTo>
                  <a:pt x="858822" y="786646"/>
                </a:lnTo>
                <a:lnTo>
                  <a:pt x="870301" y="786646"/>
                </a:lnTo>
                <a:lnTo>
                  <a:pt x="1136698" y="193512"/>
                </a:lnTo>
                <a:lnTo>
                  <a:pt x="1034701" y="62741"/>
                </a:lnTo>
                <a:close/>
              </a:path>
              <a:path w="1210944" h="916939">
                <a:moveTo>
                  <a:pt x="477486" y="62741"/>
                </a:moveTo>
                <a:lnTo>
                  <a:pt x="466949" y="62741"/>
                </a:lnTo>
                <a:lnTo>
                  <a:pt x="453521" y="187533"/>
                </a:lnTo>
                <a:lnTo>
                  <a:pt x="453480" y="191093"/>
                </a:lnTo>
                <a:lnTo>
                  <a:pt x="497838" y="721381"/>
                </a:lnTo>
                <a:lnTo>
                  <a:pt x="508346" y="721381"/>
                </a:lnTo>
                <a:lnTo>
                  <a:pt x="463867" y="189627"/>
                </a:lnTo>
                <a:lnTo>
                  <a:pt x="463932" y="188653"/>
                </a:lnTo>
                <a:lnTo>
                  <a:pt x="477486" y="62741"/>
                </a:lnTo>
                <a:close/>
              </a:path>
              <a:path w="1210944" h="916939">
                <a:moveTo>
                  <a:pt x="797299" y="62741"/>
                </a:moveTo>
                <a:lnTo>
                  <a:pt x="786415" y="62741"/>
                </a:lnTo>
                <a:lnTo>
                  <a:pt x="822666" y="191093"/>
                </a:lnTo>
                <a:lnTo>
                  <a:pt x="712617" y="721349"/>
                </a:lnTo>
                <a:lnTo>
                  <a:pt x="723311" y="721349"/>
                </a:lnTo>
                <a:lnTo>
                  <a:pt x="833440" y="190716"/>
                </a:lnTo>
                <a:lnTo>
                  <a:pt x="797299" y="62741"/>
                </a:lnTo>
                <a:close/>
              </a:path>
              <a:path w="1210944" h="916939">
                <a:moveTo>
                  <a:pt x="678645" y="62741"/>
                </a:moveTo>
                <a:lnTo>
                  <a:pt x="668115" y="62741"/>
                </a:lnTo>
                <a:lnTo>
                  <a:pt x="681668" y="188653"/>
                </a:lnTo>
                <a:lnTo>
                  <a:pt x="681756" y="191093"/>
                </a:lnTo>
                <a:lnTo>
                  <a:pt x="641111" y="677057"/>
                </a:lnTo>
                <a:lnTo>
                  <a:pt x="651623" y="677057"/>
                </a:lnTo>
                <a:lnTo>
                  <a:pt x="692258" y="191093"/>
                </a:lnTo>
                <a:lnTo>
                  <a:pt x="692194" y="188653"/>
                </a:lnTo>
                <a:lnTo>
                  <a:pt x="678645" y="62741"/>
                </a:lnTo>
                <a:close/>
              </a:path>
              <a:path w="1210944" h="916939">
                <a:moveTo>
                  <a:pt x="576631" y="62741"/>
                </a:moveTo>
                <a:lnTo>
                  <a:pt x="566160" y="62741"/>
                </a:lnTo>
                <a:lnTo>
                  <a:pt x="566160" y="639069"/>
                </a:lnTo>
                <a:lnTo>
                  <a:pt x="576631" y="639069"/>
                </a:lnTo>
                <a:lnTo>
                  <a:pt x="576631" y="6274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11091474" y="4396714"/>
            <a:ext cx="1098550" cy="1057275"/>
            <a:chOff x="11091474" y="4396714"/>
            <a:chExt cx="1098550" cy="1057275"/>
          </a:xfrm>
        </p:grpSpPr>
        <p:sp>
          <p:nvSpPr>
            <p:cNvPr id="24" name="object 24" descr=""/>
            <p:cNvSpPr/>
            <p:nvPr/>
          </p:nvSpPr>
          <p:spPr>
            <a:xfrm>
              <a:off x="11172635" y="4481607"/>
              <a:ext cx="934085" cy="591820"/>
            </a:xfrm>
            <a:custGeom>
              <a:avLst/>
              <a:gdLst/>
              <a:ahLst/>
              <a:cxnLst/>
              <a:rect l="l" t="t" r="r" b="b"/>
              <a:pathLst>
                <a:path w="934084" h="591820">
                  <a:moveTo>
                    <a:pt x="933691" y="304228"/>
                  </a:moveTo>
                  <a:lnTo>
                    <a:pt x="928992" y="299529"/>
                  </a:lnTo>
                  <a:lnTo>
                    <a:pt x="923213" y="299529"/>
                  </a:lnTo>
                  <a:lnTo>
                    <a:pt x="923213" y="310007"/>
                  </a:lnTo>
                  <a:lnTo>
                    <a:pt x="923213" y="580809"/>
                  </a:lnTo>
                  <a:lnTo>
                    <a:pt x="10464" y="580809"/>
                  </a:lnTo>
                  <a:lnTo>
                    <a:pt x="10464" y="310007"/>
                  </a:lnTo>
                  <a:lnTo>
                    <a:pt x="357174" y="310007"/>
                  </a:lnTo>
                  <a:lnTo>
                    <a:pt x="357174" y="362521"/>
                  </a:lnTo>
                  <a:lnTo>
                    <a:pt x="576592" y="362521"/>
                  </a:lnTo>
                  <a:lnTo>
                    <a:pt x="576592" y="352044"/>
                  </a:lnTo>
                  <a:lnTo>
                    <a:pt x="576592" y="310007"/>
                  </a:lnTo>
                  <a:lnTo>
                    <a:pt x="923213" y="310007"/>
                  </a:lnTo>
                  <a:lnTo>
                    <a:pt x="923213" y="299529"/>
                  </a:lnTo>
                  <a:lnTo>
                    <a:pt x="570814" y="299529"/>
                  </a:lnTo>
                  <a:lnTo>
                    <a:pt x="566127" y="304228"/>
                  </a:lnTo>
                  <a:lnTo>
                    <a:pt x="566127" y="352044"/>
                  </a:lnTo>
                  <a:lnTo>
                    <a:pt x="367652" y="352044"/>
                  </a:lnTo>
                  <a:lnTo>
                    <a:pt x="367652" y="310007"/>
                  </a:lnTo>
                  <a:lnTo>
                    <a:pt x="367652" y="304228"/>
                  </a:lnTo>
                  <a:lnTo>
                    <a:pt x="362966" y="299529"/>
                  </a:lnTo>
                  <a:lnTo>
                    <a:pt x="4686" y="299529"/>
                  </a:lnTo>
                  <a:lnTo>
                    <a:pt x="0" y="304228"/>
                  </a:lnTo>
                  <a:lnTo>
                    <a:pt x="0" y="586587"/>
                  </a:lnTo>
                  <a:lnTo>
                    <a:pt x="4686" y="591273"/>
                  </a:lnTo>
                  <a:lnTo>
                    <a:pt x="928992" y="591273"/>
                  </a:lnTo>
                  <a:lnTo>
                    <a:pt x="933691" y="586587"/>
                  </a:lnTo>
                  <a:lnTo>
                    <a:pt x="933691" y="580809"/>
                  </a:lnTo>
                  <a:lnTo>
                    <a:pt x="933691" y="310007"/>
                  </a:lnTo>
                  <a:lnTo>
                    <a:pt x="933691" y="304228"/>
                  </a:lnTo>
                  <a:close/>
                </a:path>
                <a:path w="934084" h="591820">
                  <a:moveTo>
                    <a:pt x="933691" y="4686"/>
                  </a:moveTo>
                  <a:lnTo>
                    <a:pt x="928992" y="0"/>
                  </a:lnTo>
                  <a:lnTo>
                    <a:pt x="923213" y="0"/>
                  </a:lnTo>
                  <a:lnTo>
                    <a:pt x="923213" y="10464"/>
                  </a:lnTo>
                  <a:lnTo>
                    <a:pt x="923213" y="281355"/>
                  </a:lnTo>
                  <a:lnTo>
                    <a:pt x="576592" y="281355"/>
                  </a:lnTo>
                  <a:lnTo>
                    <a:pt x="576592" y="239217"/>
                  </a:lnTo>
                  <a:lnTo>
                    <a:pt x="576592" y="228739"/>
                  </a:lnTo>
                  <a:lnTo>
                    <a:pt x="357174" y="228739"/>
                  </a:lnTo>
                  <a:lnTo>
                    <a:pt x="357174" y="281355"/>
                  </a:lnTo>
                  <a:lnTo>
                    <a:pt x="10464" y="281355"/>
                  </a:lnTo>
                  <a:lnTo>
                    <a:pt x="10464" y="10464"/>
                  </a:lnTo>
                  <a:lnTo>
                    <a:pt x="923213" y="10464"/>
                  </a:lnTo>
                  <a:lnTo>
                    <a:pt x="923213" y="0"/>
                  </a:lnTo>
                  <a:lnTo>
                    <a:pt x="4686" y="0"/>
                  </a:lnTo>
                  <a:lnTo>
                    <a:pt x="0" y="4686"/>
                  </a:lnTo>
                  <a:lnTo>
                    <a:pt x="0" y="287134"/>
                  </a:lnTo>
                  <a:lnTo>
                    <a:pt x="4686" y="291833"/>
                  </a:lnTo>
                  <a:lnTo>
                    <a:pt x="362966" y="291833"/>
                  </a:lnTo>
                  <a:lnTo>
                    <a:pt x="367652" y="287134"/>
                  </a:lnTo>
                  <a:lnTo>
                    <a:pt x="367652" y="281355"/>
                  </a:lnTo>
                  <a:lnTo>
                    <a:pt x="367652" y="239217"/>
                  </a:lnTo>
                  <a:lnTo>
                    <a:pt x="566127" y="239217"/>
                  </a:lnTo>
                  <a:lnTo>
                    <a:pt x="566127" y="287134"/>
                  </a:lnTo>
                  <a:lnTo>
                    <a:pt x="570814" y="291833"/>
                  </a:lnTo>
                  <a:lnTo>
                    <a:pt x="928992" y="291833"/>
                  </a:lnTo>
                  <a:lnTo>
                    <a:pt x="933691" y="287134"/>
                  </a:lnTo>
                  <a:lnTo>
                    <a:pt x="933691" y="281355"/>
                  </a:lnTo>
                  <a:lnTo>
                    <a:pt x="933691" y="10464"/>
                  </a:lnTo>
                  <a:lnTo>
                    <a:pt x="933691" y="468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9345" y="4714201"/>
              <a:ext cx="240369" cy="12606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1096720" y="4401949"/>
              <a:ext cx="1087755" cy="1047115"/>
            </a:xfrm>
            <a:custGeom>
              <a:avLst/>
              <a:gdLst/>
              <a:ahLst/>
              <a:cxnLst/>
              <a:rect l="l" t="t" r="r" b="b"/>
              <a:pathLst>
                <a:path w="1087754" h="1047114">
                  <a:moveTo>
                    <a:pt x="206695" y="780175"/>
                  </a:moveTo>
                  <a:lnTo>
                    <a:pt x="69495" y="780175"/>
                  </a:lnTo>
                  <a:lnTo>
                    <a:pt x="94698" y="1044722"/>
                  </a:lnTo>
                  <a:lnTo>
                    <a:pt x="96960" y="1046774"/>
                  </a:lnTo>
                  <a:lnTo>
                    <a:pt x="179230" y="1046774"/>
                  </a:lnTo>
                  <a:lnTo>
                    <a:pt x="181491" y="1044722"/>
                  </a:lnTo>
                  <a:lnTo>
                    <a:pt x="206695" y="780175"/>
                  </a:lnTo>
                  <a:close/>
                </a:path>
                <a:path w="1087754" h="1047114">
                  <a:moveTo>
                    <a:pt x="1016126" y="780175"/>
                  </a:moveTo>
                  <a:lnTo>
                    <a:pt x="878926" y="780175"/>
                  </a:lnTo>
                  <a:lnTo>
                    <a:pt x="904129" y="1044722"/>
                  </a:lnTo>
                  <a:lnTo>
                    <a:pt x="906391" y="1046774"/>
                  </a:lnTo>
                  <a:lnTo>
                    <a:pt x="988650" y="1046774"/>
                  </a:lnTo>
                  <a:lnTo>
                    <a:pt x="990912" y="1044722"/>
                  </a:lnTo>
                  <a:lnTo>
                    <a:pt x="1016126" y="780175"/>
                  </a:lnTo>
                  <a:close/>
                </a:path>
                <a:path w="1087754" h="1047114">
                  <a:moveTo>
                    <a:pt x="223584" y="746092"/>
                  </a:moveTo>
                  <a:lnTo>
                    <a:pt x="52511" y="746092"/>
                  </a:lnTo>
                  <a:lnTo>
                    <a:pt x="52511" y="777840"/>
                  </a:lnTo>
                  <a:lnTo>
                    <a:pt x="54856" y="780175"/>
                  </a:lnTo>
                  <a:lnTo>
                    <a:pt x="221239" y="780175"/>
                  </a:lnTo>
                  <a:lnTo>
                    <a:pt x="223584" y="777840"/>
                  </a:lnTo>
                  <a:lnTo>
                    <a:pt x="223584" y="746092"/>
                  </a:lnTo>
                  <a:close/>
                </a:path>
                <a:path w="1087754" h="1047114">
                  <a:moveTo>
                    <a:pt x="1033026" y="746092"/>
                  </a:moveTo>
                  <a:lnTo>
                    <a:pt x="862036" y="746092"/>
                  </a:lnTo>
                  <a:lnTo>
                    <a:pt x="862036" y="777840"/>
                  </a:lnTo>
                  <a:lnTo>
                    <a:pt x="864371" y="780175"/>
                  </a:lnTo>
                  <a:lnTo>
                    <a:pt x="1030680" y="780175"/>
                  </a:lnTo>
                  <a:lnTo>
                    <a:pt x="1033026" y="777840"/>
                  </a:lnTo>
                  <a:lnTo>
                    <a:pt x="1033026" y="746092"/>
                  </a:lnTo>
                  <a:close/>
                </a:path>
                <a:path w="1087754" h="1047114">
                  <a:moveTo>
                    <a:pt x="1085097" y="0"/>
                  </a:moveTo>
                  <a:lnTo>
                    <a:pt x="2335" y="0"/>
                  </a:lnTo>
                  <a:lnTo>
                    <a:pt x="0" y="2345"/>
                  </a:lnTo>
                  <a:lnTo>
                    <a:pt x="0" y="743746"/>
                  </a:lnTo>
                  <a:lnTo>
                    <a:pt x="2335" y="746092"/>
                  </a:lnTo>
                  <a:lnTo>
                    <a:pt x="1085097" y="746092"/>
                  </a:lnTo>
                  <a:lnTo>
                    <a:pt x="1087443" y="743746"/>
                  </a:lnTo>
                  <a:lnTo>
                    <a:pt x="1087443" y="683863"/>
                  </a:lnTo>
                  <a:lnTo>
                    <a:pt x="62982" y="683863"/>
                  </a:lnTo>
                  <a:lnTo>
                    <a:pt x="62982" y="66710"/>
                  </a:lnTo>
                  <a:lnTo>
                    <a:pt x="1087443" y="66710"/>
                  </a:lnTo>
                  <a:lnTo>
                    <a:pt x="1087443" y="2345"/>
                  </a:lnTo>
                  <a:lnTo>
                    <a:pt x="1085097" y="0"/>
                  </a:lnTo>
                  <a:close/>
                </a:path>
                <a:path w="1087754" h="1047114">
                  <a:moveTo>
                    <a:pt x="1087443" y="66710"/>
                  </a:moveTo>
                  <a:lnTo>
                    <a:pt x="1022555" y="66710"/>
                  </a:lnTo>
                  <a:lnTo>
                    <a:pt x="1022555" y="683863"/>
                  </a:lnTo>
                  <a:lnTo>
                    <a:pt x="1087443" y="683863"/>
                  </a:lnTo>
                  <a:lnTo>
                    <a:pt x="1087443" y="667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1091474" y="4396714"/>
              <a:ext cx="1098550" cy="1057275"/>
            </a:xfrm>
            <a:custGeom>
              <a:avLst/>
              <a:gdLst/>
              <a:ahLst/>
              <a:cxnLst/>
              <a:rect l="l" t="t" r="r" b="b"/>
              <a:pathLst>
                <a:path w="1098550" h="1057275">
                  <a:moveTo>
                    <a:pt x="1093233" y="0"/>
                  </a:moveTo>
                  <a:lnTo>
                    <a:pt x="4690" y="0"/>
                  </a:lnTo>
                  <a:lnTo>
                    <a:pt x="0" y="4680"/>
                  </a:lnTo>
                  <a:lnTo>
                    <a:pt x="0" y="751872"/>
                  </a:lnTo>
                  <a:lnTo>
                    <a:pt x="4690" y="756563"/>
                  </a:lnTo>
                  <a:lnTo>
                    <a:pt x="52521" y="756563"/>
                  </a:lnTo>
                  <a:lnTo>
                    <a:pt x="52521" y="785965"/>
                  </a:lnTo>
                  <a:lnTo>
                    <a:pt x="57202" y="790646"/>
                  </a:lnTo>
                  <a:lnTo>
                    <a:pt x="69987" y="790646"/>
                  </a:lnTo>
                  <a:lnTo>
                    <a:pt x="94991" y="1053140"/>
                  </a:lnTo>
                  <a:lnTo>
                    <a:pt x="99504" y="1057245"/>
                  </a:lnTo>
                  <a:lnTo>
                    <a:pt x="187177" y="1057245"/>
                  </a:lnTo>
                  <a:lnTo>
                    <a:pt x="191690" y="1053140"/>
                  </a:lnTo>
                  <a:lnTo>
                    <a:pt x="192296" y="1046774"/>
                  </a:lnTo>
                  <a:lnTo>
                    <a:pt x="104907" y="1046774"/>
                  </a:lnTo>
                  <a:lnTo>
                    <a:pt x="79505" y="780175"/>
                  </a:lnTo>
                  <a:lnTo>
                    <a:pt x="62992" y="780175"/>
                  </a:lnTo>
                  <a:lnTo>
                    <a:pt x="62992" y="746092"/>
                  </a:lnTo>
                  <a:lnTo>
                    <a:pt x="10470" y="746092"/>
                  </a:lnTo>
                  <a:lnTo>
                    <a:pt x="10470" y="10470"/>
                  </a:lnTo>
                  <a:lnTo>
                    <a:pt x="1097924" y="10470"/>
                  </a:lnTo>
                  <a:lnTo>
                    <a:pt x="1097924" y="4680"/>
                  </a:lnTo>
                  <a:lnTo>
                    <a:pt x="1093233" y="0"/>
                  </a:lnTo>
                  <a:close/>
                </a:path>
                <a:path w="1098550" h="1057275">
                  <a:moveTo>
                    <a:pt x="872517" y="756563"/>
                  </a:moveTo>
                  <a:lnTo>
                    <a:pt x="862047" y="756563"/>
                  </a:lnTo>
                  <a:lnTo>
                    <a:pt x="862047" y="785965"/>
                  </a:lnTo>
                  <a:lnTo>
                    <a:pt x="866738" y="790646"/>
                  </a:lnTo>
                  <a:lnTo>
                    <a:pt x="879418" y="790646"/>
                  </a:lnTo>
                  <a:lnTo>
                    <a:pt x="904433" y="1053140"/>
                  </a:lnTo>
                  <a:lnTo>
                    <a:pt x="908946" y="1057245"/>
                  </a:lnTo>
                  <a:lnTo>
                    <a:pt x="996608" y="1057245"/>
                  </a:lnTo>
                  <a:lnTo>
                    <a:pt x="1001121" y="1053140"/>
                  </a:lnTo>
                  <a:lnTo>
                    <a:pt x="1001727" y="1046774"/>
                  </a:lnTo>
                  <a:lnTo>
                    <a:pt x="914338" y="1046774"/>
                  </a:lnTo>
                  <a:lnTo>
                    <a:pt x="888946" y="780175"/>
                  </a:lnTo>
                  <a:lnTo>
                    <a:pt x="872517" y="780175"/>
                  </a:lnTo>
                  <a:lnTo>
                    <a:pt x="872517" y="756563"/>
                  </a:lnTo>
                  <a:close/>
                </a:path>
                <a:path w="1098550" h="1057275">
                  <a:moveTo>
                    <a:pt x="872517" y="746092"/>
                  </a:moveTo>
                  <a:lnTo>
                    <a:pt x="223595" y="746092"/>
                  </a:lnTo>
                  <a:lnTo>
                    <a:pt x="223595" y="780175"/>
                  </a:lnTo>
                  <a:lnTo>
                    <a:pt x="207176" y="780175"/>
                  </a:lnTo>
                  <a:lnTo>
                    <a:pt x="181774" y="1046774"/>
                  </a:lnTo>
                  <a:lnTo>
                    <a:pt x="192296" y="1046774"/>
                  </a:lnTo>
                  <a:lnTo>
                    <a:pt x="216694" y="790646"/>
                  </a:lnTo>
                  <a:lnTo>
                    <a:pt x="229375" y="790646"/>
                  </a:lnTo>
                  <a:lnTo>
                    <a:pt x="234066" y="785965"/>
                  </a:lnTo>
                  <a:lnTo>
                    <a:pt x="234066" y="756563"/>
                  </a:lnTo>
                  <a:lnTo>
                    <a:pt x="872517" y="756563"/>
                  </a:lnTo>
                  <a:lnTo>
                    <a:pt x="872517" y="746092"/>
                  </a:lnTo>
                  <a:close/>
                </a:path>
                <a:path w="1098550" h="1057275">
                  <a:moveTo>
                    <a:pt x="1097924" y="10470"/>
                  </a:moveTo>
                  <a:lnTo>
                    <a:pt x="1087453" y="10470"/>
                  </a:lnTo>
                  <a:lnTo>
                    <a:pt x="1087453" y="746092"/>
                  </a:lnTo>
                  <a:lnTo>
                    <a:pt x="1033026" y="746092"/>
                  </a:lnTo>
                  <a:lnTo>
                    <a:pt x="1033026" y="780175"/>
                  </a:lnTo>
                  <a:lnTo>
                    <a:pt x="1016607" y="780175"/>
                  </a:lnTo>
                  <a:lnTo>
                    <a:pt x="991205" y="1046774"/>
                  </a:lnTo>
                  <a:lnTo>
                    <a:pt x="1001727" y="1046774"/>
                  </a:lnTo>
                  <a:lnTo>
                    <a:pt x="1026125" y="790646"/>
                  </a:lnTo>
                  <a:lnTo>
                    <a:pt x="1038816" y="790646"/>
                  </a:lnTo>
                  <a:lnTo>
                    <a:pt x="1043497" y="785965"/>
                  </a:lnTo>
                  <a:lnTo>
                    <a:pt x="1043497" y="756563"/>
                  </a:lnTo>
                  <a:lnTo>
                    <a:pt x="1093233" y="756563"/>
                  </a:lnTo>
                  <a:lnTo>
                    <a:pt x="1097924" y="751872"/>
                  </a:lnTo>
                  <a:lnTo>
                    <a:pt x="1097924" y="10470"/>
                  </a:lnTo>
                  <a:close/>
                </a:path>
                <a:path w="1098550" h="1057275">
                  <a:moveTo>
                    <a:pt x="1033036" y="66710"/>
                  </a:moveTo>
                  <a:lnTo>
                    <a:pt x="62992" y="66710"/>
                  </a:lnTo>
                  <a:lnTo>
                    <a:pt x="62992" y="694334"/>
                  </a:lnTo>
                  <a:lnTo>
                    <a:pt x="1033036" y="694334"/>
                  </a:lnTo>
                  <a:lnTo>
                    <a:pt x="1033036" y="683863"/>
                  </a:lnTo>
                  <a:lnTo>
                    <a:pt x="73463" y="683863"/>
                  </a:lnTo>
                  <a:lnTo>
                    <a:pt x="73463" y="77180"/>
                  </a:lnTo>
                  <a:lnTo>
                    <a:pt x="1033036" y="77180"/>
                  </a:lnTo>
                  <a:lnTo>
                    <a:pt x="1033036" y="66710"/>
                  </a:lnTo>
                  <a:close/>
                </a:path>
                <a:path w="1098550" h="1057275">
                  <a:moveTo>
                    <a:pt x="1033036" y="77180"/>
                  </a:moveTo>
                  <a:lnTo>
                    <a:pt x="1022565" y="77180"/>
                  </a:lnTo>
                  <a:lnTo>
                    <a:pt x="1022565" y="683863"/>
                  </a:lnTo>
                  <a:lnTo>
                    <a:pt x="1033036" y="683863"/>
                  </a:lnTo>
                  <a:lnTo>
                    <a:pt x="1033036" y="7718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/>
          <p:nvPr/>
        </p:nvSpPr>
        <p:spPr>
          <a:xfrm>
            <a:off x="10218141" y="7391698"/>
            <a:ext cx="883285" cy="725170"/>
          </a:xfrm>
          <a:custGeom>
            <a:avLst/>
            <a:gdLst/>
            <a:ahLst/>
            <a:cxnLst/>
            <a:rect l="l" t="t" r="r" b="b"/>
            <a:pathLst>
              <a:path w="883284" h="725170">
                <a:moveTo>
                  <a:pt x="882789" y="4686"/>
                </a:moveTo>
                <a:lnTo>
                  <a:pt x="878090" y="0"/>
                </a:lnTo>
                <a:lnTo>
                  <a:pt x="872312" y="0"/>
                </a:lnTo>
                <a:lnTo>
                  <a:pt x="872312" y="10464"/>
                </a:lnTo>
                <a:lnTo>
                  <a:pt x="872312" y="78778"/>
                </a:lnTo>
                <a:lnTo>
                  <a:pt x="872312" y="94145"/>
                </a:lnTo>
                <a:lnTo>
                  <a:pt x="872312" y="334949"/>
                </a:lnTo>
                <a:lnTo>
                  <a:pt x="872312" y="348615"/>
                </a:lnTo>
                <a:lnTo>
                  <a:pt x="872312" y="714082"/>
                </a:lnTo>
                <a:lnTo>
                  <a:pt x="10464" y="714082"/>
                </a:lnTo>
                <a:lnTo>
                  <a:pt x="10464" y="348615"/>
                </a:lnTo>
                <a:lnTo>
                  <a:pt x="88988" y="348615"/>
                </a:lnTo>
                <a:lnTo>
                  <a:pt x="88988" y="635558"/>
                </a:lnTo>
                <a:lnTo>
                  <a:pt x="793788" y="635558"/>
                </a:lnTo>
                <a:lnTo>
                  <a:pt x="793788" y="625081"/>
                </a:lnTo>
                <a:lnTo>
                  <a:pt x="793788" y="348615"/>
                </a:lnTo>
                <a:lnTo>
                  <a:pt x="872312" y="348615"/>
                </a:lnTo>
                <a:lnTo>
                  <a:pt x="872312" y="334949"/>
                </a:lnTo>
                <a:lnTo>
                  <a:pt x="783310" y="334949"/>
                </a:lnTo>
                <a:lnTo>
                  <a:pt x="783310" y="345414"/>
                </a:lnTo>
                <a:lnTo>
                  <a:pt x="783310" y="625081"/>
                </a:lnTo>
                <a:lnTo>
                  <a:pt x="99453" y="625081"/>
                </a:lnTo>
                <a:lnTo>
                  <a:pt x="99453" y="348615"/>
                </a:lnTo>
                <a:lnTo>
                  <a:pt x="99453" y="345414"/>
                </a:lnTo>
                <a:lnTo>
                  <a:pt x="783310" y="345414"/>
                </a:lnTo>
                <a:lnTo>
                  <a:pt x="783310" y="334949"/>
                </a:lnTo>
                <a:lnTo>
                  <a:pt x="10464" y="334949"/>
                </a:lnTo>
                <a:lnTo>
                  <a:pt x="10464" y="94145"/>
                </a:lnTo>
                <a:lnTo>
                  <a:pt x="872312" y="94145"/>
                </a:lnTo>
                <a:lnTo>
                  <a:pt x="872312" y="78778"/>
                </a:lnTo>
                <a:lnTo>
                  <a:pt x="10464" y="78778"/>
                </a:lnTo>
                <a:lnTo>
                  <a:pt x="10464" y="10464"/>
                </a:lnTo>
                <a:lnTo>
                  <a:pt x="872312" y="10464"/>
                </a:lnTo>
                <a:lnTo>
                  <a:pt x="872312" y="0"/>
                </a:lnTo>
                <a:lnTo>
                  <a:pt x="4686" y="0"/>
                </a:lnTo>
                <a:lnTo>
                  <a:pt x="0" y="4686"/>
                </a:lnTo>
                <a:lnTo>
                  <a:pt x="0" y="84556"/>
                </a:lnTo>
                <a:lnTo>
                  <a:pt x="1905" y="86461"/>
                </a:lnTo>
                <a:lnTo>
                  <a:pt x="0" y="88366"/>
                </a:lnTo>
                <a:lnTo>
                  <a:pt x="0" y="340741"/>
                </a:lnTo>
                <a:lnTo>
                  <a:pt x="1041" y="341795"/>
                </a:lnTo>
                <a:lnTo>
                  <a:pt x="0" y="342836"/>
                </a:lnTo>
                <a:lnTo>
                  <a:pt x="0" y="719861"/>
                </a:lnTo>
                <a:lnTo>
                  <a:pt x="4686" y="724560"/>
                </a:lnTo>
                <a:lnTo>
                  <a:pt x="878090" y="724560"/>
                </a:lnTo>
                <a:lnTo>
                  <a:pt x="882789" y="719861"/>
                </a:lnTo>
                <a:lnTo>
                  <a:pt x="882789" y="714082"/>
                </a:lnTo>
                <a:lnTo>
                  <a:pt x="882789" y="348615"/>
                </a:lnTo>
                <a:lnTo>
                  <a:pt x="882789" y="342836"/>
                </a:lnTo>
                <a:lnTo>
                  <a:pt x="881735" y="341795"/>
                </a:lnTo>
                <a:lnTo>
                  <a:pt x="882789" y="340741"/>
                </a:lnTo>
                <a:lnTo>
                  <a:pt x="882789" y="334949"/>
                </a:lnTo>
                <a:lnTo>
                  <a:pt x="882789" y="94145"/>
                </a:lnTo>
                <a:lnTo>
                  <a:pt x="882789" y="88366"/>
                </a:lnTo>
                <a:lnTo>
                  <a:pt x="880872" y="86461"/>
                </a:lnTo>
                <a:lnTo>
                  <a:pt x="882789" y="84556"/>
                </a:lnTo>
                <a:lnTo>
                  <a:pt x="882789" y="78778"/>
                </a:lnTo>
                <a:lnTo>
                  <a:pt x="882789" y="10464"/>
                </a:lnTo>
                <a:lnTo>
                  <a:pt x="882789" y="46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9463635" y="4478796"/>
            <a:ext cx="1143635" cy="984250"/>
            <a:chOff x="9463635" y="4478796"/>
            <a:chExt cx="1143635" cy="984250"/>
          </a:xfrm>
        </p:grpSpPr>
        <p:sp>
          <p:nvSpPr>
            <p:cNvPr id="30" name="object 30" descr=""/>
            <p:cNvSpPr/>
            <p:nvPr/>
          </p:nvSpPr>
          <p:spPr>
            <a:xfrm>
              <a:off x="9463635" y="4478796"/>
              <a:ext cx="1143635" cy="984250"/>
            </a:xfrm>
            <a:custGeom>
              <a:avLst/>
              <a:gdLst/>
              <a:ahLst/>
              <a:cxnLst/>
              <a:rect l="l" t="t" r="r" b="b"/>
              <a:pathLst>
                <a:path w="1143634" h="984250">
                  <a:moveTo>
                    <a:pt x="1058857" y="0"/>
                  </a:moveTo>
                  <a:lnTo>
                    <a:pt x="84657" y="0"/>
                  </a:lnTo>
                  <a:lnTo>
                    <a:pt x="72123" y="2439"/>
                  </a:lnTo>
                  <a:lnTo>
                    <a:pt x="61729" y="9130"/>
                  </a:lnTo>
                  <a:lnTo>
                    <a:pt x="54467" y="19136"/>
                  </a:lnTo>
                  <a:lnTo>
                    <a:pt x="51328" y="31517"/>
                  </a:lnTo>
                  <a:lnTo>
                    <a:pt x="0" y="948882"/>
                  </a:lnTo>
                  <a:lnTo>
                    <a:pt x="324" y="955670"/>
                  </a:lnTo>
                  <a:lnTo>
                    <a:pt x="26575" y="983427"/>
                  </a:lnTo>
                  <a:lnTo>
                    <a:pt x="33339" y="984127"/>
                  </a:lnTo>
                  <a:lnTo>
                    <a:pt x="41517" y="984127"/>
                  </a:lnTo>
                  <a:lnTo>
                    <a:pt x="53961" y="981710"/>
                  </a:lnTo>
                  <a:lnTo>
                    <a:pt x="64323" y="975080"/>
                  </a:lnTo>
                  <a:lnTo>
                    <a:pt x="65370" y="973656"/>
                  </a:lnTo>
                  <a:lnTo>
                    <a:pt x="33339" y="973656"/>
                  </a:lnTo>
                  <a:lnTo>
                    <a:pt x="24108" y="971723"/>
                  </a:lnTo>
                  <a:lnTo>
                    <a:pt x="16689" y="966486"/>
                  </a:lnTo>
                  <a:lnTo>
                    <a:pt x="11875" y="958787"/>
                  </a:lnTo>
                  <a:lnTo>
                    <a:pt x="10460" y="949468"/>
                  </a:lnTo>
                  <a:lnTo>
                    <a:pt x="61778" y="32103"/>
                  </a:lnTo>
                  <a:lnTo>
                    <a:pt x="1082757" y="10470"/>
                  </a:lnTo>
                  <a:lnTo>
                    <a:pt x="1081785" y="9130"/>
                  </a:lnTo>
                  <a:lnTo>
                    <a:pt x="1071390" y="2439"/>
                  </a:lnTo>
                  <a:lnTo>
                    <a:pt x="1058857" y="0"/>
                  </a:lnTo>
                  <a:close/>
                </a:path>
                <a:path w="1143634" h="984250">
                  <a:moveTo>
                    <a:pt x="1023967" y="151461"/>
                  </a:moveTo>
                  <a:lnTo>
                    <a:pt x="1011707" y="151461"/>
                  </a:lnTo>
                  <a:lnTo>
                    <a:pt x="1017152" y="156581"/>
                  </a:lnTo>
                  <a:lnTo>
                    <a:pt x="1068679" y="952902"/>
                  </a:lnTo>
                  <a:lnTo>
                    <a:pt x="1071900" y="965167"/>
                  </a:lnTo>
                  <a:lnTo>
                    <a:pt x="1079189" y="975080"/>
                  </a:lnTo>
                  <a:lnTo>
                    <a:pt x="1089553" y="981710"/>
                  </a:lnTo>
                  <a:lnTo>
                    <a:pt x="1101997" y="984127"/>
                  </a:lnTo>
                  <a:lnTo>
                    <a:pt x="1110175" y="984127"/>
                  </a:lnTo>
                  <a:lnTo>
                    <a:pt x="1116939" y="983427"/>
                  </a:lnTo>
                  <a:lnTo>
                    <a:pt x="1123378" y="981391"/>
                  </a:lnTo>
                  <a:lnTo>
                    <a:pt x="1129280" y="978110"/>
                  </a:lnTo>
                  <a:lnTo>
                    <a:pt x="1134452" y="973656"/>
                  </a:lnTo>
                  <a:lnTo>
                    <a:pt x="1101997" y="973656"/>
                  </a:lnTo>
                  <a:lnTo>
                    <a:pt x="1093442" y="972001"/>
                  </a:lnTo>
                  <a:lnTo>
                    <a:pt x="1086332" y="967458"/>
                  </a:lnTo>
                  <a:lnTo>
                    <a:pt x="1081340" y="960655"/>
                  </a:lnTo>
                  <a:lnTo>
                    <a:pt x="1079139" y="952222"/>
                  </a:lnTo>
                  <a:lnTo>
                    <a:pt x="1028031" y="162424"/>
                  </a:lnTo>
                  <a:lnTo>
                    <a:pt x="1025824" y="153990"/>
                  </a:lnTo>
                  <a:lnTo>
                    <a:pt x="1023967" y="151461"/>
                  </a:lnTo>
                  <a:close/>
                </a:path>
                <a:path w="1143634" h="984250">
                  <a:moveTo>
                    <a:pt x="1005163" y="140990"/>
                  </a:moveTo>
                  <a:lnTo>
                    <a:pt x="138351" y="140990"/>
                  </a:lnTo>
                  <a:lnTo>
                    <a:pt x="129795" y="142644"/>
                  </a:lnTo>
                  <a:lnTo>
                    <a:pt x="122686" y="147187"/>
                  </a:lnTo>
                  <a:lnTo>
                    <a:pt x="117694" y="153990"/>
                  </a:lnTo>
                  <a:lnTo>
                    <a:pt x="115493" y="162424"/>
                  </a:lnTo>
                  <a:lnTo>
                    <a:pt x="64375" y="952222"/>
                  </a:lnTo>
                  <a:lnTo>
                    <a:pt x="62174" y="960655"/>
                  </a:lnTo>
                  <a:lnTo>
                    <a:pt x="57182" y="967458"/>
                  </a:lnTo>
                  <a:lnTo>
                    <a:pt x="50072" y="972001"/>
                  </a:lnTo>
                  <a:lnTo>
                    <a:pt x="41517" y="973656"/>
                  </a:lnTo>
                  <a:lnTo>
                    <a:pt x="65370" y="973656"/>
                  </a:lnTo>
                  <a:lnTo>
                    <a:pt x="71609" y="965167"/>
                  </a:lnTo>
                  <a:lnTo>
                    <a:pt x="74824" y="952902"/>
                  </a:lnTo>
                  <a:lnTo>
                    <a:pt x="126362" y="156581"/>
                  </a:lnTo>
                  <a:lnTo>
                    <a:pt x="131817" y="151461"/>
                  </a:lnTo>
                  <a:lnTo>
                    <a:pt x="1023967" y="151461"/>
                  </a:lnTo>
                  <a:lnTo>
                    <a:pt x="1020830" y="147187"/>
                  </a:lnTo>
                  <a:lnTo>
                    <a:pt x="1013719" y="142644"/>
                  </a:lnTo>
                  <a:lnTo>
                    <a:pt x="1005163" y="140990"/>
                  </a:lnTo>
                  <a:close/>
                </a:path>
                <a:path w="1143634" h="984250">
                  <a:moveTo>
                    <a:pt x="1082757" y="10470"/>
                  </a:moveTo>
                  <a:lnTo>
                    <a:pt x="1058857" y="10470"/>
                  </a:lnTo>
                  <a:lnTo>
                    <a:pt x="1067465" y="12144"/>
                  </a:lnTo>
                  <a:lnTo>
                    <a:pt x="1074600" y="16736"/>
                  </a:lnTo>
                  <a:lnTo>
                    <a:pt x="1079584" y="23603"/>
                  </a:lnTo>
                  <a:lnTo>
                    <a:pt x="1081736" y="32103"/>
                  </a:lnTo>
                  <a:lnTo>
                    <a:pt x="1133054" y="949468"/>
                  </a:lnTo>
                  <a:lnTo>
                    <a:pt x="1131639" y="958787"/>
                  </a:lnTo>
                  <a:lnTo>
                    <a:pt x="1126825" y="966486"/>
                  </a:lnTo>
                  <a:lnTo>
                    <a:pt x="1119406" y="971723"/>
                  </a:lnTo>
                  <a:lnTo>
                    <a:pt x="1110175" y="973656"/>
                  </a:lnTo>
                  <a:lnTo>
                    <a:pt x="1134452" y="973656"/>
                  </a:lnTo>
                  <a:lnTo>
                    <a:pt x="1138571" y="968284"/>
                  </a:lnTo>
                  <a:lnTo>
                    <a:pt x="1141516" y="962210"/>
                  </a:lnTo>
                  <a:lnTo>
                    <a:pt x="1143190" y="955670"/>
                  </a:lnTo>
                  <a:lnTo>
                    <a:pt x="1143514" y="948882"/>
                  </a:lnTo>
                  <a:lnTo>
                    <a:pt x="1092186" y="31517"/>
                  </a:lnTo>
                  <a:lnTo>
                    <a:pt x="1089047" y="19136"/>
                  </a:lnTo>
                  <a:lnTo>
                    <a:pt x="1082757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578206" y="4643809"/>
              <a:ext cx="918844" cy="399415"/>
            </a:xfrm>
            <a:custGeom>
              <a:avLst/>
              <a:gdLst/>
              <a:ahLst/>
              <a:cxnLst/>
              <a:rect l="l" t="t" r="r" b="b"/>
              <a:pathLst>
                <a:path w="918845" h="399414">
                  <a:moveTo>
                    <a:pt x="887501" y="0"/>
                  </a:moveTo>
                  <a:lnTo>
                    <a:pt x="26847" y="0"/>
                  </a:lnTo>
                  <a:lnTo>
                    <a:pt x="24554" y="2146"/>
                  </a:lnTo>
                  <a:lnTo>
                    <a:pt x="0" y="394930"/>
                  </a:lnTo>
                  <a:lnTo>
                    <a:pt x="513" y="396343"/>
                  </a:lnTo>
                  <a:lnTo>
                    <a:pt x="2502" y="398448"/>
                  </a:lnTo>
                  <a:lnTo>
                    <a:pt x="3884" y="399045"/>
                  </a:lnTo>
                  <a:lnTo>
                    <a:pt x="914453" y="399045"/>
                  </a:lnTo>
                  <a:lnTo>
                    <a:pt x="915835" y="398448"/>
                  </a:lnTo>
                  <a:lnTo>
                    <a:pt x="917825" y="396312"/>
                  </a:lnTo>
                  <a:lnTo>
                    <a:pt x="918328" y="394888"/>
                  </a:lnTo>
                  <a:lnTo>
                    <a:pt x="896663" y="96771"/>
                  </a:lnTo>
                  <a:lnTo>
                    <a:pt x="358784" y="96771"/>
                  </a:lnTo>
                  <a:lnTo>
                    <a:pt x="323864" y="65233"/>
                  </a:lnTo>
                  <a:lnTo>
                    <a:pt x="894371" y="65233"/>
                  </a:lnTo>
                  <a:lnTo>
                    <a:pt x="889784" y="2115"/>
                  </a:lnTo>
                  <a:lnTo>
                    <a:pt x="887501" y="0"/>
                  </a:lnTo>
                  <a:close/>
                </a:path>
                <a:path w="918845" h="399414">
                  <a:moveTo>
                    <a:pt x="894371" y="65233"/>
                  </a:moveTo>
                  <a:lnTo>
                    <a:pt x="594453" y="65233"/>
                  </a:lnTo>
                  <a:lnTo>
                    <a:pt x="559543" y="96771"/>
                  </a:lnTo>
                  <a:lnTo>
                    <a:pt x="896663" y="96771"/>
                  </a:lnTo>
                  <a:lnTo>
                    <a:pt x="894371" y="652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572908" y="4638574"/>
              <a:ext cx="929005" cy="409575"/>
            </a:xfrm>
            <a:custGeom>
              <a:avLst/>
              <a:gdLst/>
              <a:ahLst/>
              <a:cxnLst/>
              <a:rect l="l" t="t" r="r" b="b"/>
              <a:pathLst>
                <a:path w="929004" h="409575">
                  <a:moveTo>
                    <a:pt x="895553" y="0"/>
                  </a:moveTo>
                  <a:lnTo>
                    <a:pt x="29370" y="0"/>
                  </a:lnTo>
                  <a:lnTo>
                    <a:pt x="24795" y="4303"/>
                  </a:lnTo>
                  <a:lnTo>
                    <a:pt x="0" y="401275"/>
                  </a:lnTo>
                  <a:lnTo>
                    <a:pt x="1015" y="404113"/>
                  </a:lnTo>
                  <a:lnTo>
                    <a:pt x="4973" y="408322"/>
                  </a:lnTo>
                  <a:lnTo>
                    <a:pt x="7737" y="409516"/>
                  </a:lnTo>
                  <a:lnTo>
                    <a:pt x="921207" y="409516"/>
                  </a:lnTo>
                  <a:lnTo>
                    <a:pt x="923982" y="408312"/>
                  </a:lnTo>
                  <a:lnTo>
                    <a:pt x="927950" y="404050"/>
                  </a:lnTo>
                  <a:lnTo>
                    <a:pt x="928956" y="401191"/>
                  </a:lnTo>
                  <a:lnTo>
                    <a:pt x="928800" y="399045"/>
                  </a:lnTo>
                  <a:lnTo>
                    <a:pt x="10627" y="399045"/>
                  </a:lnTo>
                  <a:lnTo>
                    <a:pt x="34899" y="10470"/>
                  </a:lnTo>
                  <a:lnTo>
                    <a:pt x="900571" y="10470"/>
                  </a:lnTo>
                  <a:lnTo>
                    <a:pt x="900119" y="4240"/>
                  </a:lnTo>
                  <a:lnTo>
                    <a:pt x="895553" y="0"/>
                  </a:lnTo>
                  <a:close/>
                </a:path>
                <a:path w="929004" h="409575">
                  <a:moveTo>
                    <a:pt x="900571" y="10470"/>
                  </a:moveTo>
                  <a:lnTo>
                    <a:pt x="890067" y="10470"/>
                  </a:lnTo>
                  <a:lnTo>
                    <a:pt x="918296" y="399045"/>
                  </a:lnTo>
                  <a:lnTo>
                    <a:pt x="928800" y="399045"/>
                  </a:lnTo>
                  <a:lnTo>
                    <a:pt x="900571" y="10470"/>
                  </a:lnTo>
                  <a:close/>
                </a:path>
                <a:path w="929004" h="409575">
                  <a:moveTo>
                    <a:pt x="613363" y="65233"/>
                  </a:moveTo>
                  <a:lnTo>
                    <a:pt x="315561" y="65233"/>
                  </a:lnTo>
                  <a:lnTo>
                    <a:pt x="362072" y="107242"/>
                  </a:lnTo>
                  <a:lnTo>
                    <a:pt x="566851" y="107242"/>
                  </a:lnTo>
                  <a:lnTo>
                    <a:pt x="578444" y="96771"/>
                  </a:lnTo>
                  <a:lnTo>
                    <a:pt x="366104" y="96771"/>
                  </a:lnTo>
                  <a:lnTo>
                    <a:pt x="342774" y="75704"/>
                  </a:lnTo>
                  <a:lnTo>
                    <a:pt x="601770" y="75704"/>
                  </a:lnTo>
                  <a:lnTo>
                    <a:pt x="613363" y="65233"/>
                  </a:lnTo>
                  <a:close/>
                </a:path>
                <a:path w="929004" h="409575">
                  <a:moveTo>
                    <a:pt x="601770" y="75704"/>
                  </a:moveTo>
                  <a:lnTo>
                    <a:pt x="586149" y="75704"/>
                  </a:lnTo>
                  <a:lnTo>
                    <a:pt x="562831" y="96771"/>
                  </a:lnTo>
                  <a:lnTo>
                    <a:pt x="578444" y="96771"/>
                  </a:lnTo>
                  <a:lnTo>
                    <a:pt x="601770" y="75704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8403" y="4333378"/>
            <a:ext cx="2027980" cy="1129537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7559853" y="4397381"/>
            <a:ext cx="1248410" cy="1066165"/>
          </a:xfrm>
          <a:custGeom>
            <a:avLst/>
            <a:gdLst/>
            <a:ahLst/>
            <a:cxnLst/>
            <a:rect l="l" t="t" r="r" b="b"/>
            <a:pathLst>
              <a:path w="1248409" h="1066164">
                <a:moveTo>
                  <a:pt x="407250" y="474980"/>
                </a:moveTo>
                <a:lnTo>
                  <a:pt x="401193" y="468630"/>
                </a:lnTo>
                <a:lnTo>
                  <a:pt x="396786" y="468630"/>
                </a:lnTo>
                <a:lnTo>
                  <a:pt x="396786" y="481330"/>
                </a:lnTo>
                <a:lnTo>
                  <a:pt x="396786" y="483870"/>
                </a:lnTo>
                <a:lnTo>
                  <a:pt x="395465" y="485140"/>
                </a:lnTo>
                <a:lnTo>
                  <a:pt x="392087" y="485140"/>
                </a:lnTo>
                <a:lnTo>
                  <a:pt x="390766" y="483870"/>
                </a:lnTo>
                <a:lnTo>
                  <a:pt x="390766" y="481330"/>
                </a:lnTo>
                <a:lnTo>
                  <a:pt x="392137" y="480060"/>
                </a:lnTo>
                <a:lnTo>
                  <a:pt x="395414" y="480060"/>
                </a:lnTo>
                <a:lnTo>
                  <a:pt x="396786" y="481330"/>
                </a:lnTo>
                <a:lnTo>
                  <a:pt x="396786" y="468630"/>
                </a:lnTo>
                <a:lnTo>
                  <a:pt x="386346" y="468630"/>
                </a:lnTo>
                <a:lnTo>
                  <a:pt x="380301" y="474980"/>
                </a:lnTo>
                <a:lnTo>
                  <a:pt x="380301" y="490220"/>
                </a:lnTo>
                <a:lnTo>
                  <a:pt x="386346" y="496570"/>
                </a:lnTo>
                <a:lnTo>
                  <a:pt x="401193" y="496570"/>
                </a:lnTo>
                <a:lnTo>
                  <a:pt x="407250" y="490220"/>
                </a:lnTo>
                <a:lnTo>
                  <a:pt x="407250" y="485140"/>
                </a:lnTo>
                <a:lnTo>
                  <a:pt x="407250" y="480060"/>
                </a:lnTo>
                <a:lnTo>
                  <a:pt x="407250" y="474980"/>
                </a:lnTo>
                <a:close/>
              </a:path>
              <a:path w="1248409" h="1066164">
                <a:moveTo>
                  <a:pt x="407250" y="353060"/>
                </a:moveTo>
                <a:lnTo>
                  <a:pt x="401193" y="346710"/>
                </a:lnTo>
                <a:lnTo>
                  <a:pt x="396786" y="346710"/>
                </a:lnTo>
                <a:lnTo>
                  <a:pt x="396786" y="359410"/>
                </a:lnTo>
                <a:lnTo>
                  <a:pt x="396786" y="361950"/>
                </a:lnTo>
                <a:lnTo>
                  <a:pt x="395414" y="363220"/>
                </a:lnTo>
                <a:lnTo>
                  <a:pt x="392137" y="363220"/>
                </a:lnTo>
                <a:lnTo>
                  <a:pt x="390766" y="361950"/>
                </a:lnTo>
                <a:lnTo>
                  <a:pt x="390766" y="359410"/>
                </a:lnTo>
                <a:lnTo>
                  <a:pt x="392137" y="356870"/>
                </a:lnTo>
                <a:lnTo>
                  <a:pt x="395414" y="356870"/>
                </a:lnTo>
                <a:lnTo>
                  <a:pt x="396786" y="359410"/>
                </a:lnTo>
                <a:lnTo>
                  <a:pt x="396786" y="346710"/>
                </a:lnTo>
                <a:lnTo>
                  <a:pt x="386346" y="346710"/>
                </a:lnTo>
                <a:lnTo>
                  <a:pt x="380301" y="353060"/>
                </a:lnTo>
                <a:lnTo>
                  <a:pt x="380301" y="368300"/>
                </a:lnTo>
                <a:lnTo>
                  <a:pt x="386346" y="373380"/>
                </a:lnTo>
                <a:lnTo>
                  <a:pt x="401193" y="373380"/>
                </a:lnTo>
                <a:lnTo>
                  <a:pt x="407250" y="368300"/>
                </a:lnTo>
                <a:lnTo>
                  <a:pt x="407250" y="363220"/>
                </a:lnTo>
                <a:lnTo>
                  <a:pt x="407250" y="356870"/>
                </a:lnTo>
                <a:lnTo>
                  <a:pt x="407250" y="353060"/>
                </a:lnTo>
                <a:close/>
              </a:path>
              <a:path w="1248409" h="1066164">
                <a:moveTo>
                  <a:pt x="407250" y="231140"/>
                </a:moveTo>
                <a:lnTo>
                  <a:pt x="401193" y="224790"/>
                </a:lnTo>
                <a:lnTo>
                  <a:pt x="396786" y="224790"/>
                </a:lnTo>
                <a:lnTo>
                  <a:pt x="396786" y="236220"/>
                </a:lnTo>
                <a:lnTo>
                  <a:pt x="396786" y="240030"/>
                </a:lnTo>
                <a:lnTo>
                  <a:pt x="395465" y="241300"/>
                </a:lnTo>
                <a:lnTo>
                  <a:pt x="392087" y="241300"/>
                </a:lnTo>
                <a:lnTo>
                  <a:pt x="390766" y="240030"/>
                </a:lnTo>
                <a:lnTo>
                  <a:pt x="390766" y="236220"/>
                </a:lnTo>
                <a:lnTo>
                  <a:pt x="392137" y="234950"/>
                </a:lnTo>
                <a:lnTo>
                  <a:pt x="395414" y="234950"/>
                </a:lnTo>
                <a:lnTo>
                  <a:pt x="396786" y="236220"/>
                </a:lnTo>
                <a:lnTo>
                  <a:pt x="396786" y="224790"/>
                </a:lnTo>
                <a:lnTo>
                  <a:pt x="386346" y="224790"/>
                </a:lnTo>
                <a:lnTo>
                  <a:pt x="380301" y="231140"/>
                </a:lnTo>
                <a:lnTo>
                  <a:pt x="380301" y="246380"/>
                </a:lnTo>
                <a:lnTo>
                  <a:pt x="386346" y="251460"/>
                </a:lnTo>
                <a:lnTo>
                  <a:pt x="401193" y="251460"/>
                </a:lnTo>
                <a:lnTo>
                  <a:pt x="407250" y="246380"/>
                </a:lnTo>
                <a:lnTo>
                  <a:pt x="407250" y="241300"/>
                </a:lnTo>
                <a:lnTo>
                  <a:pt x="407250" y="234950"/>
                </a:lnTo>
                <a:lnTo>
                  <a:pt x="407250" y="231140"/>
                </a:lnTo>
                <a:close/>
              </a:path>
              <a:path w="1248409" h="1066164">
                <a:moveTo>
                  <a:pt x="407250" y="109220"/>
                </a:moveTo>
                <a:lnTo>
                  <a:pt x="401193" y="102870"/>
                </a:lnTo>
                <a:lnTo>
                  <a:pt x="396786" y="102870"/>
                </a:lnTo>
                <a:lnTo>
                  <a:pt x="396786" y="114300"/>
                </a:lnTo>
                <a:lnTo>
                  <a:pt x="396786" y="118110"/>
                </a:lnTo>
                <a:lnTo>
                  <a:pt x="395414" y="119380"/>
                </a:lnTo>
                <a:lnTo>
                  <a:pt x="392137" y="119380"/>
                </a:lnTo>
                <a:lnTo>
                  <a:pt x="390766" y="118110"/>
                </a:lnTo>
                <a:lnTo>
                  <a:pt x="390766" y="114300"/>
                </a:lnTo>
                <a:lnTo>
                  <a:pt x="392137" y="113030"/>
                </a:lnTo>
                <a:lnTo>
                  <a:pt x="395414" y="113030"/>
                </a:lnTo>
                <a:lnTo>
                  <a:pt x="396786" y="114300"/>
                </a:lnTo>
                <a:lnTo>
                  <a:pt x="396786" y="102870"/>
                </a:lnTo>
                <a:lnTo>
                  <a:pt x="386346" y="102870"/>
                </a:lnTo>
                <a:lnTo>
                  <a:pt x="380301" y="109220"/>
                </a:lnTo>
                <a:lnTo>
                  <a:pt x="380301" y="124460"/>
                </a:lnTo>
                <a:lnTo>
                  <a:pt x="386346" y="129540"/>
                </a:lnTo>
                <a:lnTo>
                  <a:pt x="401193" y="129540"/>
                </a:lnTo>
                <a:lnTo>
                  <a:pt x="407250" y="124460"/>
                </a:lnTo>
                <a:lnTo>
                  <a:pt x="407250" y="119380"/>
                </a:lnTo>
                <a:lnTo>
                  <a:pt x="407250" y="113030"/>
                </a:lnTo>
                <a:lnTo>
                  <a:pt x="407250" y="109220"/>
                </a:lnTo>
                <a:close/>
              </a:path>
              <a:path w="1248409" h="1066164">
                <a:moveTo>
                  <a:pt x="561060" y="474980"/>
                </a:moveTo>
                <a:lnTo>
                  <a:pt x="555002" y="468630"/>
                </a:lnTo>
                <a:lnTo>
                  <a:pt x="550583" y="468630"/>
                </a:lnTo>
                <a:lnTo>
                  <a:pt x="550583" y="481330"/>
                </a:lnTo>
                <a:lnTo>
                  <a:pt x="550583" y="483870"/>
                </a:lnTo>
                <a:lnTo>
                  <a:pt x="549262" y="485140"/>
                </a:lnTo>
                <a:lnTo>
                  <a:pt x="545896" y="485140"/>
                </a:lnTo>
                <a:lnTo>
                  <a:pt x="544576" y="483870"/>
                </a:lnTo>
                <a:lnTo>
                  <a:pt x="544576" y="481330"/>
                </a:lnTo>
                <a:lnTo>
                  <a:pt x="545960" y="480060"/>
                </a:lnTo>
                <a:lnTo>
                  <a:pt x="549211" y="480060"/>
                </a:lnTo>
                <a:lnTo>
                  <a:pt x="550583" y="481330"/>
                </a:lnTo>
                <a:lnTo>
                  <a:pt x="550583" y="468630"/>
                </a:lnTo>
                <a:lnTo>
                  <a:pt x="540156" y="468630"/>
                </a:lnTo>
                <a:lnTo>
                  <a:pt x="534111" y="474980"/>
                </a:lnTo>
                <a:lnTo>
                  <a:pt x="534111" y="490220"/>
                </a:lnTo>
                <a:lnTo>
                  <a:pt x="540156" y="496570"/>
                </a:lnTo>
                <a:lnTo>
                  <a:pt x="555002" y="496570"/>
                </a:lnTo>
                <a:lnTo>
                  <a:pt x="561060" y="490220"/>
                </a:lnTo>
                <a:lnTo>
                  <a:pt x="561060" y="485140"/>
                </a:lnTo>
                <a:lnTo>
                  <a:pt x="561060" y="480060"/>
                </a:lnTo>
                <a:lnTo>
                  <a:pt x="561060" y="474980"/>
                </a:lnTo>
                <a:close/>
              </a:path>
              <a:path w="1248409" h="1066164">
                <a:moveTo>
                  <a:pt x="561060" y="353060"/>
                </a:moveTo>
                <a:lnTo>
                  <a:pt x="555002" y="346710"/>
                </a:lnTo>
                <a:lnTo>
                  <a:pt x="550583" y="346710"/>
                </a:lnTo>
                <a:lnTo>
                  <a:pt x="550583" y="359410"/>
                </a:lnTo>
                <a:lnTo>
                  <a:pt x="550583" y="361950"/>
                </a:lnTo>
                <a:lnTo>
                  <a:pt x="549211" y="363220"/>
                </a:lnTo>
                <a:lnTo>
                  <a:pt x="545960" y="363220"/>
                </a:lnTo>
                <a:lnTo>
                  <a:pt x="544576" y="361950"/>
                </a:lnTo>
                <a:lnTo>
                  <a:pt x="544576" y="359410"/>
                </a:lnTo>
                <a:lnTo>
                  <a:pt x="545960" y="356870"/>
                </a:lnTo>
                <a:lnTo>
                  <a:pt x="549211" y="356870"/>
                </a:lnTo>
                <a:lnTo>
                  <a:pt x="550583" y="359410"/>
                </a:lnTo>
                <a:lnTo>
                  <a:pt x="550583" y="346710"/>
                </a:lnTo>
                <a:lnTo>
                  <a:pt x="540156" y="346710"/>
                </a:lnTo>
                <a:lnTo>
                  <a:pt x="534111" y="353060"/>
                </a:lnTo>
                <a:lnTo>
                  <a:pt x="534111" y="368300"/>
                </a:lnTo>
                <a:lnTo>
                  <a:pt x="540156" y="373380"/>
                </a:lnTo>
                <a:lnTo>
                  <a:pt x="555002" y="373380"/>
                </a:lnTo>
                <a:lnTo>
                  <a:pt x="561060" y="368300"/>
                </a:lnTo>
                <a:lnTo>
                  <a:pt x="561060" y="363220"/>
                </a:lnTo>
                <a:lnTo>
                  <a:pt x="561060" y="356870"/>
                </a:lnTo>
                <a:lnTo>
                  <a:pt x="561060" y="353060"/>
                </a:lnTo>
                <a:close/>
              </a:path>
              <a:path w="1248409" h="1066164">
                <a:moveTo>
                  <a:pt x="561060" y="231140"/>
                </a:moveTo>
                <a:lnTo>
                  <a:pt x="555002" y="224790"/>
                </a:lnTo>
                <a:lnTo>
                  <a:pt x="550583" y="224790"/>
                </a:lnTo>
                <a:lnTo>
                  <a:pt x="550583" y="236220"/>
                </a:lnTo>
                <a:lnTo>
                  <a:pt x="550583" y="240030"/>
                </a:lnTo>
                <a:lnTo>
                  <a:pt x="549262" y="241300"/>
                </a:lnTo>
                <a:lnTo>
                  <a:pt x="545896" y="241300"/>
                </a:lnTo>
                <a:lnTo>
                  <a:pt x="544576" y="240030"/>
                </a:lnTo>
                <a:lnTo>
                  <a:pt x="544576" y="236220"/>
                </a:lnTo>
                <a:lnTo>
                  <a:pt x="545960" y="234950"/>
                </a:lnTo>
                <a:lnTo>
                  <a:pt x="549211" y="234950"/>
                </a:lnTo>
                <a:lnTo>
                  <a:pt x="550583" y="236220"/>
                </a:lnTo>
                <a:lnTo>
                  <a:pt x="550583" y="224790"/>
                </a:lnTo>
                <a:lnTo>
                  <a:pt x="540156" y="224790"/>
                </a:lnTo>
                <a:lnTo>
                  <a:pt x="534111" y="231140"/>
                </a:lnTo>
                <a:lnTo>
                  <a:pt x="534111" y="246380"/>
                </a:lnTo>
                <a:lnTo>
                  <a:pt x="540156" y="251460"/>
                </a:lnTo>
                <a:lnTo>
                  <a:pt x="555002" y="251460"/>
                </a:lnTo>
                <a:lnTo>
                  <a:pt x="561060" y="246380"/>
                </a:lnTo>
                <a:lnTo>
                  <a:pt x="561060" y="241300"/>
                </a:lnTo>
                <a:lnTo>
                  <a:pt x="561060" y="234950"/>
                </a:lnTo>
                <a:lnTo>
                  <a:pt x="561060" y="231140"/>
                </a:lnTo>
                <a:close/>
              </a:path>
              <a:path w="1248409" h="1066164">
                <a:moveTo>
                  <a:pt x="561060" y="109220"/>
                </a:moveTo>
                <a:lnTo>
                  <a:pt x="555002" y="102870"/>
                </a:lnTo>
                <a:lnTo>
                  <a:pt x="550583" y="102870"/>
                </a:lnTo>
                <a:lnTo>
                  <a:pt x="550583" y="114300"/>
                </a:lnTo>
                <a:lnTo>
                  <a:pt x="550583" y="118110"/>
                </a:lnTo>
                <a:lnTo>
                  <a:pt x="549211" y="119380"/>
                </a:lnTo>
                <a:lnTo>
                  <a:pt x="545960" y="119380"/>
                </a:lnTo>
                <a:lnTo>
                  <a:pt x="544576" y="118110"/>
                </a:lnTo>
                <a:lnTo>
                  <a:pt x="544576" y="114300"/>
                </a:lnTo>
                <a:lnTo>
                  <a:pt x="545960" y="113030"/>
                </a:lnTo>
                <a:lnTo>
                  <a:pt x="549211" y="113030"/>
                </a:lnTo>
                <a:lnTo>
                  <a:pt x="550583" y="114300"/>
                </a:lnTo>
                <a:lnTo>
                  <a:pt x="550583" y="102870"/>
                </a:lnTo>
                <a:lnTo>
                  <a:pt x="540156" y="102870"/>
                </a:lnTo>
                <a:lnTo>
                  <a:pt x="534111" y="109220"/>
                </a:lnTo>
                <a:lnTo>
                  <a:pt x="534111" y="124460"/>
                </a:lnTo>
                <a:lnTo>
                  <a:pt x="540156" y="129540"/>
                </a:lnTo>
                <a:lnTo>
                  <a:pt x="555002" y="129540"/>
                </a:lnTo>
                <a:lnTo>
                  <a:pt x="561060" y="124460"/>
                </a:lnTo>
                <a:lnTo>
                  <a:pt x="561060" y="119380"/>
                </a:lnTo>
                <a:lnTo>
                  <a:pt x="561060" y="113030"/>
                </a:lnTo>
                <a:lnTo>
                  <a:pt x="561060" y="109220"/>
                </a:lnTo>
                <a:close/>
              </a:path>
              <a:path w="1248409" h="1066164">
                <a:moveTo>
                  <a:pt x="714870" y="474980"/>
                </a:moveTo>
                <a:lnTo>
                  <a:pt x="708812" y="468630"/>
                </a:lnTo>
                <a:lnTo>
                  <a:pt x="704405" y="468630"/>
                </a:lnTo>
                <a:lnTo>
                  <a:pt x="704405" y="481330"/>
                </a:lnTo>
                <a:lnTo>
                  <a:pt x="704405" y="483870"/>
                </a:lnTo>
                <a:lnTo>
                  <a:pt x="703059" y="485140"/>
                </a:lnTo>
                <a:lnTo>
                  <a:pt x="699604" y="485140"/>
                </a:lnTo>
                <a:lnTo>
                  <a:pt x="698284" y="483870"/>
                </a:lnTo>
                <a:lnTo>
                  <a:pt x="698284" y="481330"/>
                </a:lnTo>
                <a:lnTo>
                  <a:pt x="699655" y="480060"/>
                </a:lnTo>
                <a:lnTo>
                  <a:pt x="703008" y="480060"/>
                </a:lnTo>
                <a:lnTo>
                  <a:pt x="704405" y="481330"/>
                </a:lnTo>
                <a:lnTo>
                  <a:pt x="704405" y="468630"/>
                </a:lnTo>
                <a:lnTo>
                  <a:pt x="693864" y="468630"/>
                </a:lnTo>
                <a:lnTo>
                  <a:pt x="687819" y="474980"/>
                </a:lnTo>
                <a:lnTo>
                  <a:pt x="687819" y="490220"/>
                </a:lnTo>
                <a:lnTo>
                  <a:pt x="693864" y="496570"/>
                </a:lnTo>
                <a:lnTo>
                  <a:pt x="708812" y="496570"/>
                </a:lnTo>
                <a:lnTo>
                  <a:pt x="714870" y="490220"/>
                </a:lnTo>
                <a:lnTo>
                  <a:pt x="714870" y="485140"/>
                </a:lnTo>
                <a:lnTo>
                  <a:pt x="714870" y="480060"/>
                </a:lnTo>
                <a:lnTo>
                  <a:pt x="714870" y="474980"/>
                </a:lnTo>
                <a:close/>
              </a:path>
              <a:path w="1248409" h="1066164">
                <a:moveTo>
                  <a:pt x="714870" y="353060"/>
                </a:moveTo>
                <a:lnTo>
                  <a:pt x="708812" y="346710"/>
                </a:lnTo>
                <a:lnTo>
                  <a:pt x="704405" y="346710"/>
                </a:lnTo>
                <a:lnTo>
                  <a:pt x="704405" y="359410"/>
                </a:lnTo>
                <a:lnTo>
                  <a:pt x="704405" y="361950"/>
                </a:lnTo>
                <a:lnTo>
                  <a:pt x="703008" y="363220"/>
                </a:lnTo>
                <a:lnTo>
                  <a:pt x="699655" y="363220"/>
                </a:lnTo>
                <a:lnTo>
                  <a:pt x="698284" y="361950"/>
                </a:lnTo>
                <a:lnTo>
                  <a:pt x="698284" y="359410"/>
                </a:lnTo>
                <a:lnTo>
                  <a:pt x="699655" y="356870"/>
                </a:lnTo>
                <a:lnTo>
                  <a:pt x="703008" y="356870"/>
                </a:lnTo>
                <a:lnTo>
                  <a:pt x="704405" y="359410"/>
                </a:lnTo>
                <a:lnTo>
                  <a:pt x="704405" y="346710"/>
                </a:lnTo>
                <a:lnTo>
                  <a:pt x="693864" y="346710"/>
                </a:lnTo>
                <a:lnTo>
                  <a:pt x="687819" y="353060"/>
                </a:lnTo>
                <a:lnTo>
                  <a:pt x="687819" y="368300"/>
                </a:lnTo>
                <a:lnTo>
                  <a:pt x="693864" y="373380"/>
                </a:lnTo>
                <a:lnTo>
                  <a:pt x="708812" y="373380"/>
                </a:lnTo>
                <a:lnTo>
                  <a:pt x="714870" y="368300"/>
                </a:lnTo>
                <a:lnTo>
                  <a:pt x="714870" y="363220"/>
                </a:lnTo>
                <a:lnTo>
                  <a:pt x="714870" y="356870"/>
                </a:lnTo>
                <a:lnTo>
                  <a:pt x="714870" y="353060"/>
                </a:lnTo>
                <a:close/>
              </a:path>
              <a:path w="1248409" h="1066164">
                <a:moveTo>
                  <a:pt x="714870" y="231140"/>
                </a:moveTo>
                <a:lnTo>
                  <a:pt x="708812" y="224790"/>
                </a:lnTo>
                <a:lnTo>
                  <a:pt x="704405" y="224790"/>
                </a:lnTo>
                <a:lnTo>
                  <a:pt x="704405" y="236220"/>
                </a:lnTo>
                <a:lnTo>
                  <a:pt x="704405" y="240030"/>
                </a:lnTo>
                <a:lnTo>
                  <a:pt x="703059" y="241300"/>
                </a:lnTo>
                <a:lnTo>
                  <a:pt x="699604" y="241300"/>
                </a:lnTo>
                <a:lnTo>
                  <a:pt x="698284" y="240030"/>
                </a:lnTo>
                <a:lnTo>
                  <a:pt x="698284" y="236220"/>
                </a:lnTo>
                <a:lnTo>
                  <a:pt x="699655" y="234950"/>
                </a:lnTo>
                <a:lnTo>
                  <a:pt x="703008" y="234950"/>
                </a:lnTo>
                <a:lnTo>
                  <a:pt x="704405" y="236220"/>
                </a:lnTo>
                <a:lnTo>
                  <a:pt x="704405" y="224790"/>
                </a:lnTo>
                <a:lnTo>
                  <a:pt x="693864" y="224790"/>
                </a:lnTo>
                <a:lnTo>
                  <a:pt x="687819" y="231140"/>
                </a:lnTo>
                <a:lnTo>
                  <a:pt x="687819" y="246380"/>
                </a:lnTo>
                <a:lnTo>
                  <a:pt x="693864" y="251460"/>
                </a:lnTo>
                <a:lnTo>
                  <a:pt x="708812" y="251460"/>
                </a:lnTo>
                <a:lnTo>
                  <a:pt x="714870" y="246380"/>
                </a:lnTo>
                <a:lnTo>
                  <a:pt x="714870" y="241300"/>
                </a:lnTo>
                <a:lnTo>
                  <a:pt x="714870" y="234950"/>
                </a:lnTo>
                <a:lnTo>
                  <a:pt x="714870" y="231140"/>
                </a:lnTo>
                <a:close/>
              </a:path>
              <a:path w="1248409" h="1066164">
                <a:moveTo>
                  <a:pt x="714870" y="109220"/>
                </a:moveTo>
                <a:lnTo>
                  <a:pt x="708812" y="102870"/>
                </a:lnTo>
                <a:lnTo>
                  <a:pt x="704405" y="102870"/>
                </a:lnTo>
                <a:lnTo>
                  <a:pt x="704405" y="114300"/>
                </a:lnTo>
                <a:lnTo>
                  <a:pt x="704405" y="118110"/>
                </a:lnTo>
                <a:lnTo>
                  <a:pt x="703008" y="119380"/>
                </a:lnTo>
                <a:lnTo>
                  <a:pt x="699655" y="119380"/>
                </a:lnTo>
                <a:lnTo>
                  <a:pt x="698284" y="118110"/>
                </a:lnTo>
                <a:lnTo>
                  <a:pt x="698284" y="114300"/>
                </a:lnTo>
                <a:lnTo>
                  <a:pt x="699655" y="113030"/>
                </a:lnTo>
                <a:lnTo>
                  <a:pt x="703008" y="113030"/>
                </a:lnTo>
                <a:lnTo>
                  <a:pt x="704405" y="114300"/>
                </a:lnTo>
                <a:lnTo>
                  <a:pt x="704405" y="102870"/>
                </a:lnTo>
                <a:lnTo>
                  <a:pt x="693864" y="102870"/>
                </a:lnTo>
                <a:lnTo>
                  <a:pt x="687819" y="109220"/>
                </a:lnTo>
                <a:lnTo>
                  <a:pt x="687819" y="124460"/>
                </a:lnTo>
                <a:lnTo>
                  <a:pt x="693864" y="129540"/>
                </a:lnTo>
                <a:lnTo>
                  <a:pt x="708812" y="129540"/>
                </a:lnTo>
                <a:lnTo>
                  <a:pt x="714870" y="124460"/>
                </a:lnTo>
                <a:lnTo>
                  <a:pt x="714870" y="119380"/>
                </a:lnTo>
                <a:lnTo>
                  <a:pt x="714870" y="113030"/>
                </a:lnTo>
                <a:lnTo>
                  <a:pt x="714870" y="109220"/>
                </a:lnTo>
                <a:close/>
              </a:path>
              <a:path w="1248409" h="1066164">
                <a:moveTo>
                  <a:pt x="868578" y="474980"/>
                </a:moveTo>
                <a:lnTo>
                  <a:pt x="862520" y="468630"/>
                </a:lnTo>
                <a:lnTo>
                  <a:pt x="858100" y="468630"/>
                </a:lnTo>
                <a:lnTo>
                  <a:pt x="858100" y="481330"/>
                </a:lnTo>
                <a:lnTo>
                  <a:pt x="858100" y="483870"/>
                </a:lnTo>
                <a:lnTo>
                  <a:pt x="856792" y="485140"/>
                </a:lnTo>
                <a:lnTo>
                  <a:pt x="853414" y="485140"/>
                </a:lnTo>
                <a:lnTo>
                  <a:pt x="852093" y="483870"/>
                </a:lnTo>
                <a:lnTo>
                  <a:pt x="852093" y="481330"/>
                </a:lnTo>
                <a:lnTo>
                  <a:pt x="853478" y="480060"/>
                </a:lnTo>
                <a:lnTo>
                  <a:pt x="856729" y="480060"/>
                </a:lnTo>
                <a:lnTo>
                  <a:pt x="858100" y="481330"/>
                </a:lnTo>
                <a:lnTo>
                  <a:pt x="858100" y="468630"/>
                </a:lnTo>
                <a:lnTo>
                  <a:pt x="847686" y="468630"/>
                </a:lnTo>
                <a:lnTo>
                  <a:pt x="841629" y="474980"/>
                </a:lnTo>
                <a:lnTo>
                  <a:pt x="841629" y="490220"/>
                </a:lnTo>
                <a:lnTo>
                  <a:pt x="847686" y="496570"/>
                </a:lnTo>
                <a:lnTo>
                  <a:pt x="862520" y="496570"/>
                </a:lnTo>
                <a:lnTo>
                  <a:pt x="868578" y="490220"/>
                </a:lnTo>
                <a:lnTo>
                  <a:pt x="868578" y="485140"/>
                </a:lnTo>
                <a:lnTo>
                  <a:pt x="868578" y="480060"/>
                </a:lnTo>
                <a:lnTo>
                  <a:pt x="868578" y="474980"/>
                </a:lnTo>
                <a:close/>
              </a:path>
              <a:path w="1248409" h="1066164">
                <a:moveTo>
                  <a:pt x="868578" y="353060"/>
                </a:moveTo>
                <a:lnTo>
                  <a:pt x="862520" y="346710"/>
                </a:lnTo>
                <a:lnTo>
                  <a:pt x="858100" y="346710"/>
                </a:lnTo>
                <a:lnTo>
                  <a:pt x="858100" y="359410"/>
                </a:lnTo>
                <a:lnTo>
                  <a:pt x="858100" y="361950"/>
                </a:lnTo>
                <a:lnTo>
                  <a:pt x="856729" y="363220"/>
                </a:lnTo>
                <a:lnTo>
                  <a:pt x="853478" y="363220"/>
                </a:lnTo>
                <a:lnTo>
                  <a:pt x="852093" y="361950"/>
                </a:lnTo>
                <a:lnTo>
                  <a:pt x="852093" y="359410"/>
                </a:lnTo>
                <a:lnTo>
                  <a:pt x="853478" y="356870"/>
                </a:lnTo>
                <a:lnTo>
                  <a:pt x="856729" y="356870"/>
                </a:lnTo>
                <a:lnTo>
                  <a:pt x="858100" y="359410"/>
                </a:lnTo>
                <a:lnTo>
                  <a:pt x="858100" y="346710"/>
                </a:lnTo>
                <a:lnTo>
                  <a:pt x="847686" y="346710"/>
                </a:lnTo>
                <a:lnTo>
                  <a:pt x="841629" y="353060"/>
                </a:lnTo>
                <a:lnTo>
                  <a:pt x="841629" y="368300"/>
                </a:lnTo>
                <a:lnTo>
                  <a:pt x="847686" y="373380"/>
                </a:lnTo>
                <a:lnTo>
                  <a:pt x="862520" y="373380"/>
                </a:lnTo>
                <a:lnTo>
                  <a:pt x="868578" y="368300"/>
                </a:lnTo>
                <a:lnTo>
                  <a:pt x="868578" y="363220"/>
                </a:lnTo>
                <a:lnTo>
                  <a:pt x="868578" y="356870"/>
                </a:lnTo>
                <a:lnTo>
                  <a:pt x="868578" y="353060"/>
                </a:lnTo>
                <a:close/>
              </a:path>
              <a:path w="1248409" h="1066164">
                <a:moveTo>
                  <a:pt x="868578" y="231140"/>
                </a:moveTo>
                <a:lnTo>
                  <a:pt x="862520" y="224790"/>
                </a:lnTo>
                <a:lnTo>
                  <a:pt x="858100" y="224790"/>
                </a:lnTo>
                <a:lnTo>
                  <a:pt x="858100" y="236220"/>
                </a:lnTo>
                <a:lnTo>
                  <a:pt x="858100" y="240030"/>
                </a:lnTo>
                <a:lnTo>
                  <a:pt x="856792" y="241300"/>
                </a:lnTo>
                <a:lnTo>
                  <a:pt x="853414" y="241300"/>
                </a:lnTo>
                <a:lnTo>
                  <a:pt x="852093" y="240030"/>
                </a:lnTo>
                <a:lnTo>
                  <a:pt x="852093" y="236220"/>
                </a:lnTo>
                <a:lnTo>
                  <a:pt x="853478" y="234950"/>
                </a:lnTo>
                <a:lnTo>
                  <a:pt x="856729" y="234950"/>
                </a:lnTo>
                <a:lnTo>
                  <a:pt x="858100" y="236220"/>
                </a:lnTo>
                <a:lnTo>
                  <a:pt x="858100" y="224790"/>
                </a:lnTo>
                <a:lnTo>
                  <a:pt x="847686" y="224790"/>
                </a:lnTo>
                <a:lnTo>
                  <a:pt x="841629" y="231140"/>
                </a:lnTo>
                <a:lnTo>
                  <a:pt x="841629" y="246380"/>
                </a:lnTo>
                <a:lnTo>
                  <a:pt x="847686" y="251460"/>
                </a:lnTo>
                <a:lnTo>
                  <a:pt x="862520" y="251460"/>
                </a:lnTo>
                <a:lnTo>
                  <a:pt x="868578" y="246380"/>
                </a:lnTo>
                <a:lnTo>
                  <a:pt x="868578" y="241300"/>
                </a:lnTo>
                <a:lnTo>
                  <a:pt x="868578" y="234950"/>
                </a:lnTo>
                <a:lnTo>
                  <a:pt x="868578" y="231140"/>
                </a:lnTo>
                <a:close/>
              </a:path>
              <a:path w="1248409" h="1066164">
                <a:moveTo>
                  <a:pt x="868578" y="109220"/>
                </a:moveTo>
                <a:lnTo>
                  <a:pt x="862520" y="102870"/>
                </a:lnTo>
                <a:lnTo>
                  <a:pt x="858100" y="102870"/>
                </a:lnTo>
                <a:lnTo>
                  <a:pt x="858100" y="114300"/>
                </a:lnTo>
                <a:lnTo>
                  <a:pt x="858100" y="118110"/>
                </a:lnTo>
                <a:lnTo>
                  <a:pt x="856729" y="119380"/>
                </a:lnTo>
                <a:lnTo>
                  <a:pt x="853478" y="119380"/>
                </a:lnTo>
                <a:lnTo>
                  <a:pt x="852093" y="118110"/>
                </a:lnTo>
                <a:lnTo>
                  <a:pt x="852093" y="114300"/>
                </a:lnTo>
                <a:lnTo>
                  <a:pt x="853478" y="113030"/>
                </a:lnTo>
                <a:lnTo>
                  <a:pt x="856729" y="113030"/>
                </a:lnTo>
                <a:lnTo>
                  <a:pt x="858100" y="114300"/>
                </a:lnTo>
                <a:lnTo>
                  <a:pt x="858100" y="102870"/>
                </a:lnTo>
                <a:lnTo>
                  <a:pt x="847686" y="102870"/>
                </a:lnTo>
                <a:lnTo>
                  <a:pt x="841629" y="109220"/>
                </a:lnTo>
                <a:lnTo>
                  <a:pt x="841629" y="124460"/>
                </a:lnTo>
                <a:lnTo>
                  <a:pt x="847686" y="129540"/>
                </a:lnTo>
                <a:lnTo>
                  <a:pt x="862520" y="129540"/>
                </a:lnTo>
                <a:lnTo>
                  <a:pt x="868578" y="124460"/>
                </a:lnTo>
                <a:lnTo>
                  <a:pt x="868578" y="119380"/>
                </a:lnTo>
                <a:lnTo>
                  <a:pt x="868578" y="113030"/>
                </a:lnTo>
                <a:lnTo>
                  <a:pt x="868578" y="109220"/>
                </a:lnTo>
                <a:close/>
              </a:path>
              <a:path w="1248409" h="1066164">
                <a:moveTo>
                  <a:pt x="999070" y="39370"/>
                </a:moveTo>
                <a:lnTo>
                  <a:pt x="995946" y="24130"/>
                </a:lnTo>
                <a:lnTo>
                  <a:pt x="988606" y="13208"/>
                </a:lnTo>
                <a:lnTo>
                  <a:pt x="988606" y="39370"/>
                </a:lnTo>
                <a:lnTo>
                  <a:pt x="988606" y="552450"/>
                </a:lnTo>
                <a:lnTo>
                  <a:pt x="986294" y="563880"/>
                </a:lnTo>
                <a:lnTo>
                  <a:pt x="979995" y="572770"/>
                </a:lnTo>
                <a:lnTo>
                  <a:pt x="970686" y="579120"/>
                </a:lnTo>
                <a:lnTo>
                  <a:pt x="959307" y="581660"/>
                </a:lnTo>
                <a:lnTo>
                  <a:pt x="288798" y="581660"/>
                </a:lnTo>
                <a:lnTo>
                  <a:pt x="277418" y="579120"/>
                </a:lnTo>
                <a:lnTo>
                  <a:pt x="268097" y="572770"/>
                </a:lnTo>
                <a:lnTo>
                  <a:pt x="261810" y="563880"/>
                </a:lnTo>
                <a:lnTo>
                  <a:pt x="259499" y="552450"/>
                </a:lnTo>
                <a:lnTo>
                  <a:pt x="259499" y="39370"/>
                </a:lnTo>
                <a:lnTo>
                  <a:pt x="261810" y="27940"/>
                </a:lnTo>
                <a:lnTo>
                  <a:pt x="268097" y="19050"/>
                </a:lnTo>
                <a:lnTo>
                  <a:pt x="277418" y="12700"/>
                </a:lnTo>
                <a:lnTo>
                  <a:pt x="288798" y="10160"/>
                </a:lnTo>
                <a:lnTo>
                  <a:pt x="959307" y="10160"/>
                </a:lnTo>
                <a:lnTo>
                  <a:pt x="970686" y="12700"/>
                </a:lnTo>
                <a:lnTo>
                  <a:pt x="979995" y="19050"/>
                </a:lnTo>
                <a:lnTo>
                  <a:pt x="986294" y="27940"/>
                </a:lnTo>
                <a:lnTo>
                  <a:pt x="988606" y="39370"/>
                </a:lnTo>
                <a:lnTo>
                  <a:pt x="988606" y="13208"/>
                </a:lnTo>
                <a:lnTo>
                  <a:pt x="987412" y="11430"/>
                </a:lnTo>
                <a:lnTo>
                  <a:pt x="985608" y="10160"/>
                </a:lnTo>
                <a:lnTo>
                  <a:pt x="974775" y="2540"/>
                </a:lnTo>
                <a:lnTo>
                  <a:pt x="959307" y="0"/>
                </a:lnTo>
                <a:lnTo>
                  <a:pt x="288798" y="0"/>
                </a:lnTo>
                <a:lnTo>
                  <a:pt x="273329" y="2540"/>
                </a:lnTo>
                <a:lnTo>
                  <a:pt x="260692" y="11430"/>
                </a:lnTo>
                <a:lnTo>
                  <a:pt x="252158" y="24130"/>
                </a:lnTo>
                <a:lnTo>
                  <a:pt x="249021" y="39370"/>
                </a:lnTo>
                <a:lnTo>
                  <a:pt x="249021" y="552450"/>
                </a:lnTo>
                <a:lnTo>
                  <a:pt x="252158" y="567690"/>
                </a:lnTo>
                <a:lnTo>
                  <a:pt x="260692" y="580390"/>
                </a:lnTo>
                <a:lnTo>
                  <a:pt x="273329" y="589280"/>
                </a:lnTo>
                <a:lnTo>
                  <a:pt x="288798" y="591820"/>
                </a:lnTo>
                <a:lnTo>
                  <a:pt x="959307" y="591820"/>
                </a:lnTo>
                <a:lnTo>
                  <a:pt x="995946" y="567690"/>
                </a:lnTo>
                <a:lnTo>
                  <a:pt x="999070" y="552450"/>
                </a:lnTo>
                <a:lnTo>
                  <a:pt x="999070" y="39370"/>
                </a:lnTo>
                <a:close/>
              </a:path>
              <a:path w="1248409" h="1066164">
                <a:moveTo>
                  <a:pt x="1248092" y="826439"/>
                </a:moveTo>
                <a:lnTo>
                  <a:pt x="1243406" y="821753"/>
                </a:lnTo>
                <a:lnTo>
                  <a:pt x="1237627" y="821753"/>
                </a:lnTo>
                <a:lnTo>
                  <a:pt x="1237627" y="832218"/>
                </a:lnTo>
                <a:lnTo>
                  <a:pt x="1237627" y="1055166"/>
                </a:lnTo>
                <a:lnTo>
                  <a:pt x="1186357" y="1055166"/>
                </a:lnTo>
                <a:lnTo>
                  <a:pt x="1186357" y="894740"/>
                </a:lnTo>
                <a:lnTo>
                  <a:pt x="1186357" y="884275"/>
                </a:lnTo>
                <a:lnTo>
                  <a:pt x="61747" y="884275"/>
                </a:lnTo>
                <a:lnTo>
                  <a:pt x="61747" y="1055166"/>
                </a:lnTo>
                <a:lnTo>
                  <a:pt x="10464" y="1055166"/>
                </a:lnTo>
                <a:lnTo>
                  <a:pt x="10464" y="832218"/>
                </a:lnTo>
                <a:lnTo>
                  <a:pt x="1237627" y="832218"/>
                </a:lnTo>
                <a:lnTo>
                  <a:pt x="1237627" y="821753"/>
                </a:lnTo>
                <a:lnTo>
                  <a:pt x="1213802" y="821753"/>
                </a:lnTo>
                <a:lnTo>
                  <a:pt x="1219987" y="817575"/>
                </a:lnTo>
                <a:lnTo>
                  <a:pt x="1221790" y="816356"/>
                </a:lnTo>
                <a:lnTo>
                  <a:pt x="1230325" y="803681"/>
                </a:lnTo>
                <a:lnTo>
                  <a:pt x="1233449" y="788174"/>
                </a:lnTo>
                <a:lnTo>
                  <a:pt x="1233449" y="213372"/>
                </a:lnTo>
                <a:lnTo>
                  <a:pt x="1230325" y="197866"/>
                </a:lnTo>
                <a:lnTo>
                  <a:pt x="1222984" y="186969"/>
                </a:lnTo>
                <a:lnTo>
                  <a:pt x="1222984" y="213372"/>
                </a:lnTo>
                <a:lnTo>
                  <a:pt x="1222984" y="788174"/>
                </a:lnTo>
                <a:lnTo>
                  <a:pt x="1220673" y="799604"/>
                </a:lnTo>
                <a:lnTo>
                  <a:pt x="1214374" y="808951"/>
                </a:lnTo>
                <a:lnTo>
                  <a:pt x="1205064" y="815251"/>
                </a:lnTo>
                <a:lnTo>
                  <a:pt x="1193685" y="817575"/>
                </a:lnTo>
                <a:lnTo>
                  <a:pt x="1047292" y="817575"/>
                </a:lnTo>
                <a:lnTo>
                  <a:pt x="1035862" y="815251"/>
                </a:lnTo>
                <a:lnTo>
                  <a:pt x="1026515" y="808951"/>
                </a:lnTo>
                <a:lnTo>
                  <a:pt x="1020216" y="799604"/>
                </a:lnTo>
                <a:lnTo>
                  <a:pt x="1017892" y="788174"/>
                </a:lnTo>
                <a:lnTo>
                  <a:pt x="1017892" y="213372"/>
                </a:lnTo>
                <a:lnTo>
                  <a:pt x="1020216" y="201942"/>
                </a:lnTo>
                <a:lnTo>
                  <a:pt x="1026515" y="192595"/>
                </a:lnTo>
                <a:lnTo>
                  <a:pt x="1035862" y="186283"/>
                </a:lnTo>
                <a:lnTo>
                  <a:pt x="1047292" y="183972"/>
                </a:lnTo>
                <a:lnTo>
                  <a:pt x="1193685" y="183972"/>
                </a:lnTo>
                <a:lnTo>
                  <a:pt x="1205064" y="186283"/>
                </a:lnTo>
                <a:lnTo>
                  <a:pt x="1214374" y="192595"/>
                </a:lnTo>
                <a:lnTo>
                  <a:pt x="1220673" y="201942"/>
                </a:lnTo>
                <a:lnTo>
                  <a:pt x="1222984" y="213372"/>
                </a:lnTo>
                <a:lnTo>
                  <a:pt x="1222984" y="186969"/>
                </a:lnTo>
                <a:lnTo>
                  <a:pt x="1221790" y="185191"/>
                </a:lnTo>
                <a:lnTo>
                  <a:pt x="1219987" y="183972"/>
                </a:lnTo>
                <a:lnTo>
                  <a:pt x="1209141" y="176644"/>
                </a:lnTo>
                <a:lnTo>
                  <a:pt x="1193685" y="173507"/>
                </a:lnTo>
                <a:lnTo>
                  <a:pt x="1047292" y="173507"/>
                </a:lnTo>
                <a:lnTo>
                  <a:pt x="1031786" y="176644"/>
                </a:lnTo>
                <a:lnTo>
                  <a:pt x="1019111" y="185191"/>
                </a:lnTo>
                <a:lnTo>
                  <a:pt x="1010564" y="197866"/>
                </a:lnTo>
                <a:lnTo>
                  <a:pt x="1007427" y="213372"/>
                </a:lnTo>
                <a:lnTo>
                  <a:pt x="1007427" y="788174"/>
                </a:lnTo>
                <a:lnTo>
                  <a:pt x="1010564" y="803681"/>
                </a:lnTo>
                <a:lnTo>
                  <a:pt x="1019111" y="816356"/>
                </a:lnTo>
                <a:lnTo>
                  <a:pt x="1027112" y="821753"/>
                </a:lnTo>
                <a:lnTo>
                  <a:pt x="979424" y="821753"/>
                </a:lnTo>
                <a:lnTo>
                  <a:pt x="985608" y="817575"/>
                </a:lnTo>
                <a:lnTo>
                  <a:pt x="987412" y="816356"/>
                </a:lnTo>
                <a:lnTo>
                  <a:pt x="995946" y="803681"/>
                </a:lnTo>
                <a:lnTo>
                  <a:pt x="999070" y="788174"/>
                </a:lnTo>
                <a:lnTo>
                  <a:pt x="999070" y="641883"/>
                </a:lnTo>
                <a:lnTo>
                  <a:pt x="995946" y="626389"/>
                </a:lnTo>
                <a:lnTo>
                  <a:pt x="988606" y="615492"/>
                </a:lnTo>
                <a:lnTo>
                  <a:pt x="988606" y="641883"/>
                </a:lnTo>
                <a:lnTo>
                  <a:pt x="988606" y="788174"/>
                </a:lnTo>
                <a:lnTo>
                  <a:pt x="986294" y="799604"/>
                </a:lnTo>
                <a:lnTo>
                  <a:pt x="979995" y="808951"/>
                </a:lnTo>
                <a:lnTo>
                  <a:pt x="970686" y="815263"/>
                </a:lnTo>
                <a:lnTo>
                  <a:pt x="959307" y="817575"/>
                </a:lnTo>
                <a:lnTo>
                  <a:pt x="288798" y="817575"/>
                </a:lnTo>
                <a:lnTo>
                  <a:pt x="277418" y="815263"/>
                </a:lnTo>
                <a:lnTo>
                  <a:pt x="268097" y="808951"/>
                </a:lnTo>
                <a:lnTo>
                  <a:pt x="261810" y="799604"/>
                </a:lnTo>
                <a:lnTo>
                  <a:pt x="259499" y="788174"/>
                </a:lnTo>
                <a:lnTo>
                  <a:pt x="259499" y="641883"/>
                </a:lnTo>
                <a:lnTo>
                  <a:pt x="261810" y="630453"/>
                </a:lnTo>
                <a:lnTo>
                  <a:pt x="268097" y="621106"/>
                </a:lnTo>
                <a:lnTo>
                  <a:pt x="277418" y="614807"/>
                </a:lnTo>
                <a:lnTo>
                  <a:pt x="288798" y="612495"/>
                </a:lnTo>
                <a:lnTo>
                  <a:pt x="959307" y="612495"/>
                </a:lnTo>
                <a:lnTo>
                  <a:pt x="970686" y="614807"/>
                </a:lnTo>
                <a:lnTo>
                  <a:pt x="979995" y="621106"/>
                </a:lnTo>
                <a:lnTo>
                  <a:pt x="986294" y="630453"/>
                </a:lnTo>
                <a:lnTo>
                  <a:pt x="988606" y="641883"/>
                </a:lnTo>
                <a:lnTo>
                  <a:pt x="988606" y="615492"/>
                </a:lnTo>
                <a:lnTo>
                  <a:pt x="987412" y="613714"/>
                </a:lnTo>
                <a:lnTo>
                  <a:pt x="985608" y="612495"/>
                </a:lnTo>
                <a:lnTo>
                  <a:pt x="974763" y="605155"/>
                </a:lnTo>
                <a:lnTo>
                  <a:pt x="959307" y="602018"/>
                </a:lnTo>
                <a:lnTo>
                  <a:pt x="288798" y="602018"/>
                </a:lnTo>
                <a:lnTo>
                  <a:pt x="273329" y="605155"/>
                </a:lnTo>
                <a:lnTo>
                  <a:pt x="260680" y="613714"/>
                </a:lnTo>
                <a:lnTo>
                  <a:pt x="252158" y="626389"/>
                </a:lnTo>
                <a:lnTo>
                  <a:pt x="249021" y="641883"/>
                </a:lnTo>
                <a:lnTo>
                  <a:pt x="249021" y="788174"/>
                </a:lnTo>
                <a:lnTo>
                  <a:pt x="252158" y="803681"/>
                </a:lnTo>
                <a:lnTo>
                  <a:pt x="260680" y="816356"/>
                </a:lnTo>
                <a:lnTo>
                  <a:pt x="268655" y="821753"/>
                </a:lnTo>
                <a:lnTo>
                  <a:pt x="220967" y="821753"/>
                </a:lnTo>
                <a:lnTo>
                  <a:pt x="227177" y="817575"/>
                </a:lnTo>
                <a:lnTo>
                  <a:pt x="228981" y="816356"/>
                </a:lnTo>
                <a:lnTo>
                  <a:pt x="237528" y="803681"/>
                </a:lnTo>
                <a:lnTo>
                  <a:pt x="240665" y="788174"/>
                </a:lnTo>
                <a:lnTo>
                  <a:pt x="240665" y="213372"/>
                </a:lnTo>
                <a:lnTo>
                  <a:pt x="237528" y="197866"/>
                </a:lnTo>
                <a:lnTo>
                  <a:pt x="230200" y="187007"/>
                </a:lnTo>
                <a:lnTo>
                  <a:pt x="230200" y="213372"/>
                </a:lnTo>
                <a:lnTo>
                  <a:pt x="230200" y="788174"/>
                </a:lnTo>
                <a:lnTo>
                  <a:pt x="227888" y="799604"/>
                </a:lnTo>
                <a:lnTo>
                  <a:pt x="221576" y="808951"/>
                </a:lnTo>
                <a:lnTo>
                  <a:pt x="212229" y="815251"/>
                </a:lnTo>
                <a:lnTo>
                  <a:pt x="200799" y="817575"/>
                </a:lnTo>
                <a:lnTo>
                  <a:pt x="54419" y="817575"/>
                </a:lnTo>
                <a:lnTo>
                  <a:pt x="43040" y="815251"/>
                </a:lnTo>
                <a:lnTo>
                  <a:pt x="33731" y="808951"/>
                </a:lnTo>
                <a:lnTo>
                  <a:pt x="27432" y="799604"/>
                </a:lnTo>
                <a:lnTo>
                  <a:pt x="25120" y="788174"/>
                </a:lnTo>
                <a:lnTo>
                  <a:pt x="25120" y="213372"/>
                </a:lnTo>
                <a:lnTo>
                  <a:pt x="27432" y="201942"/>
                </a:lnTo>
                <a:lnTo>
                  <a:pt x="33731" y="192595"/>
                </a:lnTo>
                <a:lnTo>
                  <a:pt x="43040" y="186283"/>
                </a:lnTo>
                <a:lnTo>
                  <a:pt x="54419" y="183972"/>
                </a:lnTo>
                <a:lnTo>
                  <a:pt x="200799" y="183972"/>
                </a:lnTo>
                <a:lnTo>
                  <a:pt x="212229" y="186283"/>
                </a:lnTo>
                <a:lnTo>
                  <a:pt x="221576" y="192595"/>
                </a:lnTo>
                <a:lnTo>
                  <a:pt x="227888" y="201942"/>
                </a:lnTo>
                <a:lnTo>
                  <a:pt x="230200" y="213372"/>
                </a:lnTo>
                <a:lnTo>
                  <a:pt x="230200" y="187007"/>
                </a:lnTo>
                <a:lnTo>
                  <a:pt x="228981" y="185191"/>
                </a:lnTo>
                <a:lnTo>
                  <a:pt x="227177" y="183972"/>
                </a:lnTo>
                <a:lnTo>
                  <a:pt x="216306" y="176644"/>
                </a:lnTo>
                <a:lnTo>
                  <a:pt x="200799" y="173507"/>
                </a:lnTo>
                <a:lnTo>
                  <a:pt x="54419" y="173507"/>
                </a:lnTo>
                <a:lnTo>
                  <a:pt x="38950" y="176644"/>
                </a:lnTo>
                <a:lnTo>
                  <a:pt x="26314" y="185191"/>
                </a:lnTo>
                <a:lnTo>
                  <a:pt x="17780" y="197866"/>
                </a:lnTo>
                <a:lnTo>
                  <a:pt x="14655" y="213372"/>
                </a:lnTo>
                <a:lnTo>
                  <a:pt x="14655" y="788174"/>
                </a:lnTo>
                <a:lnTo>
                  <a:pt x="17780" y="803681"/>
                </a:lnTo>
                <a:lnTo>
                  <a:pt x="26314" y="816356"/>
                </a:lnTo>
                <a:lnTo>
                  <a:pt x="34290" y="821753"/>
                </a:lnTo>
                <a:lnTo>
                  <a:pt x="4686" y="821753"/>
                </a:lnTo>
                <a:lnTo>
                  <a:pt x="0" y="826439"/>
                </a:lnTo>
                <a:lnTo>
                  <a:pt x="0" y="1060958"/>
                </a:lnTo>
                <a:lnTo>
                  <a:pt x="4686" y="1065644"/>
                </a:lnTo>
                <a:lnTo>
                  <a:pt x="67525" y="1065644"/>
                </a:lnTo>
                <a:lnTo>
                  <a:pt x="72212" y="1060958"/>
                </a:lnTo>
                <a:lnTo>
                  <a:pt x="72212" y="1055166"/>
                </a:lnTo>
                <a:lnTo>
                  <a:pt x="72212" y="894740"/>
                </a:lnTo>
                <a:lnTo>
                  <a:pt x="1175880" y="894740"/>
                </a:lnTo>
                <a:lnTo>
                  <a:pt x="1175880" y="1060958"/>
                </a:lnTo>
                <a:lnTo>
                  <a:pt x="1180579" y="1065644"/>
                </a:lnTo>
                <a:lnTo>
                  <a:pt x="1243406" y="1065644"/>
                </a:lnTo>
                <a:lnTo>
                  <a:pt x="1248092" y="1060958"/>
                </a:lnTo>
                <a:lnTo>
                  <a:pt x="1248092" y="1055166"/>
                </a:lnTo>
                <a:lnTo>
                  <a:pt x="1248092" y="832218"/>
                </a:lnTo>
                <a:lnTo>
                  <a:pt x="1248092" y="82643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0551125" y="2391774"/>
            <a:ext cx="819785" cy="502920"/>
          </a:xfrm>
          <a:custGeom>
            <a:avLst/>
            <a:gdLst/>
            <a:ahLst/>
            <a:cxnLst/>
            <a:rect l="l" t="t" r="r" b="b"/>
            <a:pathLst>
              <a:path w="819784" h="502919">
                <a:moveTo>
                  <a:pt x="764971" y="0"/>
                </a:moveTo>
                <a:lnTo>
                  <a:pt x="54417" y="0"/>
                </a:lnTo>
                <a:lnTo>
                  <a:pt x="33254" y="4282"/>
                </a:lnTo>
                <a:lnTo>
                  <a:pt x="15955" y="15955"/>
                </a:lnTo>
                <a:lnTo>
                  <a:pt x="4282" y="33254"/>
                </a:lnTo>
                <a:lnTo>
                  <a:pt x="0" y="54417"/>
                </a:lnTo>
                <a:lnTo>
                  <a:pt x="0" y="448269"/>
                </a:lnTo>
                <a:lnTo>
                  <a:pt x="4282" y="469427"/>
                </a:lnTo>
                <a:lnTo>
                  <a:pt x="15955" y="486727"/>
                </a:lnTo>
                <a:lnTo>
                  <a:pt x="33254" y="498402"/>
                </a:lnTo>
                <a:lnTo>
                  <a:pt x="54417" y="502686"/>
                </a:lnTo>
                <a:lnTo>
                  <a:pt x="764971" y="502686"/>
                </a:lnTo>
                <a:lnTo>
                  <a:pt x="786134" y="498402"/>
                </a:lnTo>
                <a:lnTo>
                  <a:pt x="795301" y="492215"/>
                </a:lnTo>
                <a:lnTo>
                  <a:pt x="54417" y="492215"/>
                </a:lnTo>
                <a:lnTo>
                  <a:pt x="37293" y="488754"/>
                </a:lnTo>
                <a:lnTo>
                  <a:pt x="23326" y="479324"/>
                </a:lnTo>
                <a:lnTo>
                  <a:pt x="13918" y="465353"/>
                </a:lnTo>
                <a:lnTo>
                  <a:pt x="10470" y="448269"/>
                </a:lnTo>
                <a:lnTo>
                  <a:pt x="10470" y="54417"/>
                </a:lnTo>
                <a:lnTo>
                  <a:pt x="13918" y="37333"/>
                </a:lnTo>
                <a:lnTo>
                  <a:pt x="23326" y="23361"/>
                </a:lnTo>
                <a:lnTo>
                  <a:pt x="37293" y="13931"/>
                </a:lnTo>
                <a:lnTo>
                  <a:pt x="54417" y="10470"/>
                </a:lnTo>
                <a:lnTo>
                  <a:pt x="795305" y="10470"/>
                </a:lnTo>
                <a:lnTo>
                  <a:pt x="786134" y="4282"/>
                </a:lnTo>
                <a:lnTo>
                  <a:pt x="764971" y="0"/>
                </a:lnTo>
                <a:close/>
              </a:path>
              <a:path w="819784" h="502919">
                <a:moveTo>
                  <a:pt x="795305" y="10470"/>
                </a:moveTo>
                <a:lnTo>
                  <a:pt x="764971" y="10470"/>
                </a:lnTo>
                <a:lnTo>
                  <a:pt x="782055" y="13931"/>
                </a:lnTo>
                <a:lnTo>
                  <a:pt x="796026" y="23361"/>
                </a:lnTo>
                <a:lnTo>
                  <a:pt x="805456" y="37333"/>
                </a:lnTo>
                <a:lnTo>
                  <a:pt x="808917" y="54417"/>
                </a:lnTo>
                <a:lnTo>
                  <a:pt x="808917" y="448269"/>
                </a:lnTo>
                <a:lnTo>
                  <a:pt x="805456" y="465353"/>
                </a:lnTo>
                <a:lnTo>
                  <a:pt x="796026" y="479324"/>
                </a:lnTo>
                <a:lnTo>
                  <a:pt x="782055" y="488754"/>
                </a:lnTo>
                <a:lnTo>
                  <a:pt x="764971" y="492215"/>
                </a:lnTo>
                <a:lnTo>
                  <a:pt x="795301" y="492215"/>
                </a:lnTo>
                <a:lnTo>
                  <a:pt x="803433" y="486727"/>
                </a:lnTo>
                <a:lnTo>
                  <a:pt x="815106" y="469427"/>
                </a:lnTo>
                <a:lnTo>
                  <a:pt x="819388" y="448269"/>
                </a:lnTo>
                <a:lnTo>
                  <a:pt x="819388" y="54417"/>
                </a:lnTo>
                <a:lnTo>
                  <a:pt x="815106" y="33254"/>
                </a:lnTo>
                <a:lnTo>
                  <a:pt x="803433" y="15955"/>
                </a:lnTo>
                <a:lnTo>
                  <a:pt x="795305" y="104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8690959" y="2391774"/>
            <a:ext cx="1024255" cy="502920"/>
          </a:xfrm>
          <a:custGeom>
            <a:avLst/>
            <a:gdLst/>
            <a:ahLst/>
            <a:cxnLst/>
            <a:rect l="l" t="t" r="r" b="b"/>
            <a:pathLst>
              <a:path w="1024254" h="502919">
                <a:moveTo>
                  <a:pt x="969562" y="0"/>
                </a:moveTo>
                <a:lnTo>
                  <a:pt x="54427" y="0"/>
                </a:lnTo>
                <a:lnTo>
                  <a:pt x="33263" y="4282"/>
                </a:lnTo>
                <a:lnTo>
                  <a:pt x="15960" y="15955"/>
                </a:lnTo>
                <a:lnTo>
                  <a:pt x="4284" y="33254"/>
                </a:lnTo>
                <a:lnTo>
                  <a:pt x="0" y="54417"/>
                </a:lnTo>
                <a:lnTo>
                  <a:pt x="0" y="448269"/>
                </a:lnTo>
                <a:lnTo>
                  <a:pt x="4284" y="469427"/>
                </a:lnTo>
                <a:lnTo>
                  <a:pt x="15960" y="486727"/>
                </a:lnTo>
                <a:lnTo>
                  <a:pt x="33263" y="498402"/>
                </a:lnTo>
                <a:lnTo>
                  <a:pt x="54427" y="502686"/>
                </a:lnTo>
                <a:lnTo>
                  <a:pt x="969562" y="502686"/>
                </a:lnTo>
                <a:lnTo>
                  <a:pt x="990725" y="498402"/>
                </a:lnTo>
                <a:lnTo>
                  <a:pt x="999892" y="492215"/>
                </a:lnTo>
                <a:lnTo>
                  <a:pt x="54427" y="492215"/>
                </a:lnTo>
                <a:lnTo>
                  <a:pt x="37341" y="488754"/>
                </a:lnTo>
                <a:lnTo>
                  <a:pt x="23367" y="479324"/>
                </a:lnTo>
                <a:lnTo>
                  <a:pt x="13933" y="465353"/>
                </a:lnTo>
                <a:lnTo>
                  <a:pt x="10470" y="448269"/>
                </a:lnTo>
                <a:lnTo>
                  <a:pt x="10470" y="54417"/>
                </a:lnTo>
                <a:lnTo>
                  <a:pt x="13933" y="37333"/>
                </a:lnTo>
                <a:lnTo>
                  <a:pt x="23367" y="23361"/>
                </a:lnTo>
                <a:lnTo>
                  <a:pt x="37341" y="13931"/>
                </a:lnTo>
                <a:lnTo>
                  <a:pt x="54427" y="10470"/>
                </a:lnTo>
                <a:lnTo>
                  <a:pt x="999896" y="10470"/>
                </a:lnTo>
                <a:lnTo>
                  <a:pt x="990725" y="4282"/>
                </a:lnTo>
                <a:lnTo>
                  <a:pt x="969562" y="0"/>
                </a:lnTo>
                <a:close/>
              </a:path>
              <a:path w="1024254" h="502919">
                <a:moveTo>
                  <a:pt x="999896" y="10470"/>
                </a:moveTo>
                <a:lnTo>
                  <a:pt x="969562" y="10470"/>
                </a:lnTo>
                <a:lnTo>
                  <a:pt x="986646" y="13931"/>
                </a:lnTo>
                <a:lnTo>
                  <a:pt x="1000617" y="23361"/>
                </a:lnTo>
                <a:lnTo>
                  <a:pt x="1010047" y="37333"/>
                </a:lnTo>
                <a:lnTo>
                  <a:pt x="1013508" y="54417"/>
                </a:lnTo>
                <a:lnTo>
                  <a:pt x="1013508" y="448269"/>
                </a:lnTo>
                <a:lnTo>
                  <a:pt x="1010047" y="465353"/>
                </a:lnTo>
                <a:lnTo>
                  <a:pt x="1000617" y="479324"/>
                </a:lnTo>
                <a:lnTo>
                  <a:pt x="986646" y="488754"/>
                </a:lnTo>
                <a:lnTo>
                  <a:pt x="969562" y="492215"/>
                </a:lnTo>
                <a:lnTo>
                  <a:pt x="999892" y="492215"/>
                </a:lnTo>
                <a:lnTo>
                  <a:pt x="1008024" y="486727"/>
                </a:lnTo>
                <a:lnTo>
                  <a:pt x="1019696" y="469427"/>
                </a:lnTo>
                <a:lnTo>
                  <a:pt x="1023979" y="448269"/>
                </a:lnTo>
                <a:lnTo>
                  <a:pt x="1023979" y="54417"/>
                </a:lnTo>
                <a:lnTo>
                  <a:pt x="1019696" y="33254"/>
                </a:lnTo>
                <a:lnTo>
                  <a:pt x="1008024" y="15955"/>
                </a:lnTo>
                <a:lnTo>
                  <a:pt x="999896" y="104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1369102" y="2650565"/>
            <a:ext cx="245745" cy="745490"/>
          </a:xfrm>
          <a:custGeom>
            <a:avLst/>
            <a:gdLst/>
            <a:ahLst/>
            <a:cxnLst/>
            <a:rect l="l" t="t" r="r" b="b"/>
            <a:pathLst>
              <a:path w="245745" h="745489">
                <a:moveTo>
                  <a:pt x="204998" y="0"/>
                </a:moveTo>
                <a:lnTo>
                  <a:pt x="39475" y="0"/>
                </a:lnTo>
                <a:lnTo>
                  <a:pt x="38595" y="125"/>
                </a:lnTo>
                <a:lnTo>
                  <a:pt x="23549" y="3792"/>
                </a:lnTo>
                <a:lnTo>
                  <a:pt x="11283" y="12588"/>
                </a:lnTo>
                <a:lnTo>
                  <a:pt x="3025" y="25260"/>
                </a:lnTo>
                <a:lnTo>
                  <a:pt x="0" y="40553"/>
                </a:lnTo>
                <a:lnTo>
                  <a:pt x="0" y="712690"/>
                </a:lnTo>
                <a:lnTo>
                  <a:pt x="30587" y="743929"/>
                </a:lnTo>
                <a:lnTo>
                  <a:pt x="40543" y="745160"/>
                </a:lnTo>
                <a:lnTo>
                  <a:pt x="204998" y="745160"/>
                </a:lnTo>
                <a:lnTo>
                  <a:pt x="220766" y="741969"/>
                </a:lnTo>
                <a:lnTo>
                  <a:pt x="231557" y="734689"/>
                </a:lnTo>
                <a:lnTo>
                  <a:pt x="40543" y="734689"/>
                </a:lnTo>
                <a:lnTo>
                  <a:pt x="32984" y="733740"/>
                </a:lnTo>
                <a:lnTo>
                  <a:pt x="10470" y="710763"/>
                </a:lnTo>
                <a:lnTo>
                  <a:pt x="10470" y="40553"/>
                </a:lnTo>
                <a:lnTo>
                  <a:pt x="12767" y="29026"/>
                </a:lnTo>
                <a:lnTo>
                  <a:pt x="19037" y="19551"/>
                </a:lnTo>
                <a:lnTo>
                  <a:pt x="28348" y="13080"/>
                </a:lnTo>
                <a:lnTo>
                  <a:pt x="39768" y="10565"/>
                </a:lnTo>
                <a:lnTo>
                  <a:pt x="40061" y="10470"/>
                </a:lnTo>
                <a:lnTo>
                  <a:pt x="231556" y="10470"/>
                </a:lnTo>
                <a:lnTo>
                  <a:pt x="220766" y="3191"/>
                </a:lnTo>
                <a:lnTo>
                  <a:pt x="204998" y="0"/>
                </a:lnTo>
                <a:close/>
              </a:path>
              <a:path w="245745" h="745489">
                <a:moveTo>
                  <a:pt x="231556" y="10470"/>
                </a:moveTo>
                <a:lnTo>
                  <a:pt x="204998" y="10470"/>
                </a:lnTo>
                <a:lnTo>
                  <a:pt x="216705" y="12835"/>
                </a:lnTo>
                <a:lnTo>
                  <a:pt x="226267" y="19284"/>
                </a:lnTo>
                <a:lnTo>
                  <a:pt x="232716" y="28847"/>
                </a:lnTo>
                <a:lnTo>
                  <a:pt x="235081" y="40553"/>
                </a:lnTo>
                <a:lnTo>
                  <a:pt x="235081" y="704617"/>
                </a:lnTo>
                <a:lnTo>
                  <a:pt x="232716" y="716317"/>
                </a:lnTo>
                <a:lnTo>
                  <a:pt x="226267" y="725877"/>
                </a:lnTo>
                <a:lnTo>
                  <a:pt x="216705" y="732324"/>
                </a:lnTo>
                <a:lnTo>
                  <a:pt x="204998" y="734689"/>
                </a:lnTo>
                <a:lnTo>
                  <a:pt x="231557" y="734689"/>
                </a:lnTo>
                <a:lnTo>
                  <a:pt x="233659" y="733272"/>
                </a:lnTo>
                <a:lnTo>
                  <a:pt x="242359" y="720383"/>
                </a:lnTo>
                <a:lnTo>
                  <a:pt x="245552" y="704617"/>
                </a:lnTo>
                <a:lnTo>
                  <a:pt x="245552" y="40553"/>
                </a:lnTo>
                <a:lnTo>
                  <a:pt x="242359" y="24781"/>
                </a:lnTo>
                <a:lnTo>
                  <a:pt x="233659" y="11889"/>
                </a:lnTo>
                <a:lnTo>
                  <a:pt x="231556" y="104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8446508" y="2650565"/>
            <a:ext cx="245745" cy="745490"/>
          </a:xfrm>
          <a:custGeom>
            <a:avLst/>
            <a:gdLst/>
            <a:ahLst/>
            <a:cxnLst/>
            <a:rect l="l" t="t" r="r" b="b"/>
            <a:pathLst>
              <a:path w="245745" h="745489">
                <a:moveTo>
                  <a:pt x="205009" y="0"/>
                </a:moveTo>
                <a:lnTo>
                  <a:pt x="39485" y="0"/>
                </a:lnTo>
                <a:lnTo>
                  <a:pt x="38595" y="125"/>
                </a:lnTo>
                <a:lnTo>
                  <a:pt x="23549" y="3796"/>
                </a:lnTo>
                <a:lnTo>
                  <a:pt x="11283" y="12592"/>
                </a:lnTo>
                <a:lnTo>
                  <a:pt x="3025" y="25262"/>
                </a:lnTo>
                <a:lnTo>
                  <a:pt x="0" y="40553"/>
                </a:lnTo>
                <a:lnTo>
                  <a:pt x="0" y="712700"/>
                </a:lnTo>
                <a:lnTo>
                  <a:pt x="30592" y="743929"/>
                </a:lnTo>
                <a:lnTo>
                  <a:pt x="40553" y="745160"/>
                </a:lnTo>
                <a:lnTo>
                  <a:pt x="205009" y="745160"/>
                </a:lnTo>
                <a:lnTo>
                  <a:pt x="220777" y="741969"/>
                </a:lnTo>
                <a:lnTo>
                  <a:pt x="231568" y="734689"/>
                </a:lnTo>
                <a:lnTo>
                  <a:pt x="40553" y="734689"/>
                </a:lnTo>
                <a:lnTo>
                  <a:pt x="32993" y="733740"/>
                </a:lnTo>
                <a:lnTo>
                  <a:pt x="10470" y="710763"/>
                </a:lnTo>
                <a:lnTo>
                  <a:pt x="10470" y="40553"/>
                </a:lnTo>
                <a:lnTo>
                  <a:pt x="12769" y="29026"/>
                </a:lnTo>
                <a:lnTo>
                  <a:pt x="19042" y="19551"/>
                </a:lnTo>
                <a:lnTo>
                  <a:pt x="28356" y="13080"/>
                </a:lnTo>
                <a:lnTo>
                  <a:pt x="39778" y="10565"/>
                </a:lnTo>
                <a:lnTo>
                  <a:pt x="40072" y="10470"/>
                </a:lnTo>
                <a:lnTo>
                  <a:pt x="231566" y="10470"/>
                </a:lnTo>
                <a:lnTo>
                  <a:pt x="220777" y="3191"/>
                </a:lnTo>
                <a:lnTo>
                  <a:pt x="205009" y="0"/>
                </a:lnTo>
                <a:close/>
              </a:path>
              <a:path w="245745" h="745489">
                <a:moveTo>
                  <a:pt x="231566" y="10470"/>
                </a:moveTo>
                <a:lnTo>
                  <a:pt x="205009" y="10470"/>
                </a:lnTo>
                <a:lnTo>
                  <a:pt x="216711" y="12835"/>
                </a:lnTo>
                <a:lnTo>
                  <a:pt x="226274" y="19284"/>
                </a:lnTo>
                <a:lnTo>
                  <a:pt x="232725" y="28847"/>
                </a:lnTo>
                <a:lnTo>
                  <a:pt x="235092" y="40553"/>
                </a:lnTo>
                <a:lnTo>
                  <a:pt x="235092" y="704617"/>
                </a:lnTo>
                <a:lnTo>
                  <a:pt x="232725" y="716317"/>
                </a:lnTo>
                <a:lnTo>
                  <a:pt x="226274" y="725877"/>
                </a:lnTo>
                <a:lnTo>
                  <a:pt x="216711" y="732324"/>
                </a:lnTo>
                <a:lnTo>
                  <a:pt x="205009" y="734689"/>
                </a:lnTo>
                <a:lnTo>
                  <a:pt x="231568" y="734689"/>
                </a:lnTo>
                <a:lnTo>
                  <a:pt x="233669" y="733272"/>
                </a:lnTo>
                <a:lnTo>
                  <a:pt x="242370" y="720383"/>
                </a:lnTo>
                <a:lnTo>
                  <a:pt x="245563" y="704617"/>
                </a:lnTo>
                <a:lnTo>
                  <a:pt x="245563" y="40553"/>
                </a:lnTo>
                <a:lnTo>
                  <a:pt x="242370" y="24781"/>
                </a:lnTo>
                <a:lnTo>
                  <a:pt x="233669" y="11889"/>
                </a:lnTo>
                <a:lnTo>
                  <a:pt x="231566" y="104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1349570" y="2893241"/>
            <a:ext cx="24130" cy="26034"/>
          </a:xfrm>
          <a:custGeom>
            <a:avLst/>
            <a:gdLst/>
            <a:ahLst/>
            <a:cxnLst/>
            <a:rect l="l" t="t" r="r" b="b"/>
            <a:pathLst>
              <a:path w="24129" h="26035">
                <a:moveTo>
                  <a:pt x="12198" y="0"/>
                </a:moveTo>
                <a:lnTo>
                  <a:pt x="8617" y="0"/>
                </a:lnTo>
                <a:lnTo>
                  <a:pt x="6774" y="492"/>
                </a:lnTo>
                <a:lnTo>
                  <a:pt x="1947" y="3350"/>
                </a:lnTo>
                <a:lnTo>
                  <a:pt x="0" y="6774"/>
                </a:lnTo>
                <a:lnTo>
                  <a:pt x="0" y="19004"/>
                </a:lnTo>
                <a:lnTo>
                  <a:pt x="2209" y="22606"/>
                </a:lnTo>
                <a:lnTo>
                  <a:pt x="7224" y="25161"/>
                </a:lnTo>
                <a:lnTo>
                  <a:pt x="8847" y="25528"/>
                </a:lnTo>
                <a:lnTo>
                  <a:pt x="12648" y="25528"/>
                </a:lnTo>
                <a:lnTo>
                  <a:pt x="14816" y="24857"/>
                </a:lnTo>
                <a:lnTo>
                  <a:pt x="19371" y="21507"/>
                </a:lnTo>
                <a:lnTo>
                  <a:pt x="22805" y="18418"/>
                </a:lnTo>
                <a:lnTo>
                  <a:pt x="24062" y="15591"/>
                </a:lnTo>
                <a:lnTo>
                  <a:pt x="24062" y="15057"/>
                </a:lnTo>
                <a:lnTo>
                  <a:pt x="10470" y="15057"/>
                </a:lnTo>
                <a:lnTo>
                  <a:pt x="10470" y="10470"/>
                </a:lnTo>
                <a:lnTo>
                  <a:pt x="24062" y="10470"/>
                </a:lnTo>
                <a:lnTo>
                  <a:pt x="24062" y="9654"/>
                </a:lnTo>
                <a:lnTo>
                  <a:pt x="22805" y="6827"/>
                </a:lnTo>
                <a:lnTo>
                  <a:pt x="19151" y="3528"/>
                </a:lnTo>
                <a:lnTo>
                  <a:pt x="17475" y="2366"/>
                </a:lnTo>
                <a:lnTo>
                  <a:pt x="13926" y="429"/>
                </a:lnTo>
                <a:lnTo>
                  <a:pt x="12198" y="0"/>
                </a:lnTo>
                <a:close/>
              </a:path>
              <a:path w="24129" h="26035">
                <a:moveTo>
                  <a:pt x="24062" y="10470"/>
                </a:moveTo>
                <a:lnTo>
                  <a:pt x="10470" y="10470"/>
                </a:lnTo>
                <a:lnTo>
                  <a:pt x="11549" y="11057"/>
                </a:lnTo>
                <a:lnTo>
                  <a:pt x="12617" y="11737"/>
                </a:lnTo>
                <a:lnTo>
                  <a:pt x="13591" y="12617"/>
                </a:lnTo>
                <a:lnTo>
                  <a:pt x="12617" y="13496"/>
                </a:lnTo>
                <a:lnTo>
                  <a:pt x="10470" y="15057"/>
                </a:lnTo>
                <a:lnTo>
                  <a:pt x="24062" y="15057"/>
                </a:lnTo>
                <a:lnTo>
                  <a:pt x="24062" y="104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" name="object 40" descr=""/>
          <p:cNvGrpSpPr/>
          <p:nvPr/>
        </p:nvGrpSpPr>
        <p:grpSpPr>
          <a:xfrm>
            <a:off x="8690961" y="2391774"/>
            <a:ext cx="2679700" cy="1004569"/>
            <a:chOff x="8690961" y="2391774"/>
            <a:chExt cx="2679700" cy="1004569"/>
          </a:xfrm>
        </p:grpSpPr>
        <p:sp>
          <p:nvSpPr>
            <p:cNvPr id="41" name="object 41" descr=""/>
            <p:cNvSpPr/>
            <p:nvPr/>
          </p:nvSpPr>
          <p:spPr>
            <a:xfrm>
              <a:off x="9723300" y="2391774"/>
              <a:ext cx="819785" cy="502920"/>
            </a:xfrm>
            <a:custGeom>
              <a:avLst/>
              <a:gdLst/>
              <a:ahLst/>
              <a:cxnLst/>
              <a:rect l="l" t="t" r="r" b="b"/>
              <a:pathLst>
                <a:path w="819784" h="502919">
                  <a:moveTo>
                    <a:pt x="765055" y="0"/>
                  </a:moveTo>
                  <a:lnTo>
                    <a:pt x="54406" y="0"/>
                  </a:lnTo>
                  <a:lnTo>
                    <a:pt x="33249" y="4282"/>
                  </a:lnTo>
                  <a:lnTo>
                    <a:pt x="15953" y="15955"/>
                  </a:lnTo>
                  <a:lnTo>
                    <a:pt x="4282" y="33254"/>
                  </a:lnTo>
                  <a:lnTo>
                    <a:pt x="0" y="54417"/>
                  </a:lnTo>
                  <a:lnTo>
                    <a:pt x="0" y="448269"/>
                  </a:lnTo>
                  <a:lnTo>
                    <a:pt x="4282" y="469427"/>
                  </a:lnTo>
                  <a:lnTo>
                    <a:pt x="15953" y="486727"/>
                  </a:lnTo>
                  <a:lnTo>
                    <a:pt x="33249" y="498402"/>
                  </a:lnTo>
                  <a:lnTo>
                    <a:pt x="54406" y="502686"/>
                  </a:lnTo>
                  <a:lnTo>
                    <a:pt x="765055" y="502686"/>
                  </a:lnTo>
                  <a:lnTo>
                    <a:pt x="786218" y="498402"/>
                  </a:lnTo>
                  <a:lnTo>
                    <a:pt x="795385" y="492215"/>
                  </a:lnTo>
                  <a:lnTo>
                    <a:pt x="54406" y="492215"/>
                  </a:lnTo>
                  <a:lnTo>
                    <a:pt x="37324" y="488754"/>
                  </a:lnTo>
                  <a:lnTo>
                    <a:pt x="23356" y="479324"/>
                  </a:lnTo>
                  <a:lnTo>
                    <a:pt x="13930" y="465353"/>
                  </a:lnTo>
                  <a:lnTo>
                    <a:pt x="10470" y="448269"/>
                  </a:lnTo>
                  <a:lnTo>
                    <a:pt x="10470" y="54417"/>
                  </a:lnTo>
                  <a:lnTo>
                    <a:pt x="13930" y="37333"/>
                  </a:lnTo>
                  <a:lnTo>
                    <a:pt x="23356" y="23361"/>
                  </a:lnTo>
                  <a:lnTo>
                    <a:pt x="37324" y="13931"/>
                  </a:lnTo>
                  <a:lnTo>
                    <a:pt x="54406" y="10470"/>
                  </a:lnTo>
                  <a:lnTo>
                    <a:pt x="795389" y="10470"/>
                  </a:lnTo>
                  <a:lnTo>
                    <a:pt x="786218" y="4282"/>
                  </a:lnTo>
                  <a:lnTo>
                    <a:pt x="765055" y="0"/>
                  </a:lnTo>
                  <a:close/>
                </a:path>
                <a:path w="819784" h="502919">
                  <a:moveTo>
                    <a:pt x="795389" y="10470"/>
                  </a:moveTo>
                  <a:lnTo>
                    <a:pt x="765055" y="10470"/>
                  </a:lnTo>
                  <a:lnTo>
                    <a:pt x="782139" y="13931"/>
                  </a:lnTo>
                  <a:lnTo>
                    <a:pt x="796110" y="23361"/>
                  </a:lnTo>
                  <a:lnTo>
                    <a:pt x="805540" y="37333"/>
                  </a:lnTo>
                  <a:lnTo>
                    <a:pt x="809001" y="54417"/>
                  </a:lnTo>
                  <a:lnTo>
                    <a:pt x="809001" y="448269"/>
                  </a:lnTo>
                  <a:lnTo>
                    <a:pt x="805540" y="465353"/>
                  </a:lnTo>
                  <a:lnTo>
                    <a:pt x="796110" y="479324"/>
                  </a:lnTo>
                  <a:lnTo>
                    <a:pt x="782139" y="488754"/>
                  </a:lnTo>
                  <a:lnTo>
                    <a:pt x="765055" y="492215"/>
                  </a:lnTo>
                  <a:lnTo>
                    <a:pt x="795385" y="492215"/>
                  </a:lnTo>
                  <a:lnTo>
                    <a:pt x="803517" y="486727"/>
                  </a:lnTo>
                  <a:lnTo>
                    <a:pt x="815189" y="469427"/>
                  </a:lnTo>
                  <a:lnTo>
                    <a:pt x="819472" y="448269"/>
                  </a:lnTo>
                  <a:lnTo>
                    <a:pt x="819472" y="54417"/>
                  </a:lnTo>
                  <a:lnTo>
                    <a:pt x="815189" y="33254"/>
                  </a:lnTo>
                  <a:lnTo>
                    <a:pt x="803517" y="15955"/>
                  </a:lnTo>
                  <a:lnTo>
                    <a:pt x="795389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696207" y="2903064"/>
              <a:ext cx="2669540" cy="235585"/>
            </a:xfrm>
            <a:custGeom>
              <a:avLst/>
              <a:gdLst/>
              <a:ahLst/>
              <a:cxnLst/>
              <a:rect l="l" t="t" r="r" b="b"/>
              <a:pathLst>
                <a:path w="2669540" h="235585">
                  <a:moveTo>
                    <a:pt x="2637825" y="0"/>
                  </a:moveTo>
                  <a:lnTo>
                    <a:pt x="31234" y="0"/>
                  </a:lnTo>
                  <a:lnTo>
                    <a:pt x="19083" y="2459"/>
                  </a:lnTo>
                  <a:lnTo>
                    <a:pt x="9154" y="9163"/>
                  </a:lnTo>
                  <a:lnTo>
                    <a:pt x="2456" y="19096"/>
                  </a:lnTo>
                  <a:lnTo>
                    <a:pt x="0" y="31245"/>
                  </a:lnTo>
                  <a:lnTo>
                    <a:pt x="0" y="204098"/>
                  </a:lnTo>
                  <a:lnTo>
                    <a:pt x="2456" y="216251"/>
                  </a:lnTo>
                  <a:lnTo>
                    <a:pt x="9154" y="226184"/>
                  </a:lnTo>
                  <a:lnTo>
                    <a:pt x="19083" y="232885"/>
                  </a:lnTo>
                  <a:lnTo>
                    <a:pt x="31234" y="235343"/>
                  </a:lnTo>
                  <a:lnTo>
                    <a:pt x="2637825" y="235343"/>
                  </a:lnTo>
                  <a:lnTo>
                    <a:pt x="2649974" y="232885"/>
                  </a:lnTo>
                  <a:lnTo>
                    <a:pt x="2659907" y="226184"/>
                  </a:lnTo>
                  <a:lnTo>
                    <a:pt x="2666610" y="216251"/>
                  </a:lnTo>
                  <a:lnTo>
                    <a:pt x="2669070" y="204098"/>
                  </a:lnTo>
                  <a:lnTo>
                    <a:pt x="2669070" y="31245"/>
                  </a:lnTo>
                  <a:lnTo>
                    <a:pt x="2666610" y="19096"/>
                  </a:lnTo>
                  <a:lnTo>
                    <a:pt x="2659907" y="9163"/>
                  </a:lnTo>
                  <a:lnTo>
                    <a:pt x="2649974" y="2459"/>
                  </a:lnTo>
                  <a:lnTo>
                    <a:pt x="2637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690953" y="2897841"/>
              <a:ext cx="2679700" cy="498475"/>
            </a:xfrm>
            <a:custGeom>
              <a:avLst/>
              <a:gdLst/>
              <a:ahLst/>
              <a:cxnLst/>
              <a:rect l="l" t="t" r="r" b="b"/>
              <a:pathLst>
                <a:path w="2679700" h="498475">
                  <a:moveTo>
                    <a:pt x="2679560" y="288556"/>
                  </a:moveTo>
                  <a:lnTo>
                    <a:pt x="2676677" y="274370"/>
                  </a:lnTo>
                  <a:lnTo>
                    <a:pt x="2669082" y="263118"/>
                  </a:lnTo>
                  <a:lnTo>
                    <a:pt x="2669082" y="288556"/>
                  </a:lnTo>
                  <a:lnTo>
                    <a:pt x="2669082" y="461416"/>
                  </a:lnTo>
                  <a:lnTo>
                    <a:pt x="2667025" y="471512"/>
                  </a:lnTo>
                  <a:lnTo>
                    <a:pt x="2661437" y="479780"/>
                  </a:lnTo>
                  <a:lnTo>
                    <a:pt x="2653169" y="485368"/>
                  </a:lnTo>
                  <a:lnTo>
                    <a:pt x="2643073" y="487426"/>
                  </a:lnTo>
                  <a:lnTo>
                    <a:pt x="36487" y="487426"/>
                  </a:lnTo>
                  <a:lnTo>
                    <a:pt x="26390" y="485368"/>
                  </a:lnTo>
                  <a:lnTo>
                    <a:pt x="18110" y="479780"/>
                  </a:lnTo>
                  <a:lnTo>
                    <a:pt x="12522" y="471512"/>
                  </a:lnTo>
                  <a:lnTo>
                    <a:pt x="10477" y="461416"/>
                  </a:lnTo>
                  <a:lnTo>
                    <a:pt x="10477" y="288556"/>
                  </a:lnTo>
                  <a:lnTo>
                    <a:pt x="12522" y="278460"/>
                  </a:lnTo>
                  <a:lnTo>
                    <a:pt x="18110" y="270192"/>
                  </a:lnTo>
                  <a:lnTo>
                    <a:pt x="26390" y="264604"/>
                  </a:lnTo>
                  <a:lnTo>
                    <a:pt x="36487" y="262547"/>
                  </a:lnTo>
                  <a:lnTo>
                    <a:pt x="2643073" y="262547"/>
                  </a:lnTo>
                  <a:lnTo>
                    <a:pt x="2653169" y="264604"/>
                  </a:lnTo>
                  <a:lnTo>
                    <a:pt x="2661437" y="270192"/>
                  </a:lnTo>
                  <a:lnTo>
                    <a:pt x="2667025" y="278460"/>
                  </a:lnTo>
                  <a:lnTo>
                    <a:pt x="2669082" y="288556"/>
                  </a:lnTo>
                  <a:lnTo>
                    <a:pt x="2669082" y="263118"/>
                  </a:lnTo>
                  <a:lnTo>
                    <a:pt x="2668854" y="262775"/>
                  </a:lnTo>
                  <a:lnTo>
                    <a:pt x="2668524" y="262547"/>
                  </a:lnTo>
                  <a:lnTo>
                    <a:pt x="2657259" y="254952"/>
                  </a:lnTo>
                  <a:lnTo>
                    <a:pt x="2643073" y="252082"/>
                  </a:lnTo>
                  <a:lnTo>
                    <a:pt x="36487" y="252082"/>
                  </a:lnTo>
                  <a:lnTo>
                    <a:pt x="22301" y="254952"/>
                  </a:lnTo>
                  <a:lnTo>
                    <a:pt x="10693" y="262775"/>
                  </a:lnTo>
                  <a:lnTo>
                    <a:pt x="2870" y="274370"/>
                  </a:lnTo>
                  <a:lnTo>
                    <a:pt x="0" y="288556"/>
                  </a:lnTo>
                  <a:lnTo>
                    <a:pt x="0" y="461416"/>
                  </a:lnTo>
                  <a:lnTo>
                    <a:pt x="2870" y="475602"/>
                  </a:lnTo>
                  <a:lnTo>
                    <a:pt x="10693" y="487197"/>
                  </a:lnTo>
                  <a:lnTo>
                    <a:pt x="22301" y="495020"/>
                  </a:lnTo>
                  <a:lnTo>
                    <a:pt x="36487" y="497890"/>
                  </a:lnTo>
                  <a:lnTo>
                    <a:pt x="2643073" y="497890"/>
                  </a:lnTo>
                  <a:lnTo>
                    <a:pt x="2676677" y="475602"/>
                  </a:lnTo>
                  <a:lnTo>
                    <a:pt x="2679560" y="461416"/>
                  </a:lnTo>
                  <a:lnTo>
                    <a:pt x="2679560" y="288556"/>
                  </a:lnTo>
                  <a:close/>
                </a:path>
                <a:path w="2679700" h="498475">
                  <a:moveTo>
                    <a:pt x="2679560" y="36474"/>
                  </a:moveTo>
                  <a:lnTo>
                    <a:pt x="2676677" y="22288"/>
                  </a:lnTo>
                  <a:lnTo>
                    <a:pt x="2669082" y="11036"/>
                  </a:lnTo>
                  <a:lnTo>
                    <a:pt x="2669082" y="36474"/>
                  </a:lnTo>
                  <a:lnTo>
                    <a:pt x="2669082" y="209334"/>
                  </a:lnTo>
                  <a:lnTo>
                    <a:pt x="2667025" y="219430"/>
                  </a:lnTo>
                  <a:lnTo>
                    <a:pt x="2661437" y="227698"/>
                  </a:lnTo>
                  <a:lnTo>
                    <a:pt x="2653169" y="233286"/>
                  </a:lnTo>
                  <a:lnTo>
                    <a:pt x="2643073" y="235343"/>
                  </a:lnTo>
                  <a:lnTo>
                    <a:pt x="36487" y="235343"/>
                  </a:lnTo>
                  <a:lnTo>
                    <a:pt x="26390" y="233286"/>
                  </a:lnTo>
                  <a:lnTo>
                    <a:pt x="18110" y="227698"/>
                  </a:lnTo>
                  <a:lnTo>
                    <a:pt x="12522" y="219430"/>
                  </a:lnTo>
                  <a:lnTo>
                    <a:pt x="10477" y="209334"/>
                  </a:lnTo>
                  <a:lnTo>
                    <a:pt x="10477" y="36474"/>
                  </a:lnTo>
                  <a:lnTo>
                    <a:pt x="12522" y="26377"/>
                  </a:lnTo>
                  <a:lnTo>
                    <a:pt x="18110" y="18110"/>
                  </a:lnTo>
                  <a:lnTo>
                    <a:pt x="26390" y="12522"/>
                  </a:lnTo>
                  <a:lnTo>
                    <a:pt x="36487" y="10464"/>
                  </a:lnTo>
                  <a:lnTo>
                    <a:pt x="2643073" y="10464"/>
                  </a:lnTo>
                  <a:lnTo>
                    <a:pt x="2653169" y="12522"/>
                  </a:lnTo>
                  <a:lnTo>
                    <a:pt x="2661437" y="18110"/>
                  </a:lnTo>
                  <a:lnTo>
                    <a:pt x="2667025" y="26377"/>
                  </a:lnTo>
                  <a:lnTo>
                    <a:pt x="2669082" y="36474"/>
                  </a:lnTo>
                  <a:lnTo>
                    <a:pt x="2669082" y="11036"/>
                  </a:lnTo>
                  <a:lnTo>
                    <a:pt x="2668854" y="10693"/>
                  </a:lnTo>
                  <a:lnTo>
                    <a:pt x="2668524" y="10464"/>
                  </a:lnTo>
                  <a:lnTo>
                    <a:pt x="2657259" y="2870"/>
                  </a:lnTo>
                  <a:lnTo>
                    <a:pt x="2643073" y="0"/>
                  </a:lnTo>
                  <a:lnTo>
                    <a:pt x="36487" y="0"/>
                  </a:lnTo>
                  <a:lnTo>
                    <a:pt x="22301" y="2870"/>
                  </a:lnTo>
                  <a:lnTo>
                    <a:pt x="10693" y="10693"/>
                  </a:lnTo>
                  <a:lnTo>
                    <a:pt x="2870" y="22288"/>
                  </a:lnTo>
                  <a:lnTo>
                    <a:pt x="0" y="36474"/>
                  </a:lnTo>
                  <a:lnTo>
                    <a:pt x="0" y="209334"/>
                  </a:lnTo>
                  <a:lnTo>
                    <a:pt x="2870" y="223520"/>
                  </a:lnTo>
                  <a:lnTo>
                    <a:pt x="10693" y="235115"/>
                  </a:lnTo>
                  <a:lnTo>
                    <a:pt x="22301" y="242938"/>
                  </a:lnTo>
                  <a:lnTo>
                    <a:pt x="36487" y="245808"/>
                  </a:lnTo>
                  <a:lnTo>
                    <a:pt x="2643073" y="245808"/>
                  </a:lnTo>
                  <a:lnTo>
                    <a:pt x="2676677" y="223520"/>
                  </a:lnTo>
                  <a:lnTo>
                    <a:pt x="2679560" y="209334"/>
                  </a:lnTo>
                  <a:lnTo>
                    <a:pt x="2679560" y="36474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/>
          <p:nvPr/>
        </p:nvSpPr>
        <p:spPr>
          <a:xfrm>
            <a:off x="8254403" y="7002036"/>
            <a:ext cx="1562735" cy="662305"/>
          </a:xfrm>
          <a:custGeom>
            <a:avLst/>
            <a:gdLst/>
            <a:ahLst/>
            <a:cxnLst/>
            <a:rect l="l" t="t" r="r" b="b"/>
            <a:pathLst>
              <a:path w="1562734" h="662304">
                <a:moveTo>
                  <a:pt x="777138" y="521766"/>
                </a:moveTo>
                <a:lnTo>
                  <a:pt x="775055" y="511429"/>
                </a:lnTo>
                <a:lnTo>
                  <a:pt x="771156" y="505663"/>
                </a:lnTo>
                <a:lnTo>
                  <a:pt x="769353" y="502983"/>
                </a:lnTo>
                <a:lnTo>
                  <a:pt x="766673" y="501180"/>
                </a:lnTo>
                <a:lnTo>
                  <a:pt x="766673" y="512889"/>
                </a:lnTo>
                <a:lnTo>
                  <a:pt x="766673" y="644423"/>
                </a:lnTo>
                <a:lnTo>
                  <a:pt x="759637" y="651522"/>
                </a:lnTo>
                <a:lnTo>
                  <a:pt x="750925" y="651713"/>
                </a:lnTo>
                <a:lnTo>
                  <a:pt x="17830" y="651713"/>
                </a:lnTo>
                <a:lnTo>
                  <a:pt x="10541" y="644550"/>
                </a:lnTo>
                <a:lnTo>
                  <a:pt x="10477" y="512889"/>
                </a:lnTo>
                <a:lnTo>
                  <a:pt x="17703" y="505663"/>
                </a:lnTo>
                <a:lnTo>
                  <a:pt x="759460" y="505663"/>
                </a:lnTo>
                <a:lnTo>
                  <a:pt x="766673" y="512889"/>
                </a:lnTo>
                <a:lnTo>
                  <a:pt x="766673" y="501180"/>
                </a:lnTo>
                <a:lnTo>
                  <a:pt x="760907" y="497293"/>
                </a:lnTo>
                <a:lnTo>
                  <a:pt x="750582" y="495198"/>
                </a:lnTo>
                <a:lnTo>
                  <a:pt x="26581" y="495198"/>
                </a:lnTo>
                <a:lnTo>
                  <a:pt x="16243" y="497293"/>
                </a:lnTo>
                <a:lnTo>
                  <a:pt x="7797" y="502983"/>
                </a:lnTo>
                <a:lnTo>
                  <a:pt x="2095" y="511429"/>
                </a:lnTo>
                <a:lnTo>
                  <a:pt x="0" y="521766"/>
                </a:lnTo>
                <a:lnTo>
                  <a:pt x="12" y="635660"/>
                </a:lnTo>
                <a:lnTo>
                  <a:pt x="2184" y="645972"/>
                </a:lnTo>
                <a:lnTo>
                  <a:pt x="7950" y="654418"/>
                </a:lnTo>
                <a:lnTo>
                  <a:pt x="16433" y="660107"/>
                </a:lnTo>
                <a:lnTo>
                  <a:pt x="26771" y="662190"/>
                </a:lnTo>
                <a:lnTo>
                  <a:pt x="750925" y="662190"/>
                </a:lnTo>
                <a:lnTo>
                  <a:pt x="761161" y="659917"/>
                </a:lnTo>
                <a:lnTo>
                  <a:pt x="769493" y="654177"/>
                </a:lnTo>
                <a:lnTo>
                  <a:pt x="771131" y="651713"/>
                </a:lnTo>
                <a:lnTo>
                  <a:pt x="775093" y="645795"/>
                </a:lnTo>
                <a:lnTo>
                  <a:pt x="777138" y="635660"/>
                </a:lnTo>
                <a:lnTo>
                  <a:pt x="777138" y="521766"/>
                </a:lnTo>
                <a:close/>
              </a:path>
              <a:path w="1562734" h="662304">
                <a:moveTo>
                  <a:pt x="777138" y="31648"/>
                </a:moveTo>
                <a:lnTo>
                  <a:pt x="774649" y="19342"/>
                </a:lnTo>
                <a:lnTo>
                  <a:pt x="768667" y="10464"/>
                </a:lnTo>
                <a:lnTo>
                  <a:pt x="767867" y="9283"/>
                </a:lnTo>
                <a:lnTo>
                  <a:pt x="766673" y="8483"/>
                </a:lnTo>
                <a:lnTo>
                  <a:pt x="766673" y="31648"/>
                </a:lnTo>
                <a:lnTo>
                  <a:pt x="766673" y="455193"/>
                </a:lnTo>
                <a:lnTo>
                  <a:pt x="764997" y="463423"/>
                </a:lnTo>
                <a:lnTo>
                  <a:pt x="760463" y="470166"/>
                </a:lnTo>
                <a:lnTo>
                  <a:pt x="753732" y="474700"/>
                </a:lnTo>
                <a:lnTo>
                  <a:pt x="745490" y="476377"/>
                </a:lnTo>
                <a:lnTo>
                  <a:pt x="31661" y="476377"/>
                </a:lnTo>
                <a:lnTo>
                  <a:pt x="23418" y="474700"/>
                </a:lnTo>
                <a:lnTo>
                  <a:pt x="16687" y="470166"/>
                </a:lnTo>
                <a:lnTo>
                  <a:pt x="12153" y="463423"/>
                </a:lnTo>
                <a:lnTo>
                  <a:pt x="10477" y="455193"/>
                </a:lnTo>
                <a:lnTo>
                  <a:pt x="10477" y="31648"/>
                </a:lnTo>
                <a:lnTo>
                  <a:pt x="12153" y="23418"/>
                </a:lnTo>
                <a:lnTo>
                  <a:pt x="16687" y="16675"/>
                </a:lnTo>
                <a:lnTo>
                  <a:pt x="23418" y="12141"/>
                </a:lnTo>
                <a:lnTo>
                  <a:pt x="31661" y="10464"/>
                </a:lnTo>
                <a:lnTo>
                  <a:pt x="745490" y="10464"/>
                </a:lnTo>
                <a:lnTo>
                  <a:pt x="753732" y="12141"/>
                </a:lnTo>
                <a:lnTo>
                  <a:pt x="760463" y="16675"/>
                </a:lnTo>
                <a:lnTo>
                  <a:pt x="764997" y="23418"/>
                </a:lnTo>
                <a:lnTo>
                  <a:pt x="766673" y="31648"/>
                </a:lnTo>
                <a:lnTo>
                  <a:pt x="766673" y="8483"/>
                </a:lnTo>
                <a:lnTo>
                  <a:pt x="757809" y="2489"/>
                </a:lnTo>
                <a:lnTo>
                  <a:pt x="745490" y="0"/>
                </a:lnTo>
                <a:lnTo>
                  <a:pt x="31661" y="0"/>
                </a:lnTo>
                <a:lnTo>
                  <a:pt x="19354" y="2489"/>
                </a:lnTo>
                <a:lnTo>
                  <a:pt x="9296" y="9283"/>
                </a:lnTo>
                <a:lnTo>
                  <a:pt x="2501" y="19342"/>
                </a:lnTo>
                <a:lnTo>
                  <a:pt x="12" y="31648"/>
                </a:lnTo>
                <a:lnTo>
                  <a:pt x="12" y="455193"/>
                </a:lnTo>
                <a:lnTo>
                  <a:pt x="2501" y="467499"/>
                </a:lnTo>
                <a:lnTo>
                  <a:pt x="9296" y="477558"/>
                </a:lnTo>
                <a:lnTo>
                  <a:pt x="19354" y="484352"/>
                </a:lnTo>
                <a:lnTo>
                  <a:pt x="31661" y="486841"/>
                </a:lnTo>
                <a:lnTo>
                  <a:pt x="745490" y="486841"/>
                </a:lnTo>
                <a:lnTo>
                  <a:pt x="777138" y="455193"/>
                </a:lnTo>
                <a:lnTo>
                  <a:pt x="777138" y="31648"/>
                </a:lnTo>
                <a:close/>
              </a:path>
              <a:path w="1562734" h="662304">
                <a:moveTo>
                  <a:pt x="1562620" y="31648"/>
                </a:moveTo>
                <a:lnTo>
                  <a:pt x="1560131" y="19342"/>
                </a:lnTo>
                <a:lnTo>
                  <a:pt x="1554149" y="10464"/>
                </a:lnTo>
                <a:lnTo>
                  <a:pt x="1553337" y="9283"/>
                </a:lnTo>
                <a:lnTo>
                  <a:pt x="1552143" y="8483"/>
                </a:lnTo>
                <a:lnTo>
                  <a:pt x="1552143" y="31648"/>
                </a:lnTo>
                <a:lnTo>
                  <a:pt x="1552143" y="455193"/>
                </a:lnTo>
                <a:lnTo>
                  <a:pt x="1550479" y="463423"/>
                </a:lnTo>
                <a:lnTo>
                  <a:pt x="1545945" y="470166"/>
                </a:lnTo>
                <a:lnTo>
                  <a:pt x="1539214" y="474700"/>
                </a:lnTo>
                <a:lnTo>
                  <a:pt x="1530972" y="476377"/>
                </a:lnTo>
                <a:lnTo>
                  <a:pt x="817143" y="476377"/>
                </a:lnTo>
                <a:lnTo>
                  <a:pt x="808913" y="474700"/>
                </a:lnTo>
                <a:lnTo>
                  <a:pt x="802182" y="470166"/>
                </a:lnTo>
                <a:lnTo>
                  <a:pt x="797636" y="463423"/>
                </a:lnTo>
                <a:lnTo>
                  <a:pt x="795972" y="455193"/>
                </a:lnTo>
                <a:lnTo>
                  <a:pt x="795972" y="31648"/>
                </a:lnTo>
                <a:lnTo>
                  <a:pt x="797636" y="23418"/>
                </a:lnTo>
                <a:lnTo>
                  <a:pt x="802182" y="16675"/>
                </a:lnTo>
                <a:lnTo>
                  <a:pt x="808913" y="12141"/>
                </a:lnTo>
                <a:lnTo>
                  <a:pt x="817143" y="10464"/>
                </a:lnTo>
                <a:lnTo>
                  <a:pt x="1530972" y="10464"/>
                </a:lnTo>
                <a:lnTo>
                  <a:pt x="1539214" y="12141"/>
                </a:lnTo>
                <a:lnTo>
                  <a:pt x="1545945" y="16675"/>
                </a:lnTo>
                <a:lnTo>
                  <a:pt x="1550479" y="23418"/>
                </a:lnTo>
                <a:lnTo>
                  <a:pt x="1552143" y="31648"/>
                </a:lnTo>
                <a:lnTo>
                  <a:pt x="1552143" y="8483"/>
                </a:lnTo>
                <a:lnTo>
                  <a:pt x="1543278" y="2489"/>
                </a:lnTo>
                <a:lnTo>
                  <a:pt x="1530972" y="0"/>
                </a:lnTo>
                <a:lnTo>
                  <a:pt x="817143" y="0"/>
                </a:lnTo>
                <a:lnTo>
                  <a:pt x="804837" y="2489"/>
                </a:lnTo>
                <a:lnTo>
                  <a:pt x="794778" y="9283"/>
                </a:lnTo>
                <a:lnTo>
                  <a:pt x="787996" y="19342"/>
                </a:lnTo>
                <a:lnTo>
                  <a:pt x="785495" y="31648"/>
                </a:lnTo>
                <a:lnTo>
                  <a:pt x="785495" y="455193"/>
                </a:lnTo>
                <a:lnTo>
                  <a:pt x="787996" y="467499"/>
                </a:lnTo>
                <a:lnTo>
                  <a:pt x="794778" y="477558"/>
                </a:lnTo>
                <a:lnTo>
                  <a:pt x="804837" y="484352"/>
                </a:lnTo>
                <a:lnTo>
                  <a:pt x="817143" y="486841"/>
                </a:lnTo>
                <a:lnTo>
                  <a:pt x="1530972" y="486841"/>
                </a:lnTo>
                <a:lnTo>
                  <a:pt x="1562620" y="455193"/>
                </a:lnTo>
                <a:lnTo>
                  <a:pt x="1562620" y="3164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04205" y="7912689"/>
            <a:ext cx="91798" cy="189585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75176" y="7912689"/>
            <a:ext cx="91798" cy="189585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7376217" y="6515524"/>
            <a:ext cx="2703195" cy="1616075"/>
            <a:chOff x="7376217" y="6515524"/>
            <a:chExt cx="2703195" cy="1616075"/>
          </a:xfrm>
        </p:grpSpPr>
        <p:sp>
          <p:nvSpPr>
            <p:cNvPr id="48" name="object 48" descr=""/>
            <p:cNvSpPr/>
            <p:nvPr/>
          </p:nvSpPr>
          <p:spPr>
            <a:xfrm>
              <a:off x="9039908" y="7497229"/>
              <a:ext cx="777240" cy="167005"/>
            </a:xfrm>
            <a:custGeom>
              <a:avLst/>
              <a:gdLst/>
              <a:ahLst/>
              <a:cxnLst/>
              <a:rect l="l" t="t" r="r" b="b"/>
              <a:pathLst>
                <a:path w="777240" h="167004">
                  <a:moveTo>
                    <a:pt x="750563" y="0"/>
                  </a:moveTo>
                  <a:lnTo>
                    <a:pt x="26564" y="0"/>
                  </a:lnTo>
                  <a:lnTo>
                    <a:pt x="16233" y="2090"/>
                  </a:lnTo>
                  <a:lnTo>
                    <a:pt x="7789" y="7789"/>
                  </a:lnTo>
                  <a:lnTo>
                    <a:pt x="2090" y="16233"/>
                  </a:lnTo>
                  <a:lnTo>
                    <a:pt x="0" y="26564"/>
                  </a:lnTo>
                  <a:lnTo>
                    <a:pt x="0" y="140456"/>
                  </a:lnTo>
                  <a:lnTo>
                    <a:pt x="2044" y="150596"/>
                  </a:lnTo>
                  <a:lnTo>
                    <a:pt x="7618" y="158972"/>
                  </a:lnTo>
                  <a:lnTo>
                    <a:pt x="15880" y="164724"/>
                  </a:lnTo>
                  <a:lnTo>
                    <a:pt x="25988" y="166989"/>
                  </a:lnTo>
                  <a:lnTo>
                    <a:pt x="750364" y="166989"/>
                  </a:lnTo>
                  <a:lnTo>
                    <a:pt x="759433" y="165400"/>
                  </a:lnTo>
                  <a:lnTo>
                    <a:pt x="767255" y="160979"/>
                  </a:lnTo>
                  <a:lnTo>
                    <a:pt x="771186" y="156518"/>
                  </a:lnTo>
                  <a:lnTo>
                    <a:pt x="26219" y="156518"/>
                  </a:lnTo>
                  <a:lnTo>
                    <a:pt x="17507" y="156330"/>
                  </a:lnTo>
                  <a:lnTo>
                    <a:pt x="10470" y="149220"/>
                  </a:lnTo>
                  <a:lnTo>
                    <a:pt x="10470" y="17685"/>
                  </a:lnTo>
                  <a:lnTo>
                    <a:pt x="17685" y="10470"/>
                  </a:lnTo>
                  <a:lnTo>
                    <a:pt x="771148" y="10470"/>
                  </a:lnTo>
                  <a:lnTo>
                    <a:pt x="769339" y="7789"/>
                  </a:lnTo>
                  <a:lnTo>
                    <a:pt x="760894" y="2090"/>
                  </a:lnTo>
                  <a:lnTo>
                    <a:pt x="750563" y="0"/>
                  </a:lnTo>
                  <a:close/>
                </a:path>
                <a:path w="777240" h="167004">
                  <a:moveTo>
                    <a:pt x="771148" y="10470"/>
                  </a:moveTo>
                  <a:lnTo>
                    <a:pt x="759432" y="10470"/>
                  </a:lnTo>
                  <a:lnTo>
                    <a:pt x="766657" y="17685"/>
                  </a:lnTo>
                  <a:lnTo>
                    <a:pt x="766542" y="142582"/>
                  </a:lnTo>
                  <a:lnTo>
                    <a:pt x="764803" y="151000"/>
                  </a:lnTo>
                  <a:lnTo>
                    <a:pt x="758217" y="156518"/>
                  </a:lnTo>
                  <a:lnTo>
                    <a:pt x="771186" y="156518"/>
                  </a:lnTo>
                  <a:lnTo>
                    <a:pt x="777128" y="26564"/>
                  </a:lnTo>
                  <a:lnTo>
                    <a:pt x="775037" y="16233"/>
                  </a:lnTo>
                  <a:lnTo>
                    <a:pt x="771148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997627" y="6977969"/>
              <a:ext cx="2076450" cy="1148715"/>
            </a:xfrm>
            <a:custGeom>
              <a:avLst/>
              <a:gdLst/>
              <a:ahLst/>
              <a:cxnLst/>
              <a:rect l="l" t="t" r="r" b="b"/>
              <a:pathLst>
                <a:path w="2076450" h="1148715">
                  <a:moveTo>
                    <a:pt x="223312" y="950431"/>
                  </a:moveTo>
                  <a:lnTo>
                    <a:pt x="183198" y="950431"/>
                  </a:lnTo>
                  <a:lnTo>
                    <a:pt x="208925" y="1146415"/>
                  </a:lnTo>
                  <a:lnTo>
                    <a:pt x="211145" y="1148362"/>
                  </a:lnTo>
                  <a:lnTo>
                    <a:pt x="294074" y="1148362"/>
                  </a:lnTo>
                  <a:lnTo>
                    <a:pt x="296294" y="1146415"/>
                  </a:lnTo>
                  <a:lnTo>
                    <a:pt x="301261" y="1108594"/>
                  </a:lnTo>
                  <a:lnTo>
                    <a:pt x="244076" y="1108594"/>
                  </a:lnTo>
                  <a:lnTo>
                    <a:pt x="223312" y="950431"/>
                  </a:lnTo>
                  <a:close/>
                </a:path>
                <a:path w="2076450" h="1148715">
                  <a:moveTo>
                    <a:pt x="1794280" y="950431"/>
                  </a:moveTo>
                  <a:lnTo>
                    <a:pt x="1754166" y="950431"/>
                  </a:lnTo>
                  <a:lnTo>
                    <a:pt x="1779893" y="1146415"/>
                  </a:lnTo>
                  <a:lnTo>
                    <a:pt x="1782113" y="1148362"/>
                  </a:lnTo>
                  <a:lnTo>
                    <a:pt x="1865042" y="1148362"/>
                  </a:lnTo>
                  <a:lnTo>
                    <a:pt x="1867262" y="1146415"/>
                  </a:lnTo>
                  <a:lnTo>
                    <a:pt x="1872229" y="1108594"/>
                  </a:lnTo>
                  <a:lnTo>
                    <a:pt x="1815044" y="1108594"/>
                  </a:lnTo>
                  <a:lnTo>
                    <a:pt x="1794280" y="950431"/>
                  </a:lnTo>
                  <a:close/>
                </a:path>
                <a:path w="2076450" h="1148715">
                  <a:moveTo>
                    <a:pt x="322032" y="950431"/>
                  </a:moveTo>
                  <a:lnTo>
                    <a:pt x="281918" y="950431"/>
                  </a:lnTo>
                  <a:lnTo>
                    <a:pt x="261164" y="1108594"/>
                  </a:lnTo>
                  <a:lnTo>
                    <a:pt x="301261" y="1108594"/>
                  </a:lnTo>
                  <a:lnTo>
                    <a:pt x="322032" y="950431"/>
                  </a:lnTo>
                  <a:close/>
                </a:path>
                <a:path w="2076450" h="1148715">
                  <a:moveTo>
                    <a:pt x="1892999" y="950431"/>
                  </a:moveTo>
                  <a:lnTo>
                    <a:pt x="1852885" y="950431"/>
                  </a:lnTo>
                  <a:lnTo>
                    <a:pt x="1832132" y="1108594"/>
                  </a:lnTo>
                  <a:lnTo>
                    <a:pt x="1872229" y="1108594"/>
                  </a:lnTo>
                  <a:lnTo>
                    <a:pt x="1892999" y="950431"/>
                  </a:lnTo>
                  <a:close/>
                </a:path>
                <a:path w="2076450" h="1148715">
                  <a:moveTo>
                    <a:pt x="339968" y="928474"/>
                  </a:moveTo>
                  <a:lnTo>
                    <a:pt x="165261" y="928474"/>
                  </a:lnTo>
                  <a:lnTo>
                    <a:pt x="165261" y="948086"/>
                  </a:lnTo>
                  <a:lnTo>
                    <a:pt x="167607" y="950431"/>
                  </a:lnTo>
                  <a:lnTo>
                    <a:pt x="337623" y="950431"/>
                  </a:lnTo>
                  <a:lnTo>
                    <a:pt x="339968" y="948086"/>
                  </a:lnTo>
                  <a:lnTo>
                    <a:pt x="339968" y="928474"/>
                  </a:lnTo>
                  <a:close/>
                </a:path>
                <a:path w="2076450" h="1148715">
                  <a:moveTo>
                    <a:pt x="1910936" y="928474"/>
                  </a:moveTo>
                  <a:lnTo>
                    <a:pt x="1736240" y="928474"/>
                  </a:lnTo>
                  <a:lnTo>
                    <a:pt x="1736240" y="948086"/>
                  </a:lnTo>
                  <a:lnTo>
                    <a:pt x="1738575" y="950431"/>
                  </a:lnTo>
                  <a:lnTo>
                    <a:pt x="1908591" y="950431"/>
                  </a:lnTo>
                  <a:lnTo>
                    <a:pt x="1910936" y="948086"/>
                  </a:lnTo>
                  <a:lnTo>
                    <a:pt x="1910936" y="928474"/>
                  </a:lnTo>
                  <a:close/>
                </a:path>
                <a:path w="2076450" h="1148715">
                  <a:moveTo>
                    <a:pt x="225333" y="166047"/>
                  </a:moveTo>
                  <a:lnTo>
                    <a:pt x="50846" y="166047"/>
                  </a:lnTo>
                  <a:lnTo>
                    <a:pt x="31072" y="170041"/>
                  </a:lnTo>
                  <a:lnTo>
                    <a:pt x="14907" y="180926"/>
                  </a:lnTo>
                  <a:lnTo>
                    <a:pt x="4001" y="197057"/>
                  </a:lnTo>
                  <a:lnTo>
                    <a:pt x="0" y="216789"/>
                  </a:lnTo>
                  <a:lnTo>
                    <a:pt x="0" y="877638"/>
                  </a:lnTo>
                  <a:lnTo>
                    <a:pt x="4001" y="897406"/>
                  </a:lnTo>
                  <a:lnTo>
                    <a:pt x="14907" y="913567"/>
                  </a:lnTo>
                  <a:lnTo>
                    <a:pt x="31072" y="924472"/>
                  </a:lnTo>
                  <a:lnTo>
                    <a:pt x="50846" y="928474"/>
                  </a:lnTo>
                  <a:lnTo>
                    <a:pt x="2025362" y="928474"/>
                  </a:lnTo>
                  <a:lnTo>
                    <a:pt x="2045135" y="924472"/>
                  </a:lnTo>
                  <a:lnTo>
                    <a:pt x="2061295" y="913567"/>
                  </a:lnTo>
                  <a:lnTo>
                    <a:pt x="2072198" y="897406"/>
                  </a:lnTo>
                  <a:lnTo>
                    <a:pt x="2076198" y="877638"/>
                  </a:lnTo>
                  <a:lnTo>
                    <a:pt x="2076198" y="670545"/>
                  </a:lnTo>
                  <a:lnTo>
                    <a:pt x="277499" y="670545"/>
                  </a:lnTo>
                  <a:lnTo>
                    <a:pt x="272536" y="665655"/>
                  </a:lnTo>
                  <a:lnTo>
                    <a:pt x="272504" y="539836"/>
                  </a:lnTo>
                  <a:lnTo>
                    <a:pt x="277363" y="534968"/>
                  </a:lnTo>
                  <a:lnTo>
                    <a:pt x="2076198" y="534968"/>
                  </a:lnTo>
                  <a:lnTo>
                    <a:pt x="2076198" y="495199"/>
                  </a:lnTo>
                  <a:lnTo>
                    <a:pt x="279645" y="495199"/>
                  </a:lnTo>
                  <a:lnTo>
                    <a:pt x="272504" y="488047"/>
                  </a:lnTo>
                  <a:lnTo>
                    <a:pt x="272504" y="167345"/>
                  </a:lnTo>
                  <a:lnTo>
                    <a:pt x="232691" y="167335"/>
                  </a:lnTo>
                  <a:lnTo>
                    <a:pt x="228941" y="166476"/>
                  </a:lnTo>
                  <a:lnTo>
                    <a:pt x="225333" y="166047"/>
                  </a:lnTo>
                  <a:close/>
                </a:path>
                <a:path w="2076450" h="1148715">
                  <a:moveTo>
                    <a:pt x="1062857" y="534968"/>
                  </a:moveTo>
                  <a:lnTo>
                    <a:pt x="1013340" y="534968"/>
                  </a:lnTo>
                  <a:lnTo>
                    <a:pt x="1018209" y="539836"/>
                  </a:lnTo>
                  <a:lnTo>
                    <a:pt x="1018117" y="665655"/>
                  </a:lnTo>
                  <a:lnTo>
                    <a:pt x="1013445" y="670419"/>
                  </a:lnTo>
                  <a:lnTo>
                    <a:pt x="1007707" y="670545"/>
                  </a:lnTo>
                  <a:lnTo>
                    <a:pt x="1068606" y="670545"/>
                  </a:lnTo>
                  <a:lnTo>
                    <a:pt x="1062752" y="670419"/>
                  </a:lnTo>
                  <a:lnTo>
                    <a:pt x="1058081" y="665655"/>
                  </a:lnTo>
                  <a:lnTo>
                    <a:pt x="1057988" y="539836"/>
                  </a:lnTo>
                  <a:lnTo>
                    <a:pt x="1062857" y="534968"/>
                  </a:lnTo>
                  <a:close/>
                </a:path>
                <a:path w="2076450" h="1148715">
                  <a:moveTo>
                    <a:pt x="2076198" y="534968"/>
                  </a:moveTo>
                  <a:lnTo>
                    <a:pt x="1798835" y="534968"/>
                  </a:lnTo>
                  <a:lnTo>
                    <a:pt x="1803704" y="539836"/>
                  </a:lnTo>
                  <a:lnTo>
                    <a:pt x="1803610" y="661184"/>
                  </a:lnTo>
                  <a:lnTo>
                    <a:pt x="1802447" y="666869"/>
                  </a:lnTo>
                  <a:lnTo>
                    <a:pt x="1797882" y="670545"/>
                  </a:lnTo>
                  <a:lnTo>
                    <a:pt x="2076198" y="670545"/>
                  </a:lnTo>
                  <a:lnTo>
                    <a:pt x="2076198" y="534968"/>
                  </a:lnTo>
                  <a:close/>
                </a:path>
                <a:path w="2076450" h="1148715">
                  <a:moveTo>
                    <a:pt x="1065140" y="39768"/>
                  </a:moveTo>
                  <a:lnTo>
                    <a:pt x="1011068" y="39768"/>
                  </a:lnTo>
                  <a:lnTo>
                    <a:pt x="1018209" y="46920"/>
                  </a:lnTo>
                  <a:lnTo>
                    <a:pt x="1018209" y="488047"/>
                  </a:lnTo>
                  <a:lnTo>
                    <a:pt x="1011068" y="495199"/>
                  </a:lnTo>
                  <a:lnTo>
                    <a:pt x="1065140" y="495199"/>
                  </a:lnTo>
                  <a:lnTo>
                    <a:pt x="1057988" y="488047"/>
                  </a:lnTo>
                  <a:lnTo>
                    <a:pt x="1057988" y="46920"/>
                  </a:lnTo>
                  <a:lnTo>
                    <a:pt x="1065140" y="39768"/>
                  </a:lnTo>
                  <a:close/>
                </a:path>
                <a:path w="2076450" h="1148715">
                  <a:moveTo>
                    <a:pt x="1840244" y="39768"/>
                  </a:moveTo>
                  <a:lnTo>
                    <a:pt x="1796552" y="39768"/>
                  </a:lnTo>
                  <a:lnTo>
                    <a:pt x="1803704" y="46920"/>
                  </a:lnTo>
                  <a:lnTo>
                    <a:pt x="1803704" y="488047"/>
                  </a:lnTo>
                  <a:lnTo>
                    <a:pt x="1796552" y="495199"/>
                  </a:lnTo>
                  <a:lnTo>
                    <a:pt x="2076198" y="495199"/>
                  </a:lnTo>
                  <a:lnTo>
                    <a:pt x="2076198" y="216789"/>
                  </a:lnTo>
                  <a:lnTo>
                    <a:pt x="2072198" y="197057"/>
                  </a:lnTo>
                  <a:lnTo>
                    <a:pt x="2061295" y="180926"/>
                  </a:lnTo>
                  <a:lnTo>
                    <a:pt x="2045135" y="170041"/>
                  </a:lnTo>
                  <a:lnTo>
                    <a:pt x="2031738" y="167335"/>
                  </a:lnTo>
                  <a:lnTo>
                    <a:pt x="1843472" y="167335"/>
                  </a:lnTo>
                  <a:lnTo>
                    <a:pt x="1843472" y="55715"/>
                  </a:lnTo>
                  <a:lnTo>
                    <a:pt x="1840244" y="39768"/>
                  </a:lnTo>
                  <a:close/>
                </a:path>
                <a:path w="2076450" h="1148715">
                  <a:moveTo>
                    <a:pt x="1002273" y="0"/>
                  </a:moveTo>
                  <a:lnTo>
                    <a:pt x="288441" y="0"/>
                  </a:lnTo>
                  <a:lnTo>
                    <a:pt x="266776" y="4385"/>
                  </a:lnTo>
                  <a:lnTo>
                    <a:pt x="249068" y="16337"/>
                  </a:lnTo>
                  <a:lnTo>
                    <a:pt x="237120" y="34049"/>
                  </a:lnTo>
                  <a:lnTo>
                    <a:pt x="232736" y="55715"/>
                  </a:lnTo>
                  <a:lnTo>
                    <a:pt x="232736" y="167345"/>
                  </a:lnTo>
                  <a:lnTo>
                    <a:pt x="272504" y="167345"/>
                  </a:lnTo>
                  <a:lnTo>
                    <a:pt x="272504" y="46920"/>
                  </a:lnTo>
                  <a:lnTo>
                    <a:pt x="279645" y="39768"/>
                  </a:lnTo>
                  <a:lnTo>
                    <a:pt x="1840244" y="39768"/>
                  </a:lnTo>
                  <a:lnTo>
                    <a:pt x="1839087" y="34049"/>
                  </a:lnTo>
                  <a:lnTo>
                    <a:pt x="1827135" y="16337"/>
                  </a:lnTo>
                  <a:lnTo>
                    <a:pt x="1822336" y="13099"/>
                  </a:lnTo>
                  <a:lnTo>
                    <a:pt x="1038104" y="13099"/>
                  </a:lnTo>
                  <a:lnTo>
                    <a:pt x="1030136" y="7474"/>
                  </a:lnTo>
                  <a:lnTo>
                    <a:pt x="1021394" y="3369"/>
                  </a:lnTo>
                  <a:lnTo>
                    <a:pt x="1012049" y="854"/>
                  </a:lnTo>
                  <a:lnTo>
                    <a:pt x="1002273" y="0"/>
                  </a:lnTo>
                  <a:close/>
                </a:path>
                <a:path w="2076450" h="1148715">
                  <a:moveTo>
                    <a:pt x="2025362" y="166047"/>
                  </a:moveTo>
                  <a:lnTo>
                    <a:pt x="1850812" y="166047"/>
                  </a:lnTo>
                  <a:lnTo>
                    <a:pt x="1847082" y="166487"/>
                  </a:lnTo>
                  <a:lnTo>
                    <a:pt x="1843472" y="167335"/>
                  </a:lnTo>
                  <a:lnTo>
                    <a:pt x="2031738" y="167335"/>
                  </a:lnTo>
                  <a:lnTo>
                    <a:pt x="2025362" y="166047"/>
                  </a:lnTo>
                  <a:close/>
                </a:path>
                <a:path w="2076450" h="1148715">
                  <a:moveTo>
                    <a:pt x="1787757" y="0"/>
                  </a:moveTo>
                  <a:lnTo>
                    <a:pt x="1073925" y="0"/>
                  </a:lnTo>
                  <a:lnTo>
                    <a:pt x="1064151" y="854"/>
                  </a:lnTo>
                  <a:lnTo>
                    <a:pt x="1054809" y="3369"/>
                  </a:lnTo>
                  <a:lnTo>
                    <a:pt x="1046070" y="7474"/>
                  </a:lnTo>
                  <a:lnTo>
                    <a:pt x="1038104" y="13099"/>
                  </a:lnTo>
                  <a:lnTo>
                    <a:pt x="1822336" y="13099"/>
                  </a:lnTo>
                  <a:lnTo>
                    <a:pt x="1809423" y="4385"/>
                  </a:lnTo>
                  <a:lnTo>
                    <a:pt x="17877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992393" y="6973321"/>
              <a:ext cx="2087245" cy="1158240"/>
            </a:xfrm>
            <a:custGeom>
              <a:avLst/>
              <a:gdLst/>
              <a:ahLst/>
              <a:cxnLst/>
              <a:rect l="l" t="t" r="r" b="b"/>
              <a:pathLst>
                <a:path w="2087245" h="1158240">
                  <a:moveTo>
                    <a:pt x="1007508" y="0"/>
                  </a:moveTo>
                  <a:lnTo>
                    <a:pt x="293676" y="0"/>
                  </a:lnTo>
                  <a:lnTo>
                    <a:pt x="269973" y="5080"/>
                  </a:lnTo>
                  <a:lnTo>
                    <a:pt x="250597" y="17780"/>
                  </a:lnTo>
                  <a:lnTo>
                    <a:pt x="237522" y="36830"/>
                  </a:lnTo>
                  <a:lnTo>
                    <a:pt x="232725" y="60960"/>
                  </a:lnTo>
                  <a:lnTo>
                    <a:pt x="232725" y="166370"/>
                  </a:lnTo>
                  <a:lnTo>
                    <a:pt x="56071" y="166370"/>
                  </a:lnTo>
                  <a:lnTo>
                    <a:pt x="34265" y="170180"/>
                  </a:lnTo>
                  <a:lnTo>
                    <a:pt x="16440" y="182880"/>
                  </a:lnTo>
                  <a:lnTo>
                    <a:pt x="4412" y="200660"/>
                  </a:lnTo>
                  <a:lnTo>
                    <a:pt x="0" y="222250"/>
                  </a:lnTo>
                  <a:lnTo>
                    <a:pt x="0" y="882650"/>
                  </a:lnTo>
                  <a:lnTo>
                    <a:pt x="4412" y="904240"/>
                  </a:lnTo>
                  <a:lnTo>
                    <a:pt x="16440" y="922020"/>
                  </a:lnTo>
                  <a:lnTo>
                    <a:pt x="34265" y="934720"/>
                  </a:lnTo>
                  <a:lnTo>
                    <a:pt x="56071" y="938530"/>
                  </a:lnTo>
                  <a:lnTo>
                    <a:pt x="165261" y="938530"/>
                  </a:lnTo>
                  <a:lnTo>
                    <a:pt x="165261" y="956310"/>
                  </a:lnTo>
                  <a:lnTo>
                    <a:pt x="169942" y="961390"/>
                  </a:lnTo>
                  <a:lnTo>
                    <a:pt x="183837" y="961390"/>
                  </a:lnTo>
                  <a:lnTo>
                    <a:pt x="209312" y="1154430"/>
                  </a:lnTo>
                  <a:lnTo>
                    <a:pt x="213763" y="1158240"/>
                  </a:lnTo>
                  <a:lnTo>
                    <a:pt x="301938" y="1158240"/>
                  </a:lnTo>
                  <a:lnTo>
                    <a:pt x="306388" y="1154430"/>
                  </a:lnTo>
                  <a:lnTo>
                    <a:pt x="307226" y="1148080"/>
                  </a:lnTo>
                  <a:lnTo>
                    <a:pt x="219019" y="1148080"/>
                  </a:lnTo>
                  <a:lnTo>
                    <a:pt x="193030" y="949960"/>
                  </a:lnTo>
                  <a:lnTo>
                    <a:pt x="175732" y="949960"/>
                  </a:lnTo>
                  <a:lnTo>
                    <a:pt x="175732" y="928370"/>
                  </a:lnTo>
                  <a:lnTo>
                    <a:pt x="56071" y="928370"/>
                  </a:lnTo>
                  <a:lnTo>
                    <a:pt x="38362" y="924560"/>
                  </a:lnTo>
                  <a:lnTo>
                    <a:pt x="23863" y="915670"/>
                  </a:lnTo>
                  <a:lnTo>
                    <a:pt x="14067" y="900430"/>
                  </a:lnTo>
                  <a:lnTo>
                    <a:pt x="10470" y="882650"/>
                  </a:lnTo>
                  <a:lnTo>
                    <a:pt x="10470" y="222250"/>
                  </a:lnTo>
                  <a:lnTo>
                    <a:pt x="14067" y="204470"/>
                  </a:lnTo>
                  <a:lnTo>
                    <a:pt x="23863" y="190500"/>
                  </a:lnTo>
                  <a:lnTo>
                    <a:pt x="38362" y="180340"/>
                  </a:lnTo>
                  <a:lnTo>
                    <a:pt x="56071" y="176530"/>
                  </a:lnTo>
                  <a:lnTo>
                    <a:pt x="243196" y="176530"/>
                  </a:lnTo>
                  <a:lnTo>
                    <a:pt x="243196" y="60960"/>
                  </a:lnTo>
                  <a:lnTo>
                    <a:pt x="247170" y="41910"/>
                  </a:lnTo>
                  <a:lnTo>
                    <a:pt x="257999" y="25400"/>
                  </a:lnTo>
                  <a:lnTo>
                    <a:pt x="274047" y="13970"/>
                  </a:lnTo>
                  <a:lnTo>
                    <a:pt x="293676" y="10160"/>
                  </a:lnTo>
                  <a:lnTo>
                    <a:pt x="1041305" y="10160"/>
                  </a:lnTo>
                  <a:lnTo>
                    <a:pt x="1035202" y="6350"/>
                  </a:lnTo>
                  <a:lnTo>
                    <a:pt x="1026429" y="2540"/>
                  </a:lnTo>
                  <a:lnTo>
                    <a:pt x="1007508" y="0"/>
                  </a:lnTo>
                  <a:close/>
                </a:path>
                <a:path w="2087245" h="1158240">
                  <a:moveTo>
                    <a:pt x="1746700" y="938530"/>
                  </a:moveTo>
                  <a:lnTo>
                    <a:pt x="1736229" y="938530"/>
                  </a:lnTo>
                  <a:lnTo>
                    <a:pt x="1736229" y="956310"/>
                  </a:lnTo>
                  <a:lnTo>
                    <a:pt x="1740920" y="961390"/>
                  </a:lnTo>
                  <a:lnTo>
                    <a:pt x="1754815" y="961390"/>
                  </a:lnTo>
                  <a:lnTo>
                    <a:pt x="1780280" y="1154430"/>
                  </a:lnTo>
                  <a:lnTo>
                    <a:pt x="1784730" y="1158240"/>
                  </a:lnTo>
                  <a:lnTo>
                    <a:pt x="1872916" y="1158240"/>
                  </a:lnTo>
                  <a:lnTo>
                    <a:pt x="1877356" y="1154430"/>
                  </a:lnTo>
                  <a:lnTo>
                    <a:pt x="1878194" y="1148080"/>
                  </a:lnTo>
                  <a:lnTo>
                    <a:pt x="1789987" y="1148080"/>
                  </a:lnTo>
                  <a:lnTo>
                    <a:pt x="1763998" y="949960"/>
                  </a:lnTo>
                  <a:lnTo>
                    <a:pt x="1746700" y="949960"/>
                  </a:lnTo>
                  <a:lnTo>
                    <a:pt x="1746700" y="938530"/>
                  </a:lnTo>
                  <a:close/>
                </a:path>
                <a:path w="2087245" h="1158240">
                  <a:moveTo>
                    <a:pt x="1746700" y="928370"/>
                  </a:moveTo>
                  <a:lnTo>
                    <a:pt x="339968" y="928370"/>
                  </a:lnTo>
                  <a:lnTo>
                    <a:pt x="339968" y="949960"/>
                  </a:lnTo>
                  <a:lnTo>
                    <a:pt x="322670" y="949960"/>
                  </a:lnTo>
                  <a:lnTo>
                    <a:pt x="296682" y="1148080"/>
                  </a:lnTo>
                  <a:lnTo>
                    <a:pt x="307226" y="1148080"/>
                  </a:lnTo>
                  <a:lnTo>
                    <a:pt x="331853" y="961390"/>
                  </a:lnTo>
                  <a:lnTo>
                    <a:pt x="345748" y="961390"/>
                  </a:lnTo>
                  <a:lnTo>
                    <a:pt x="350439" y="956310"/>
                  </a:lnTo>
                  <a:lnTo>
                    <a:pt x="350439" y="938530"/>
                  </a:lnTo>
                  <a:lnTo>
                    <a:pt x="1746700" y="938530"/>
                  </a:lnTo>
                  <a:lnTo>
                    <a:pt x="1746700" y="928370"/>
                  </a:lnTo>
                  <a:close/>
                </a:path>
                <a:path w="2087245" h="1158240">
                  <a:moveTo>
                    <a:pt x="2061316" y="176530"/>
                  </a:moveTo>
                  <a:lnTo>
                    <a:pt x="2030597" y="176530"/>
                  </a:lnTo>
                  <a:lnTo>
                    <a:pt x="2048311" y="180340"/>
                  </a:lnTo>
                  <a:lnTo>
                    <a:pt x="2062810" y="190500"/>
                  </a:lnTo>
                  <a:lnTo>
                    <a:pt x="2072602" y="204470"/>
                  </a:lnTo>
                  <a:lnTo>
                    <a:pt x="2076198" y="222250"/>
                  </a:lnTo>
                  <a:lnTo>
                    <a:pt x="2076198" y="882650"/>
                  </a:lnTo>
                  <a:lnTo>
                    <a:pt x="2072602" y="900430"/>
                  </a:lnTo>
                  <a:lnTo>
                    <a:pt x="2062810" y="915670"/>
                  </a:lnTo>
                  <a:lnTo>
                    <a:pt x="2048311" y="924560"/>
                  </a:lnTo>
                  <a:lnTo>
                    <a:pt x="2030597" y="928370"/>
                  </a:lnTo>
                  <a:lnTo>
                    <a:pt x="1910936" y="928370"/>
                  </a:lnTo>
                  <a:lnTo>
                    <a:pt x="1910936" y="949960"/>
                  </a:lnTo>
                  <a:lnTo>
                    <a:pt x="1893638" y="949960"/>
                  </a:lnTo>
                  <a:lnTo>
                    <a:pt x="1867660" y="1148080"/>
                  </a:lnTo>
                  <a:lnTo>
                    <a:pt x="1878194" y="1148080"/>
                  </a:lnTo>
                  <a:lnTo>
                    <a:pt x="1902832" y="961390"/>
                  </a:lnTo>
                  <a:lnTo>
                    <a:pt x="1916716" y="961390"/>
                  </a:lnTo>
                  <a:lnTo>
                    <a:pt x="1921407" y="956310"/>
                  </a:lnTo>
                  <a:lnTo>
                    <a:pt x="1921407" y="938530"/>
                  </a:lnTo>
                  <a:lnTo>
                    <a:pt x="2030597" y="938530"/>
                  </a:lnTo>
                  <a:lnTo>
                    <a:pt x="2052403" y="934720"/>
                  </a:lnTo>
                  <a:lnTo>
                    <a:pt x="2070228" y="922020"/>
                  </a:lnTo>
                  <a:lnTo>
                    <a:pt x="2082256" y="904240"/>
                  </a:lnTo>
                  <a:lnTo>
                    <a:pt x="2086669" y="882650"/>
                  </a:lnTo>
                  <a:lnTo>
                    <a:pt x="2086669" y="222250"/>
                  </a:lnTo>
                  <a:lnTo>
                    <a:pt x="2082256" y="200660"/>
                  </a:lnTo>
                  <a:lnTo>
                    <a:pt x="2070228" y="182880"/>
                  </a:lnTo>
                  <a:lnTo>
                    <a:pt x="2061316" y="176530"/>
                  </a:lnTo>
                  <a:close/>
                </a:path>
                <a:path w="2087245" h="1158240">
                  <a:moveTo>
                    <a:pt x="293121" y="949960"/>
                  </a:moveTo>
                  <a:lnTo>
                    <a:pt x="222579" y="949960"/>
                  </a:lnTo>
                  <a:lnTo>
                    <a:pt x="244715" y="1118870"/>
                  </a:lnTo>
                  <a:lnTo>
                    <a:pt x="270986" y="1118870"/>
                  </a:lnTo>
                  <a:lnTo>
                    <a:pt x="272317" y="1108710"/>
                  </a:lnTo>
                  <a:lnTo>
                    <a:pt x="253908" y="1108710"/>
                  </a:lnTo>
                  <a:lnTo>
                    <a:pt x="234516" y="961390"/>
                  </a:lnTo>
                  <a:lnTo>
                    <a:pt x="291624" y="961390"/>
                  </a:lnTo>
                  <a:lnTo>
                    <a:pt x="293121" y="949960"/>
                  </a:lnTo>
                  <a:close/>
                </a:path>
                <a:path w="2087245" h="1158240">
                  <a:moveTo>
                    <a:pt x="1864089" y="949960"/>
                  </a:moveTo>
                  <a:lnTo>
                    <a:pt x="1793557" y="949960"/>
                  </a:lnTo>
                  <a:lnTo>
                    <a:pt x="1815682" y="1118870"/>
                  </a:lnTo>
                  <a:lnTo>
                    <a:pt x="1841954" y="1118870"/>
                  </a:lnTo>
                  <a:lnTo>
                    <a:pt x="1843285" y="1108710"/>
                  </a:lnTo>
                  <a:lnTo>
                    <a:pt x="1824876" y="1108710"/>
                  </a:lnTo>
                  <a:lnTo>
                    <a:pt x="1805484" y="961390"/>
                  </a:lnTo>
                  <a:lnTo>
                    <a:pt x="1862591" y="961390"/>
                  </a:lnTo>
                  <a:lnTo>
                    <a:pt x="1864089" y="949960"/>
                  </a:lnTo>
                  <a:close/>
                </a:path>
                <a:path w="2087245" h="1158240">
                  <a:moveTo>
                    <a:pt x="291624" y="961390"/>
                  </a:moveTo>
                  <a:lnTo>
                    <a:pt x="281185" y="961390"/>
                  </a:lnTo>
                  <a:lnTo>
                    <a:pt x="261793" y="1108710"/>
                  </a:lnTo>
                  <a:lnTo>
                    <a:pt x="272317" y="1108710"/>
                  </a:lnTo>
                  <a:lnTo>
                    <a:pt x="291624" y="961390"/>
                  </a:lnTo>
                  <a:close/>
                </a:path>
                <a:path w="2087245" h="1158240">
                  <a:moveTo>
                    <a:pt x="1862591" y="961390"/>
                  </a:moveTo>
                  <a:lnTo>
                    <a:pt x="1852153" y="961390"/>
                  </a:lnTo>
                  <a:lnTo>
                    <a:pt x="1832771" y="1108710"/>
                  </a:lnTo>
                  <a:lnTo>
                    <a:pt x="1843285" y="1108710"/>
                  </a:lnTo>
                  <a:lnTo>
                    <a:pt x="1862591" y="961390"/>
                  </a:lnTo>
                  <a:close/>
                </a:path>
                <a:path w="2087245" h="1158240">
                  <a:moveTo>
                    <a:pt x="1021466" y="534670"/>
                  </a:moveTo>
                  <a:lnTo>
                    <a:pt x="279719" y="534670"/>
                  </a:lnTo>
                  <a:lnTo>
                    <a:pt x="272494" y="542290"/>
                  </a:lnTo>
                  <a:lnTo>
                    <a:pt x="272567" y="674370"/>
                  </a:lnTo>
                  <a:lnTo>
                    <a:pt x="279855" y="680720"/>
                  </a:lnTo>
                  <a:lnTo>
                    <a:pt x="1021644" y="680720"/>
                  </a:lnTo>
                  <a:lnTo>
                    <a:pt x="1028691" y="674370"/>
                  </a:lnTo>
                  <a:lnTo>
                    <a:pt x="1028691" y="670560"/>
                  </a:lnTo>
                  <a:lnTo>
                    <a:pt x="285603" y="670560"/>
                  </a:lnTo>
                  <a:lnTo>
                    <a:pt x="282986" y="668020"/>
                  </a:lnTo>
                  <a:lnTo>
                    <a:pt x="282965" y="547370"/>
                  </a:lnTo>
                  <a:lnTo>
                    <a:pt x="285488" y="546100"/>
                  </a:lnTo>
                  <a:lnTo>
                    <a:pt x="1028691" y="546100"/>
                  </a:lnTo>
                  <a:lnTo>
                    <a:pt x="1028691" y="542290"/>
                  </a:lnTo>
                  <a:lnTo>
                    <a:pt x="1021466" y="534670"/>
                  </a:lnTo>
                  <a:close/>
                </a:path>
                <a:path w="2087245" h="1158240">
                  <a:moveTo>
                    <a:pt x="1806950" y="534670"/>
                  </a:moveTo>
                  <a:lnTo>
                    <a:pt x="1065203" y="534670"/>
                  </a:lnTo>
                  <a:lnTo>
                    <a:pt x="1057988" y="542290"/>
                  </a:lnTo>
                  <a:lnTo>
                    <a:pt x="1057988" y="674370"/>
                  </a:lnTo>
                  <a:lnTo>
                    <a:pt x="1065014" y="680720"/>
                  </a:lnTo>
                  <a:lnTo>
                    <a:pt x="1805735" y="680720"/>
                  </a:lnTo>
                  <a:lnTo>
                    <a:pt x="1812321" y="675640"/>
                  </a:lnTo>
                  <a:lnTo>
                    <a:pt x="1813315" y="670560"/>
                  </a:lnTo>
                  <a:lnTo>
                    <a:pt x="1070878" y="670560"/>
                  </a:lnTo>
                  <a:lnTo>
                    <a:pt x="1068459" y="668020"/>
                  </a:lnTo>
                  <a:lnTo>
                    <a:pt x="1068459" y="547370"/>
                  </a:lnTo>
                  <a:lnTo>
                    <a:pt x="1070972" y="546100"/>
                  </a:lnTo>
                  <a:lnTo>
                    <a:pt x="1814164" y="546100"/>
                  </a:lnTo>
                  <a:lnTo>
                    <a:pt x="1814164" y="542290"/>
                  </a:lnTo>
                  <a:lnTo>
                    <a:pt x="1806950" y="534670"/>
                  </a:lnTo>
                  <a:close/>
                </a:path>
                <a:path w="2087245" h="1158240">
                  <a:moveTo>
                    <a:pt x="1028691" y="546100"/>
                  </a:moveTo>
                  <a:lnTo>
                    <a:pt x="1015696" y="546100"/>
                  </a:lnTo>
                  <a:lnTo>
                    <a:pt x="1018220" y="547370"/>
                  </a:lnTo>
                  <a:lnTo>
                    <a:pt x="1018220" y="668020"/>
                  </a:lnTo>
                  <a:lnTo>
                    <a:pt x="1015749" y="670560"/>
                  </a:lnTo>
                  <a:lnTo>
                    <a:pt x="1028691" y="670560"/>
                  </a:lnTo>
                  <a:lnTo>
                    <a:pt x="1028691" y="546100"/>
                  </a:lnTo>
                  <a:close/>
                </a:path>
                <a:path w="2087245" h="1158240">
                  <a:moveTo>
                    <a:pt x="1814164" y="546100"/>
                  </a:moveTo>
                  <a:lnTo>
                    <a:pt x="1801180" y="546100"/>
                  </a:lnTo>
                  <a:lnTo>
                    <a:pt x="1803693" y="547370"/>
                  </a:lnTo>
                  <a:lnTo>
                    <a:pt x="1803693" y="665480"/>
                  </a:lnTo>
                  <a:lnTo>
                    <a:pt x="1803044" y="669290"/>
                  </a:lnTo>
                  <a:lnTo>
                    <a:pt x="1800646" y="670560"/>
                  </a:lnTo>
                  <a:lnTo>
                    <a:pt x="1813315" y="670560"/>
                  </a:lnTo>
                  <a:lnTo>
                    <a:pt x="1814059" y="666750"/>
                  </a:lnTo>
                  <a:lnTo>
                    <a:pt x="1814164" y="546100"/>
                  </a:lnTo>
                  <a:close/>
                </a:path>
                <a:path w="2087245" h="1158240">
                  <a:moveTo>
                    <a:pt x="1007508" y="39370"/>
                  </a:moveTo>
                  <a:lnTo>
                    <a:pt x="293676" y="39370"/>
                  </a:lnTo>
                  <a:lnTo>
                    <a:pt x="285441" y="41910"/>
                  </a:lnTo>
                  <a:lnTo>
                    <a:pt x="278707" y="45720"/>
                  </a:lnTo>
                  <a:lnTo>
                    <a:pt x="274162" y="53340"/>
                  </a:lnTo>
                  <a:lnTo>
                    <a:pt x="272494" y="60960"/>
                  </a:lnTo>
                  <a:lnTo>
                    <a:pt x="272494" y="485140"/>
                  </a:lnTo>
                  <a:lnTo>
                    <a:pt x="274162" y="492760"/>
                  </a:lnTo>
                  <a:lnTo>
                    <a:pt x="278707" y="499110"/>
                  </a:lnTo>
                  <a:lnTo>
                    <a:pt x="285441" y="504190"/>
                  </a:lnTo>
                  <a:lnTo>
                    <a:pt x="293676" y="505460"/>
                  </a:lnTo>
                  <a:lnTo>
                    <a:pt x="1007508" y="505460"/>
                  </a:lnTo>
                  <a:lnTo>
                    <a:pt x="1015743" y="504190"/>
                  </a:lnTo>
                  <a:lnTo>
                    <a:pt x="1022478" y="499110"/>
                  </a:lnTo>
                  <a:lnTo>
                    <a:pt x="1025205" y="495300"/>
                  </a:lnTo>
                  <a:lnTo>
                    <a:pt x="287771" y="495300"/>
                  </a:lnTo>
                  <a:lnTo>
                    <a:pt x="282965" y="490220"/>
                  </a:lnTo>
                  <a:lnTo>
                    <a:pt x="282965" y="54610"/>
                  </a:lnTo>
                  <a:lnTo>
                    <a:pt x="287771" y="50800"/>
                  </a:lnTo>
                  <a:lnTo>
                    <a:pt x="1025508" y="50800"/>
                  </a:lnTo>
                  <a:lnTo>
                    <a:pt x="1022478" y="45720"/>
                  </a:lnTo>
                  <a:lnTo>
                    <a:pt x="1015743" y="41910"/>
                  </a:lnTo>
                  <a:lnTo>
                    <a:pt x="1007508" y="39370"/>
                  </a:lnTo>
                  <a:close/>
                </a:path>
                <a:path w="2087245" h="1158240">
                  <a:moveTo>
                    <a:pt x="1792992" y="39370"/>
                  </a:moveTo>
                  <a:lnTo>
                    <a:pt x="1079160" y="39370"/>
                  </a:lnTo>
                  <a:lnTo>
                    <a:pt x="1070927" y="41910"/>
                  </a:lnTo>
                  <a:lnTo>
                    <a:pt x="1064196" y="45720"/>
                  </a:lnTo>
                  <a:lnTo>
                    <a:pt x="1059655" y="53340"/>
                  </a:lnTo>
                  <a:lnTo>
                    <a:pt x="1057988" y="60960"/>
                  </a:lnTo>
                  <a:lnTo>
                    <a:pt x="1057988" y="485140"/>
                  </a:lnTo>
                  <a:lnTo>
                    <a:pt x="1059655" y="492760"/>
                  </a:lnTo>
                  <a:lnTo>
                    <a:pt x="1064196" y="499110"/>
                  </a:lnTo>
                  <a:lnTo>
                    <a:pt x="1070927" y="504190"/>
                  </a:lnTo>
                  <a:lnTo>
                    <a:pt x="1079160" y="505460"/>
                  </a:lnTo>
                  <a:lnTo>
                    <a:pt x="1792992" y="505460"/>
                  </a:lnTo>
                  <a:lnTo>
                    <a:pt x="1801230" y="504190"/>
                  </a:lnTo>
                  <a:lnTo>
                    <a:pt x="1807960" y="499110"/>
                  </a:lnTo>
                  <a:lnTo>
                    <a:pt x="1810684" y="495300"/>
                  </a:lnTo>
                  <a:lnTo>
                    <a:pt x="1073255" y="495300"/>
                  </a:lnTo>
                  <a:lnTo>
                    <a:pt x="1068459" y="490220"/>
                  </a:lnTo>
                  <a:lnTo>
                    <a:pt x="1068459" y="54610"/>
                  </a:lnTo>
                  <a:lnTo>
                    <a:pt x="1073255" y="50800"/>
                  </a:lnTo>
                  <a:lnTo>
                    <a:pt x="1810986" y="50800"/>
                  </a:lnTo>
                  <a:lnTo>
                    <a:pt x="1807960" y="45720"/>
                  </a:lnTo>
                  <a:lnTo>
                    <a:pt x="1801230" y="41910"/>
                  </a:lnTo>
                  <a:lnTo>
                    <a:pt x="1792992" y="39370"/>
                  </a:lnTo>
                  <a:close/>
                </a:path>
                <a:path w="2087245" h="1158240">
                  <a:moveTo>
                    <a:pt x="1025508" y="50800"/>
                  </a:moveTo>
                  <a:lnTo>
                    <a:pt x="1013414" y="50800"/>
                  </a:lnTo>
                  <a:lnTo>
                    <a:pt x="1018220" y="54610"/>
                  </a:lnTo>
                  <a:lnTo>
                    <a:pt x="1018220" y="490220"/>
                  </a:lnTo>
                  <a:lnTo>
                    <a:pt x="1013414" y="495300"/>
                  </a:lnTo>
                  <a:lnTo>
                    <a:pt x="1025205" y="495300"/>
                  </a:lnTo>
                  <a:lnTo>
                    <a:pt x="1027023" y="492760"/>
                  </a:lnTo>
                  <a:lnTo>
                    <a:pt x="1028691" y="485140"/>
                  </a:lnTo>
                  <a:lnTo>
                    <a:pt x="1028691" y="60960"/>
                  </a:lnTo>
                  <a:lnTo>
                    <a:pt x="1027023" y="53340"/>
                  </a:lnTo>
                  <a:lnTo>
                    <a:pt x="1025508" y="50800"/>
                  </a:lnTo>
                  <a:close/>
                </a:path>
                <a:path w="2087245" h="1158240">
                  <a:moveTo>
                    <a:pt x="1810986" y="50800"/>
                  </a:moveTo>
                  <a:lnTo>
                    <a:pt x="1798898" y="50800"/>
                  </a:lnTo>
                  <a:lnTo>
                    <a:pt x="1803693" y="54610"/>
                  </a:lnTo>
                  <a:lnTo>
                    <a:pt x="1803693" y="490220"/>
                  </a:lnTo>
                  <a:lnTo>
                    <a:pt x="1798898" y="495300"/>
                  </a:lnTo>
                  <a:lnTo>
                    <a:pt x="1810684" y="495300"/>
                  </a:lnTo>
                  <a:lnTo>
                    <a:pt x="1812499" y="492760"/>
                  </a:lnTo>
                  <a:lnTo>
                    <a:pt x="1814164" y="485140"/>
                  </a:lnTo>
                  <a:lnTo>
                    <a:pt x="1814164" y="60960"/>
                  </a:lnTo>
                  <a:lnTo>
                    <a:pt x="1812499" y="53340"/>
                  </a:lnTo>
                  <a:lnTo>
                    <a:pt x="1810986" y="50800"/>
                  </a:lnTo>
                  <a:close/>
                </a:path>
                <a:path w="2087245" h="1158240">
                  <a:moveTo>
                    <a:pt x="243196" y="176530"/>
                  </a:moveTo>
                  <a:lnTo>
                    <a:pt x="232652" y="176530"/>
                  </a:lnTo>
                  <a:lnTo>
                    <a:pt x="238118" y="177800"/>
                  </a:lnTo>
                  <a:lnTo>
                    <a:pt x="243196" y="179070"/>
                  </a:lnTo>
                  <a:lnTo>
                    <a:pt x="243196" y="176530"/>
                  </a:lnTo>
                  <a:close/>
                </a:path>
                <a:path w="2087245" h="1158240">
                  <a:moveTo>
                    <a:pt x="1824439" y="10160"/>
                  </a:moveTo>
                  <a:lnTo>
                    <a:pt x="1792992" y="10160"/>
                  </a:lnTo>
                  <a:lnTo>
                    <a:pt x="1812619" y="13970"/>
                  </a:lnTo>
                  <a:lnTo>
                    <a:pt x="1828664" y="25400"/>
                  </a:lnTo>
                  <a:lnTo>
                    <a:pt x="1839490" y="41910"/>
                  </a:lnTo>
                  <a:lnTo>
                    <a:pt x="1843462" y="60960"/>
                  </a:lnTo>
                  <a:lnTo>
                    <a:pt x="1843462" y="179070"/>
                  </a:lnTo>
                  <a:lnTo>
                    <a:pt x="1848530" y="177800"/>
                  </a:lnTo>
                  <a:lnTo>
                    <a:pt x="1853964" y="176530"/>
                  </a:lnTo>
                  <a:lnTo>
                    <a:pt x="2061316" y="176530"/>
                  </a:lnTo>
                  <a:lnTo>
                    <a:pt x="2052403" y="170180"/>
                  </a:lnTo>
                  <a:lnTo>
                    <a:pt x="2030597" y="166370"/>
                  </a:lnTo>
                  <a:lnTo>
                    <a:pt x="1853933" y="166370"/>
                  </a:lnTo>
                  <a:lnTo>
                    <a:pt x="1853933" y="60960"/>
                  </a:lnTo>
                  <a:lnTo>
                    <a:pt x="1849136" y="36830"/>
                  </a:lnTo>
                  <a:lnTo>
                    <a:pt x="1836063" y="17780"/>
                  </a:lnTo>
                  <a:lnTo>
                    <a:pt x="1824439" y="10160"/>
                  </a:lnTo>
                  <a:close/>
                </a:path>
                <a:path w="2087245" h="1158240">
                  <a:moveTo>
                    <a:pt x="1041305" y="10160"/>
                  </a:moveTo>
                  <a:lnTo>
                    <a:pt x="1007508" y="10160"/>
                  </a:lnTo>
                  <a:lnTo>
                    <a:pt x="1017730" y="11430"/>
                  </a:lnTo>
                  <a:lnTo>
                    <a:pt x="1027246" y="13970"/>
                  </a:lnTo>
                  <a:lnTo>
                    <a:pt x="1035850" y="19050"/>
                  </a:lnTo>
                  <a:lnTo>
                    <a:pt x="1043339" y="25400"/>
                  </a:lnTo>
                  <a:lnTo>
                    <a:pt x="1050829" y="19050"/>
                  </a:lnTo>
                  <a:lnTo>
                    <a:pt x="1059432" y="13970"/>
                  </a:lnTo>
                  <a:lnTo>
                    <a:pt x="1068944" y="11430"/>
                  </a:lnTo>
                  <a:lnTo>
                    <a:pt x="1043339" y="11430"/>
                  </a:lnTo>
                  <a:lnTo>
                    <a:pt x="1041305" y="10160"/>
                  </a:lnTo>
                  <a:close/>
                </a:path>
                <a:path w="2087245" h="1158240">
                  <a:moveTo>
                    <a:pt x="1792992" y="0"/>
                  </a:moveTo>
                  <a:lnTo>
                    <a:pt x="1079160" y="0"/>
                  </a:lnTo>
                  <a:lnTo>
                    <a:pt x="1060241" y="2540"/>
                  </a:lnTo>
                  <a:lnTo>
                    <a:pt x="1051471" y="6350"/>
                  </a:lnTo>
                  <a:lnTo>
                    <a:pt x="1043339" y="11430"/>
                  </a:lnTo>
                  <a:lnTo>
                    <a:pt x="1068944" y="11430"/>
                  </a:lnTo>
                  <a:lnTo>
                    <a:pt x="1079160" y="10160"/>
                  </a:lnTo>
                  <a:lnTo>
                    <a:pt x="1824439" y="10160"/>
                  </a:lnTo>
                  <a:lnTo>
                    <a:pt x="1816689" y="5080"/>
                  </a:lnTo>
                  <a:lnTo>
                    <a:pt x="1792992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6217" y="6515524"/>
              <a:ext cx="572110" cy="1600894"/>
            </a:xfrm>
            <a:prstGeom prst="rect">
              <a:avLst/>
            </a:prstGeom>
          </p:spPr>
        </p:pic>
      </p:grpSp>
      <p:grpSp>
        <p:nvGrpSpPr>
          <p:cNvPr id="52" name="object 52" descr=""/>
          <p:cNvGrpSpPr/>
          <p:nvPr/>
        </p:nvGrpSpPr>
        <p:grpSpPr>
          <a:xfrm>
            <a:off x="4839047" y="6828745"/>
            <a:ext cx="2207895" cy="1271270"/>
            <a:chOff x="4839047" y="6828745"/>
            <a:chExt cx="2207895" cy="1271270"/>
          </a:xfrm>
        </p:grpSpPr>
        <p:sp>
          <p:nvSpPr>
            <p:cNvPr id="53" name="object 53" descr=""/>
            <p:cNvSpPr/>
            <p:nvPr/>
          </p:nvSpPr>
          <p:spPr>
            <a:xfrm>
              <a:off x="4839050" y="7772793"/>
              <a:ext cx="2207895" cy="327025"/>
            </a:xfrm>
            <a:custGeom>
              <a:avLst/>
              <a:gdLst/>
              <a:ahLst/>
              <a:cxnLst/>
              <a:rect l="l" t="t" r="r" b="b"/>
              <a:pathLst>
                <a:path w="2207895" h="327025">
                  <a:moveTo>
                    <a:pt x="2202980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322210"/>
                  </a:lnTo>
                  <a:lnTo>
                    <a:pt x="4690" y="326901"/>
                  </a:lnTo>
                  <a:lnTo>
                    <a:pt x="2202980" y="326901"/>
                  </a:lnTo>
                  <a:lnTo>
                    <a:pt x="2207670" y="322210"/>
                  </a:lnTo>
                  <a:lnTo>
                    <a:pt x="2207670" y="316430"/>
                  </a:lnTo>
                  <a:lnTo>
                    <a:pt x="10470" y="316430"/>
                  </a:lnTo>
                  <a:lnTo>
                    <a:pt x="10470" y="10470"/>
                  </a:lnTo>
                  <a:lnTo>
                    <a:pt x="2207670" y="10470"/>
                  </a:lnTo>
                  <a:lnTo>
                    <a:pt x="2207670" y="4690"/>
                  </a:lnTo>
                  <a:lnTo>
                    <a:pt x="2202980" y="0"/>
                  </a:lnTo>
                  <a:close/>
                </a:path>
                <a:path w="2207895" h="327025">
                  <a:moveTo>
                    <a:pt x="2207670" y="10470"/>
                  </a:moveTo>
                  <a:lnTo>
                    <a:pt x="2197200" y="10470"/>
                  </a:lnTo>
                  <a:lnTo>
                    <a:pt x="2197200" y="316430"/>
                  </a:lnTo>
                  <a:lnTo>
                    <a:pt x="2207670" y="316430"/>
                  </a:lnTo>
                  <a:lnTo>
                    <a:pt x="2207670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9047" y="6828745"/>
              <a:ext cx="2207670" cy="935692"/>
            </a:xfrm>
            <a:prstGeom prst="rect">
              <a:avLst/>
            </a:prstGeom>
          </p:spPr>
        </p:pic>
      </p:grpSp>
      <p:sp>
        <p:nvSpPr>
          <p:cNvPr id="55" name="object 55" descr=""/>
          <p:cNvSpPr/>
          <p:nvPr/>
        </p:nvSpPr>
        <p:spPr>
          <a:xfrm>
            <a:off x="7746368" y="2141381"/>
            <a:ext cx="448945" cy="1254760"/>
          </a:xfrm>
          <a:custGeom>
            <a:avLst/>
            <a:gdLst/>
            <a:ahLst/>
            <a:cxnLst/>
            <a:rect l="l" t="t" r="r" b="b"/>
            <a:pathLst>
              <a:path w="448945" h="1254760">
                <a:moveTo>
                  <a:pt x="212925" y="947217"/>
                </a:moveTo>
                <a:lnTo>
                  <a:pt x="202454" y="947217"/>
                </a:lnTo>
                <a:lnTo>
                  <a:pt x="202454" y="1249658"/>
                </a:lnTo>
                <a:lnTo>
                  <a:pt x="207145" y="1254349"/>
                </a:lnTo>
                <a:lnTo>
                  <a:pt x="241751" y="1254349"/>
                </a:lnTo>
                <a:lnTo>
                  <a:pt x="246442" y="1249658"/>
                </a:lnTo>
                <a:lnTo>
                  <a:pt x="246442" y="1243878"/>
                </a:lnTo>
                <a:lnTo>
                  <a:pt x="212925" y="1243878"/>
                </a:lnTo>
                <a:lnTo>
                  <a:pt x="212925" y="947217"/>
                </a:lnTo>
                <a:close/>
              </a:path>
              <a:path w="448945" h="1254760">
                <a:moveTo>
                  <a:pt x="398155" y="0"/>
                </a:moveTo>
                <a:lnTo>
                  <a:pt x="50061" y="0"/>
                </a:lnTo>
                <a:lnTo>
                  <a:pt x="45632" y="3884"/>
                </a:lnTo>
                <a:lnTo>
                  <a:pt x="0" y="344890"/>
                </a:lnTo>
                <a:lnTo>
                  <a:pt x="910" y="347916"/>
                </a:lnTo>
                <a:lnTo>
                  <a:pt x="4889" y="352450"/>
                </a:lnTo>
                <a:lnTo>
                  <a:pt x="7758" y="353758"/>
                </a:lnTo>
                <a:lnTo>
                  <a:pt x="119493" y="353758"/>
                </a:lnTo>
                <a:lnTo>
                  <a:pt x="201607" y="739579"/>
                </a:lnTo>
                <a:lnTo>
                  <a:pt x="201607" y="739768"/>
                </a:lnTo>
                <a:lnTo>
                  <a:pt x="96792" y="1232297"/>
                </a:lnTo>
                <a:lnTo>
                  <a:pt x="100384" y="1237847"/>
                </a:lnTo>
                <a:lnTo>
                  <a:pt x="129315" y="1244108"/>
                </a:lnTo>
                <a:lnTo>
                  <a:pt x="130058" y="1244192"/>
                </a:lnTo>
                <a:lnTo>
                  <a:pt x="132802" y="1244192"/>
                </a:lnTo>
                <a:lnTo>
                  <a:pt x="134770" y="1243616"/>
                </a:lnTo>
                <a:lnTo>
                  <a:pt x="138812" y="1240998"/>
                </a:lnTo>
                <a:lnTo>
                  <a:pt x="140456" y="1238621"/>
                </a:lnTo>
                <a:lnTo>
                  <a:pt x="141499" y="1233721"/>
                </a:lnTo>
                <a:lnTo>
                  <a:pt x="130791" y="1233721"/>
                </a:lnTo>
                <a:lnTo>
                  <a:pt x="108237" y="1228842"/>
                </a:lnTo>
                <a:lnTo>
                  <a:pt x="212319" y="739768"/>
                </a:lnTo>
                <a:lnTo>
                  <a:pt x="212319" y="739579"/>
                </a:lnTo>
                <a:lnTo>
                  <a:pt x="127964" y="343287"/>
                </a:lnTo>
                <a:lnTo>
                  <a:pt x="10774" y="343287"/>
                </a:lnTo>
                <a:lnTo>
                  <a:pt x="55307" y="10470"/>
                </a:lnTo>
                <a:lnTo>
                  <a:pt x="403467" y="10470"/>
                </a:lnTo>
                <a:lnTo>
                  <a:pt x="402584" y="3884"/>
                </a:lnTo>
                <a:lnTo>
                  <a:pt x="398155" y="0"/>
                </a:lnTo>
                <a:close/>
              </a:path>
              <a:path w="448945" h="1254760">
                <a:moveTo>
                  <a:pt x="257150" y="950180"/>
                </a:moveTo>
                <a:lnTo>
                  <a:pt x="246442" y="950180"/>
                </a:lnTo>
                <a:lnTo>
                  <a:pt x="307854" y="1238621"/>
                </a:lnTo>
                <a:lnTo>
                  <a:pt x="309498" y="1240998"/>
                </a:lnTo>
                <a:lnTo>
                  <a:pt x="313540" y="1243616"/>
                </a:lnTo>
                <a:lnTo>
                  <a:pt x="315519" y="1244192"/>
                </a:lnTo>
                <a:lnTo>
                  <a:pt x="318262" y="1244192"/>
                </a:lnTo>
                <a:lnTo>
                  <a:pt x="318995" y="1244108"/>
                </a:lnTo>
                <a:lnTo>
                  <a:pt x="347926" y="1237847"/>
                </a:lnTo>
                <a:lnTo>
                  <a:pt x="350596" y="1233721"/>
                </a:lnTo>
                <a:lnTo>
                  <a:pt x="317519" y="1233721"/>
                </a:lnTo>
                <a:lnTo>
                  <a:pt x="257150" y="950180"/>
                </a:lnTo>
                <a:close/>
              </a:path>
              <a:path w="448945" h="1254760">
                <a:moveTo>
                  <a:pt x="235971" y="850707"/>
                </a:moveTo>
                <a:lnTo>
                  <a:pt x="235971" y="1243878"/>
                </a:lnTo>
                <a:lnTo>
                  <a:pt x="246442" y="1243878"/>
                </a:lnTo>
                <a:lnTo>
                  <a:pt x="246442" y="950180"/>
                </a:lnTo>
                <a:lnTo>
                  <a:pt x="257150" y="950180"/>
                </a:lnTo>
                <a:lnTo>
                  <a:pt x="235971" y="850707"/>
                </a:lnTo>
                <a:close/>
              </a:path>
              <a:path w="448945" h="1254760">
                <a:moveTo>
                  <a:pt x="212925" y="847680"/>
                </a:moveTo>
                <a:lnTo>
                  <a:pt x="130791" y="1233721"/>
                </a:lnTo>
                <a:lnTo>
                  <a:pt x="141499" y="1233721"/>
                </a:lnTo>
                <a:lnTo>
                  <a:pt x="202454" y="947217"/>
                </a:lnTo>
                <a:lnTo>
                  <a:pt x="212925" y="947217"/>
                </a:lnTo>
                <a:lnTo>
                  <a:pt x="212925" y="847680"/>
                </a:lnTo>
                <a:close/>
              </a:path>
              <a:path w="448945" h="1254760">
                <a:moveTo>
                  <a:pt x="403467" y="10470"/>
                </a:moveTo>
                <a:lnTo>
                  <a:pt x="392909" y="10470"/>
                </a:lnTo>
                <a:lnTo>
                  <a:pt x="437536" y="343287"/>
                </a:lnTo>
                <a:lnTo>
                  <a:pt x="320346" y="343287"/>
                </a:lnTo>
                <a:lnTo>
                  <a:pt x="235971" y="739579"/>
                </a:lnTo>
                <a:lnTo>
                  <a:pt x="235971" y="739768"/>
                </a:lnTo>
                <a:lnTo>
                  <a:pt x="340073" y="1228842"/>
                </a:lnTo>
                <a:lnTo>
                  <a:pt x="317519" y="1233721"/>
                </a:lnTo>
                <a:lnTo>
                  <a:pt x="350596" y="1233721"/>
                </a:lnTo>
                <a:lnTo>
                  <a:pt x="351518" y="1232297"/>
                </a:lnTo>
                <a:lnTo>
                  <a:pt x="246682" y="739768"/>
                </a:lnTo>
                <a:lnTo>
                  <a:pt x="246682" y="739579"/>
                </a:lnTo>
                <a:lnTo>
                  <a:pt x="328827" y="353758"/>
                </a:lnTo>
                <a:lnTo>
                  <a:pt x="440562" y="353758"/>
                </a:lnTo>
                <a:lnTo>
                  <a:pt x="443431" y="352450"/>
                </a:lnTo>
                <a:lnTo>
                  <a:pt x="447410" y="347905"/>
                </a:lnTo>
                <a:lnTo>
                  <a:pt x="448321" y="344890"/>
                </a:lnTo>
                <a:lnTo>
                  <a:pt x="403467" y="10470"/>
                </a:lnTo>
                <a:close/>
              </a:path>
              <a:path w="448945" h="1254760">
                <a:moveTo>
                  <a:pt x="212925" y="343287"/>
                </a:moveTo>
                <a:lnTo>
                  <a:pt x="151597" y="343287"/>
                </a:lnTo>
                <a:lnTo>
                  <a:pt x="212925" y="631760"/>
                </a:lnTo>
                <a:lnTo>
                  <a:pt x="212925" y="532151"/>
                </a:lnTo>
                <a:lnTo>
                  <a:pt x="202454" y="532151"/>
                </a:lnTo>
                <a:lnTo>
                  <a:pt x="164529" y="353758"/>
                </a:lnTo>
                <a:lnTo>
                  <a:pt x="212925" y="353758"/>
                </a:lnTo>
                <a:lnTo>
                  <a:pt x="212925" y="343287"/>
                </a:lnTo>
                <a:close/>
              </a:path>
              <a:path w="448945" h="1254760">
                <a:moveTo>
                  <a:pt x="296713" y="343287"/>
                </a:moveTo>
                <a:lnTo>
                  <a:pt x="235971" y="343287"/>
                </a:lnTo>
                <a:lnTo>
                  <a:pt x="235971" y="628734"/>
                </a:lnTo>
                <a:lnTo>
                  <a:pt x="257148" y="529219"/>
                </a:lnTo>
                <a:lnTo>
                  <a:pt x="246442" y="529219"/>
                </a:lnTo>
                <a:lnTo>
                  <a:pt x="246442" y="353758"/>
                </a:lnTo>
                <a:lnTo>
                  <a:pt x="294485" y="353758"/>
                </a:lnTo>
                <a:lnTo>
                  <a:pt x="296713" y="343287"/>
                </a:lnTo>
                <a:close/>
              </a:path>
              <a:path w="448945" h="1254760">
                <a:moveTo>
                  <a:pt x="212925" y="353758"/>
                </a:moveTo>
                <a:lnTo>
                  <a:pt x="202454" y="353758"/>
                </a:lnTo>
                <a:lnTo>
                  <a:pt x="202454" y="532151"/>
                </a:lnTo>
                <a:lnTo>
                  <a:pt x="212925" y="532151"/>
                </a:lnTo>
                <a:lnTo>
                  <a:pt x="212925" y="353758"/>
                </a:lnTo>
                <a:close/>
              </a:path>
              <a:path w="448945" h="1254760">
                <a:moveTo>
                  <a:pt x="294485" y="353758"/>
                </a:moveTo>
                <a:lnTo>
                  <a:pt x="283781" y="353758"/>
                </a:lnTo>
                <a:lnTo>
                  <a:pt x="246442" y="529219"/>
                </a:lnTo>
                <a:lnTo>
                  <a:pt x="257148" y="529219"/>
                </a:lnTo>
                <a:lnTo>
                  <a:pt x="294485" y="35375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6" name="object 5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47907" y="1115989"/>
            <a:ext cx="1049716" cy="741644"/>
          </a:xfrm>
          <a:prstGeom prst="rect">
            <a:avLst/>
          </a:prstGeom>
        </p:spPr>
      </p:pic>
      <p:sp>
        <p:nvSpPr>
          <p:cNvPr id="57" name="object 57" descr=""/>
          <p:cNvSpPr/>
          <p:nvPr/>
        </p:nvSpPr>
        <p:spPr>
          <a:xfrm>
            <a:off x="5691559" y="2414841"/>
            <a:ext cx="972819" cy="325120"/>
          </a:xfrm>
          <a:custGeom>
            <a:avLst/>
            <a:gdLst/>
            <a:ahLst/>
            <a:cxnLst/>
            <a:rect l="l" t="t" r="r" b="b"/>
            <a:pathLst>
              <a:path w="972820" h="325119">
                <a:moveTo>
                  <a:pt x="127294" y="1270"/>
                </a:moveTo>
                <a:lnTo>
                  <a:pt x="120170" y="1270"/>
                </a:lnTo>
                <a:lnTo>
                  <a:pt x="113558" y="2540"/>
                </a:lnTo>
                <a:lnTo>
                  <a:pt x="88734" y="33020"/>
                </a:lnTo>
                <a:lnTo>
                  <a:pt x="87924" y="43180"/>
                </a:lnTo>
                <a:lnTo>
                  <a:pt x="88433" y="49530"/>
                </a:lnTo>
                <a:lnTo>
                  <a:pt x="90091" y="57150"/>
                </a:lnTo>
                <a:lnTo>
                  <a:pt x="93351" y="64770"/>
                </a:lnTo>
                <a:lnTo>
                  <a:pt x="98667" y="73660"/>
                </a:lnTo>
                <a:lnTo>
                  <a:pt x="101849" y="83820"/>
                </a:lnTo>
                <a:lnTo>
                  <a:pt x="105189" y="104140"/>
                </a:lnTo>
                <a:lnTo>
                  <a:pt x="107223" y="134620"/>
                </a:lnTo>
                <a:lnTo>
                  <a:pt x="106488" y="171450"/>
                </a:lnTo>
                <a:lnTo>
                  <a:pt x="105871" y="180340"/>
                </a:lnTo>
                <a:lnTo>
                  <a:pt x="105085" y="189230"/>
                </a:lnTo>
                <a:lnTo>
                  <a:pt x="104112" y="196850"/>
                </a:lnTo>
                <a:lnTo>
                  <a:pt x="103326" y="203200"/>
                </a:lnTo>
                <a:lnTo>
                  <a:pt x="92749" y="259080"/>
                </a:lnTo>
                <a:lnTo>
                  <a:pt x="85808" y="285750"/>
                </a:lnTo>
                <a:lnTo>
                  <a:pt x="85780" y="288290"/>
                </a:lnTo>
                <a:lnTo>
                  <a:pt x="85955" y="290830"/>
                </a:lnTo>
                <a:lnTo>
                  <a:pt x="65377" y="290830"/>
                </a:lnTo>
                <a:lnTo>
                  <a:pt x="50688" y="292100"/>
                </a:lnTo>
                <a:lnTo>
                  <a:pt x="39538" y="293370"/>
                </a:lnTo>
                <a:lnTo>
                  <a:pt x="29580" y="297180"/>
                </a:lnTo>
                <a:lnTo>
                  <a:pt x="25151" y="298450"/>
                </a:lnTo>
                <a:lnTo>
                  <a:pt x="17549" y="300990"/>
                </a:lnTo>
                <a:lnTo>
                  <a:pt x="10355" y="304800"/>
                </a:lnTo>
                <a:lnTo>
                  <a:pt x="2889" y="307340"/>
                </a:lnTo>
                <a:lnTo>
                  <a:pt x="0" y="312420"/>
                </a:lnTo>
                <a:lnTo>
                  <a:pt x="1727" y="322580"/>
                </a:lnTo>
                <a:lnTo>
                  <a:pt x="6083" y="325120"/>
                </a:lnTo>
                <a:lnTo>
                  <a:pt x="963562" y="325120"/>
                </a:lnTo>
                <a:lnTo>
                  <a:pt x="967761" y="322580"/>
                </a:lnTo>
                <a:lnTo>
                  <a:pt x="969735" y="314960"/>
                </a:lnTo>
                <a:lnTo>
                  <a:pt x="11182" y="314960"/>
                </a:lnTo>
                <a:lnTo>
                  <a:pt x="14502" y="313690"/>
                </a:lnTo>
                <a:lnTo>
                  <a:pt x="17915" y="312420"/>
                </a:lnTo>
                <a:lnTo>
                  <a:pt x="21433" y="311150"/>
                </a:lnTo>
                <a:lnTo>
                  <a:pt x="28857" y="307340"/>
                </a:lnTo>
                <a:lnTo>
                  <a:pt x="33056" y="306070"/>
                </a:lnTo>
                <a:lnTo>
                  <a:pt x="42397" y="303530"/>
                </a:lnTo>
                <a:lnTo>
                  <a:pt x="53286" y="302260"/>
                </a:lnTo>
                <a:lnTo>
                  <a:pt x="68148" y="300990"/>
                </a:lnTo>
                <a:lnTo>
                  <a:pt x="98876" y="300990"/>
                </a:lnTo>
                <a:lnTo>
                  <a:pt x="97798" y="297180"/>
                </a:lnTo>
                <a:lnTo>
                  <a:pt x="96918" y="294640"/>
                </a:lnTo>
                <a:lnTo>
                  <a:pt x="96237" y="288290"/>
                </a:lnTo>
                <a:lnTo>
                  <a:pt x="98517" y="279400"/>
                </a:lnTo>
                <a:lnTo>
                  <a:pt x="102173" y="265430"/>
                </a:lnTo>
                <a:lnTo>
                  <a:pt x="106966" y="243840"/>
                </a:lnTo>
                <a:lnTo>
                  <a:pt x="113724" y="204470"/>
                </a:lnTo>
                <a:lnTo>
                  <a:pt x="117696" y="134620"/>
                </a:lnTo>
                <a:lnTo>
                  <a:pt x="115640" y="104140"/>
                </a:lnTo>
                <a:lnTo>
                  <a:pt x="111770" y="80010"/>
                </a:lnTo>
                <a:lnTo>
                  <a:pt x="107085" y="67310"/>
                </a:lnTo>
                <a:lnTo>
                  <a:pt x="102772" y="60960"/>
                </a:lnTo>
                <a:lnTo>
                  <a:pt x="100137" y="54610"/>
                </a:lnTo>
                <a:lnTo>
                  <a:pt x="98803" y="48260"/>
                </a:lnTo>
                <a:lnTo>
                  <a:pt x="98394" y="43180"/>
                </a:lnTo>
                <a:lnTo>
                  <a:pt x="98662" y="38100"/>
                </a:lnTo>
                <a:lnTo>
                  <a:pt x="119870" y="11430"/>
                </a:lnTo>
                <a:lnTo>
                  <a:pt x="169000" y="11430"/>
                </a:lnTo>
                <a:lnTo>
                  <a:pt x="160039" y="7620"/>
                </a:lnTo>
                <a:lnTo>
                  <a:pt x="150037" y="5080"/>
                </a:lnTo>
                <a:lnTo>
                  <a:pt x="138841" y="2540"/>
                </a:lnTo>
                <a:lnTo>
                  <a:pt x="127294" y="1270"/>
                </a:lnTo>
                <a:close/>
              </a:path>
              <a:path w="972820" h="325119">
                <a:moveTo>
                  <a:pt x="972368" y="217170"/>
                </a:moveTo>
                <a:lnTo>
                  <a:pt x="961866" y="217170"/>
                </a:lnTo>
                <a:lnTo>
                  <a:pt x="955464" y="243840"/>
                </a:lnTo>
                <a:lnTo>
                  <a:pt x="949736" y="264160"/>
                </a:lnTo>
                <a:lnTo>
                  <a:pt x="945581" y="278130"/>
                </a:lnTo>
                <a:lnTo>
                  <a:pt x="942819" y="287020"/>
                </a:lnTo>
                <a:lnTo>
                  <a:pt x="943217" y="289560"/>
                </a:lnTo>
                <a:lnTo>
                  <a:pt x="945587" y="299720"/>
                </a:lnTo>
                <a:lnTo>
                  <a:pt x="949442" y="307340"/>
                </a:lnTo>
                <a:lnTo>
                  <a:pt x="954066" y="312420"/>
                </a:lnTo>
                <a:lnTo>
                  <a:pt x="958745" y="314960"/>
                </a:lnTo>
                <a:lnTo>
                  <a:pt x="969735" y="314960"/>
                </a:lnTo>
                <a:lnTo>
                  <a:pt x="970064" y="313690"/>
                </a:lnTo>
                <a:lnTo>
                  <a:pt x="967876" y="308610"/>
                </a:lnTo>
                <a:lnTo>
                  <a:pt x="958012" y="303530"/>
                </a:lnTo>
                <a:lnTo>
                  <a:pt x="954651" y="297180"/>
                </a:lnTo>
                <a:lnTo>
                  <a:pt x="953489" y="288290"/>
                </a:lnTo>
                <a:lnTo>
                  <a:pt x="953834" y="287020"/>
                </a:lnTo>
                <a:lnTo>
                  <a:pt x="956598" y="278130"/>
                </a:lnTo>
                <a:lnTo>
                  <a:pt x="960977" y="262890"/>
                </a:lnTo>
                <a:lnTo>
                  <a:pt x="966300" y="243840"/>
                </a:lnTo>
                <a:lnTo>
                  <a:pt x="971928" y="219710"/>
                </a:lnTo>
                <a:lnTo>
                  <a:pt x="972211" y="219710"/>
                </a:lnTo>
                <a:lnTo>
                  <a:pt x="972368" y="218440"/>
                </a:lnTo>
                <a:lnTo>
                  <a:pt x="972368" y="217170"/>
                </a:lnTo>
                <a:close/>
              </a:path>
              <a:path w="972820" h="325119">
                <a:moveTo>
                  <a:pt x="801177" y="299720"/>
                </a:moveTo>
                <a:lnTo>
                  <a:pt x="741652" y="299720"/>
                </a:lnTo>
                <a:lnTo>
                  <a:pt x="751610" y="303530"/>
                </a:lnTo>
                <a:lnTo>
                  <a:pt x="757275" y="304800"/>
                </a:lnTo>
                <a:lnTo>
                  <a:pt x="765086" y="307340"/>
                </a:lnTo>
                <a:lnTo>
                  <a:pt x="777693" y="307340"/>
                </a:lnTo>
                <a:lnTo>
                  <a:pt x="781400" y="306070"/>
                </a:lnTo>
                <a:lnTo>
                  <a:pt x="784918" y="306070"/>
                </a:lnTo>
                <a:lnTo>
                  <a:pt x="793506" y="303530"/>
                </a:lnTo>
                <a:lnTo>
                  <a:pt x="801177" y="299720"/>
                </a:lnTo>
                <a:close/>
              </a:path>
              <a:path w="972820" h="325119">
                <a:moveTo>
                  <a:pt x="622640" y="0"/>
                </a:moveTo>
                <a:lnTo>
                  <a:pt x="616263" y="0"/>
                </a:lnTo>
                <a:lnTo>
                  <a:pt x="606865" y="1270"/>
                </a:lnTo>
                <a:lnTo>
                  <a:pt x="598632" y="3810"/>
                </a:lnTo>
                <a:lnTo>
                  <a:pt x="591610" y="6350"/>
                </a:lnTo>
                <a:lnTo>
                  <a:pt x="585846" y="10160"/>
                </a:lnTo>
                <a:lnTo>
                  <a:pt x="620850" y="10160"/>
                </a:lnTo>
                <a:lnTo>
                  <a:pt x="623101" y="11430"/>
                </a:lnTo>
                <a:lnTo>
                  <a:pt x="626912" y="11430"/>
                </a:lnTo>
                <a:lnTo>
                  <a:pt x="636472" y="13970"/>
                </a:lnTo>
                <a:lnTo>
                  <a:pt x="642147" y="22860"/>
                </a:lnTo>
                <a:lnTo>
                  <a:pt x="645895" y="33020"/>
                </a:lnTo>
                <a:lnTo>
                  <a:pt x="645183" y="44450"/>
                </a:lnTo>
                <a:lnTo>
                  <a:pt x="640314" y="54610"/>
                </a:lnTo>
                <a:lnTo>
                  <a:pt x="631593" y="64770"/>
                </a:lnTo>
                <a:lnTo>
                  <a:pt x="630127" y="68580"/>
                </a:lnTo>
                <a:lnTo>
                  <a:pt x="627593" y="77470"/>
                </a:lnTo>
                <a:lnTo>
                  <a:pt x="625834" y="87630"/>
                </a:lnTo>
                <a:lnTo>
                  <a:pt x="624513" y="100330"/>
                </a:lnTo>
                <a:lnTo>
                  <a:pt x="624721" y="113030"/>
                </a:lnTo>
                <a:lnTo>
                  <a:pt x="626120" y="128270"/>
                </a:lnTo>
                <a:lnTo>
                  <a:pt x="630900" y="168910"/>
                </a:lnTo>
                <a:lnTo>
                  <a:pt x="632671" y="184150"/>
                </a:lnTo>
                <a:lnTo>
                  <a:pt x="634619" y="205740"/>
                </a:lnTo>
                <a:lnTo>
                  <a:pt x="635111" y="212090"/>
                </a:lnTo>
                <a:lnTo>
                  <a:pt x="635603" y="217170"/>
                </a:lnTo>
                <a:lnTo>
                  <a:pt x="635991" y="222250"/>
                </a:lnTo>
                <a:lnTo>
                  <a:pt x="636699" y="234950"/>
                </a:lnTo>
                <a:lnTo>
                  <a:pt x="637457" y="247650"/>
                </a:lnTo>
                <a:lnTo>
                  <a:pt x="637750" y="248920"/>
                </a:lnTo>
                <a:lnTo>
                  <a:pt x="639990" y="251460"/>
                </a:lnTo>
                <a:lnTo>
                  <a:pt x="646221" y="262890"/>
                </a:lnTo>
                <a:lnTo>
                  <a:pt x="649392" y="273050"/>
                </a:lnTo>
                <a:lnTo>
                  <a:pt x="649522" y="281940"/>
                </a:lnTo>
                <a:lnTo>
                  <a:pt x="646629" y="290830"/>
                </a:lnTo>
                <a:lnTo>
                  <a:pt x="644482" y="294640"/>
                </a:lnTo>
                <a:lnTo>
                  <a:pt x="641257" y="297180"/>
                </a:lnTo>
                <a:lnTo>
                  <a:pt x="637258" y="300990"/>
                </a:lnTo>
                <a:lnTo>
                  <a:pt x="700837" y="300990"/>
                </a:lnTo>
                <a:lnTo>
                  <a:pt x="707077" y="299720"/>
                </a:lnTo>
                <a:lnTo>
                  <a:pt x="801177" y="299720"/>
                </a:lnTo>
                <a:lnTo>
                  <a:pt x="804390" y="297180"/>
                </a:lnTo>
                <a:lnTo>
                  <a:pt x="766437" y="297180"/>
                </a:lnTo>
                <a:lnTo>
                  <a:pt x="754563" y="293370"/>
                </a:lnTo>
                <a:lnTo>
                  <a:pt x="747198" y="290830"/>
                </a:lnTo>
                <a:lnTo>
                  <a:pt x="672105" y="290830"/>
                </a:lnTo>
                <a:lnTo>
                  <a:pt x="658147" y="289560"/>
                </a:lnTo>
                <a:lnTo>
                  <a:pt x="660293" y="279400"/>
                </a:lnTo>
                <a:lnTo>
                  <a:pt x="659415" y="269240"/>
                </a:lnTo>
                <a:lnTo>
                  <a:pt x="655516" y="257810"/>
                </a:lnTo>
                <a:lnTo>
                  <a:pt x="648461" y="245110"/>
                </a:lnTo>
                <a:lnTo>
                  <a:pt x="648105" y="245110"/>
                </a:lnTo>
                <a:lnTo>
                  <a:pt x="647687" y="243840"/>
                </a:lnTo>
                <a:lnTo>
                  <a:pt x="646441" y="222250"/>
                </a:lnTo>
                <a:lnTo>
                  <a:pt x="644776" y="201930"/>
                </a:lnTo>
                <a:lnTo>
                  <a:pt x="643090" y="182880"/>
                </a:lnTo>
                <a:lnTo>
                  <a:pt x="642200" y="175260"/>
                </a:lnTo>
                <a:lnTo>
                  <a:pt x="641509" y="168910"/>
                </a:lnTo>
                <a:lnTo>
                  <a:pt x="639174" y="149860"/>
                </a:lnTo>
                <a:lnTo>
                  <a:pt x="638776" y="146050"/>
                </a:lnTo>
                <a:lnTo>
                  <a:pt x="636595" y="128270"/>
                </a:lnTo>
                <a:lnTo>
                  <a:pt x="635222" y="113030"/>
                </a:lnTo>
                <a:lnTo>
                  <a:pt x="634967" y="100330"/>
                </a:lnTo>
                <a:lnTo>
                  <a:pt x="636137" y="88900"/>
                </a:lnTo>
                <a:lnTo>
                  <a:pt x="637216" y="82550"/>
                </a:lnTo>
                <a:lnTo>
                  <a:pt x="638786" y="76200"/>
                </a:lnTo>
                <a:lnTo>
                  <a:pt x="640713" y="69850"/>
                </a:lnTo>
                <a:lnTo>
                  <a:pt x="650672" y="57150"/>
                </a:lnTo>
                <a:lnTo>
                  <a:pt x="655853" y="44450"/>
                </a:lnTo>
                <a:lnTo>
                  <a:pt x="637057" y="5080"/>
                </a:lnTo>
                <a:lnTo>
                  <a:pt x="625206" y="1270"/>
                </a:lnTo>
                <a:lnTo>
                  <a:pt x="622640" y="0"/>
                </a:lnTo>
                <a:close/>
              </a:path>
              <a:path w="972820" h="325119">
                <a:moveTo>
                  <a:pt x="967698" y="207010"/>
                </a:moveTo>
                <a:lnTo>
                  <a:pt x="793630" y="207010"/>
                </a:lnTo>
                <a:lnTo>
                  <a:pt x="790845" y="208280"/>
                </a:lnTo>
                <a:lnTo>
                  <a:pt x="786887" y="212090"/>
                </a:lnTo>
                <a:lnTo>
                  <a:pt x="785881" y="214630"/>
                </a:lnTo>
                <a:lnTo>
                  <a:pt x="786101" y="218440"/>
                </a:lnTo>
                <a:lnTo>
                  <a:pt x="787030" y="228600"/>
                </a:lnTo>
                <a:lnTo>
                  <a:pt x="788345" y="234950"/>
                </a:lnTo>
                <a:lnTo>
                  <a:pt x="790575" y="241300"/>
                </a:lnTo>
                <a:lnTo>
                  <a:pt x="794248" y="246380"/>
                </a:lnTo>
                <a:lnTo>
                  <a:pt x="803550" y="261620"/>
                </a:lnTo>
                <a:lnTo>
                  <a:pt x="806410" y="271780"/>
                </a:lnTo>
                <a:lnTo>
                  <a:pt x="805515" y="278130"/>
                </a:lnTo>
                <a:lnTo>
                  <a:pt x="803556" y="283210"/>
                </a:lnTo>
                <a:lnTo>
                  <a:pt x="799808" y="288290"/>
                </a:lnTo>
                <a:lnTo>
                  <a:pt x="791808" y="293370"/>
                </a:lnTo>
                <a:lnTo>
                  <a:pt x="779923" y="295910"/>
                </a:lnTo>
                <a:lnTo>
                  <a:pt x="776960" y="297180"/>
                </a:lnTo>
                <a:lnTo>
                  <a:pt x="804390" y="297180"/>
                </a:lnTo>
                <a:lnTo>
                  <a:pt x="807603" y="294640"/>
                </a:lnTo>
                <a:lnTo>
                  <a:pt x="812456" y="288290"/>
                </a:lnTo>
                <a:lnTo>
                  <a:pt x="816512" y="278130"/>
                </a:lnTo>
                <a:lnTo>
                  <a:pt x="816213" y="265430"/>
                </a:lnTo>
                <a:lnTo>
                  <a:pt x="811520" y="254000"/>
                </a:lnTo>
                <a:lnTo>
                  <a:pt x="802394" y="240030"/>
                </a:lnTo>
                <a:lnTo>
                  <a:pt x="798394" y="234950"/>
                </a:lnTo>
                <a:lnTo>
                  <a:pt x="797713" y="233680"/>
                </a:lnTo>
                <a:lnTo>
                  <a:pt x="796541" y="217170"/>
                </a:lnTo>
                <a:lnTo>
                  <a:pt x="972368" y="217170"/>
                </a:lnTo>
                <a:lnTo>
                  <a:pt x="972368" y="212090"/>
                </a:lnTo>
                <a:lnTo>
                  <a:pt x="967698" y="207010"/>
                </a:lnTo>
                <a:close/>
              </a:path>
              <a:path w="972820" h="325119">
                <a:moveTo>
                  <a:pt x="743516" y="289560"/>
                </a:moveTo>
                <a:lnTo>
                  <a:pt x="700680" y="289560"/>
                </a:lnTo>
                <a:lnTo>
                  <a:pt x="690073" y="290830"/>
                </a:lnTo>
                <a:lnTo>
                  <a:pt x="747198" y="290830"/>
                </a:lnTo>
                <a:lnTo>
                  <a:pt x="743516" y="289560"/>
                </a:lnTo>
                <a:close/>
              </a:path>
              <a:path w="972820" h="325119">
                <a:moveTo>
                  <a:pt x="393698" y="27940"/>
                </a:moveTo>
                <a:lnTo>
                  <a:pt x="302073" y="27940"/>
                </a:lnTo>
                <a:lnTo>
                  <a:pt x="316002" y="29210"/>
                </a:lnTo>
                <a:lnTo>
                  <a:pt x="341884" y="29210"/>
                </a:lnTo>
                <a:lnTo>
                  <a:pt x="393698" y="27940"/>
                </a:lnTo>
                <a:close/>
              </a:path>
              <a:path w="972820" h="325119">
                <a:moveTo>
                  <a:pt x="169000" y="11430"/>
                </a:moveTo>
                <a:lnTo>
                  <a:pt x="127294" y="11430"/>
                </a:lnTo>
                <a:lnTo>
                  <a:pt x="137838" y="12700"/>
                </a:lnTo>
                <a:lnTo>
                  <a:pt x="148289" y="15240"/>
                </a:lnTo>
                <a:lnTo>
                  <a:pt x="157643" y="19050"/>
                </a:lnTo>
                <a:lnTo>
                  <a:pt x="164895" y="21590"/>
                </a:lnTo>
                <a:lnTo>
                  <a:pt x="166256" y="21590"/>
                </a:lnTo>
                <a:lnTo>
                  <a:pt x="181364" y="25400"/>
                </a:lnTo>
                <a:lnTo>
                  <a:pt x="207118" y="26670"/>
                </a:lnTo>
                <a:lnTo>
                  <a:pt x="242741" y="27940"/>
                </a:lnTo>
                <a:lnTo>
                  <a:pt x="434009" y="27940"/>
                </a:lnTo>
                <a:lnTo>
                  <a:pt x="465258" y="25400"/>
                </a:lnTo>
                <a:lnTo>
                  <a:pt x="501094" y="24130"/>
                </a:lnTo>
                <a:lnTo>
                  <a:pt x="511420" y="24130"/>
                </a:lnTo>
                <a:lnTo>
                  <a:pt x="521205" y="22860"/>
                </a:lnTo>
                <a:lnTo>
                  <a:pt x="581982" y="22860"/>
                </a:lnTo>
                <a:lnTo>
                  <a:pt x="588432" y="20320"/>
                </a:lnTo>
                <a:lnTo>
                  <a:pt x="589699" y="19050"/>
                </a:lnTo>
                <a:lnTo>
                  <a:pt x="590966" y="19050"/>
                </a:lnTo>
                <a:lnTo>
                  <a:pt x="593519" y="17780"/>
                </a:lnTo>
                <a:lnTo>
                  <a:pt x="244994" y="17780"/>
                </a:lnTo>
                <a:lnTo>
                  <a:pt x="210303" y="16510"/>
                </a:lnTo>
                <a:lnTo>
                  <a:pt x="184646" y="15240"/>
                </a:lnTo>
                <a:lnTo>
                  <a:pt x="170214" y="12700"/>
                </a:lnTo>
                <a:lnTo>
                  <a:pt x="169000" y="11430"/>
                </a:lnTo>
                <a:close/>
              </a:path>
              <a:path w="972820" h="325119">
                <a:moveTo>
                  <a:pt x="581982" y="22860"/>
                </a:moveTo>
                <a:lnTo>
                  <a:pt x="548391" y="22860"/>
                </a:lnTo>
                <a:lnTo>
                  <a:pt x="559815" y="24130"/>
                </a:lnTo>
                <a:lnTo>
                  <a:pt x="576610" y="24130"/>
                </a:lnTo>
                <a:lnTo>
                  <a:pt x="581982" y="22860"/>
                </a:lnTo>
                <a:close/>
              </a:path>
              <a:path w="972820" h="325119">
                <a:moveTo>
                  <a:pt x="548810" y="12700"/>
                </a:moveTo>
                <a:lnTo>
                  <a:pt x="511651" y="12700"/>
                </a:lnTo>
                <a:lnTo>
                  <a:pt x="501526" y="13970"/>
                </a:lnTo>
                <a:lnTo>
                  <a:pt x="393213" y="17780"/>
                </a:lnTo>
                <a:lnTo>
                  <a:pt x="593519" y="17780"/>
                </a:lnTo>
                <a:lnTo>
                  <a:pt x="596073" y="16510"/>
                </a:lnTo>
                <a:lnTo>
                  <a:pt x="600027" y="13970"/>
                </a:lnTo>
                <a:lnTo>
                  <a:pt x="565008" y="13970"/>
                </a:lnTo>
                <a:lnTo>
                  <a:pt x="548810" y="12700"/>
                </a:lnTo>
                <a:close/>
              </a:path>
              <a:path w="972820" h="325119">
                <a:moveTo>
                  <a:pt x="616263" y="10160"/>
                </a:moveTo>
                <a:lnTo>
                  <a:pt x="584495" y="10160"/>
                </a:lnTo>
                <a:lnTo>
                  <a:pt x="582568" y="11430"/>
                </a:lnTo>
                <a:lnTo>
                  <a:pt x="579448" y="12700"/>
                </a:lnTo>
                <a:lnTo>
                  <a:pt x="575877" y="13970"/>
                </a:lnTo>
                <a:lnTo>
                  <a:pt x="600027" y="13970"/>
                </a:lnTo>
                <a:lnTo>
                  <a:pt x="602005" y="12700"/>
                </a:lnTo>
                <a:lnTo>
                  <a:pt x="608741" y="11430"/>
                </a:lnTo>
                <a:lnTo>
                  <a:pt x="616263" y="1016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" name="object 58" descr=""/>
          <p:cNvGrpSpPr/>
          <p:nvPr/>
        </p:nvGrpSpPr>
        <p:grpSpPr>
          <a:xfrm>
            <a:off x="5479082" y="2115698"/>
            <a:ext cx="2202180" cy="1284605"/>
            <a:chOff x="5479082" y="2115698"/>
            <a:chExt cx="2202180" cy="1284605"/>
          </a:xfrm>
        </p:grpSpPr>
        <p:sp>
          <p:nvSpPr>
            <p:cNvPr id="59" name="object 59" descr=""/>
            <p:cNvSpPr/>
            <p:nvPr/>
          </p:nvSpPr>
          <p:spPr>
            <a:xfrm>
              <a:off x="5479088" y="3037579"/>
              <a:ext cx="2202180" cy="363220"/>
            </a:xfrm>
            <a:custGeom>
              <a:avLst/>
              <a:gdLst/>
              <a:ahLst/>
              <a:cxnLst/>
              <a:rect l="l" t="t" r="r" b="b"/>
              <a:pathLst>
                <a:path w="2202179" h="363220">
                  <a:moveTo>
                    <a:pt x="2197315" y="0"/>
                  </a:moveTo>
                  <a:lnTo>
                    <a:pt x="4680" y="0"/>
                  </a:lnTo>
                  <a:lnTo>
                    <a:pt x="0" y="4690"/>
                  </a:lnTo>
                  <a:lnTo>
                    <a:pt x="0" y="357957"/>
                  </a:lnTo>
                  <a:lnTo>
                    <a:pt x="4680" y="362638"/>
                  </a:lnTo>
                  <a:lnTo>
                    <a:pt x="2197315" y="362638"/>
                  </a:lnTo>
                  <a:lnTo>
                    <a:pt x="2202006" y="357957"/>
                  </a:lnTo>
                  <a:lnTo>
                    <a:pt x="2202006" y="352167"/>
                  </a:lnTo>
                  <a:lnTo>
                    <a:pt x="10470" y="352167"/>
                  </a:lnTo>
                  <a:lnTo>
                    <a:pt x="10470" y="10470"/>
                  </a:lnTo>
                  <a:lnTo>
                    <a:pt x="2202006" y="10470"/>
                  </a:lnTo>
                  <a:lnTo>
                    <a:pt x="2202006" y="4690"/>
                  </a:lnTo>
                  <a:lnTo>
                    <a:pt x="2197315" y="0"/>
                  </a:lnTo>
                  <a:close/>
                </a:path>
                <a:path w="2202179" h="363220">
                  <a:moveTo>
                    <a:pt x="2202006" y="10470"/>
                  </a:moveTo>
                  <a:lnTo>
                    <a:pt x="2191535" y="10470"/>
                  </a:lnTo>
                  <a:lnTo>
                    <a:pt x="2191535" y="352167"/>
                  </a:lnTo>
                  <a:lnTo>
                    <a:pt x="2202006" y="352167"/>
                  </a:lnTo>
                  <a:lnTo>
                    <a:pt x="2202006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79082" y="2115698"/>
              <a:ext cx="2202016" cy="923290"/>
            </a:xfrm>
            <a:prstGeom prst="rect">
              <a:avLst/>
            </a:prstGeom>
          </p:spPr>
        </p:pic>
      </p:grpSp>
      <p:sp>
        <p:nvSpPr>
          <p:cNvPr id="61" name="object 61" descr=""/>
          <p:cNvSpPr/>
          <p:nvPr/>
        </p:nvSpPr>
        <p:spPr>
          <a:xfrm>
            <a:off x="4972917" y="2141381"/>
            <a:ext cx="448945" cy="1254760"/>
          </a:xfrm>
          <a:custGeom>
            <a:avLst/>
            <a:gdLst/>
            <a:ahLst/>
            <a:cxnLst/>
            <a:rect l="l" t="t" r="r" b="b"/>
            <a:pathLst>
              <a:path w="448945" h="1254760">
                <a:moveTo>
                  <a:pt x="212925" y="947217"/>
                </a:moveTo>
                <a:lnTo>
                  <a:pt x="202454" y="947217"/>
                </a:lnTo>
                <a:lnTo>
                  <a:pt x="202454" y="1249658"/>
                </a:lnTo>
                <a:lnTo>
                  <a:pt x="207145" y="1254349"/>
                </a:lnTo>
                <a:lnTo>
                  <a:pt x="241751" y="1254349"/>
                </a:lnTo>
                <a:lnTo>
                  <a:pt x="246442" y="1249658"/>
                </a:lnTo>
                <a:lnTo>
                  <a:pt x="246442" y="1243878"/>
                </a:lnTo>
                <a:lnTo>
                  <a:pt x="212925" y="1243878"/>
                </a:lnTo>
                <a:lnTo>
                  <a:pt x="212925" y="947217"/>
                </a:lnTo>
                <a:close/>
              </a:path>
              <a:path w="448945" h="1254760">
                <a:moveTo>
                  <a:pt x="398155" y="0"/>
                </a:moveTo>
                <a:lnTo>
                  <a:pt x="50061" y="0"/>
                </a:lnTo>
                <a:lnTo>
                  <a:pt x="45632" y="3884"/>
                </a:lnTo>
                <a:lnTo>
                  <a:pt x="0" y="344890"/>
                </a:lnTo>
                <a:lnTo>
                  <a:pt x="910" y="347916"/>
                </a:lnTo>
                <a:lnTo>
                  <a:pt x="4889" y="352450"/>
                </a:lnTo>
                <a:lnTo>
                  <a:pt x="7758" y="353758"/>
                </a:lnTo>
                <a:lnTo>
                  <a:pt x="119493" y="353758"/>
                </a:lnTo>
                <a:lnTo>
                  <a:pt x="201607" y="739579"/>
                </a:lnTo>
                <a:lnTo>
                  <a:pt x="201607" y="739768"/>
                </a:lnTo>
                <a:lnTo>
                  <a:pt x="96792" y="1232297"/>
                </a:lnTo>
                <a:lnTo>
                  <a:pt x="100384" y="1237847"/>
                </a:lnTo>
                <a:lnTo>
                  <a:pt x="129315" y="1244108"/>
                </a:lnTo>
                <a:lnTo>
                  <a:pt x="130058" y="1244192"/>
                </a:lnTo>
                <a:lnTo>
                  <a:pt x="132802" y="1244192"/>
                </a:lnTo>
                <a:lnTo>
                  <a:pt x="134770" y="1243616"/>
                </a:lnTo>
                <a:lnTo>
                  <a:pt x="138812" y="1240998"/>
                </a:lnTo>
                <a:lnTo>
                  <a:pt x="140456" y="1238621"/>
                </a:lnTo>
                <a:lnTo>
                  <a:pt x="141499" y="1233721"/>
                </a:lnTo>
                <a:lnTo>
                  <a:pt x="130791" y="1233721"/>
                </a:lnTo>
                <a:lnTo>
                  <a:pt x="108237" y="1228842"/>
                </a:lnTo>
                <a:lnTo>
                  <a:pt x="212319" y="739768"/>
                </a:lnTo>
                <a:lnTo>
                  <a:pt x="212319" y="739579"/>
                </a:lnTo>
                <a:lnTo>
                  <a:pt x="127964" y="343287"/>
                </a:lnTo>
                <a:lnTo>
                  <a:pt x="10774" y="343287"/>
                </a:lnTo>
                <a:lnTo>
                  <a:pt x="55307" y="10470"/>
                </a:lnTo>
                <a:lnTo>
                  <a:pt x="403467" y="10470"/>
                </a:lnTo>
                <a:lnTo>
                  <a:pt x="402584" y="3884"/>
                </a:lnTo>
                <a:lnTo>
                  <a:pt x="398155" y="0"/>
                </a:lnTo>
                <a:close/>
              </a:path>
              <a:path w="448945" h="1254760">
                <a:moveTo>
                  <a:pt x="257150" y="950180"/>
                </a:moveTo>
                <a:lnTo>
                  <a:pt x="246442" y="950180"/>
                </a:lnTo>
                <a:lnTo>
                  <a:pt x="307854" y="1238621"/>
                </a:lnTo>
                <a:lnTo>
                  <a:pt x="309498" y="1240998"/>
                </a:lnTo>
                <a:lnTo>
                  <a:pt x="313540" y="1243616"/>
                </a:lnTo>
                <a:lnTo>
                  <a:pt x="315519" y="1244192"/>
                </a:lnTo>
                <a:lnTo>
                  <a:pt x="318262" y="1244192"/>
                </a:lnTo>
                <a:lnTo>
                  <a:pt x="318995" y="1244108"/>
                </a:lnTo>
                <a:lnTo>
                  <a:pt x="347926" y="1237847"/>
                </a:lnTo>
                <a:lnTo>
                  <a:pt x="350596" y="1233721"/>
                </a:lnTo>
                <a:lnTo>
                  <a:pt x="317519" y="1233721"/>
                </a:lnTo>
                <a:lnTo>
                  <a:pt x="257150" y="950180"/>
                </a:lnTo>
                <a:close/>
              </a:path>
              <a:path w="448945" h="1254760">
                <a:moveTo>
                  <a:pt x="235971" y="850707"/>
                </a:moveTo>
                <a:lnTo>
                  <a:pt x="235971" y="1243878"/>
                </a:lnTo>
                <a:lnTo>
                  <a:pt x="246442" y="1243878"/>
                </a:lnTo>
                <a:lnTo>
                  <a:pt x="246442" y="950180"/>
                </a:lnTo>
                <a:lnTo>
                  <a:pt x="257150" y="950180"/>
                </a:lnTo>
                <a:lnTo>
                  <a:pt x="235971" y="850707"/>
                </a:lnTo>
                <a:close/>
              </a:path>
              <a:path w="448945" h="1254760">
                <a:moveTo>
                  <a:pt x="212925" y="847680"/>
                </a:moveTo>
                <a:lnTo>
                  <a:pt x="130791" y="1233721"/>
                </a:lnTo>
                <a:lnTo>
                  <a:pt x="141499" y="1233721"/>
                </a:lnTo>
                <a:lnTo>
                  <a:pt x="202454" y="947217"/>
                </a:lnTo>
                <a:lnTo>
                  <a:pt x="212925" y="947217"/>
                </a:lnTo>
                <a:lnTo>
                  <a:pt x="212925" y="847680"/>
                </a:lnTo>
                <a:close/>
              </a:path>
              <a:path w="448945" h="1254760">
                <a:moveTo>
                  <a:pt x="403467" y="10470"/>
                </a:moveTo>
                <a:lnTo>
                  <a:pt x="392909" y="10470"/>
                </a:lnTo>
                <a:lnTo>
                  <a:pt x="437536" y="343287"/>
                </a:lnTo>
                <a:lnTo>
                  <a:pt x="320346" y="343287"/>
                </a:lnTo>
                <a:lnTo>
                  <a:pt x="235971" y="739579"/>
                </a:lnTo>
                <a:lnTo>
                  <a:pt x="235971" y="739768"/>
                </a:lnTo>
                <a:lnTo>
                  <a:pt x="340073" y="1228842"/>
                </a:lnTo>
                <a:lnTo>
                  <a:pt x="317519" y="1233721"/>
                </a:lnTo>
                <a:lnTo>
                  <a:pt x="350596" y="1233721"/>
                </a:lnTo>
                <a:lnTo>
                  <a:pt x="351518" y="1232297"/>
                </a:lnTo>
                <a:lnTo>
                  <a:pt x="246682" y="739768"/>
                </a:lnTo>
                <a:lnTo>
                  <a:pt x="246682" y="739579"/>
                </a:lnTo>
                <a:lnTo>
                  <a:pt x="328827" y="353758"/>
                </a:lnTo>
                <a:lnTo>
                  <a:pt x="440562" y="353758"/>
                </a:lnTo>
                <a:lnTo>
                  <a:pt x="443431" y="352450"/>
                </a:lnTo>
                <a:lnTo>
                  <a:pt x="447410" y="347905"/>
                </a:lnTo>
                <a:lnTo>
                  <a:pt x="448321" y="344890"/>
                </a:lnTo>
                <a:lnTo>
                  <a:pt x="403467" y="10470"/>
                </a:lnTo>
                <a:close/>
              </a:path>
              <a:path w="448945" h="1254760">
                <a:moveTo>
                  <a:pt x="212925" y="343287"/>
                </a:moveTo>
                <a:lnTo>
                  <a:pt x="151597" y="343287"/>
                </a:lnTo>
                <a:lnTo>
                  <a:pt x="212925" y="631760"/>
                </a:lnTo>
                <a:lnTo>
                  <a:pt x="212925" y="532151"/>
                </a:lnTo>
                <a:lnTo>
                  <a:pt x="202454" y="532151"/>
                </a:lnTo>
                <a:lnTo>
                  <a:pt x="164529" y="353758"/>
                </a:lnTo>
                <a:lnTo>
                  <a:pt x="212925" y="353758"/>
                </a:lnTo>
                <a:lnTo>
                  <a:pt x="212925" y="343287"/>
                </a:lnTo>
                <a:close/>
              </a:path>
              <a:path w="448945" h="1254760">
                <a:moveTo>
                  <a:pt x="296723" y="343287"/>
                </a:moveTo>
                <a:lnTo>
                  <a:pt x="235971" y="343287"/>
                </a:lnTo>
                <a:lnTo>
                  <a:pt x="235971" y="628734"/>
                </a:lnTo>
                <a:lnTo>
                  <a:pt x="257149" y="529229"/>
                </a:lnTo>
                <a:lnTo>
                  <a:pt x="246442" y="529229"/>
                </a:lnTo>
                <a:lnTo>
                  <a:pt x="246442" y="353758"/>
                </a:lnTo>
                <a:lnTo>
                  <a:pt x="294495" y="353758"/>
                </a:lnTo>
                <a:lnTo>
                  <a:pt x="296723" y="343287"/>
                </a:lnTo>
                <a:close/>
              </a:path>
              <a:path w="448945" h="1254760">
                <a:moveTo>
                  <a:pt x="212925" y="353758"/>
                </a:moveTo>
                <a:lnTo>
                  <a:pt x="202454" y="353758"/>
                </a:lnTo>
                <a:lnTo>
                  <a:pt x="202454" y="532151"/>
                </a:lnTo>
                <a:lnTo>
                  <a:pt x="212925" y="532151"/>
                </a:lnTo>
                <a:lnTo>
                  <a:pt x="212925" y="353758"/>
                </a:lnTo>
                <a:close/>
              </a:path>
              <a:path w="448945" h="1254760">
                <a:moveTo>
                  <a:pt x="294495" y="353758"/>
                </a:moveTo>
                <a:lnTo>
                  <a:pt x="283781" y="353758"/>
                </a:lnTo>
                <a:lnTo>
                  <a:pt x="246442" y="529229"/>
                </a:lnTo>
                <a:lnTo>
                  <a:pt x="257149" y="529229"/>
                </a:lnTo>
                <a:lnTo>
                  <a:pt x="294495" y="35375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4077494" y="2849787"/>
            <a:ext cx="658495" cy="558165"/>
          </a:xfrm>
          <a:custGeom>
            <a:avLst/>
            <a:gdLst/>
            <a:ahLst/>
            <a:cxnLst/>
            <a:rect l="l" t="t" r="r" b="b"/>
            <a:pathLst>
              <a:path w="658494" h="558164">
                <a:moveTo>
                  <a:pt x="610285" y="0"/>
                </a:moveTo>
                <a:lnTo>
                  <a:pt x="47883" y="0"/>
                </a:lnTo>
                <a:lnTo>
                  <a:pt x="29265" y="3775"/>
                </a:lnTo>
                <a:lnTo>
                  <a:pt x="14042" y="14065"/>
                </a:lnTo>
                <a:lnTo>
                  <a:pt x="3769" y="29313"/>
                </a:lnTo>
                <a:lnTo>
                  <a:pt x="0" y="47967"/>
                </a:lnTo>
                <a:lnTo>
                  <a:pt x="0" y="510183"/>
                </a:lnTo>
                <a:lnTo>
                  <a:pt x="3769" y="528799"/>
                </a:lnTo>
                <a:lnTo>
                  <a:pt x="14042" y="544018"/>
                </a:lnTo>
                <a:lnTo>
                  <a:pt x="29265" y="554288"/>
                </a:lnTo>
                <a:lnTo>
                  <a:pt x="47883" y="558056"/>
                </a:lnTo>
                <a:lnTo>
                  <a:pt x="610285" y="558056"/>
                </a:lnTo>
                <a:lnTo>
                  <a:pt x="628901" y="554288"/>
                </a:lnTo>
                <a:lnTo>
                  <a:pt x="638834" y="547585"/>
                </a:lnTo>
                <a:lnTo>
                  <a:pt x="47883" y="547585"/>
                </a:lnTo>
                <a:lnTo>
                  <a:pt x="33344" y="544639"/>
                </a:lnTo>
                <a:lnTo>
                  <a:pt x="21449" y="536611"/>
                </a:lnTo>
                <a:lnTo>
                  <a:pt x="13418" y="524720"/>
                </a:lnTo>
                <a:lnTo>
                  <a:pt x="10470" y="510183"/>
                </a:lnTo>
                <a:lnTo>
                  <a:pt x="10470" y="47967"/>
                </a:lnTo>
                <a:lnTo>
                  <a:pt x="13418" y="33375"/>
                </a:lnTo>
                <a:lnTo>
                  <a:pt x="21449" y="21456"/>
                </a:lnTo>
                <a:lnTo>
                  <a:pt x="33344" y="13418"/>
                </a:lnTo>
                <a:lnTo>
                  <a:pt x="47883" y="10470"/>
                </a:lnTo>
                <a:lnTo>
                  <a:pt x="638804" y="10470"/>
                </a:lnTo>
                <a:lnTo>
                  <a:pt x="628901" y="3775"/>
                </a:lnTo>
                <a:lnTo>
                  <a:pt x="610285" y="0"/>
                </a:lnTo>
                <a:close/>
              </a:path>
              <a:path w="658494" h="558164">
                <a:moveTo>
                  <a:pt x="638804" y="10470"/>
                </a:moveTo>
                <a:lnTo>
                  <a:pt x="610285" y="10470"/>
                </a:lnTo>
                <a:lnTo>
                  <a:pt x="624822" y="13418"/>
                </a:lnTo>
                <a:lnTo>
                  <a:pt x="636713" y="21456"/>
                </a:lnTo>
                <a:lnTo>
                  <a:pt x="644740" y="33375"/>
                </a:lnTo>
                <a:lnTo>
                  <a:pt x="647687" y="47967"/>
                </a:lnTo>
                <a:lnTo>
                  <a:pt x="647687" y="510183"/>
                </a:lnTo>
                <a:lnTo>
                  <a:pt x="644740" y="524720"/>
                </a:lnTo>
                <a:lnTo>
                  <a:pt x="636713" y="536611"/>
                </a:lnTo>
                <a:lnTo>
                  <a:pt x="624822" y="544639"/>
                </a:lnTo>
                <a:lnTo>
                  <a:pt x="610285" y="547585"/>
                </a:lnTo>
                <a:lnTo>
                  <a:pt x="638834" y="547585"/>
                </a:lnTo>
                <a:lnTo>
                  <a:pt x="644120" y="544018"/>
                </a:lnTo>
                <a:lnTo>
                  <a:pt x="654389" y="528799"/>
                </a:lnTo>
                <a:lnTo>
                  <a:pt x="658157" y="510183"/>
                </a:lnTo>
                <a:lnTo>
                  <a:pt x="658157" y="47967"/>
                </a:lnTo>
                <a:lnTo>
                  <a:pt x="654389" y="29313"/>
                </a:lnTo>
                <a:lnTo>
                  <a:pt x="644120" y="14065"/>
                </a:lnTo>
                <a:lnTo>
                  <a:pt x="638804" y="104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14865683" y="1860236"/>
            <a:ext cx="399415" cy="461009"/>
            <a:chOff x="14865683" y="1860236"/>
            <a:chExt cx="399415" cy="461009"/>
          </a:xfrm>
        </p:grpSpPr>
        <p:sp>
          <p:nvSpPr>
            <p:cNvPr id="64" name="object 64" descr=""/>
            <p:cNvSpPr/>
            <p:nvPr/>
          </p:nvSpPr>
          <p:spPr>
            <a:xfrm>
              <a:off x="14911782" y="1909061"/>
              <a:ext cx="300355" cy="121285"/>
            </a:xfrm>
            <a:custGeom>
              <a:avLst/>
              <a:gdLst/>
              <a:ahLst/>
              <a:cxnLst/>
              <a:rect l="l" t="t" r="r" b="b"/>
              <a:pathLst>
                <a:path w="300355" h="121285">
                  <a:moveTo>
                    <a:pt x="295059" y="0"/>
                  </a:moveTo>
                  <a:lnTo>
                    <a:pt x="4680" y="0"/>
                  </a:lnTo>
                  <a:lnTo>
                    <a:pt x="0" y="4690"/>
                  </a:lnTo>
                  <a:lnTo>
                    <a:pt x="0" y="116352"/>
                  </a:lnTo>
                  <a:lnTo>
                    <a:pt x="4680" y="121043"/>
                  </a:lnTo>
                  <a:lnTo>
                    <a:pt x="295059" y="121043"/>
                  </a:lnTo>
                  <a:lnTo>
                    <a:pt x="299750" y="116352"/>
                  </a:lnTo>
                  <a:lnTo>
                    <a:pt x="299750" y="110572"/>
                  </a:lnTo>
                  <a:lnTo>
                    <a:pt x="10470" y="110572"/>
                  </a:lnTo>
                  <a:lnTo>
                    <a:pt x="10470" y="10470"/>
                  </a:lnTo>
                  <a:lnTo>
                    <a:pt x="299750" y="10470"/>
                  </a:lnTo>
                  <a:lnTo>
                    <a:pt x="299750" y="4690"/>
                  </a:lnTo>
                  <a:lnTo>
                    <a:pt x="295059" y="0"/>
                  </a:lnTo>
                  <a:close/>
                </a:path>
                <a:path w="300355" h="121285">
                  <a:moveTo>
                    <a:pt x="299750" y="10470"/>
                  </a:moveTo>
                  <a:lnTo>
                    <a:pt x="289279" y="10470"/>
                  </a:lnTo>
                  <a:lnTo>
                    <a:pt x="289279" y="110572"/>
                  </a:lnTo>
                  <a:lnTo>
                    <a:pt x="299750" y="110572"/>
                  </a:lnTo>
                  <a:lnTo>
                    <a:pt x="299750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4870918" y="1865472"/>
              <a:ext cx="389255" cy="450215"/>
            </a:xfrm>
            <a:custGeom>
              <a:avLst/>
              <a:gdLst/>
              <a:ahLst/>
              <a:cxnLst/>
              <a:rect l="l" t="t" r="r" b="b"/>
              <a:pathLst>
                <a:path w="389255" h="450214">
                  <a:moveTo>
                    <a:pt x="386553" y="0"/>
                  </a:moveTo>
                  <a:lnTo>
                    <a:pt x="2335" y="0"/>
                  </a:lnTo>
                  <a:lnTo>
                    <a:pt x="0" y="2335"/>
                  </a:lnTo>
                  <a:lnTo>
                    <a:pt x="0" y="447577"/>
                  </a:lnTo>
                  <a:lnTo>
                    <a:pt x="2335" y="449923"/>
                  </a:lnTo>
                  <a:lnTo>
                    <a:pt x="386553" y="449923"/>
                  </a:lnTo>
                  <a:lnTo>
                    <a:pt x="388888" y="447577"/>
                  </a:lnTo>
                  <a:lnTo>
                    <a:pt x="388888" y="415034"/>
                  </a:lnTo>
                  <a:lnTo>
                    <a:pt x="37035" y="415034"/>
                  </a:lnTo>
                  <a:lnTo>
                    <a:pt x="37035" y="208224"/>
                  </a:lnTo>
                  <a:lnTo>
                    <a:pt x="388888" y="208224"/>
                  </a:lnTo>
                  <a:lnTo>
                    <a:pt x="388888" y="168455"/>
                  </a:lnTo>
                  <a:lnTo>
                    <a:pt x="37035" y="168455"/>
                  </a:lnTo>
                  <a:lnTo>
                    <a:pt x="37035" y="39768"/>
                  </a:lnTo>
                  <a:lnTo>
                    <a:pt x="388888" y="39768"/>
                  </a:lnTo>
                  <a:lnTo>
                    <a:pt x="388888" y="2335"/>
                  </a:lnTo>
                  <a:lnTo>
                    <a:pt x="386553" y="0"/>
                  </a:lnTo>
                  <a:close/>
                </a:path>
                <a:path w="389255" h="450214">
                  <a:moveTo>
                    <a:pt x="388888" y="208224"/>
                  </a:moveTo>
                  <a:lnTo>
                    <a:pt x="344429" y="208224"/>
                  </a:lnTo>
                  <a:lnTo>
                    <a:pt x="344429" y="415034"/>
                  </a:lnTo>
                  <a:lnTo>
                    <a:pt x="388888" y="415034"/>
                  </a:lnTo>
                  <a:lnTo>
                    <a:pt x="388888" y="208224"/>
                  </a:lnTo>
                  <a:close/>
                </a:path>
                <a:path w="389255" h="450214">
                  <a:moveTo>
                    <a:pt x="388888" y="39768"/>
                  </a:moveTo>
                  <a:lnTo>
                    <a:pt x="344429" y="39768"/>
                  </a:lnTo>
                  <a:lnTo>
                    <a:pt x="344429" y="168455"/>
                  </a:lnTo>
                  <a:lnTo>
                    <a:pt x="388888" y="168455"/>
                  </a:lnTo>
                  <a:lnTo>
                    <a:pt x="388888" y="397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4865683" y="1860236"/>
              <a:ext cx="399415" cy="461009"/>
            </a:xfrm>
            <a:custGeom>
              <a:avLst/>
              <a:gdLst/>
              <a:ahLst/>
              <a:cxnLst/>
              <a:rect l="l" t="t" r="r" b="b"/>
              <a:pathLst>
                <a:path w="399415" h="461010">
                  <a:moveTo>
                    <a:pt x="394679" y="0"/>
                  </a:moveTo>
                  <a:lnTo>
                    <a:pt x="4690" y="0"/>
                  </a:lnTo>
                  <a:lnTo>
                    <a:pt x="0" y="4680"/>
                  </a:lnTo>
                  <a:lnTo>
                    <a:pt x="0" y="455703"/>
                  </a:lnTo>
                  <a:lnTo>
                    <a:pt x="4690" y="460394"/>
                  </a:lnTo>
                  <a:lnTo>
                    <a:pt x="394679" y="460394"/>
                  </a:lnTo>
                  <a:lnTo>
                    <a:pt x="399359" y="455703"/>
                  </a:lnTo>
                  <a:lnTo>
                    <a:pt x="399359" y="449923"/>
                  </a:lnTo>
                  <a:lnTo>
                    <a:pt x="10470" y="449923"/>
                  </a:lnTo>
                  <a:lnTo>
                    <a:pt x="10470" y="10470"/>
                  </a:lnTo>
                  <a:lnTo>
                    <a:pt x="399359" y="10470"/>
                  </a:lnTo>
                  <a:lnTo>
                    <a:pt x="399359" y="4680"/>
                  </a:lnTo>
                  <a:lnTo>
                    <a:pt x="394679" y="0"/>
                  </a:lnTo>
                  <a:close/>
                </a:path>
                <a:path w="399415" h="461010">
                  <a:moveTo>
                    <a:pt x="399359" y="10470"/>
                  </a:moveTo>
                  <a:lnTo>
                    <a:pt x="388888" y="10470"/>
                  </a:lnTo>
                  <a:lnTo>
                    <a:pt x="388888" y="449923"/>
                  </a:lnTo>
                  <a:lnTo>
                    <a:pt x="399359" y="449923"/>
                  </a:lnTo>
                  <a:lnTo>
                    <a:pt x="399359" y="10470"/>
                  </a:lnTo>
                  <a:close/>
                </a:path>
                <a:path w="399415" h="461010">
                  <a:moveTo>
                    <a:pt x="354910" y="208213"/>
                  </a:moveTo>
                  <a:lnTo>
                    <a:pt x="37035" y="208213"/>
                  </a:lnTo>
                  <a:lnTo>
                    <a:pt x="37035" y="425505"/>
                  </a:lnTo>
                  <a:lnTo>
                    <a:pt x="354910" y="425505"/>
                  </a:lnTo>
                  <a:lnTo>
                    <a:pt x="354910" y="415044"/>
                  </a:lnTo>
                  <a:lnTo>
                    <a:pt x="47506" y="415044"/>
                  </a:lnTo>
                  <a:lnTo>
                    <a:pt x="47506" y="218694"/>
                  </a:lnTo>
                  <a:lnTo>
                    <a:pt x="354910" y="218694"/>
                  </a:lnTo>
                  <a:lnTo>
                    <a:pt x="354910" y="208213"/>
                  </a:lnTo>
                  <a:close/>
                </a:path>
                <a:path w="399415" h="461010">
                  <a:moveTo>
                    <a:pt x="354910" y="218694"/>
                  </a:moveTo>
                  <a:lnTo>
                    <a:pt x="344439" y="218694"/>
                  </a:lnTo>
                  <a:lnTo>
                    <a:pt x="344439" y="415044"/>
                  </a:lnTo>
                  <a:lnTo>
                    <a:pt x="354910" y="415044"/>
                  </a:lnTo>
                  <a:lnTo>
                    <a:pt x="354910" y="218694"/>
                  </a:lnTo>
                  <a:close/>
                </a:path>
                <a:path w="399415" h="461010">
                  <a:moveTo>
                    <a:pt x="354910" y="39768"/>
                  </a:moveTo>
                  <a:lnTo>
                    <a:pt x="37035" y="39768"/>
                  </a:lnTo>
                  <a:lnTo>
                    <a:pt x="37035" y="178926"/>
                  </a:lnTo>
                  <a:lnTo>
                    <a:pt x="354910" y="178926"/>
                  </a:lnTo>
                  <a:lnTo>
                    <a:pt x="354910" y="168455"/>
                  </a:lnTo>
                  <a:lnTo>
                    <a:pt x="47506" y="168455"/>
                  </a:lnTo>
                  <a:lnTo>
                    <a:pt x="47506" y="50239"/>
                  </a:lnTo>
                  <a:lnTo>
                    <a:pt x="354910" y="50239"/>
                  </a:lnTo>
                  <a:lnTo>
                    <a:pt x="354910" y="39768"/>
                  </a:lnTo>
                  <a:close/>
                </a:path>
                <a:path w="399415" h="461010">
                  <a:moveTo>
                    <a:pt x="354910" y="50239"/>
                  </a:moveTo>
                  <a:lnTo>
                    <a:pt x="344439" y="50239"/>
                  </a:lnTo>
                  <a:lnTo>
                    <a:pt x="344439" y="168455"/>
                  </a:lnTo>
                  <a:lnTo>
                    <a:pt x="354910" y="168455"/>
                  </a:lnTo>
                  <a:lnTo>
                    <a:pt x="354910" y="5023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4917013" y="2082755"/>
              <a:ext cx="289560" cy="189230"/>
            </a:xfrm>
            <a:custGeom>
              <a:avLst/>
              <a:gdLst/>
              <a:ahLst/>
              <a:cxnLst/>
              <a:rect l="l" t="t" r="r" b="b"/>
              <a:pathLst>
                <a:path w="289559" h="189230">
                  <a:moveTo>
                    <a:pt x="286933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186350"/>
                  </a:lnTo>
                  <a:lnTo>
                    <a:pt x="2345" y="188695"/>
                  </a:lnTo>
                  <a:lnTo>
                    <a:pt x="5235" y="188695"/>
                  </a:lnTo>
                  <a:lnTo>
                    <a:pt x="286933" y="188695"/>
                  </a:lnTo>
                  <a:lnTo>
                    <a:pt x="289279" y="186350"/>
                  </a:lnTo>
                  <a:lnTo>
                    <a:pt x="289279" y="2345"/>
                  </a:lnTo>
                  <a:lnTo>
                    <a:pt x="2869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4911782" y="2077518"/>
              <a:ext cx="300355" cy="199390"/>
            </a:xfrm>
            <a:custGeom>
              <a:avLst/>
              <a:gdLst/>
              <a:ahLst/>
              <a:cxnLst/>
              <a:rect l="l" t="t" r="r" b="b"/>
              <a:pathLst>
                <a:path w="300355" h="199389">
                  <a:moveTo>
                    <a:pt x="295059" y="0"/>
                  </a:moveTo>
                  <a:lnTo>
                    <a:pt x="4680" y="0"/>
                  </a:lnTo>
                  <a:lnTo>
                    <a:pt x="0" y="4690"/>
                  </a:lnTo>
                  <a:lnTo>
                    <a:pt x="0" y="194475"/>
                  </a:lnTo>
                  <a:lnTo>
                    <a:pt x="4680" y="199166"/>
                  </a:lnTo>
                  <a:lnTo>
                    <a:pt x="295059" y="199166"/>
                  </a:lnTo>
                  <a:lnTo>
                    <a:pt x="299750" y="194475"/>
                  </a:lnTo>
                  <a:lnTo>
                    <a:pt x="299750" y="188695"/>
                  </a:lnTo>
                  <a:lnTo>
                    <a:pt x="10470" y="188695"/>
                  </a:lnTo>
                  <a:lnTo>
                    <a:pt x="10470" y="10470"/>
                  </a:lnTo>
                  <a:lnTo>
                    <a:pt x="299750" y="10470"/>
                  </a:lnTo>
                  <a:lnTo>
                    <a:pt x="299750" y="4690"/>
                  </a:lnTo>
                  <a:lnTo>
                    <a:pt x="295059" y="0"/>
                  </a:lnTo>
                  <a:close/>
                </a:path>
                <a:path w="300355" h="199389">
                  <a:moveTo>
                    <a:pt x="299750" y="10470"/>
                  </a:moveTo>
                  <a:lnTo>
                    <a:pt x="289279" y="10470"/>
                  </a:lnTo>
                  <a:lnTo>
                    <a:pt x="289279" y="188695"/>
                  </a:lnTo>
                  <a:lnTo>
                    <a:pt x="299750" y="188695"/>
                  </a:lnTo>
                  <a:lnTo>
                    <a:pt x="299750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 descr=""/>
          <p:cNvGrpSpPr/>
          <p:nvPr/>
        </p:nvGrpSpPr>
        <p:grpSpPr>
          <a:xfrm>
            <a:off x="13548100" y="1313164"/>
            <a:ext cx="1717039" cy="2094864"/>
            <a:chOff x="13548100" y="1313164"/>
            <a:chExt cx="1717039" cy="2094864"/>
          </a:xfrm>
        </p:grpSpPr>
        <p:sp>
          <p:nvSpPr>
            <p:cNvPr id="70" name="object 70" descr=""/>
            <p:cNvSpPr/>
            <p:nvPr/>
          </p:nvSpPr>
          <p:spPr>
            <a:xfrm>
              <a:off x="13671829" y="2455944"/>
              <a:ext cx="1470025" cy="200025"/>
            </a:xfrm>
            <a:custGeom>
              <a:avLst/>
              <a:gdLst/>
              <a:ahLst/>
              <a:cxnLst/>
              <a:rect l="l" t="t" r="r" b="b"/>
              <a:pathLst>
                <a:path w="1470025" h="200025">
                  <a:moveTo>
                    <a:pt x="380784" y="66624"/>
                  </a:moveTo>
                  <a:lnTo>
                    <a:pt x="379044" y="57124"/>
                  </a:lnTo>
                  <a:lnTo>
                    <a:pt x="376326" y="52679"/>
                  </a:lnTo>
                  <a:lnTo>
                    <a:pt x="374294" y="49364"/>
                  </a:lnTo>
                  <a:lnTo>
                    <a:pt x="370205" y="46329"/>
                  </a:lnTo>
                  <a:lnTo>
                    <a:pt x="370205" y="58940"/>
                  </a:lnTo>
                  <a:lnTo>
                    <a:pt x="370205" y="74320"/>
                  </a:lnTo>
                  <a:lnTo>
                    <a:pt x="364998" y="80568"/>
                  </a:lnTo>
                  <a:lnTo>
                    <a:pt x="352310" y="80568"/>
                  </a:lnTo>
                  <a:lnTo>
                    <a:pt x="347116" y="74320"/>
                  </a:lnTo>
                  <a:lnTo>
                    <a:pt x="347116" y="58940"/>
                  </a:lnTo>
                  <a:lnTo>
                    <a:pt x="352310" y="52679"/>
                  </a:lnTo>
                  <a:lnTo>
                    <a:pt x="364998" y="52679"/>
                  </a:lnTo>
                  <a:lnTo>
                    <a:pt x="370205" y="58940"/>
                  </a:lnTo>
                  <a:lnTo>
                    <a:pt x="370205" y="46329"/>
                  </a:lnTo>
                  <a:lnTo>
                    <a:pt x="367271" y="44132"/>
                  </a:lnTo>
                  <a:lnTo>
                    <a:pt x="358711" y="42214"/>
                  </a:lnTo>
                  <a:lnTo>
                    <a:pt x="350113" y="44132"/>
                  </a:lnTo>
                  <a:lnTo>
                    <a:pt x="343103" y="49364"/>
                  </a:lnTo>
                  <a:lnTo>
                    <a:pt x="338378" y="57124"/>
                  </a:lnTo>
                  <a:lnTo>
                    <a:pt x="336651" y="66624"/>
                  </a:lnTo>
                  <a:lnTo>
                    <a:pt x="338378" y="76123"/>
                  </a:lnTo>
                  <a:lnTo>
                    <a:pt x="343103" y="83883"/>
                  </a:lnTo>
                  <a:lnTo>
                    <a:pt x="350113" y="89115"/>
                  </a:lnTo>
                  <a:lnTo>
                    <a:pt x="358711" y="91033"/>
                  </a:lnTo>
                  <a:lnTo>
                    <a:pt x="367271" y="89115"/>
                  </a:lnTo>
                  <a:lnTo>
                    <a:pt x="374294" y="83883"/>
                  </a:lnTo>
                  <a:lnTo>
                    <a:pt x="376313" y="80568"/>
                  </a:lnTo>
                  <a:lnTo>
                    <a:pt x="379044" y="76123"/>
                  </a:lnTo>
                  <a:lnTo>
                    <a:pt x="380784" y="66624"/>
                  </a:lnTo>
                  <a:close/>
                </a:path>
                <a:path w="1470025" h="200025">
                  <a:moveTo>
                    <a:pt x="730516" y="4686"/>
                  </a:moveTo>
                  <a:lnTo>
                    <a:pt x="725830" y="0"/>
                  </a:lnTo>
                  <a:lnTo>
                    <a:pt x="720039" y="0"/>
                  </a:lnTo>
                  <a:lnTo>
                    <a:pt x="720039" y="10477"/>
                  </a:lnTo>
                  <a:lnTo>
                    <a:pt x="720039" y="189471"/>
                  </a:lnTo>
                  <a:lnTo>
                    <a:pt x="10464" y="189471"/>
                  </a:lnTo>
                  <a:lnTo>
                    <a:pt x="10464" y="10477"/>
                  </a:lnTo>
                  <a:lnTo>
                    <a:pt x="720039" y="10477"/>
                  </a:lnTo>
                  <a:lnTo>
                    <a:pt x="720039" y="0"/>
                  </a:lnTo>
                  <a:lnTo>
                    <a:pt x="4673" y="0"/>
                  </a:lnTo>
                  <a:lnTo>
                    <a:pt x="0" y="4686"/>
                  </a:lnTo>
                  <a:lnTo>
                    <a:pt x="0" y="195249"/>
                  </a:lnTo>
                  <a:lnTo>
                    <a:pt x="4673" y="199948"/>
                  </a:lnTo>
                  <a:lnTo>
                    <a:pt x="725830" y="199948"/>
                  </a:lnTo>
                  <a:lnTo>
                    <a:pt x="730516" y="195249"/>
                  </a:lnTo>
                  <a:lnTo>
                    <a:pt x="730516" y="189471"/>
                  </a:lnTo>
                  <a:lnTo>
                    <a:pt x="730516" y="10477"/>
                  </a:lnTo>
                  <a:lnTo>
                    <a:pt x="730516" y="4686"/>
                  </a:lnTo>
                  <a:close/>
                </a:path>
                <a:path w="1470025" h="200025">
                  <a:moveTo>
                    <a:pt x="1119657" y="66624"/>
                  </a:moveTo>
                  <a:lnTo>
                    <a:pt x="1117930" y="57124"/>
                  </a:lnTo>
                  <a:lnTo>
                    <a:pt x="1115225" y="52679"/>
                  </a:lnTo>
                  <a:lnTo>
                    <a:pt x="1113205" y="49364"/>
                  </a:lnTo>
                  <a:lnTo>
                    <a:pt x="1109192" y="46367"/>
                  </a:lnTo>
                  <a:lnTo>
                    <a:pt x="1109192" y="58940"/>
                  </a:lnTo>
                  <a:lnTo>
                    <a:pt x="1109192" y="74320"/>
                  </a:lnTo>
                  <a:lnTo>
                    <a:pt x="1104023" y="80568"/>
                  </a:lnTo>
                  <a:lnTo>
                    <a:pt x="1091285" y="80568"/>
                  </a:lnTo>
                  <a:lnTo>
                    <a:pt x="1086078" y="74320"/>
                  </a:lnTo>
                  <a:lnTo>
                    <a:pt x="1086078" y="58940"/>
                  </a:lnTo>
                  <a:lnTo>
                    <a:pt x="1091285" y="52679"/>
                  </a:lnTo>
                  <a:lnTo>
                    <a:pt x="1104023" y="52679"/>
                  </a:lnTo>
                  <a:lnTo>
                    <a:pt x="1109192" y="58940"/>
                  </a:lnTo>
                  <a:lnTo>
                    <a:pt x="1109192" y="46367"/>
                  </a:lnTo>
                  <a:lnTo>
                    <a:pt x="1106220" y="44132"/>
                  </a:lnTo>
                  <a:lnTo>
                    <a:pt x="1097686" y="42214"/>
                  </a:lnTo>
                  <a:lnTo>
                    <a:pt x="1089075" y="44132"/>
                  </a:lnTo>
                  <a:lnTo>
                    <a:pt x="1082065" y="49364"/>
                  </a:lnTo>
                  <a:lnTo>
                    <a:pt x="1077341" y="57124"/>
                  </a:lnTo>
                  <a:lnTo>
                    <a:pt x="1075601" y="66624"/>
                  </a:lnTo>
                  <a:lnTo>
                    <a:pt x="1077341" y="76123"/>
                  </a:lnTo>
                  <a:lnTo>
                    <a:pt x="1082065" y="83883"/>
                  </a:lnTo>
                  <a:lnTo>
                    <a:pt x="1089075" y="89115"/>
                  </a:lnTo>
                  <a:lnTo>
                    <a:pt x="1097686" y="91033"/>
                  </a:lnTo>
                  <a:lnTo>
                    <a:pt x="1106220" y="89115"/>
                  </a:lnTo>
                  <a:lnTo>
                    <a:pt x="1113205" y="83883"/>
                  </a:lnTo>
                  <a:lnTo>
                    <a:pt x="1115225" y="80568"/>
                  </a:lnTo>
                  <a:lnTo>
                    <a:pt x="1117930" y="76123"/>
                  </a:lnTo>
                  <a:lnTo>
                    <a:pt x="1119657" y="66624"/>
                  </a:lnTo>
                  <a:close/>
                </a:path>
                <a:path w="1470025" h="200025">
                  <a:moveTo>
                    <a:pt x="1469478" y="4686"/>
                  </a:moveTo>
                  <a:lnTo>
                    <a:pt x="1464792" y="0"/>
                  </a:lnTo>
                  <a:lnTo>
                    <a:pt x="1459014" y="0"/>
                  </a:lnTo>
                  <a:lnTo>
                    <a:pt x="1459014" y="10477"/>
                  </a:lnTo>
                  <a:lnTo>
                    <a:pt x="1459014" y="189471"/>
                  </a:lnTo>
                  <a:lnTo>
                    <a:pt x="749350" y="189471"/>
                  </a:lnTo>
                  <a:lnTo>
                    <a:pt x="749350" y="10477"/>
                  </a:lnTo>
                  <a:lnTo>
                    <a:pt x="1459014" y="10477"/>
                  </a:lnTo>
                  <a:lnTo>
                    <a:pt x="1459014" y="0"/>
                  </a:lnTo>
                  <a:lnTo>
                    <a:pt x="743559" y="0"/>
                  </a:lnTo>
                  <a:lnTo>
                    <a:pt x="738860" y="4686"/>
                  </a:lnTo>
                  <a:lnTo>
                    <a:pt x="738860" y="195249"/>
                  </a:lnTo>
                  <a:lnTo>
                    <a:pt x="743559" y="199948"/>
                  </a:lnTo>
                  <a:lnTo>
                    <a:pt x="1464792" y="199948"/>
                  </a:lnTo>
                  <a:lnTo>
                    <a:pt x="1469478" y="195249"/>
                  </a:lnTo>
                  <a:lnTo>
                    <a:pt x="1469478" y="189471"/>
                  </a:lnTo>
                  <a:lnTo>
                    <a:pt x="1469478" y="10477"/>
                  </a:lnTo>
                  <a:lnTo>
                    <a:pt x="1469478" y="468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3553334" y="2334222"/>
              <a:ext cx="1706880" cy="1068705"/>
            </a:xfrm>
            <a:custGeom>
              <a:avLst/>
              <a:gdLst/>
              <a:ahLst/>
              <a:cxnLst/>
              <a:rect l="l" t="t" r="r" b="b"/>
              <a:pathLst>
                <a:path w="1706880" h="1068704">
                  <a:moveTo>
                    <a:pt x="1704136" y="0"/>
                  </a:moveTo>
                  <a:lnTo>
                    <a:pt x="2345" y="0"/>
                  </a:lnTo>
                  <a:lnTo>
                    <a:pt x="0" y="2335"/>
                  </a:lnTo>
                  <a:lnTo>
                    <a:pt x="0" y="1066040"/>
                  </a:lnTo>
                  <a:lnTo>
                    <a:pt x="2345" y="1068386"/>
                  </a:lnTo>
                  <a:lnTo>
                    <a:pt x="102562" y="1068386"/>
                  </a:lnTo>
                  <a:lnTo>
                    <a:pt x="104897" y="1066040"/>
                  </a:lnTo>
                  <a:lnTo>
                    <a:pt x="104897" y="108122"/>
                  </a:lnTo>
                  <a:lnTo>
                    <a:pt x="1601574" y="108122"/>
                  </a:lnTo>
                  <a:lnTo>
                    <a:pt x="1601574" y="1066040"/>
                  </a:lnTo>
                  <a:lnTo>
                    <a:pt x="1603919" y="1068386"/>
                  </a:lnTo>
                  <a:lnTo>
                    <a:pt x="1606809" y="1068386"/>
                  </a:lnTo>
                  <a:lnTo>
                    <a:pt x="1704136" y="1068386"/>
                  </a:lnTo>
                  <a:lnTo>
                    <a:pt x="1706482" y="1066040"/>
                  </a:lnTo>
                  <a:lnTo>
                    <a:pt x="1706482" y="2335"/>
                  </a:lnTo>
                  <a:lnTo>
                    <a:pt x="1704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3548093" y="1860238"/>
              <a:ext cx="1717039" cy="1548130"/>
            </a:xfrm>
            <a:custGeom>
              <a:avLst/>
              <a:gdLst/>
              <a:ahLst/>
              <a:cxnLst/>
              <a:rect l="l" t="t" r="r" b="b"/>
              <a:pathLst>
                <a:path w="1717040" h="1548129">
                  <a:moveTo>
                    <a:pt x="354812" y="208216"/>
                  </a:moveTo>
                  <a:lnTo>
                    <a:pt x="344347" y="208216"/>
                  </a:lnTo>
                  <a:lnTo>
                    <a:pt x="344347" y="218694"/>
                  </a:lnTo>
                  <a:lnTo>
                    <a:pt x="344347" y="415048"/>
                  </a:lnTo>
                  <a:lnTo>
                    <a:pt x="47510" y="415048"/>
                  </a:lnTo>
                  <a:lnTo>
                    <a:pt x="47510" y="218694"/>
                  </a:lnTo>
                  <a:lnTo>
                    <a:pt x="344347" y="218694"/>
                  </a:lnTo>
                  <a:lnTo>
                    <a:pt x="344347" y="208216"/>
                  </a:lnTo>
                  <a:lnTo>
                    <a:pt x="37033" y="208216"/>
                  </a:lnTo>
                  <a:lnTo>
                    <a:pt x="37033" y="425513"/>
                  </a:lnTo>
                  <a:lnTo>
                    <a:pt x="354812" y="425513"/>
                  </a:lnTo>
                  <a:lnTo>
                    <a:pt x="354812" y="415048"/>
                  </a:lnTo>
                  <a:lnTo>
                    <a:pt x="354812" y="218694"/>
                  </a:lnTo>
                  <a:lnTo>
                    <a:pt x="354812" y="208216"/>
                  </a:lnTo>
                  <a:close/>
                </a:path>
                <a:path w="1717040" h="1548129">
                  <a:moveTo>
                    <a:pt x="354812" y="39776"/>
                  </a:moveTo>
                  <a:lnTo>
                    <a:pt x="344347" y="39776"/>
                  </a:lnTo>
                  <a:lnTo>
                    <a:pt x="344347" y="50241"/>
                  </a:lnTo>
                  <a:lnTo>
                    <a:pt x="344347" y="168465"/>
                  </a:lnTo>
                  <a:lnTo>
                    <a:pt x="47510" y="168465"/>
                  </a:lnTo>
                  <a:lnTo>
                    <a:pt x="47510" y="50241"/>
                  </a:lnTo>
                  <a:lnTo>
                    <a:pt x="344347" y="50241"/>
                  </a:lnTo>
                  <a:lnTo>
                    <a:pt x="344347" y="39776"/>
                  </a:lnTo>
                  <a:lnTo>
                    <a:pt x="37033" y="39776"/>
                  </a:lnTo>
                  <a:lnTo>
                    <a:pt x="37033" y="178930"/>
                  </a:lnTo>
                  <a:lnTo>
                    <a:pt x="354812" y="178930"/>
                  </a:lnTo>
                  <a:lnTo>
                    <a:pt x="354812" y="168465"/>
                  </a:lnTo>
                  <a:lnTo>
                    <a:pt x="354812" y="50241"/>
                  </a:lnTo>
                  <a:lnTo>
                    <a:pt x="354812" y="39776"/>
                  </a:lnTo>
                  <a:close/>
                </a:path>
                <a:path w="1717040" h="1548129">
                  <a:moveTo>
                    <a:pt x="399262" y="4686"/>
                  </a:moveTo>
                  <a:lnTo>
                    <a:pt x="394576" y="0"/>
                  </a:lnTo>
                  <a:lnTo>
                    <a:pt x="388797" y="0"/>
                  </a:lnTo>
                  <a:lnTo>
                    <a:pt x="388797" y="10477"/>
                  </a:lnTo>
                  <a:lnTo>
                    <a:pt x="388797" y="449922"/>
                  </a:lnTo>
                  <a:lnTo>
                    <a:pt x="10477" y="449922"/>
                  </a:lnTo>
                  <a:lnTo>
                    <a:pt x="10477" y="10477"/>
                  </a:lnTo>
                  <a:lnTo>
                    <a:pt x="388797" y="10477"/>
                  </a:lnTo>
                  <a:lnTo>
                    <a:pt x="388797" y="0"/>
                  </a:lnTo>
                  <a:lnTo>
                    <a:pt x="4686" y="0"/>
                  </a:lnTo>
                  <a:lnTo>
                    <a:pt x="0" y="4686"/>
                  </a:lnTo>
                  <a:lnTo>
                    <a:pt x="0" y="455701"/>
                  </a:lnTo>
                  <a:lnTo>
                    <a:pt x="4686" y="460400"/>
                  </a:lnTo>
                  <a:lnTo>
                    <a:pt x="394576" y="460400"/>
                  </a:lnTo>
                  <a:lnTo>
                    <a:pt x="399262" y="455701"/>
                  </a:lnTo>
                  <a:lnTo>
                    <a:pt x="399262" y="449922"/>
                  </a:lnTo>
                  <a:lnTo>
                    <a:pt x="399262" y="10477"/>
                  </a:lnTo>
                  <a:lnTo>
                    <a:pt x="399262" y="4686"/>
                  </a:lnTo>
                  <a:close/>
                </a:path>
                <a:path w="1717040" h="1548129">
                  <a:moveTo>
                    <a:pt x="1716951" y="473443"/>
                  </a:moveTo>
                  <a:lnTo>
                    <a:pt x="1712252" y="468757"/>
                  </a:lnTo>
                  <a:lnTo>
                    <a:pt x="1706473" y="468757"/>
                  </a:lnTo>
                  <a:lnTo>
                    <a:pt x="1706473" y="479221"/>
                  </a:lnTo>
                  <a:lnTo>
                    <a:pt x="1706473" y="1537144"/>
                  </a:lnTo>
                  <a:lnTo>
                    <a:pt x="1612036" y="1537144"/>
                  </a:lnTo>
                  <a:lnTo>
                    <a:pt x="1612036" y="587349"/>
                  </a:lnTo>
                  <a:lnTo>
                    <a:pt x="1612036" y="576872"/>
                  </a:lnTo>
                  <a:lnTo>
                    <a:pt x="104902" y="576872"/>
                  </a:lnTo>
                  <a:lnTo>
                    <a:pt x="104902" y="1537144"/>
                  </a:lnTo>
                  <a:lnTo>
                    <a:pt x="10477" y="1537144"/>
                  </a:lnTo>
                  <a:lnTo>
                    <a:pt x="10477" y="479221"/>
                  </a:lnTo>
                  <a:lnTo>
                    <a:pt x="1706473" y="479221"/>
                  </a:lnTo>
                  <a:lnTo>
                    <a:pt x="1706473" y="468757"/>
                  </a:lnTo>
                  <a:lnTo>
                    <a:pt x="4699" y="468757"/>
                  </a:lnTo>
                  <a:lnTo>
                    <a:pt x="0" y="473443"/>
                  </a:lnTo>
                  <a:lnTo>
                    <a:pt x="0" y="1542923"/>
                  </a:lnTo>
                  <a:lnTo>
                    <a:pt x="4699" y="1547609"/>
                  </a:lnTo>
                  <a:lnTo>
                    <a:pt x="110693" y="1547609"/>
                  </a:lnTo>
                  <a:lnTo>
                    <a:pt x="115379" y="1542923"/>
                  </a:lnTo>
                  <a:lnTo>
                    <a:pt x="115379" y="1537144"/>
                  </a:lnTo>
                  <a:lnTo>
                    <a:pt x="115379" y="587349"/>
                  </a:lnTo>
                  <a:lnTo>
                    <a:pt x="1601571" y="587349"/>
                  </a:lnTo>
                  <a:lnTo>
                    <a:pt x="1601571" y="1542923"/>
                  </a:lnTo>
                  <a:lnTo>
                    <a:pt x="1606257" y="1547609"/>
                  </a:lnTo>
                  <a:lnTo>
                    <a:pt x="1712252" y="1547609"/>
                  </a:lnTo>
                  <a:lnTo>
                    <a:pt x="1716951" y="1542923"/>
                  </a:lnTo>
                  <a:lnTo>
                    <a:pt x="1716951" y="1537144"/>
                  </a:lnTo>
                  <a:lnTo>
                    <a:pt x="1716951" y="479221"/>
                  </a:lnTo>
                  <a:lnTo>
                    <a:pt x="1716951" y="473443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3599430" y="2082755"/>
              <a:ext cx="289560" cy="189230"/>
            </a:xfrm>
            <a:custGeom>
              <a:avLst/>
              <a:gdLst/>
              <a:ahLst/>
              <a:cxnLst/>
              <a:rect l="l" t="t" r="r" b="b"/>
              <a:pathLst>
                <a:path w="289559" h="189230">
                  <a:moveTo>
                    <a:pt x="286849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186350"/>
                  </a:lnTo>
                  <a:lnTo>
                    <a:pt x="2345" y="188695"/>
                  </a:lnTo>
                  <a:lnTo>
                    <a:pt x="5235" y="188695"/>
                  </a:lnTo>
                  <a:lnTo>
                    <a:pt x="286849" y="188695"/>
                  </a:lnTo>
                  <a:lnTo>
                    <a:pt x="289184" y="186350"/>
                  </a:lnTo>
                  <a:lnTo>
                    <a:pt x="289184" y="2345"/>
                  </a:lnTo>
                  <a:lnTo>
                    <a:pt x="286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3594196" y="2077518"/>
              <a:ext cx="299720" cy="199390"/>
            </a:xfrm>
            <a:custGeom>
              <a:avLst/>
              <a:gdLst/>
              <a:ahLst/>
              <a:cxnLst/>
              <a:rect l="l" t="t" r="r" b="b"/>
              <a:pathLst>
                <a:path w="299719" h="199389">
                  <a:moveTo>
                    <a:pt x="294964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194475"/>
                  </a:lnTo>
                  <a:lnTo>
                    <a:pt x="4690" y="199166"/>
                  </a:lnTo>
                  <a:lnTo>
                    <a:pt x="294964" y="199166"/>
                  </a:lnTo>
                  <a:lnTo>
                    <a:pt x="299655" y="194475"/>
                  </a:lnTo>
                  <a:lnTo>
                    <a:pt x="299655" y="188695"/>
                  </a:lnTo>
                  <a:lnTo>
                    <a:pt x="10470" y="188695"/>
                  </a:lnTo>
                  <a:lnTo>
                    <a:pt x="10470" y="10470"/>
                  </a:lnTo>
                  <a:lnTo>
                    <a:pt x="299655" y="10470"/>
                  </a:lnTo>
                  <a:lnTo>
                    <a:pt x="299655" y="4690"/>
                  </a:lnTo>
                  <a:lnTo>
                    <a:pt x="294964" y="0"/>
                  </a:lnTo>
                  <a:close/>
                </a:path>
                <a:path w="299719" h="199389">
                  <a:moveTo>
                    <a:pt x="299655" y="10470"/>
                  </a:moveTo>
                  <a:lnTo>
                    <a:pt x="289184" y="10470"/>
                  </a:lnTo>
                  <a:lnTo>
                    <a:pt x="289184" y="188695"/>
                  </a:lnTo>
                  <a:lnTo>
                    <a:pt x="299655" y="188695"/>
                  </a:lnTo>
                  <a:lnTo>
                    <a:pt x="299655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3599430" y="1914291"/>
              <a:ext cx="289560" cy="111125"/>
            </a:xfrm>
            <a:custGeom>
              <a:avLst/>
              <a:gdLst/>
              <a:ahLst/>
              <a:cxnLst/>
              <a:rect l="l" t="t" r="r" b="b"/>
              <a:pathLst>
                <a:path w="289559" h="111125">
                  <a:moveTo>
                    <a:pt x="286849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108227"/>
                  </a:lnTo>
                  <a:lnTo>
                    <a:pt x="2345" y="110572"/>
                  </a:lnTo>
                  <a:lnTo>
                    <a:pt x="5235" y="110572"/>
                  </a:lnTo>
                  <a:lnTo>
                    <a:pt x="286849" y="110572"/>
                  </a:lnTo>
                  <a:lnTo>
                    <a:pt x="289184" y="108227"/>
                  </a:lnTo>
                  <a:lnTo>
                    <a:pt x="289184" y="2345"/>
                  </a:lnTo>
                  <a:lnTo>
                    <a:pt x="286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3594194" y="1313173"/>
              <a:ext cx="1263650" cy="1007744"/>
            </a:xfrm>
            <a:custGeom>
              <a:avLst/>
              <a:gdLst/>
              <a:ahLst/>
              <a:cxnLst/>
              <a:rect l="l" t="t" r="r" b="b"/>
              <a:pathLst>
                <a:path w="1263650" h="1007744">
                  <a:moveTo>
                    <a:pt x="299656" y="600583"/>
                  </a:moveTo>
                  <a:lnTo>
                    <a:pt x="294957" y="595896"/>
                  </a:lnTo>
                  <a:lnTo>
                    <a:pt x="289179" y="595896"/>
                  </a:lnTo>
                  <a:lnTo>
                    <a:pt x="289179" y="606361"/>
                  </a:lnTo>
                  <a:lnTo>
                    <a:pt x="289179" y="706462"/>
                  </a:lnTo>
                  <a:lnTo>
                    <a:pt x="10464" y="706462"/>
                  </a:lnTo>
                  <a:lnTo>
                    <a:pt x="10464" y="606361"/>
                  </a:lnTo>
                  <a:lnTo>
                    <a:pt x="289179" y="606361"/>
                  </a:lnTo>
                  <a:lnTo>
                    <a:pt x="289179" y="595896"/>
                  </a:lnTo>
                  <a:lnTo>
                    <a:pt x="4686" y="595896"/>
                  </a:lnTo>
                  <a:lnTo>
                    <a:pt x="0" y="600583"/>
                  </a:lnTo>
                  <a:lnTo>
                    <a:pt x="0" y="712241"/>
                  </a:lnTo>
                  <a:lnTo>
                    <a:pt x="4686" y="716940"/>
                  </a:lnTo>
                  <a:lnTo>
                    <a:pt x="294957" y="716940"/>
                  </a:lnTo>
                  <a:lnTo>
                    <a:pt x="299656" y="712241"/>
                  </a:lnTo>
                  <a:lnTo>
                    <a:pt x="299656" y="706462"/>
                  </a:lnTo>
                  <a:lnTo>
                    <a:pt x="299656" y="606361"/>
                  </a:lnTo>
                  <a:lnTo>
                    <a:pt x="299656" y="600583"/>
                  </a:lnTo>
                  <a:close/>
                </a:path>
                <a:path w="1263650" h="1007744">
                  <a:moveTo>
                    <a:pt x="1195044" y="77660"/>
                  </a:moveTo>
                  <a:lnTo>
                    <a:pt x="1184579" y="77660"/>
                  </a:lnTo>
                  <a:lnTo>
                    <a:pt x="1184579" y="88125"/>
                  </a:lnTo>
                  <a:lnTo>
                    <a:pt x="1184579" y="919137"/>
                  </a:lnTo>
                  <a:lnTo>
                    <a:pt x="440182" y="919137"/>
                  </a:lnTo>
                  <a:lnTo>
                    <a:pt x="440182" y="88125"/>
                  </a:lnTo>
                  <a:lnTo>
                    <a:pt x="1184579" y="88125"/>
                  </a:lnTo>
                  <a:lnTo>
                    <a:pt x="1184579" y="77660"/>
                  </a:lnTo>
                  <a:lnTo>
                    <a:pt x="429704" y="77660"/>
                  </a:lnTo>
                  <a:lnTo>
                    <a:pt x="429704" y="929614"/>
                  </a:lnTo>
                  <a:lnTo>
                    <a:pt x="1195044" y="929614"/>
                  </a:lnTo>
                  <a:lnTo>
                    <a:pt x="1195044" y="919137"/>
                  </a:lnTo>
                  <a:lnTo>
                    <a:pt x="1195044" y="88125"/>
                  </a:lnTo>
                  <a:lnTo>
                    <a:pt x="1195044" y="77660"/>
                  </a:lnTo>
                  <a:close/>
                </a:path>
                <a:path w="1263650" h="1007744">
                  <a:moveTo>
                    <a:pt x="1263129" y="4673"/>
                  </a:moveTo>
                  <a:lnTo>
                    <a:pt x="1258443" y="0"/>
                  </a:lnTo>
                  <a:lnTo>
                    <a:pt x="1252651" y="0"/>
                  </a:lnTo>
                  <a:lnTo>
                    <a:pt x="1252651" y="10464"/>
                  </a:lnTo>
                  <a:lnTo>
                    <a:pt x="1252651" y="996797"/>
                  </a:lnTo>
                  <a:lnTo>
                    <a:pt x="371995" y="996797"/>
                  </a:lnTo>
                  <a:lnTo>
                    <a:pt x="371995" y="10464"/>
                  </a:lnTo>
                  <a:lnTo>
                    <a:pt x="1252651" y="10464"/>
                  </a:lnTo>
                  <a:lnTo>
                    <a:pt x="1252651" y="0"/>
                  </a:lnTo>
                  <a:lnTo>
                    <a:pt x="366217" y="0"/>
                  </a:lnTo>
                  <a:lnTo>
                    <a:pt x="361518" y="4673"/>
                  </a:lnTo>
                  <a:lnTo>
                    <a:pt x="361518" y="1002588"/>
                  </a:lnTo>
                  <a:lnTo>
                    <a:pt x="366217" y="1007262"/>
                  </a:lnTo>
                  <a:lnTo>
                    <a:pt x="1258443" y="1007262"/>
                  </a:lnTo>
                  <a:lnTo>
                    <a:pt x="1263129" y="1002588"/>
                  </a:lnTo>
                  <a:lnTo>
                    <a:pt x="1263129" y="996797"/>
                  </a:lnTo>
                  <a:lnTo>
                    <a:pt x="1263129" y="10464"/>
                  </a:lnTo>
                  <a:lnTo>
                    <a:pt x="1263129" y="4673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4471849" y="1832166"/>
              <a:ext cx="303530" cy="396875"/>
            </a:xfrm>
            <a:custGeom>
              <a:avLst/>
              <a:gdLst/>
              <a:ahLst/>
              <a:cxnLst/>
              <a:rect l="l" t="t" r="r" b="b"/>
              <a:pathLst>
                <a:path w="303530" h="396875">
                  <a:moveTo>
                    <a:pt x="298975" y="94"/>
                  </a:moveTo>
                  <a:lnTo>
                    <a:pt x="296263" y="0"/>
                  </a:lnTo>
                  <a:lnTo>
                    <a:pt x="294703" y="743"/>
                  </a:lnTo>
                  <a:lnTo>
                    <a:pt x="198" y="389506"/>
                  </a:lnTo>
                  <a:lnTo>
                    <a:pt x="0" y="391632"/>
                  </a:lnTo>
                  <a:lnTo>
                    <a:pt x="1769" y="395192"/>
                  </a:lnTo>
                  <a:lnTo>
                    <a:pt x="3591" y="396312"/>
                  </a:lnTo>
                  <a:lnTo>
                    <a:pt x="5570" y="396312"/>
                  </a:lnTo>
                  <a:lnTo>
                    <a:pt x="300755" y="396312"/>
                  </a:lnTo>
                  <a:lnTo>
                    <a:pt x="303100" y="393967"/>
                  </a:lnTo>
                  <a:lnTo>
                    <a:pt x="303100" y="2994"/>
                  </a:lnTo>
                  <a:lnTo>
                    <a:pt x="301666" y="994"/>
                  </a:lnTo>
                  <a:lnTo>
                    <a:pt x="298975" y="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4466274" y="1826930"/>
              <a:ext cx="314325" cy="407034"/>
            </a:xfrm>
            <a:custGeom>
              <a:avLst/>
              <a:gdLst/>
              <a:ahLst/>
              <a:cxnLst/>
              <a:rect l="l" t="t" r="r" b="b"/>
              <a:pathLst>
                <a:path w="314325" h="407035">
                  <a:moveTo>
                    <a:pt x="304545" y="0"/>
                  </a:moveTo>
                  <a:lnTo>
                    <a:pt x="300221" y="0"/>
                  </a:lnTo>
                  <a:lnTo>
                    <a:pt x="297111" y="1486"/>
                  </a:lnTo>
                  <a:lnTo>
                    <a:pt x="408" y="393160"/>
                  </a:lnTo>
                  <a:lnTo>
                    <a:pt x="0" y="397411"/>
                  </a:lnTo>
                  <a:lnTo>
                    <a:pt x="3539" y="404532"/>
                  </a:lnTo>
                  <a:lnTo>
                    <a:pt x="7172" y="406783"/>
                  </a:lnTo>
                  <a:lnTo>
                    <a:pt x="309215" y="406783"/>
                  </a:lnTo>
                  <a:lnTo>
                    <a:pt x="313906" y="402092"/>
                  </a:lnTo>
                  <a:lnTo>
                    <a:pt x="313906" y="396312"/>
                  </a:lnTo>
                  <a:lnTo>
                    <a:pt x="11151" y="396312"/>
                  </a:lnTo>
                  <a:lnTo>
                    <a:pt x="303435" y="10470"/>
                  </a:lnTo>
                  <a:lnTo>
                    <a:pt x="313906" y="10470"/>
                  </a:lnTo>
                  <a:lnTo>
                    <a:pt x="313906" y="5968"/>
                  </a:lnTo>
                  <a:lnTo>
                    <a:pt x="311037" y="1978"/>
                  </a:lnTo>
                  <a:lnTo>
                    <a:pt x="305676" y="178"/>
                  </a:lnTo>
                  <a:lnTo>
                    <a:pt x="304545" y="0"/>
                  </a:lnTo>
                  <a:close/>
                </a:path>
                <a:path w="314325" h="407035">
                  <a:moveTo>
                    <a:pt x="313906" y="10470"/>
                  </a:moveTo>
                  <a:lnTo>
                    <a:pt x="303435" y="10470"/>
                  </a:lnTo>
                  <a:lnTo>
                    <a:pt x="303435" y="396312"/>
                  </a:lnTo>
                  <a:lnTo>
                    <a:pt x="313906" y="396312"/>
                  </a:lnTo>
                  <a:lnTo>
                    <a:pt x="313906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4038205" y="1405111"/>
              <a:ext cx="737235" cy="823594"/>
            </a:xfrm>
            <a:custGeom>
              <a:avLst/>
              <a:gdLst/>
              <a:ahLst/>
              <a:cxnLst/>
              <a:rect l="l" t="t" r="r" b="b"/>
              <a:pathLst>
                <a:path w="737234" h="823594">
                  <a:moveTo>
                    <a:pt x="734406" y="0"/>
                  </a:moveTo>
                  <a:lnTo>
                    <a:pt x="618253" y="0"/>
                  </a:lnTo>
                  <a:lnTo>
                    <a:pt x="616703" y="764"/>
                  </a:lnTo>
                  <a:lnTo>
                    <a:pt x="366" y="814320"/>
                  </a:lnTo>
                  <a:lnTo>
                    <a:pt x="0" y="815430"/>
                  </a:lnTo>
                  <a:lnTo>
                    <a:pt x="0" y="821022"/>
                  </a:lnTo>
                  <a:lnTo>
                    <a:pt x="2345" y="823367"/>
                  </a:lnTo>
                  <a:lnTo>
                    <a:pt x="5235" y="823367"/>
                  </a:lnTo>
                  <a:lnTo>
                    <a:pt x="365276" y="823367"/>
                  </a:lnTo>
                  <a:lnTo>
                    <a:pt x="366816" y="822603"/>
                  </a:lnTo>
                  <a:lnTo>
                    <a:pt x="736375" y="334639"/>
                  </a:lnTo>
                  <a:lnTo>
                    <a:pt x="736741" y="333529"/>
                  </a:lnTo>
                  <a:lnTo>
                    <a:pt x="736741" y="2345"/>
                  </a:lnTo>
                  <a:lnTo>
                    <a:pt x="7344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4032968" y="1399877"/>
              <a:ext cx="747395" cy="834390"/>
            </a:xfrm>
            <a:custGeom>
              <a:avLst/>
              <a:gdLst/>
              <a:ahLst/>
              <a:cxnLst/>
              <a:rect l="l" t="t" r="r" b="b"/>
              <a:pathLst>
                <a:path w="747394" h="834389">
                  <a:moveTo>
                    <a:pt x="742521" y="0"/>
                  </a:moveTo>
                  <a:lnTo>
                    <a:pt x="621844" y="0"/>
                  </a:lnTo>
                  <a:lnTo>
                    <a:pt x="618756" y="1539"/>
                  </a:lnTo>
                  <a:lnTo>
                    <a:pt x="743" y="817304"/>
                  </a:lnTo>
                  <a:lnTo>
                    <a:pt x="0" y="819524"/>
                  </a:lnTo>
                  <a:lnTo>
                    <a:pt x="0" y="829147"/>
                  </a:lnTo>
                  <a:lnTo>
                    <a:pt x="4690" y="833838"/>
                  </a:lnTo>
                  <a:lnTo>
                    <a:pt x="372145" y="833838"/>
                  </a:lnTo>
                  <a:lnTo>
                    <a:pt x="375234" y="832299"/>
                  </a:lnTo>
                  <a:lnTo>
                    <a:pt x="381999" y="823367"/>
                  </a:lnTo>
                  <a:lnTo>
                    <a:pt x="10470" y="823367"/>
                  </a:lnTo>
                  <a:lnTo>
                    <a:pt x="10470" y="821807"/>
                  </a:lnTo>
                  <a:lnTo>
                    <a:pt x="625122" y="10470"/>
                  </a:lnTo>
                  <a:lnTo>
                    <a:pt x="747212" y="10470"/>
                  </a:lnTo>
                  <a:lnTo>
                    <a:pt x="747212" y="4690"/>
                  </a:lnTo>
                  <a:lnTo>
                    <a:pt x="742521" y="0"/>
                  </a:lnTo>
                  <a:close/>
                </a:path>
                <a:path w="747394" h="834389">
                  <a:moveTo>
                    <a:pt x="747212" y="10470"/>
                  </a:moveTo>
                  <a:lnTo>
                    <a:pt x="736741" y="10470"/>
                  </a:lnTo>
                  <a:lnTo>
                    <a:pt x="736741" y="337623"/>
                  </a:lnTo>
                  <a:lnTo>
                    <a:pt x="368868" y="823367"/>
                  </a:lnTo>
                  <a:lnTo>
                    <a:pt x="381999" y="823367"/>
                  </a:lnTo>
                  <a:lnTo>
                    <a:pt x="746469" y="342125"/>
                  </a:lnTo>
                  <a:lnTo>
                    <a:pt x="747212" y="339905"/>
                  </a:lnTo>
                  <a:lnTo>
                    <a:pt x="747212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4038205" y="1405113"/>
              <a:ext cx="537845" cy="706120"/>
            </a:xfrm>
            <a:custGeom>
              <a:avLst/>
              <a:gdLst/>
              <a:ahLst/>
              <a:cxnLst/>
              <a:rect l="l" t="t" r="r" b="b"/>
              <a:pathLst>
                <a:path w="537844" h="706119">
                  <a:moveTo>
                    <a:pt x="534077" y="0"/>
                  </a:moveTo>
                  <a:lnTo>
                    <a:pt x="358868" y="0"/>
                  </a:lnTo>
                  <a:lnTo>
                    <a:pt x="357329" y="764"/>
                  </a:lnTo>
                  <a:lnTo>
                    <a:pt x="366" y="472037"/>
                  </a:lnTo>
                  <a:lnTo>
                    <a:pt x="0" y="473137"/>
                  </a:lnTo>
                  <a:lnTo>
                    <a:pt x="0" y="702900"/>
                  </a:lnTo>
                  <a:lnTo>
                    <a:pt x="1434" y="704900"/>
                  </a:lnTo>
                  <a:lnTo>
                    <a:pt x="3570" y="705612"/>
                  </a:lnTo>
                  <a:lnTo>
                    <a:pt x="5235" y="705884"/>
                  </a:lnTo>
                  <a:lnTo>
                    <a:pt x="6837" y="705884"/>
                  </a:lnTo>
                  <a:lnTo>
                    <a:pt x="8397" y="705140"/>
                  </a:lnTo>
                  <a:lnTo>
                    <a:pt x="537460" y="6816"/>
                  </a:lnTo>
                  <a:lnTo>
                    <a:pt x="537669" y="4680"/>
                  </a:lnTo>
                  <a:lnTo>
                    <a:pt x="535899" y="1120"/>
                  </a:lnTo>
                  <a:lnTo>
                    <a:pt x="534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4032974" y="1399877"/>
              <a:ext cx="548640" cy="716915"/>
            </a:xfrm>
            <a:custGeom>
              <a:avLst/>
              <a:gdLst/>
              <a:ahLst/>
              <a:cxnLst/>
              <a:rect l="l" t="t" r="r" b="b"/>
              <a:pathLst>
                <a:path w="548640" h="716914">
                  <a:moveTo>
                    <a:pt x="541302" y="0"/>
                  </a:moveTo>
                  <a:lnTo>
                    <a:pt x="362460" y="0"/>
                  </a:lnTo>
                  <a:lnTo>
                    <a:pt x="359371" y="1539"/>
                  </a:lnTo>
                  <a:lnTo>
                    <a:pt x="743" y="475011"/>
                  </a:lnTo>
                  <a:lnTo>
                    <a:pt x="0" y="477231"/>
                  </a:lnTo>
                  <a:lnTo>
                    <a:pt x="0" y="710386"/>
                  </a:lnTo>
                  <a:lnTo>
                    <a:pt x="2869" y="714376"/>
                  </a:lnTo>
                  <a:lnTo>
                    <a:pt x="8230" y="716177"/>
                  </a:lnTo>
                  <a:lnTo>
                    <a:pt x="9350" y="716355"/>
                  </a:lnTo>
                  <a:lnTo>
                    <a:pt x="13685" y="716355"/>
                  </a:lnTo>
                  <a:lnTo>
                    <a:pt x="16795" y="714868"/>
                  </a:lnTo>
                  <a:lnTo>
                    <a:pt x="23601" y="705884"/>
                  </a:lnTo>
                  <a:lnTo>
                    <a:pt x="10470" y="705884"/>
                  </a:lnTo>
                  <a:lnTo>
                    <a:pt x="10470" y="479514"/>
                  </a:lnTo>
                  <a:lnTo>
                    <a:pt x="365737" y="10470"/>
                  </a:lnTo>
                  <a:lnTo>
                    <a:pt x="548362" y="10470"/>
                  </a:lnTo>
                  <a:lnTo>
                    <a:pt x="548464" y="9371"/>
                  </a:lnTo>
                  <a:lnTo>
                    <a:pt x="544936" y="2251"/>
                  </a:lnTo>
                  <a:lnTo>
                    <a:pt x="541302" y="0"/>
                  </a:lnTo>
                  <a:close/>
                </a:path>
                <a:path w="548640" h="716914">
                  <a:moveTo>
                    <a:pt x="548362" y="10470"/>
                  </a:moveTo>
                  <a:lnTo>
                    <a:pt x="537323" y="10470"/>
                  </a:lnTo>
                  <a:lnTo>
                    <a:pt x="10470" y="705884"/>
                  </a:lnTo>
                  <a:lnTo>
                    <a:pt x="23601" y="705884"/>
                  </a:lnTo>
                  <a:lnTo>
                    <a:pt x="548067" y="13622"/>
                  </a:lnTo>
                  <a:lnTo>
                    <a:pt x="548362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4038205" y="1405111"/>
              <a:ext cx="283210" cy="370205"/>
            </a:xfrm>
            <a:custGeom>
              <a:avLst/>
              <a:gdLst/>
              <a:ahLst/>
              <a:cxnLst/>
              <a:rect l="l" t="t" r="r" b="b"/>
              <a:pathLst>
                <a:path w="283209" h="370205">
                  <a:moveTo>
                    <a:pt x="279478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366868"/>
                  </a:lnTo>
                  <a:lnTo>
                    <a:pt x="1434" y="368868"/>
                  </a:lnTo>
                  <a:lnTo>
                    <a:pt x="3570" y="369580"/>
                  </a:lnTo>
                  <a:lnTo>
                    <a:pt x="5235" y="369852"/>
                  </a:lnTo>
                  <a:lnTo>
                    <a:pt x="6837" y="369852"/>
                  </a:lnTo>
                  <a:lnTo>
                    <a:pt x="8397" y="369109"/>
                  </a:lnTo>
                  <a:lnTo>
                    <a:pt x="282870" y="6816"/>
                  </a:lnTo>
                  <a:lnTo>
                    <a:pt x="283069" y="4680"/>
                  </a:lnTo>
                  <a:lnTo>
                    <a:pt x="281300" y="1130"/>
                  </a:lnTo>
                  <a:lnTo>
                    <a:pt x="279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4032969" y="1399877"/>
              <a:ext cx="294005" cy="380365"/>
            </a:xfrm>
            <a:custGeom>
              <a:avLst/>
              <a:gdLst/>
              <a:ahLst/>
              <a:cxnLst/>
              <a:rect l="l" t="t" r="r" b="b"/>
              <a:pathLst>
                <a:path w="294005" h="380364">
                  <a:moveTo>
                    <a:pt x="286713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374344"/>
                  </a:lnTo>
                  <a:lnTo>
                    <a:pt x="2869" y="378344"/>
                  </a:lnTo>
                  <a:lnTo>
                    <a:pt x="8230" y="380145"/>
                  </a:lnTo>
                  <a:lnTo>
                    <a:pt x="9360" y="380323"/>
                  </a:lnTo>
                  <a:lnTo>
                    <a:pt x="13685" y="380323"/>
                  </a:lnTo>
                  <a:lnTo>
                    <a:pt x="16805" y="378836"/>
                  </a:lnTo>
                  <a:lnTo>
                    <a:pt x="23619" y="369842"/>
                  </a:lnTo>
                  <a:lnTo>
                    <a:pt x="10470" y="369842"/>
                  </a:lnTo>
                  <a:lnTo>
                    <a:pt x="10470" y="10470"/>
                  </a:lnTo>
                  <a:lnTo>
                    <a:pt x="293772" y="10470"/>
                  </a:lnTo>
                  <a:lnTo>
                    <a:pt x="293875" y="9371"/>
                  </a:lnTo>
                  <a:lnTo>
                    <a:pt x="290347" y="2251"/>
                  </a:lnTo>
                  <a:lnTo>
                    <a:pt x="286713" y="0"/>
                  </a:lnTo>
                  <a:close/>
                </a:path>
                <a:path w="294005" h="380364">
                  <a:moveTo>
                    <a:pt x="293772" y="10470"/>
                  </a:moveTo>
                  <a:lnTo>
                    <a:pt x="282734" y="10470"/>
                  </a:lnTo>
                  <a:lnTo>
                    <a:pt x="10470" y="369842"/>
                  </a:lnTo>
                  <a:lnTo>
                    <a:pt x="23619" y="369842"/>
                  </a:lnTo>
                  <a:lnTo>
                    <a:pt x="293477" y="13622"/>
                  </a:lnTo>
                  <a:lnTo>
                    <a:pt x="293772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 descr=""/>
          <p:cNvGrpSpPr/>
          <p:nvPr/>
        </p:nvGrpSpPr>
        <p:grpSpPr>
          <a:xfrm>
            <a:off x="13659248" y="7866881"/>
            <a:ext cx="1410970" cy="238760"/>
            <a:chOff x="13659248" y="7866881"/>
            <a:chExt cx="1410970" cy="238760"/>
          </a:xfrm>
        </p:grpSpPr>
        <p:sp>
          <p:nvSpPr>
            <p:cNvPr id="86" name="object 86" descr=""/>
            <p:cNvSpPr/>
            <p:nvPr/>
          </p:nvSpPr>
          <p:spPr>
            <a:xfrm>
              <a:off x="13659248" y="7866881"/>
              <a:ext cx="1410970" cy="238760"/>
            </a:xfrm>
            <a:custGeom>
              <a:avLst/>
              <a:gdLst/>
              <a:ahLst/>
              <a:cxnLst/>
              <a:rect l="l" t="t" r="r" b="b"/>
              <a:pathLst>
                <a:path w="1410969" h="238759">
                  <a:moveTo>
                    <a:pt x="1406198" y="0"/>
                  </a:moveTo>
                  <a:lnTo>
                    <a:pt x="4680" y="0"/>
                  </a:lnTo>
                  <a:lnTo>
                    <a:pt x="0" y="4690"/>
                  </a:lnTo>
                  <a:lnTo>
                    <a:pt x="0" y="233542"/>
                  </a:lnTo>
                  <a:lnTo>
                    <a:pt x="4680" y="238223"/>
                  </a:lnTo>
                  <a:lnTo>
                    <a:pt x="1406198" y="238223"/>
                  </a:lnTo>
                  <a:lnTo>
                    <a:pt x="1410888" y="233542"/>
                  </a:lnTo>
                  <a:lnTo>
                    <a:pt x="1410888" y="227752"/>
                  </a:lnTo>
                  <a:lnTo>
                    <a:pt x="10470" y="227752"/>
                  </a:lnTo>
                  <a:lnTo>
                    <a:pt x="10470" y="10470"/>
                  </a:lnTo>
                  <a:lnTo>
                    <a:pt x="1410888" y="10470"/>
                  </a:lnTo>
                  <a:lnTo>
                    <a:pt x="1410888" y="4690"/>
                  </a:lnTo>
                  <a:lnTo>
                    <a:pt x="1406198" y="0"/>
                  </a:lnTo>
                  <a:close/>
                </a:path>
                <a:path w="1410969" h="238759">
                  <a:moveTo>
                    <a:pt x="1410888" y="10470"/>
                  </a:moveTo>
                  <a:lnTo>
                    <a:pt x="1400418" y="10470"/>
                  </a:lnTo>
                  <a:lnTo>
                    <a:pt x="1400418" y="227752"/>
                  </a:lnTo>
                  <a:lnTo>
                    <a:pt x="1410888" y="227752"/>
                  </a:lnTo>
                  <a:lnTo>
                    <a:pt x="1410888" y="10470"/>
                  </a:lnTo>
                  <a:close/>
                </a:path>
                <a:path w="1410969" h="238759">
                  <a:moveTo>
                    <a:pt x="915448" y="40543"/>
                  </a:moveTo>
                  <a:lnTo>
                    <a:pt x="495524" y="40543"/>
                  </a:lnTo>
                  <a:lnTo>
                    <a:pt x="495524" y="102457"/>
                  </a:lnTo>
                  <a:lnTo>
                    <a:pt x="915448" y="102457"/>
                  </a:lnTo>
                  <a:lnTo>
                    <a:pt x="915448" y="91986"/>
                  </a:lnTo>
                  <a:lnTo>
                    <a:pt x="505995" y="91986"/>
                  </a:lnTo>
                  <a:lnTo>
                    <a:pt x="505995" y="51014"/>
                  </a:lnTo>
                  <a:lnTo>
                    <a:pt x="915448" y="51014"/>
                  </a:lnTo>
                  <a:lnTo>
                    <a:pt x="915448" y="40543"/>
                  </a:lnTo>
                  <a:close/>
                </a:path>
                <a:path w="1410969" h="238759">
                  <a:moveTo>
                    <a:pt x="915448" y="51014"/>
                  </a:moveTo>
                  <a:lnTo>
                    <a:pt x="904977" y="51014"/>
                  </a:lnTo>
                  <a:lnTo>
                    <a:pt x="904977" y="91986"/>
                  </a:lnTo>
                  <a:lnTo>
                    <a:pt x="915448" y="91986"/>
                  </a:lnTo>
                  <a:lnTo>
                    <a:pt x="915448" y="51014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4169070" y="7921727"/>
              <a:ext cx="391795" cy="33655"/>
            </a:xfrm>
            <a:custGeom>
              <a:avLst/>
              <a:gdLst/>
              <a:ahLst/>
              <a:cxnLst/>
              <a:rect l="l" t="t" r="r" b="b"/>
              <a:pathLst>
                <a:path w="391794" h="33654">
                  <a:moveTo>
                    <a:pt x="388982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30972"/>
                  </a:lnTo>
                  <a:lnTo>
                    <a:pt x="2345" y="33318"/>
                  </a:lnTo>
                  <a:lnTo>
                    <a:pt x="5235" y="33318"/>
                  </a:lnTo>
                  <a:lnTo>
                    <a:pt x="388982" y="33318"/>
                  </a:lnTo>
                  <a:lnTo>
                    <a:pt x="391328" y="30972"/>
                  </a:lnTo>
                  <a:lnTo>
                    <a:pt x="391328" y="2345"/>
                  </a:lnTo>
                  <a:lnTo>
                    <a:pt x="388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4163829" y="7916489"/>
              <a:ext cx="401955" cy="43815"/>
            </a:xfrm>
            <a:custGeom>
              <a:avLst/>
              <a:gdLst/>
              <a:ahLst/>
              <a:cxnLst/>
              <a:rect l="l" t="t" r="r" b="b"/>
              <a:pathLst>
                <a:path w="401955" h="43815">
                  <a:moveTo>
                    <a:pt x="397118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39108"/>
                  </a:lnTo>
                  <a:lnTo>
                    <a:pt x="4690" y="43789"/>
                  </a:lnTo>
                  <a:lnTo>
                    <a:pt x="397118" y="43789"/>
                  </a:lnTo>
                  <a:lnTo>
                    <a:pt x="401809" y="39108"/>
                  </a:lnTo>
                  <a:lnTo>
                    <a:pt x="401809" y="33318"/>
                  </a:lnTo>
                  <a:lnTo>
                    <a:pt x="10470" y="33318"/>
                  </a:lnTo>
                  <a:lnTo>
                    <a:pt x="10470" y="10470"/>
                  </a:lnTo>
                  <a:lnTo>
                    <a:pt x="401809" y="10470"/>
                  </a:lnTo>
                  <a:lnTo>
                    <a:pt x="401809" y="4690"/>
                  </a:lnTo>
                  <a:lnTo>
                    <a:pt x="397118" y="0"/>
                  </a:lnTo>
                  <a:close/>
                </a:path>
                <a:path w="401955" h="43815">
                  <a:moveTo>
                    <a:pt x="401809" y="10470"/>
                  </a:moveTo>
                  <a:lnTo>
                    <a:pt x="391338" y="10470"/>
                  </a:lnTo>
                  <a:lnTo>
                    <a:pt x="391338" y="33318"/>
                  </a:lnTo>
                  <a:lnTo>
                    <a:pt x="401809" y="33318"/>
                  </a:lnTo>
                  <a:lnTo>
                    <a:pt x="401809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/>
          <p:nvPr/>
        </p:nvSpPr>
        <p:spPr>
          <a:xfrm>
            <a:off x="14521065" y="7234553"/>
            <a:ext cx="490855" cy="565785"/>
          </a:xfrm>
          <a:custGeom>
            <a:avLst/>
            <a:gdLst/>
            <a:ahLst/>
            <a:cxnLst/>
            <a:rect l="l" t="t" r="r" b="b"/>
            <a:pathLst>
              <a:path w="490855" h="565784">
                <a:moveTo>
                  <a:pt x="485786" y="0"/>
                </a:moveTo>
                <a:lnTo>
                  <a:pt x="4680" y="0"/>
                </a:lnTo>
                <a:lnTo>
                  <a:pt x="0" y="4690"/>
                </a:lnTo>
                <a:lnTo>
                  <a:pt x="0" y="560694"/>
                </a:lnTo>
                <a:lnTo>
                  <a:pt x="4680" y="565375"/>
                </a:lnTo>
                <a:lnTo>
                  <a:pt x="485786" y="565375"/>
                </a:lnTo>
                <a:lnTo>
                  <a:pt x="490477" y="560694"/>
                </a:lnTo>
                <a:lnTo>
                  <a:pt x="490477" y="554904"/>
                </a:lnTo>
                <a:lnTo>
                  <a:pt x="10470" y="554904"/>
                </a:lnTo>
                <a:lnTo>
                  <a:pt x="10470" y="10470"/>
                </a:lnTo>
                <a:lnTo>
                  <a:pt x="490477" y="10470"/>
                </a:lnTo>
                <a:lnTo>
                  <a:pt x="490477" y="4690"/>
                </a:lnTo>
                <a:lnTo>
                  <a:pt x="485786" y="0"/>
                </a:lnTo>
                <a:close/>
              </a:path>
              <a:path w="490855" h="565784">
                <a:moveTo>
                  <a:pt x="490477" y="10470"/>
                </a:moveTo>
                <a:lnTo>
                  <a:pt x="480006" y="10470"/>
                </a:lnTo>
                <a:lnTo>
                  <a:pt x="480006" y="554904"/>
                </a:lnTo>
                <a:lnTo>
                  <a:pt x="490477" y="554904"/>
                </a:lnTo>
                <a:lnTo>
                  <a:pt x="490477" y="104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4521065" y="6135915"/>
            <a:ext cx="490855" cy="297815"/>
          </a:xfrm>
          <a:custGeom>
            <a:avLst/>
            <a:gdLst/>
            <a:ahLst/>
            <a:cxnLst/>
            <a:rect l="l" t="t" r="r" b="b"/>
            <a:pathLst>
              <a:path w="490855" h="297814">
                <a:moveTo>
                  <a:pt x="485786" y="0"/>
                </a:moveTo>
                <a:lnTo>
                  <a:pt x="4680" y="0"/>
                </a:lnTo>
                <a:lnTo>
                  <a:pt x="0" y="4690"/>
                </a:lnTo>
                <a:lnTo>
                  <a:pt x="0" y="292912"/>
                </a:lnTo>
                <a:lnTo>
                  <a:pt x="4680" y="297603"/>
                </a:lnTo>
                <a:lnTo>
                  <a:pt x="485786" y="297603"/>
                </a:lnTo>
                <a:lnTo>
                  <a:pt x="490477" y="292912"/>
                </a:lnTo>
                <a:lnTo>
                  <a:pt x="490477" y="287132"/>
                </a:lnTo>
                <a:lnTo>
                  <a:pt x="10470" y="287132"/>
                </a:lnTo>
                <a:lnTo>
                  <a:pt x="10470" y="10470"/>
                </a:lnTo>
                <a:lnTo>
                  <a:pt x="490477" y="10470"/>
                </a:lnTo>
                <a:lnTo>
                  <a:pt x="490477" y="4690"/>
                </a:lnTo>
                <a:lnTo>
                  <a:pt x="485786" y="0"/>
                </a:lnTo>
                <a:close/>
              </a:path>
              <a:path w="490855" h="297814">
                <a:moveTo>
                  <a:pt x="490477" y="10470"/>
                </a:moveTo>
                <a:lnTo>
                  <a:pt x="480006" y="10470"/>
                </a:lnTo>
                <a:lnTo>
                  <a:pt x="480006" y="287132"/>
                </a:lnTo>
                <a:lnTo>
                  <a:pt x="490477" y="287132"/>
                </a:lnTo>
                <a:lnTo>
                  <a:pt x="490477" y="104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1" name="object 91" descr=""/>
          <p:cNvGrpSpPr/>
          <p:nvPr/>
        </p:nvGrpSpPr>
        <p:grpSpPr>
          <a:xfrm>
            <a:off x="13659248" y="6082202"/>
            <a:ext cx="1410970" cy="1776730"/>
            <a:chOff x="13659248" y="6082202"/>
            <a:chExt cx="1410970" cy="1776730"/>
          </a:xfrm>
        </p:grpSpPr>
        <p:sp>
          <p:nvSpPr>
            <p:cNvPr id="92" name="object 92" descr=""/>
            <p:cNvSpPr/>
            <p:nvPr/>
          </p:nvSpPr>
          <p:spPr>
            <a:xfrm>
              <a:off x="14521065" y="6502128"/>
              <a:ext cx="490855" cy="297815"/>
            </a:xfrm>
            <a:custGeom>
              <a:avLst/>
              <a:gdLst/>
              <a:ahLst/>
              <a:cxnLst/>
              <a:rect l="l" t="t" r="r" b="b"/>
              <a:pathLst>
                <a:path w="490855" h="297815">
                  <a:moveTo>
                    <a:pt x="485786" y="0"/>
                  </a:moveTo>
                  <a:lnTo>
                    <a:pt x="4680" y="0"/>
                  </a:lnTo>
                  <a:lnTo>
                    <a:pt x="0" y="4690"/>
                  </a:lnTo>
                  <a:lnTo>
                    <a:pt x="0" y="292912"/>
                  </a:lnTo>
                  <a:lnTo>
                    <a:pt x="4680" y="297603"/>
                  </a:lnTo>
                  <a:lnTo>
                    <a:pt x="485786" y="297603"/>
                  </a:lnTo>
                  <a:lnTo>
                    <a:pt x="490477" y="292912"/>
                  </a:lnTo>
                  <a:lnTo>
                    <a:pt x="490477" y="287132"/>
                  </a:lnTo>
                  <a:lnTo>
                    <a:pt x="10470" y="287132"/>
                  </a:lnTo>
                  <a:lnTo>
                    <a:pt x="10470" y="10470"/>
                  </a:lnTo>
                  <a:lnTo>
                    <a:pt x="490477" y="10470"/>
                  </a:lnTo>
                  <a:lnTo>
                    <a:pt x="490477" y="4690"/>
                  </a:lnTo>
                  <a:lnTo>
                    <a:pt x="485786" y="0"/>
                  </a:lnTo>
                  <a:close/>
                </a:path>
                <a:path w="490855" h="297815">
                  <a:moveTo>
                    <a:pt x="490477" y="10470"/>
                  </a:moveTo>
                  <a:lnTo>
                    <a:pt x="480006" y="10470"/>
                  </a:lnTo>
                  <a:lnTo>
                    <a:pt x="480006" y="287132"/>
                  </a:lnTo>
                  <a:lnTo>
                    <a:pt x="490477" y="287132"/>
                  </a:lnTo>
                  <a:lnTo>
                    <a:pt x="490477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4465265" y="6087437"/>
              <a:ext cx="600075" cy="1765935"/>
            </a:xfrm>
            <a:custGeom>
              <a:avLst/>
              <a:gdLst/>
              <a:ahLst/>
              <a:cxnLst/>
              <a:rect l="l" t="t" r="r" b="b"/>
              <a:pathLst>
                <a:path w="600075" h="1765934">
                  <a:moveTo>
                    <a:pt x="597290" y="0"/>
                  </a:moveTo>
                  <a:lnTo>
                    <a:pt x="2335" y="0"/>
                  </a:lnTo>
                  <a:lnTo>
                    <a:pt x="0" y="2345"/>
                  </a:lnTo>
                  <a:lnTo>
                    <a:pt x="0" y="1763516"/>
                  </a:lnTo>
                  <a:lnTo>
                    <a:pt x="2335" y="1765851"/>
                  </a:lnTo>
                  <a:lnTo>
                    <a:pt x="597290" y="1765851"/>
                  </a:lnTo>
                  <a:lnTo>
                    <a:pt x="599625" y="1763516"/>
                  </a:lnTo>
                  <a:lnTo>
                    <a:pt x="599625" y="1716324"/>
                  </a:lnTo>
                  <a:lnTo>
                    <a:pt x="51977" y="1716324"/>
                  </a:lnTo>
                  <a:lnTo>
                    <a:pt x="51977" y="1143295"/>
                  </a:lnTo>
                  <a:lnTo>
                    <a:pt x="599625" y="1143295"/>
                  </a:lnTo>
                  <a:lnTo>
                    <a:pt x="599625" y="1082333"/>
                  </a:lnTo>
                  <a:lnTo>
                    <a:pt x="51977" y="1082333"/>
                  </a:lnTo>
                  <a:lnTo>
                    <a:pt x="51977" y="777086"/>
                  </a:lnTo>
                  <a:lnTo>
                    <a:pt x="599625" y="777086"/>
                  </a:lnTo>
                  <a:lnTo>
                    <a:pt x="599625" y="716114"/>
                  </a:lnTo>
                  <a:lnTo>
                    <a:pt x="51977" y="716114"/>
                  </a:lnTo>
                  <a:lnTo>
                    <a:pt x="51977" y="410867"/>
                  </a:lnTo>
                  <a:lnTo>
                    <a:pt x="599625" y="410867"/>
                  </a:lnTo>
                  <a:lnTo>
                    <a:pt x="599625" y="349905"/>
                  </a:lnTo>
                  <a:lnTo>
                    <a:pt x="51977" y="349905"/>
                  </a:lnTo>
                  <a:lnTo>
                    <a:pt x="51977" y="44647"/>
                  </a:lnTo>
                  <a:lnTo>
                    <a:pt x="599625" y="44647"/>
                  </a:lnTo>
                  <a:lnTo>
                    <a:pt x="599625" y="2345"/>
                  </a:lnTo>
                  <a:lnTo>
                    <a:pt x="597290" y="0"/>
                  </a:lnTo>
                  <a:close/>
                </a:path>
                <a:path w="600075" h="1765934">
                  <a:moveTo>
                    <a:pt x="599625" y="1143295"/>
                  </a:moveTo>
                  <a:lnTo>
                    <a:pt x="550098" y="1143295"/>
                  </a:lnTo>
                  <a:lnTo>
                    <a:pt x="550098" y="1716324"/>
                  </a:lnTo>
                  <a:lnTo>
                    <a:pt x="599625" y="1716324"/>
                  </a:lnTo>
                  <a:lnTo>
                    <a:pt x="599625" y="1143295"/>
                  </a:lnTo>
                  <a:close/>
                </a:path>
                <a:path w="600075" h="1765934">
                  <a:moveTo>
                    <a:pt x="599625" y="777086"/>
                  </a:moveTo>
                  <a:lnTo>
                    <a:pt x="550098" y="777086"/>
                  </a:lnTo>
                  <a:lnTo>
                    <a:pt x="550098" y="1082333"/>
                  </a:lnTo>
                  <a:lnTo>
                    <a:pt x="599625" y="1082333"/>
                  </a:lnTo>
                  <a:lnTo>
                    <a:pt x="599625" y="777086"/>
                  </a:lnTo>
                  <a:close/>
                </a:path>
                <a:path w="600075" h="1765934">
                  <a:moveTo>
                    <a:pt x="599625" y="410867"/>
                  </a:moveTo>
                  <a:lnTo>
                    <a:pt x="550098" y="410867"/>
                  </a:lnTo>
                  <a:lnTo>
                    <a:pt x="550098" y="716114"/>
                  </a:lnTo>
                  <a:lnTo>
                    <a:pt x="599625" y="716114"/>
                  </a:lnTo>
                  <a:lnTo>
                    <a:pt x="599625" y="410867"/>
                  </a:lnTo>
                  <a:close/>
                </a:path>
                <a:path w="600075" h="1765934">
                  <a:moveTo>
                    <a:pt x="599625" y="44647"/>
                  </a:moveTo>
                  <a:lnTo>
                    <a:pt x="550098" y="44647"/>
                  </a:lnTo>
                  <a:lnTo>
                    <a:pt x="550098" y="349905"/>
                  </a:lnTo>
                  <a:lnTo>
                    <a:pt x="599625" y="349905"/>
                  </a:lnTo>
                  <a:lnTo>
                    <a:pt x="599625" y="446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4460030" y="6082202"/>
              <a:ext cx="610235" cy="1776730"/>
            </a:xfrm>
            <a:custGeom>
              <a:avLst/>
              <a:gdLst/>
              <a:ahLst/>
              <a:cxnLst/>
              <a:rect l="l" t="t" r="r" b="b"/>
              <a:pathLst>
                <a:path w="610234" h="1776729">
                  <a:moveTo>
                    <a:pt x="605416" y="0"/>
                  </a:moveTo>
                  <a:lnTo>
                    <a:pt x="4680" y="0"/>
                  </a:lnTo>
                  <a:lnTo>
                    <a:pt x="0" y="4690"/>
                  </a:lnTo>
                  <a:lnTo>
                    <a:pt x="0" y="1771631"/>
                  </a:lnTo>
                  <a:lnTo>
                    <a:pt x="4680" y="1776322"/>
                  </a:lnTo>
                  <a:lnTo>
                    <a:pt x="605416" y="1776322"/>
                  </a:lnTo>
                  <a:lnTo>
                    <a:pt x="610107" y="1771631"/>
                  </a:lnTo>
                  <a:lnTo>
                    <a:pt x="610107" y="1765851"/>
                  </a:lnTo>
                  <a:lnTo>
                    <a:pt x="10470" y="1765851"/>
                  </a:lnTo>
                  <a:lnTo>
                    <a:pt x="10470" y="10470"/>
                  </a:lnTo>
                  <a:lnTo>
                    <a:pt x="610107" y="10470"/>
                  </a:lnTo>
                  <a:lnTo>
                    <a:pt x="610107" y="4690"/>
                  </a:lnTo>
                  <a:lnTo>
                    <a:pt x="605416" y="0"/>
                  </a:lnTo>
                  <a:close/>
                </a:path>
                <a:path w="610234" h="1776729">
                  <a:moveTo>
                    <a:pt x="610107" y="10470"/>
                  </a:moveTo>
                  <a:lnTo>
                    <a:pt x="599636" y="10470"/>
                  </a:lnTo>
                  <a:lnTo>
                    <a:pt x="599636" y="1765851"/>
                  </a:lnTo>
                  <a:lnTo>
                    <a:pt x="610107" y="1765851"/>
                  </a:lnTo>
                  <a:lnTo>
                    <a:pt x="610107" y="10470"/>
                  </a:lnTo>
                  <a:close/>
                </a:path>
                <a:path w="610234" h="1776729">
                  <a:moveTo>
                    <a:pt x="560569" y="1143284"/>
                  </a:moveTo>
                  <a:lnTo>
                    <a:pt x="51967" y="1143284"/>
                  </a:lnTo>
                  <a:lnTo>
                    <a:pt x="51967" y="1726785"/>
                  </a:lnTo>
                  <a:lnTo>
                    <a:pt x="560569" y="1726785"/>
                  </a:lnTo>
                  <a:lnTo>
                    <a:pt x="560569" y="1716324"/>
                  </a:lnTo>
                  <a:lnTo>
                    <a:pt x="62437" y="1716324"/>
                  </a:lnTo>
                  <a:lnTo>
                    <a:pt x="62437" y="1153765"/>
                  </a:lnTo>
                  <a:lnTo>
                    <a:pt x="560569" y="1153765"/>
                  </a:lnTo>
                  <a:lnTo>
                    <a:pt x="560569" y="1143284"/>
                  </a:lnTo>
                  <a:close/>
                </a:path>
                <a:path w="610234" h="1776729">
                  <a:moveTo>
                    <a:pt x="560569" y="1153765"/>
                  </a:moveTo>
                  <a:lnTo>
                    <a:pt x="550098" y="1153765"/>
                  </a:lnTo>
                  <a:lnTo>
                    <a:pt x="550098" y="1716324"/>
                  </a:lnTo>
                  <a:lnTo>
                    <a:pt x="560569" y="1716324"/>
                  </a:lnTo>
                  <a:lnTo>
                    <a:pt x="560569" y="1153765"/>
                  </a:lnTo>
                  <a:close/>
                </a:path>
                <a:path w="610234" h="1776729">
                  <a:moveTo>
                    <a:pt x="560569" y="777075"/>
                  </a:moveTo>
                  <a:lnTo>
                    <a:pt x="51967" y="777075"/>
                  </a:lnTo>
                  <a:lnTo>
                    <a:pt x="51967" y="1092804"/>
                  </a:lnTo>
                  <a:lnTo>
                    <a:pt x="560569" y="1092804"/>
                  </a:lnTo>
                  <a:lnTo>
                    <a:pt x="560569" y="1082333"/>
                  </a:lnTo>
                  <a:lnTo>
                    <a:pt x="62437" y="1082333"/>
                  </a:lnTo>
                  <a:lnTo>
                    <a:pt x="62437" y="787546"/>
                  </a:lnTo>
                  <a:lnTo>
                    <a:pt x="560569" y="787546"/>
                  </a:lnTo>
                  <a:lnTo>
                    <a:pt x="560569" y="777075"/>
                  </a:lnTo>
                  <a:close/>
                </a:path>
                <a:path w="610234" h="1776729">
                  <a:moveTo>
                    <a:pt x="560569" y="787546"/>
                  </a:moveTo>
                  <a:lnTo>
                    <a:pt x="550098" y="787546"/>
                  </a:lnTo>
                  <a:lnTo>
                    <a:pt x="550098" y="1082333"/>
                  </a:lnTo>
                  <a:lnTo>
                    <a:pt x="560569" y="1082333"/>
                  </a:lnTo>
                  <a:lnTo>
                    <a:pt x="560569" y="787546"/>
                  </a:lnTo>
                  <a:close/>
                </a:path>
                <a:path w="610234" h="1776729">
                  <a:moveTo>
                    <a:pt x="560569" y="410856"/>
                  </a:moveTo>
                  <a:lnTo>
                    <a:pt x="51967" y="410856"/>
                  </a:lnTo>
                  <a:lnTo>
                    <a:pt x="51967" y="726585"/>
                  </a:lnTo>
                  <a:lnTo>
                    <a:pt x="560569" y="726585"/>
                  </a:lnTo>
                  <a:lnTo>
                    <a:pt x="560569" y="716124"/>
                  </a:lnTo>
                  <a:lnTo>
                    <a:pt x="62437" y="716124"/>
                  </a:lnTo>
                  <a:lnTo>
                    <a:pt x="62437" y="421337"/>
                  </a:lnTo>
                  <a:lnTo>
                    <a:pt x="560569" y="421337"/>
                  </a:lnTo>
                  <a:lnTo>
                    <a:pt x="560569" y="410856"/>
                  </a:lnTo>
                  <a:close/>
                </a:path>
                <a:path w="610234" h="1776729">
                  <a:moveTo>
                    <a:pt x="560569" y="421337"/>
                  </a:moveTo>
                  <a:lnTo>
                    <a:pt x="550098" y="421337"/>
                  </a:lnTo>
                  <a:lnTo>
                    <a:pt x="550098" y="716124"/>
                  </a:lnTo>
                  <a:lnTo>
                    <a:pt x="560569" y="716124"/>
                  </a:lnTo>
                  <a:lnTo>
                    <a:pt x="560569" y="421337"/>
                  </a:lnTo>
                  <a:close/>
                </a:path>
                <a:path w="610234" h="1776729">
                  <a:moveTo>
                    <a:pt x="560569" y="44647"/>
                  </a:moveTo>
                  <a:lnTo>
                    <a:pt x="51967" y="44647"/>
                  </a:lnTo>
                  <a:lnTo>
                    <a:pt x="51967" y="360376"/>
                  </a:lnTo>
                  <a:lnTo>
                    <a:pt x="560569" y="360376"/>
                  </a:lnTo>
                  <a:lnTo>
                    <a:pt x="560569" y="349916"/>
                  </a:lnTo>
                  <a:lnTo>
                    <a:pt x="62437" y="349916"/>
                  </a:lnTo>
                  <a:lnTo>
                    <a:pt x="62437" y="55129"/>
                  </a:lnTo>
                  <a:lnTo>
                    <a:pt x="560569" y="55129"/>
                  </a:lnTo>
                  <a:lnTo>
                    <a:pt x="560569" y="44647"/>
                  </a:lnTo>
                  <a:close/>
                </a:path>
                <a:path w="610234" h="1776729">
                  <a:moveTo>
                    <a:pt x="560569" y="55129"/>
                  </a:moveTo>
                  <a:lnTo>
                    <a:pt x="550098" y="55129"/>
                  </a:lnTo>
                  <a:lnTo>
                    <a:pt x="550098" y="349916"/>
                  </a:lnTo>
                  <a:lnTo>
                    <a:pt x="560569" y="349916"/>
                  </a:lnTo>
                  <a:lnTo>
                    <a:pt x="560569" y="5512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4526297" y="6873578"/>
              <a:ext cx="480059" cy="287655"/>
            </a:xfrm>
            <a:custGeom>
              <a:avLst/>
              <a:gdLst/>
              <a:ahLst/>
              <a:cxnLst/>
              <a:rect l="l" t="t" r="r" b="b"/>
              <a:pathLst>
                <a:path w="480059" h="287654">
                  <a:moveTo>
                    <a:pt x="477660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284787"/>
                  </a:lnTo>
                  <a:lnTo>
                    <a:pt x="2345" y="287132"/>
                  </a:lnTo>
                  <a:lnTo>
                    <a:pt x="5235" y="287132"/>
                  </a:lnTo>
                  <a:lnTo>
                    <a:pt x="477660" y="287132"/>
                  </a:lnTo>
                  <a:lnTo>
                    <a:pt x="480006" y="284787"/>
                  </a:lnTo>
                  <a:lnTo>
                    <a:pt x="480006" y="2345"/>
                  </a:lnTo>
                  <a:lnTo>
                    <a:pt x="477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3659243" y="6082213"/>
              <a:ext cx="1352550" cy="1776730"/>
            </a:xfrm>
            <a:custGeom>
              <a:avLst/>
              <a:gdLst/>
              <a:ahLst/>
              <a:cxnLst/>
              <a:rect l="l" t="t" r="r" b="b"/>
              <a:pathLst>
                <a:path w="1352550" h="1776729">
                  <a:moveTo>
                    <a:pt x="715251" y="77457"/>
                  </a:moveTo>
                  <a:lnTo>
                    <a:pt x="704786" y="77457"/>
                  </a:lnTo>
                  <a:lnTo>
                    <a:pt x="704786" y="87934"/>
                  </a:lnTo>
                  <a:lnTo>
                    <a:pt x="704786" y="1682127"/>
                  </a:lnTo>
                  <a:lnTo>
                    <a:pt x="90665" y="1682127"/>
                  </a:lnTo>
                  <a:lnTo>
                    <a:pt x="90665" y="87934"/>
                  </a:lnTo>
                  <a:lnTo>
                    <a:pt x="704786" y="87934"/>
                  </a:lnTo>
                  <a:lnTo>
                    <a:pt x="704786" y="77457"/>
                  </a:lnTo>
                  <a:lnTo>
                    <a:pt x="80200" y="77457"/>
                  </a:lnTo>
                  <a:lnTo>
                    <a:pt x="80200" y="1692605"/>
                  </a:lnTo>
                  <a:lnTo>
                    <a:pt x="715251" y="1692605"/>
                  </a:lnTo>
                  <a:lnTo>
                    <a:pt x="715251" y="1682127"/>
                  </a:lnTo>
                  <a:lnTo>
                    <a:pt x="715251" y="87934"/>
                  </a:lnTo>
                  <a:lnTo>
                    <a:pt x="715251" y="77457"/>
                  </a:lnTo>
                  <a:close/>
                </a:path>
                <a:path w="1352550" h="1776729">
                  <a:moveTo>
                    <a:pt x="792429" y="4686"/>
                  </a:moveTo>
                  <a:lnTo>
                    <a:pt x="787730" y="0"/>
                  </a:lnTo>
                  <a:lnTo>
                    <a:pt x="781951" y="0"/>
                  </a:lnTo>
                  <a:lnTo>
                    <a:pt x="781951" y="10464"/>
                  </a:lnTo>
                  <a:lnTo>
                    <a:pt x="781951" y="1765846"/>
                  </a:lnTo>
                  <a:lnTo>
                    <a:pt x="10464" y="1765846"/>
                  </a:lnTo>
                  <a:lnTo>
                    <a:pt x="10464" y="10464"/>
                  </a:lnTo>
                  <a:lnTo>
                    <a:pt x="781951" y="10464"/>
                  </a:lnTo>
                  <a:lnTo>
                    <a:pt x="781951" y="0"/>
                  </a:lnTo>
                  <a:lnTo>
                    <a:pt x="4673" y="0"/>
                  </a:lnTo>
                  <a:lnTo>
                    <a:pt x="0" y="4686"/>
                  </a:lnTo>
                  <a:lnTo>
                    <a:pt x="0" y="1771624"/>
                  </a:lnTo>
                  <a:lnTo>
                    <a:pt x="4673" y="1776323"/>
                  </a:lnTo>
                  <a:lnTo>
                    <a:pt x="787730" y="1776323"/>
                  </a:lnTo>
                  <a:lnTo>
                    <a:pt x="792429" y="1771624"/>
                  </a:lnTo>
                  <a:lnTo>
                    <a:pt x="792429" y="1765846"/>
                  </a:lnTo>
                  <a:lnTo>
                    <a:pt x="792429" y="10464"/>
                  </a:lnTo>
                  <a:lnTo>
                    <a:pt x="792429" y="4686"/>
                  </a:lnTo>
                  <a:close/>
                </a:path>
                <a:path w="1352550" h="1776729">
                  <a:moveTo>
                    <a:pt x="1352296" y="790829"/>
                  </a:moveTo>
                  <a:lnTo>
                    <a:pt x="1347597" y="786130"/>
                  </a:lnTo>
                  <a:lnTo>
                    <a:pt x="1341818" y="786130"/>
                  </a:lnTo>
                  <a:lnTo>
                    <a:pt x="1341818" y="796607"/>
                  </a:lnTo>
                  <a:lnTo>
                    <a:pt x="1341818" y="1073264"/>
                  </a:lnTo>
                  <a:lnTo>
                    <a:pt x="872286" y="1073264"/>
                  </a:lnTo>
                  <a:lnTo>
                    <a:pt x="872286" y="796607"/>
                  </a:lnTo>
                  <a:lnTo>
                    <a:pt x="1341818" y="796607"/>
                  </a:lnTo>
                  <a:lnTo>
                    <a:pt x="1341818" y="786130"/>
                  </a:lnTo>
                  <a:lnTo>
                    <a:pt x="866495" y="786130"/>
                  </a:lnTo>
                  <a:lnTo>
                    <a:pt x="861822" y="790829"/>
                  </a:lnTo>
                  <a:lnTo>
                    <a:pt x="861822" y="1079042"/>
                  </a:lnTo>
                  <a:lnTo>
                    <a:pt x="866495" y="1083741"/>
                  </a:lnTo>
                  <a:lnTo>
                    <a:pt x="1347597" y="1083741"/>
                  </a:lnTo>
                  <a:lnTo>
                    <a:pt x="1352296" y="1079042"/>
                  </a:lnTo>
                  <a:lnTo>
                    <a:pt x="1352296" y="1073264"/>
                  </a:lnTo>
                  <a:lnTo>
                    <a:pt x="1352296" y="796607"/>
                  </a:lnTo>
                  <a:lnTo>
                    <a:pt x="1352296" y="79082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/>
          <p:nvPr/>
        </p:nvSpPr>
        <p:spPr>
          <a:xfrm>
            <a:off x="13659245" y="8113463"/>
            <a:ext cx="1410970" cy="63500"/>
          </a:xfrm>
          <a:custGeom>
            <a:avLst/>
            <a:gdLst/>
            <a:ahLst/>
            <a:cxnLst/>
            <a:rect l="l" t="t" r="r" b="b"/>
            <a:pathLst>
              <a:path w="1410969" h="63500">
                <a:moveTo>
                  <a:pt x="1406198" y="0"/>
                </a:moveTo>
                <a:lnTo>
                  <a:pt x="4690" y="0"/>
                </a:lnTo>
                <a:lnTo>
                  <a:pt x="0" y="4690"/>
                </a:lnTo>
                <a:lnTo>
                  <a:pt x="0" y="58542"/>
                </a:lnTo>
                <a:lnTo>
                  <a:pt x="4690" y="63223"/>
                </a:lnTo>
                <a:lnTo>
                  <a:pt x="1406198" y="63223"/>
                </a:lnTo>
                <a:lnTo>
                  <a:pt x="1410888" y="58542"/>
                </a:lnTo>
                <a:lnTo>
                  <a:pt x="1410888" y="52752"/>
                </a:lnTo>
                <a:lnTo>
                  <a:pt x="10470" y="52752"/>
                </a:lnTo>
                <a:lnTo>
                  <a:pt x="10470" y="10470"/>
                </a:lnTo>
                <a:lnTo>
                  <a:pt x="1410888" y="10470"/>
                </a:lnTo>
                <a:lnTo>
                  <a:pt x="1410888" y="4690"/>
                </a:lnTo>
                <a:lnTo>
                  <a:pt x="1406198" y="0"/>
                </a:lnTo>
                <a:close/>
              </a:path>
              <a:path w="1410969" h="63500">
                <a:moveTo>
                  <a:pt x="1410888" y="10470"/>
                </a:moveTo>
                <a:lnTo>
                  <a:pt x="1400418" y="10470"/>
                </a:lnTo>
                <a:lnTo>
                  <a:pt x="1400418" y="52752"/>
                </a:lnTo>
                <a:lnTo>
                  <a:pt x="1410888" y="52752"/>
                </a:lnTo>
                <a:lnTo>
                  <a:pt x="1410888" y="104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8" name="object 98" descr=""/>
          <p:cNvGrpSpPr/>
          <p:nvPr/>
        </p:nvGrpSpPr>
        <p:grpSpPr>
          <a:xfrm>
            <a:off x="13748500" y="6168728"/>
            <a:ext cx="617220" cy="1597025"/>
            <a:chOff x="13748500" y="6168728"/>
            <a:chExt cx="617220" cy="1597025"/>
          </a:xfrm>
        </p:grpSpPr>
        <p:sp>
          <p:nvSpPr>
            <p:cNvPr id="99" name="object 99" descr=""/>
            <p:cNvSpPr/>
            <p:nvPr/>
          </p:nvSpPr>
          <p:spPr>
            <a:xfrm>
              <a:off x="13753744" y="6954143"/>
              <a:ext cx="607060" cy="806450"/>
            </a:xfrm>
            <a:custGeom>
              <a:avLst/>
              <a:gdLst/>
              <a:ahLst/>
              <a:cxnLst/>
              <a:rect l="l" t="t" r="r" b="b"/>
              <a:pathLst>
                <a:path w="607059" h="806450">
                  <a:moveTo>
                    <a:pt x="599866" y="0"/>
                  </a:moveTo>
                  <a:lnTo>
                    <a:pt x="598526" y="534"/>
                  </a:lnTo>
                  <a:lnTo>
                    <a:pt x="554" y="598515"/>
                  </a:lnTo>
                  <a:lnTo>
                    <a:pt x="0" y="599845"/>
                  </a:lnTo>
                  <a:lnTo>
                    <a:pt x="0" y="804027"/>
                  </a:lnTo>
                  <a:lnTo>
                    <a:pt x="2345" y="806373"/>
                  </a:lnTo>
                  <a:lnTo>
                    <a:pt x="5235" y="806373"/>
                  </a:lnTo>
                  <a:lnTo>
                    <a:pt x="604117" y="806373"/>
                  </a:lnTo>
                  <a:lnTo>
                    <a:pt x="606463" y="804027"/>
                  </a:lnTo>
                  <a:lnTo>
                    <a:pt x="606463" y="3120"/>
                  </a:lnTo>
                  <a:lnTo>
                    <a:pt x="605185" y="1204"/>
                  </a:lnTo>
                  <a:lnTo>
                    <a:pt x="602588" y="125"/>
                  </a:lnTo>
                  <a:lnTo>
                    <a:pt x="5998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3748507" y="6948908"/>
              <a:ext cx="617220" cy="817244"/>
            </a:xfrm>
            <a:custGeom>
              <a:avLst/>
              <a:gdLst/>
              <a:ahLst/>
              <a:cxnLst/>
              <a:rect l="l" t="t" r="r" b="b"/>
              <a:pathLst>
                <a:path w="617219" h="817245">
                  <a:moveTo>
                    <a:pt x="607813" y="0"/>
                  </a:moveTo>
                  <a:lnTo>
                    <a:pt x="603740" y="0"/>
                  </a:lnTo>
                  <a:lnTo>
                    <a:pt x="601060" y="1068"/>
                  </a:lnTo>
                  <a:lnTo>
                    <a:pt x="1099" y="601028"/>
                  </a:lnTo>
                  <a:lnTo>
                    <a:pt x="0" y="603688"/>
                  </a:lnTo>
                  <a:lnTo>
                    <a:pt x="0" y="812153"/>
                  </a:lnTo>
                  <a:lnTo>
                    <a:pt x="4680" y="816844"/>
                  </a:lnTo>
                  <a:lnTo>
                    <a:pt x="612243" y="816844"/>
                  </a:lnTo>
                  <a:lnTo>
                    <a:pt x="616934" y="812153"/>
                  </a:lnTo>
                  <a:lnTo>
                    <a:pt x="616934" y="806373"/>
                  </a:lnTo>
                  <a:lnTo>
                    <a:pt x="10470" y="806373"/>
                  </a:lnTo>
                  <a:lnTo>
                    <a:pt x="10470" y="606473"/>
                  </a:lnTo>
                  <a:lnTo>
                    <a:pt x="606463" y="10470"/>
                  </a:lnTo>
                  <a:lnTo>
                    <a:pt x="616934" y="10470"/>
                  </a:lnTo>
                  <a:lnTo>
                    <a:pt x="616934" y="6240"/>
                  </a:lnTo>
                  <a:lnTo>
                    <a:pt x="614379" y="2418"/>
                  </a:lnTo>
                  <a:lnTo>
                    <a:pt x="609175" y="261"/>
                  </a:lnTo>
                  <a:lnTo>
                    <a:pt x="607813" y="0"/>
                  </a:lnTo>
                  <a:close/>
                </a:path>
                <a:path w="617219" h="817245">
                  <a:moveTo>
                    <a:pt x="616934" y="10470"/>
                  </a:moveTo>
                  <a:lnTo>
                    <a:pt x="606463" y="10470"/>
                  </a:lnTo>
                  <a:lnTo>
                    <a:pt x="606463" y="806373"/>
                  </a:lnTo>
                  <a:lnTo>
                    <a:pt x="616934" y="806373"/>
                  </a:lnTo>
                  <a:lnTo>
                    <a:pt x="616934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3753744" y="6666054"/>
              <a:ext cx="607060" cy="804545"/>
            </a:xfrm>
            <a:custGeom>
              <a:avLst/>
              <a:gdLst/>
              <a:ahLst/>
              <a:cxnLst/>
              <a:rect l="l" t="t" r="r" b="b"/>
              <a:pathLst>
                <a:path w="607059" h="804545">
                  <a:moveTo>
                    <a:pt x="599866" y="0"/>
                  </a:moveTo>
                  <a:lnTo>
                    <a:pt x="598526" y="534"/>
                  </a:lnTo>
                  <a:lnTo>
                    <a:pt x="554" y="598515"/>
                  </a:lnTo>
                  <a:lnTo>
                    <a:pt x="0" y="599845"/>
                  </a:lnTo>
                  <a:lnTo>
                    <a:pt x="0" y="801106"/>
                  </a:lnTo>
                  <a:lnTo>
                    <a:pt x="1277" y="803022"/>
                  </a:lnTo>
                  <a:lnTo>
                    <a:pt x="3874" y="804101"/>
                  </a:lnTo>
                  <a:lnTo>
                    <a:pt x="5235" y="804226"/>
                  </a:lnTo>
                  <a:lnTo>
                    <a:pt x="6596" y="804226"/>
                  </a:lnTo>
                  <a:lnTo>
                    <a:pt x="7936" y="803692"/>
                  </a:lnTo>
                  <a:lnTo>
                    <a:pt x="605908" y="205711"/>
                  </a:lnTo>
                  <a:lnTo>
                    <a:pt x="606463" y="204381"/>
                  </a:lnTo>
                  <a:lnTo>
                    <a:pt x="606463" y="3120"/>
                  </a:lnTo>
                  <a:lnTo>
                    <a:pt x="605185" y="1214"/>
                  </a:lnTo>
                  <a:lnTo>
                    <a:pt x="602588" y="136"/>
                  </a:lnTo>
                  <a:lnTo>
                    <a:pt x="5998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3748507" y="6660820"/>
              <a:ext cx="617220" cy="814705"/>
            </a:xfrm>
            <a:custGeom>
              <a:avLst/>
              <a:gdLst/>
              <a:ahLst/>
              <a:cxnLst/>
              <a:rect l="l" t="t" r="r" b="b"/>
              <a:pathLst>
                <a:path w="617219" h="814704">
                  <a:moveTo>
                    <a:pt x="607813" y="0"/>
                  </a:moveTo>
                  <a:lnTo>
                    <a:pt x="603740" y="0"/>
                  </a:lnTo>
                  <a:lnTo>
                    <a:pt x="601060" y="1068"/>
                  </a:lnTo>
                  <a:lnTo>
                    <a:pt x="1099" y="601028"/>
                  </a:lnTo>
                  <a:lnTo>
                    <a:pt x="0" y="603688"/>
                  </a:lnTo>
                  <a:lnTo>
                    <a:pt x="0" y="808457"/>
                  </a:lnTo>
                  <a:lnTo>
                    <a:pt x="2544" y="812278"/>
                  </a:lnTo>
                  <a:lnTo>
                    <a:pt x="7758" y="814435"/>
                  </a:lnTo>
                  <a:lnTo>
                    <a:pt x="9120" y="814697"/>
                  </a:lnTo>
                  <a:lnTo>
                    <a:pt x="13193" y="814697"/>
                  </a:lnTo>
                  <a:lnTo>
                    <a:pt x="15863" y="813629"/>
                  </a:lnTo>
                  <a:lnTo>
                    <a:pt x="25266" y="804226"/>
                  </a:lnTo>
                  <a:lnTo>
                    <a:pt x="10470" y="804226"/>
                  </a:lnTo>
                  <a:lnTo>
                    <a:pt x="10470" y="606473"/>
                  </a:lnTo>
                  <a:lnTo>
                    <a:pt x="606463" y="10470"/>
                  </a:lnTo>
                  <a:lnTo>
                    <a:pt x="616934" y="10470"/>
                  </a:lnTo>
                  <a:lnTo>
                    <a:pt x="616934" y="6240"/>
                  </a:lnTo>
                  <a:lnTo>
                    <a:pt x="614379" y="2418"/>
                  </a:lnTo>
                  <a:lnTo>
                    <a:pt x="609175" y="261"/>
                  </a:lnTo>
                  <a:lnTo>
                    <a:pt x="607813" y="0"/>
                  </a:lnTo>
                  <a:close/>
                </a:path>
                <a:path w="617219" h="814704">
                  <a:moveTo>
                    <a:pt x="616934" y="10470"/>
                  </a:moveTo>
                  <a:lnTo>
                    <a:pt x="606463" y="10470"/>
                  </a:lnTo>
                  <a:lnTo>
                    <a:pt x="606463" y="208224"/>
                  </a:lnTo>
                  <a:lnTo>
                    <a:pt x="10470" y="804226"/>
                  </a:lnTo>
                  <a:lnTo>
                    <a:pt x="25266" y="804226"/>
                  </a:lnTo>
                  <a:lnTo>
                    <a:pt x="615834" y="213668"/>
                  </a:lnTo>
                  <a:lnTo>
                    <a:pt x="616934" y="210998"/>
                  </a:lnTo>
                  <a:lnTo>
                    <a:pt x="616934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3753744" y="6173962"/>
              <a:ext cx="607060" cy="1008380"/>
            </a:xfrm>
            <a:custGeom>
              <a:avLst/>
              <a:gdLst/>
              <a:ahLst/>
              <a:cxnLst/>
              <a:rect l="l" t="t" r="r" b="b"/>
              <a:pathLst>
                <a:path w="607059" h="1008379">
                  <a:moveTo>
                    <a:pt x="604117" y="0"/>
                  </a:moveTo>
                  <a:lnTo>
                    <a:pt x="485095" y="0"/>
                  </a:lnTo>
                  <a:lnTo>
                    <a:pt x="483754" y="554"/>
                  </a:lnTo>
                  <a:lnTo>
                    <a:pt x="554" y="485534"/>
                  </a:lnTo>
                  <a:lnTo>
                    <a:pt x="0" y="486864"/>
                  </a:lnTo>
                  <a:lnTo>
                    <a:pt x="0" y="1005110"/>
                  </a:lnTo>
                  <a:lnTo>
                    <a:pt x="1277" y="1007026"/>
                  </a:lnTo>
                  <a:lnTo>
                    <a:pt x="3874" y="1008105"/>
                  </a:lnTo>
                  <a:lnTo>
                    <a:pt x="5235" y="1008231"/>
                  </a:lnTo>
                  <a:lnTo>
                    <a:pt x="6596" y="1008231"/>
                  </a:lnTo>
                  <a:lnTo>
                    <a:pt x="7936" y="1007697"/>
                  </a:lnTo>
                  <a:lnTo>
                    <a:pt x="605908" y="409715"/>
                  </a:lnTo>
                  <a:lnTo>
                    <a:pt x="606463" y="408385"/>
                  </a:lnTo>
                  <a:lnTo>
                    <a:pt x="606463" y="2345"/>
                  </a:lnTo>
                  <a:lnTo>
                    <a:pt x="6041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3748507" y="6168728"/>
              <a:ext cx="617220" cy="1019175"/>
            </a:xfrm>
            <a:custGeom>
              <a:avLst/>
              <a:gdLst/>
              <a:ahLst/>
              <a:cxnLst/>
              <a:rect l="l" t="t" r="r" b="b"/>
              <a:pathLst>
                <a:path w="617219" h="1019175">
                  <a:moveTo>
                    <a:pt x="612243" y="0"/>
                  </a:moveTo>
                  <a:lnTo>
                    <a:pt x="488937" y="0"/>
                  </a:lnTo>
                  <a:lnTo>
                    <a:pt x="486267" y="1109"/>
                  </a:lnTo>
                  <a:lnTo>
                    <a:pt x="1099" y="488058"/>
                  </a:lnTo>
                  <a:lnTo>
                    <a:pt x="0" y="490707"/>
                  </a:lnTo>
                  <a:lnTo>
                    <a:pt x="0" y="1012461"/>
                  </a:lnTo>
                  <a:lnTo>
                    <a:pt x="2544" y="1016283"/>
                  </a:lnTo>
                  <a:lnTo>
                    <a:pt x="7758" y="1018440"/>
                  </a:lnTo>
                  <a:lnTo>
                    <a:pt x="9120" y="1018701"/>
                  </a:lnTo>
                  <a:lnTo>
                    <a:pt x="13193" y="1018701"/>
                  </a:lnTo>
                  <a:lnTo>
                    <a:pt x="15863" y="1017633"/>
                  </a:lnTo>
                  <a:lnTo>
                    <a:pt x="25266" y="1008231"/>
                  </a:lnTo>
                  <a:lnTo>
                    <a:pt x="10470" y="1008231"/>
                  </a:lnTo>
                  <a:lnTo>
                    <a:pt x="10470" y="493482"/>
                  </a:lnTo>
                  <a:lnTo>
                    <a:pt x="491723" y="10470"/>
                  </a:lnTo>
                  <a:lnTo>
                    <a:pt x="616934" y="10470"/>
                  </a:lnTo>
                  <a:lnTo>
                    <a:pt x="616934" y="4690"/>
                  </a:lnTo>
                  <a:lnTo>
                    <a:pt x="612243" y="0"/>
                  </a:lnTo>
                  <a:close/>
                </a:path>
                <a:path w="617219" h="1019175">
                  <a:moveTo>
                    <a:pt x="616934" y="10470"/>
                  </a:moveTo>
                  <a:lnTo>
                    <a:pt x="606463" y="10470"/>
                  </a:lnTo>
                  <a:lnTo>
                    <a:pt x="606463" y="412228"/>
                  </a:lnTo>
                  <a:lnTo>
                    <a:pt x="10470" y="1008231"/>
                  </a:lnTo>
                  <a:lnTo>
                    <a:pt x="25266" y="1008231"/>
                  </a:lnTo>
                  <a:lnTo>
                    <a:pt x="615834" y="417673"/>
                  </a:lnTo>
                  <a:lnTo>
                    <a:pt x="616934" y="415003"/>
                  </a:lnTo>
                  <a:lnTo>
                    <a:pt x="616934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3753744" y="6173959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59">
                  <a:moveTo>
                    <a:pt x="374836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374836"/>
                  </a:lnTo>
                  <a:lnTo>
                    <a:pt x="1277" y="376752"/>
                  </a:lnTo>
                  <a:lnTo>
                    <a:pt x="3874" y="377831"/>
                  </a:lnTo>
                  <a:lnTo>
                    <a:pt x="5235" y="377957"/>
                  </a:lnTo>
                  <a:lnTo>
                    <a:pt x="6596" y="377957"/>
                  </a:lnTo>
                  <a:lnTo>
                    <a:pt x="7936" y="377423"/>
                  </a:lnTo>
                  <a:lnTo>
                    <a:pt x="377915" y="7444"/>
                  </a:lnTo>
                  <a:lnTo>
                    <a:pt x="378365" y="5193"/>
                  </a:lnTo>
                  <a:lnTo>
                    <a:pt x="376742" y="1277"/>
                  </a:lnTo>
                  <a:lnTo>
                    <a:pt x="374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3748500" y="6168728"/>
              <a:ext cx="389255" cy="388620"/>
            </a:xfrm>
            <a:custGeom>
              <a:avLst/>
              <a:gdLst/>
              <a:ahLst/>
              <a:cxnLst/>
              <a:rect l="l" t="t" r="r" b="b"/>
              <a:pathLst>
                <a:path w="389255" h="388619">
                  <a:moveTo>
                    <a:pt x="382187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382187"/>
                  </a:lnTo>
                  <a:lnTo>
                    <a:pt x="2554" y="386009"/>
                  </a:lnTo>
                  <a:lnTo>
                    <a:pt x="7769" y="388166"/>
                  </a:lnTo>
                  <a:lnTo>
                    <a:pt x="9120" y="388427"/>
                  </a:lnTo>
                  <a:lnTo>
                    <a:pt x="13203" y="388427"/>
                  </a:lnTo>
                  <a:lnTo>
                    <a:pt x="15873" y="387359"/>
                  </a:lnTo>
                  <a:lnTo>
                    <a:pt x="25276" y="377957"/>
                  </a:lnTo>
                  <a:lnTo>
                    <a:pt x="10470" y="377957"/>
                  </a:lnTo>
                  <a:lnTo>
                    <a:pt x="10470" y="10470"/>
                  </a:lnTo>
                  <a:lnTo>
                    <a:pt x="389236" y="10470"/>
                  </a:lnTo>
                  <a:lnTo>
                    <a:pt x="386009" y="2554"/>
                  </a:lnTo>
                  <a:lnTo>
                    <a:pt x="382187" y="0"/>
                  </a:lnTo>
                  <a:close/>
                </a:path>
                <a:path w="389255" h="388619">
                  <a:moveTo>
                    <a:pt x="389236" y="10470"/>
                  </a:moveTo>
                  <a:lnTo>
                    <a:pt x="377957" y="10470"/>
                  </a:lnTo>
                  <a:lnTo>
                    <a:pt x="10470" y="377957"/>
                  </a:lnTo>
                  <a:lnTo>
                    <a:pt x="25276" y="377957"/>
                  </a:lnTo>
                  <a:lnTo>
                    <a:pt x="388354" y="14879"/>
                  </a:lnTo>
                  <a:lnTo>
                    <a:pt x="389236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 descr=""/>
          <p:cNvGrpSpPr/>
          <p:nvPr/>
        </p:nvGrpSpPr>
        <p:grpSpPr>
          <a:xfrm>
            <a:off x="11414314" y="6036547"/>
            <a:ext cx="2029460" cy="2145030"/>
            <a:chOff x="11414314" y="6036547"/>
            <a:chExt cx="2029460" cy="2145030"/>
          </a:xfrm>
        </p:grpSpPr>
        <p:sp>
          <p:nvSpPr>
            <p:cNvPr id="108" name="object 108" descr=""/>
            <p:cNvSpPr/>
            <p:nvPr/>
          </p:nvSpPr>
          <p:spPr>
            <a:xfrm>
              <a:off x="11486959" y="6331972"/>
              <a:ext cx="753745" cy="88900"/>
            </a:xfrm>
            <a:custGeom>
              <a:avLst/>
              <a:gdLst/>
              <a:ahLst/>
              <a:cxnLst/>
              <a:rect l="l" t="t" r="r" b="b"/>
              <a:pathLst>
                <a:path w="753745" h="88900">
                  <a:moveTo>
                    <a:pt x="753465" y="50292"/>
                  </a:moveTo>
                  <a:lnTo>
                    <a:pt x="748779" y="45605"/>
                  </a:lnTo>
                  <a:lnTo>
                    <a:pt x="743000" y="45605"/>
                  </a:lnTo>
                  <a:lnTo>
                    <a:pt x="743000" y="56070"/>
                  </a:lnTo>
                  <a:lnTo>
                    <a:pt x="743000" y="78054"/>
                  </a:lnTo>
                  <a:lnTo>
                    <a:pt x="10477" y="78054"/>
                  </a:lnTo>
                  <a:lnTo>
                    <a:pt x="10477" y="56070"/>
                  </a:lnTo>
                  <a:lnTo>
                    <a:pt x="743000" y="56070"/>
                  </a:lnTo>
                  <a:lnTo>
                    <a:pt x="743000" y="45605"/>
                  </a:lnTo>
                  <a:lnTo>
                    <a:pt x="4699" y="45605"/>
                  </a:lnTo>
                  <a:lnTo>
                    <a:pt x="0" y="50292"/>
                  </a:lnTo>
                  <a:lnTo>
                    <a:pt x="0" y="83832"/>
                  </a:lnTo>
                  <a:lnTo>
                    <a:pt x="4699" y="88519"/>
                  </a:lnTo>
                  <a:lnTo>
                    <a:pt x="748779" y="88519"/>
                  </a:lnTo>
                  <a:lnTo>
                    <a:pt x="753465" y="83832"/>
                  </a:lnTo>
                  <a:lnTo>
                    <a:pt x="753465" y="78054"/>
                  </a:lnTo>
                  <a:lnTo>
                    <a:pt x="753465" y="56070"/>
                  </a:lnTo>
                  <a:lnTo>
                    <a:pt x="753465" y="50292"/>
                  </a:lnTo>
                  <a:close/>
                </a:path>
                <a:path w="753745" h="88900">
                  <a:moveTo>
                    <a:pt x="753465" y="4686"/>
                  </a:moveTo>
                  <a:lnTo>
                    <a:pt x="748779" y="0"/>
                  </a:lnTo>
                  <a:lnTo>
                    <a:pt x="743000" y="0"/>
                  </a:lnTo>
                  <a:lnTo>
                    <a:pt x="743000" y="10464"/>
                  </a:lnTo>
                  <a:lnTo>
                    <a:pt x="743000" y="26784"/>
                  </a:lnTo>
                  <a:lnTo>
                    <a:pt x="10477" y="26784"/>
                  </a:lnTo>
                  <a:lnTo>
                    <a:pt x="10477" y="10464"/>
                  </a:lnTo>
                  <a:lnTo>
                    <a:pt x="743000" y="10464"/>
                  </a:lnTo>
                  <a:lnTo>
                    <a:pt x="743000" y="0"/>
                  </a:lnTo>
                  <a:lnTo>
                    <a:pt x="4699" y="0"/>
                  </a:lnTo>
                  <a:lnTo>
                    <a:pt x="0" y="4686"/>
                  </a:lnTo>
                  <a:lnTo>
                    <a:pt x="0" y="32562"/>
                  </a:lnTo>
                  <a:lnTo>
                    <a:pt x="4699" y="37249"/>
                  </a:lnTo>
                  <a:lnTo>
                    <a:pt x="748779" y="37249"/>
                  </a:lnTo>
                  <a:lnTo>
                    <a:pt x="753465" y="32562"/>
                  </a:lnTo>
                  <a:lnTo>
                    <a:pt x="753465" y="26784"/>
                  </a:lnTo>
                  <a:lnTo>
                    <a:pt x="753465" y="10464"/>
                  </a:lnTo>
                  <a:lnTo>
                    <a:pt x="753465" y="468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1419547" y="6041784"/>
              <a:ext cx="2019300" cy="2134870"/>
            </a:xfrm>
            <a:custGeom>
              <a:avLst/>
              <a:gdLst/>
              <a:ahLst/>
              <a:cxnLst/>
              <a:rect l="l" t="t" r="r" b="b"/>
              <a:pathLst>
                <a:path w="2019300" h="2134870">
                  <a:moveTo>
                    <a:pt x="2016629" y="0"/>
                  </a:moveTo>
                  <a:lnTo>
                    <a:pt x="2335" y="0"/>
                  </a:lnTo>
                  <a:lnTo>
                    <a:pt x="0" y="2345"/>
                  </a:lnTo>
                  <a:lnTo>
                    <a:pt x="0" y="2132060"/>
                  </a:lnTo>
                  <a:lnTo>
                    <a:pt x="2335" y="2134406"/>
                  </a:lnTo>
                  <a:lnTo>
                    <a:pt x="2016629" y="2134406"/>
                  </a:lnTo>
                  <a:lnTo>
                    <a:pt x="2018975" y="2132060"/>
                  </a:lnTo>
                  <a:lnTo>
                    <a:pt x="2018975" y="2085758"/>
                  </a:lnTo>
                  <a:lnTo>
                    <a:pt x="53830" y="2085758"/>
                  </a:lnTo>
                  <a:lnTo>
                    <a:pt x="53830" y="48658"/>
                  </a:lnTo>
                  <a:lnTo>
                    <a:pt x="2018975" y="48658"/>
                  </a:lnTo>
                  <a:lnTo>
                    <a:pt x="2018975" y="2345"/>
                  </a:lnTo>
                  <a:lnTo>
                    <a:pt x="2016629" y="0"/>
                  </a:lnTo>
                  <a:close/>
                </a:path>
                <a:path w="2019300" h="2134870">
                  <a:moveTo>
                    <a:pt x="2018975" y="48658"/>
                  </a:moveTo>
                  <a:lnTo>
                    <a:pt x="1965144" y="48658"/>
                  </a:lnTo>
                  <a:lnTo>
                    <a:pt x="1965144" y="2085758"/>
                  </a:lnTo>
                  <a:lnTo>
                    <a:pt x="2018975" y="2085758"/>
                  </a:lnTo>
                  <a:lnTo>
                    <a:pt x="2018975" y="486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1414314" y="6036547"/>
              <a:ext cx="2029460" cy="2145030"/>
            </a:xfrm>
            <a:custGeom>
              <a:avLst/>
              <a:gdLst/>
              <a:ahLst/>
              <a:cxnLst/>
              <a:rect l="l" t="t" r="r" b="b"/>
              <a:pathLst>
                <a:path w="2029459" h="2145029">
                  <a:moveTo>
                    <a:pt x="2024755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2140196"/>
                  </a:lnTo>
                  <a:lnTo>
                    <a:pt x="4690" y="2144877"/>
                  </a:lnTo>
                  <a:lnTo>
                    <a:pt x="2024755" y="2144877"/>
                  </a:lnTo>
                  <a:lnTo>
                    <a:pt x="2029446" y="2140196"/>
                  </a:lnTo>
                  <a:lnTo>
                    <a:pt x="2029446" y="2134406"/>
                  </a:lnTo>
                  <a:lnTo>
                    <a:pt x="10470" y="2134406"/>
                  </a:lnTo>
                  <a:lnTo>
                    <a:pt x="10470" y="10470"/>
                  </a:lnTo>
                  <a:lnTo>
                    <a:pt x="2029446" y="10470"/>
                  </a:lnTo>
                  <a:lnTo>
                    <a:pt x="2029446" y="4690"/>
                  </a:lnTo>
                  <a:lnTo>
                    <a:pt x="2024755" y="0"/>
                  </a:lnTo>
                  <a:close/>
                </a:path>
                <a:path w="2029459" h="2145029">
                  <a:moveTo>
                    <a:pt x="2029446" y="10470"/>
                  </a:moveTo>
                  <a:lnTo>
                    <a:pt x="2018975" y="10470"/>
                  </a:lnTo>
                  <a:lnTo>
                    <a:pt x="2018975" y="2134406"/>
                  </a:lnTo>
                  <a:lnTo>
                    <a:pt x="2029446" y="2134406"/>
                  </a:lnTo>
                  <a:lnTo>
                    <a:pt x="2029446" y="10470"/>
                  </a:lnTo>
                  <a:close/>
                </a:path>
                <a:path w="2029459" h="2145029">
                  <a:moveTo>
                    <a:pt x="1975615" y="48658"/>
                  </a:moveTo>
                  <a:lnTo>
                    <a:pt x="53830" y="48658"/>
                  </a:lnTo>
                  <a:lnTo>
                    <a:pt x="53830" y="2096229"/>
                  </a:lnTo>
                  <a:lnTo>
                    <a:pt x="1975615" y="2096229"/>
                  </a:lnTo>
                  <a:lnTo>
                    <a:pt x="1975615" y="2085758"/>
                  </a:lnTo>
                  <a:lnTo>
                    <a:pt x="64301" y="2085758"/>
                  </a:lnTo>
                  <a:lnTo>
                    <a:pt x="64301" y="59129"/>
                  </a:lnTo>
                  <a:lnTo>
                    <a:pt x="1975615" y="59129"/>
                  </a:lnTo>
                  <a:lnTo>
                    <a:pt x="1975615" y="48658"/>
                  </a:lnTo>
                  <a:close/>
                </a:path>
                <a:path w="2029459" h="2145029">
                  <a:moveTo>
                    <a:pt x="1975615" y="59129"/>
                  </a:moveTo>
                  <a:lnTo>
                    <a:pt x="1965144" y="59129"/>
                  </a:lnTo>
                  <a:lnTo>
                    <a:pt x="1965144" y="2085758"/>
                  </a:lnTo>
                  <a:lnTo>
                    <a:pt x="1975615" y="2085758"/>
                  </a:lnTo>
                  <a:lnTo>
                    <a:pt x="1975615" y="5912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86967" y="6434768"/>
              <a:ext cx="753467" cy="1679183"/>
            </a:xfrm>
            <a:prstGeom prst="rect">
              <a:avLst/>
            </a:prstGeom>
          </p:spPr>
        </p:pic>
        <p:sp>
          <p:nvSpPr>
            <p:cNvPr id="112" name="object 112" descr=""/>
            <p:cNvSpPr/>
            <p:nvPr/>
          </p:nvSpPr>
          <p:spPr>
            <a:xfrm>
              <a:off x="12365553" y="7308689"/>
              <a:ext cx="54610" cy="691515"/>
            </a:xfrm>
            <a:custGeom>
              <a:avLst/>
              <a:gdLst/>
              <a:ahLst/>
              <a:cxnLst/>
              <a:rect l="l" t="t" r="r" b="b"/>
              <a:pathLst>
                <a:path w="54609" h="691515">
                  <a:moveTo>
                    <a:pt x="51684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688691"/>
                  </a:lnTo>
                  <a:lnTo>
                    <a:pt x="2345" y="691036"/>
                  </a:lnTo>
                  <a:lnTo>
                    <a:pt x="5235" y="691036"/>
                  </a:lnTo>
                  <a:lnTo>
                    <a:pt x="51684" y="691036"/>
                  </a:lnTo>
                  <a:lnTo>
                    <a:pt x="54019" y="688691"/>
                  </a:lnTo>
                  <a:lnTo>
                    <a:pt x="54019" y="2345"/>
                  </a:lnTo>
                  <a:lnTo>
                    <a:pt x="51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2360309" y="7303450"/>
              <a:ext cx="64769" cy="701675"/>
            </a:xfrm>
            <a:custGeom>
              <a:avLst/>
              <a:gdLst/>
              <a:ahLst/>
              <a:cxnLst/>
              <a:rect l="l" t="t" r="r" b="b"/>
              <a:pathLst>
                <a:path w="64770" h="701675">
                  <a:moveTo>
                    <a:pt x="59809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696826"/>
                  </a:lnTo>
                  <a:lnTo>
                    <a:pt x="4690" y="701507"/>
                  </a:lnTo>
                  <a:lnTo>
                    <a:pt x="59809" y="701507"/>
                  </a:lnTo>
                  <a:lnTo>
                    <a:pt x="64500" y="696826"/>
                  </a:lnTo>
                  <a:lnTo>
                    <a:pt x="64500" y="691036"/>
                  </a:lnTo>
                  <a:lnTo>
                    <a:pt x="10470" y="691036"/>
                  </a:lnTo>
                  <a:lnTo>
                    <a:pt x="10470" y="10470"/>
                  </a:lnTo>
                  <a:lnTo>
                    <a:pt x="64500" y="10470"/>
                  </a:lnTo>
                  <a:lnTo>
                    <a:pt x="64500" y="4690"/>
                  </a:lnTo>
                  <a:lnTo>
                    <a:pt x="59809" y="0"/>
                  </a:lnTo>
                  <a:close/>
                </a:path>
                <a:path w="64770" h="701675">
                  <a:moveTo>
                    <a:pt x="64500" y="10470"/>
                  </a:moveTo>
                  <a:lnTo>
                    <a:pt x="54029" y="10470"/>
                  </a:lnTo>
                  <a:lnTo>
                    <a:pt x="54029" y="691036"/>
                  </a:lnTo>
                  <a:lnTo>
                    <a:pt x="64500" y="691036"/>
                  </a:lnTo>
                  <a:lnTo>
                    <a:pt x="64500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2548660" y="7308689"/>
              <a:ext cx="709295" cy="691515"/>
            </a:xfrm>
            <a:custGeom>
              <a:avLst/>
              <a:gdLst/>
              <a:ahLst/>
              <a:cxnLst/>
              <a:rect l="l" t="t" r="r" b="b"/>
              <a:pathLst>
                <a:path w="709294" h="691515">
                  <a:moveTo>
                    <a:pt x="706365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688691"/>
                  </a:lnTo>
                  <a:lnTo>
                    <a:pt x="2345" y="691036"/>
                  </a:lnTo>
                  <a:lnTo>
                    <a:pt x="5235" y="691036"/>
                  </a:lnTo>
                  <a:lnTo>
                    <a:pt x="706365" y="691036"/>
                  </a:lnTo>
                  <a:lnTo>
                    <a:pt x="708711" y="688691"/>
                  </a:lnTo>
                  <a:lnTo>
                    <a:pt x="708711" y="2345"/>
                  </a:lnTo>
                  <a:lnTo>
                    <a:pt x="7063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2543415" y="7303450"/>
              <a:ext cx="719455" cy="701675"/>
            </a:xfrm>
            <a:custGeom>
              <a:avLst/>
              <a:gdLst/>
              <a:ahLst/>
              <a:cxnLst/>
              <a:rect l="l" t="t" r="r" b="b"/>
              <a:pathLst>
                <a:path w="719455" h="701675">
                  <a:moveTo>
                    <a:pt x="714501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696826"/>
                  </a:lnTo>
                  <a:lnTo>
                    <a:pt x="4690" y="701507"/>
                  </a:lnTo>
                  <a:lnTo>
                    <a:pt x="714501" y="701507"/>
                  </a:lnTo>
                  <a:lnTo>
                    <a:pt x="719192" y="696826"/>
                  </a:lnTo>
                  <a:lnTo>
                    <a:pt x="719192" y="691036"/>
                  </a:lnTo>
                  <a:lnTo>
                    <a:pt x="10470" y="691036"/>
                  </a:lnTo>
                  <a:lnTo>
                    <a:pt x="10470" y="10470"/>
                  </a:lnTo>
                  <a:lnTo>
                    <a:pt x="719192" y="10470"/>
                  </a:lnTo>
                  <a:lnTo>
                    <a:pt x="719192" y="4690"/>
                  </a:lnTo>
                  <a:lnTo>
                    <a:pt x="714501" y="0"/>
                  </a:lnTo>
                  <a:close/>
                </a:path>
                <a:path w="719455" h="701675">
                  <a:moveTo>
                    <a:pt x="719192" y="10470"/>
                  </a:moveTo>
                  <a:lnTo>
                    <a:pt x="708721" y="10470"/>
                  </a:lnTo>
                  <a:lnTo>
                    <a:pt x="708721" y="691036"/>
                  </a:lnTo>
                  <a:lnTo>
                    <a:pt x="719192" y="691036"/>
                  </a:lnTo>
                  <a:lnTo>
                    <a:pt x="719192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2548660" y="7015723"/>
              <a:ext cx="709295" cy="180340"/>
            </a:xfrm>
            <a:custGeom>
              <a:avLst/>
              <a:gdLst/>
              <a:ahLst/>
              <a:cxnLst/>
              <a:rect l="l" t="t" r="r" b="b"/>
              <a:pathLst>
                <a:path w="709294" h="180340">
                  <a:moveTo>
                    <a:pt x="706365" y="0"/>
                  </a:moveTo>
                  <a:lnTo>
                    <a:pt x="2345" y="0"/>
                  </a:lnTo>
                  <a:lnTo>
                    <a:pt x="0" y="2335"/>
                  </a:lnTo>
                  <a:lnTo>
                    <a:pt x="0" y="177847"/>
                  </a:lnTo>
                  <a:lnTo>
                    <a:pt x="2345" y="180193"/>
                  </a:lnTo>
                  <a:lnTo>
                    <a:pt x="5235" y="180193"/>
                  </a:lnTo>
                  <a:lnTo>
                    <a:pt x="706365" y="180193"/>
                  </a:lnTo>
                  <a:lnTo>
                    <a:pt x="708711" y="177847"/>
                  </a:lnTo>
                  <a:lnTo>
                    <a:pt x="708711" y="2335"/>
                  </a:lnTo>
                  <a:lnTo>
                    <a:pt x="7063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2543415" y="7010480"/>
              <a:ext cx="719455" cy="191135"/>
            </a:xfrm>
            <a:custGeom>
              <a:avLst/>
              <a:gdLst/>
              <a:ahLst/>
              <a:cxnLst/>
              <a:rect l="l" t="t" r="r" b="b"/>
              <a:pathLst>
                <a:path w="719455" h="191134">
                  <a:moveTo>
                    <a:pt x="714501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185983"/>
                  </a:lnTo>
                  <a:lnTo>
                    <a:pt x="4690" y="190674"/>
                  </a:lnTo>
                  <a:lnTo>
                    <a:pt x="714501" y="190674"/>
                  </a:lnTo>
                  <a:lnTo>
                    <a:pt x="719192" y="185983"/>
                  </a:lnTo>
                  <a:lnTo>
                    <a:pt x="719192" y="180203"/>
                  </a:lnTo>
                  <a:lnTo>
                    <a:pt x="10470" y="180203"/>
                  </a:lnTo>
                  <a:lnTo>
                    <a:pt x="10470" y="10470"/>
                  </a:lnTo>
                  <a:lnTo>
                    <a:pt x="719192" y="10470"/>
                  </a:lnTo>
                  <a:lnTo>
                    <a:pt x="719192" y="4690"/>
                  </a:lnTo>
                  <a:lnTo>
                    <a:pt x="714501" y="0"/>
                  </a:lnTo>
                  <a:close/>
                </a:path>
                <a:path w="719455" h="191134">
                  <a:moveTo>
                    <a:pt x="719192" y="10470"/>
                  </a:moveTo>
                  <a:lnTo>
                    <a:pt x="708721" y="10470"/>
                  </a:lnTo>
                  <a:lnTo>
                    <a:pt x="708721" y="180203"/>
                  </a:lnTo>
                  <a:lnTo>
                    <a:pt x="719192" y="180203"/>
                  </a:lnTo>
                  <a:lnTo>
                    <a:pt x="719192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2365553" y="7015723"/>
              <a:ext cx="54610" cy="180340"/>
            </a:xfrm>
            <a:custGeom>
              <a:avLst/>
              <a:gdLst/>
              <a:ahLst/>
              <a:cxnLst/>
              <a:rect l="l" t="t" r="r" b="b"/>
              <a:pathLst>
                <a:path w="54609" h="180340">
                  <a:moveTo>
                    <a:pt x="51684" y="0"/>
                  </a:moveTo>
                  <a:lnTo>
                    <a:pt x="2345" y="0"/>
                  </a:lnTo>
                  <a:lnTo>
                    <a:pt x="0" y="2335"/>
                  </a:lnTo>
                  <a:lnTo>
                    <a:pt x="0" y="177847"/>
                  </a:lnTo>
                  <a:lnTo>
                    <a:pt x="2345" y="180193"/>
                  </a:lnTo>
                  <a:lnTo>
                    <a:pt x="5235" y="180193"/>
                  </a:lnTo>
                  <a:lnTo>
                    <a:pt x="51684" y="180193"/>
                  </a:lnTo>
                  <a:lnTo>
                    <a:pt x="54019" y="177847"/>
                  </a:lnTo>
                  <a:lnTo>
                    <a:pt x="54019" y="2335"/>
                  </a:lnTo>
                  <a:lnTo>
                    <a:pt x="51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2360309" y="7010479"/>
              <a:ext cx="64769" cy="191135"/>
            </a:xfrm>
            <a:custGeom>
              <a:avLst/>
              <a:gdLst/>
              <a:ahLst/>
              <a:cxnLst/>
              <a:rect l="l" t="t" r="r" b="b"/>
              <a:pathLst>
                <a:path w="64770" h="191134">
                  <a:moveTo>
                    <a:pt x="59809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185983"/>
                  </a:lnTo>
                  <a:lnTo>
                    <a:pt x="4690" y="190674"/>
                  </a:lnTo>
                  <a:lnTo>
                    <a:pt x="59809" y="190674"/>
                  </a:lnTo>
                  <a:lnTo>
                    <a:pt x="64500" y="185983"/>
                  </a:lnTo>
                  <a:lnTo>
                    <a:pt x="64500" y="180203"/>
                  </a:lnTo>
                  <a:lnTo>
                    <a:pt x="10470" y="180203"/>
                  </a:lnTo>
                  <a:lnTo>
                    <a:pt x="10470" y="10470"/>
                  </a:lnTo>
                  <a:lnTo>
                    <a:pt x="64500" y="10470"/>
                  </a:lnTo>
                  <a:lnTo>
                    <a:pt x="64500" y="4690"/>
                  </a:lnTo>
                  <a:lnTo>
                    <a:pt x="59809" y="0"/>
                  </a:lnTo>
                  <a:close/>
                </a:path>
                <a:path w="64770" h="191134">
                  <a:moveTo>
                    <a:pt x="64500" y="10470"/>
                  </a:moveTo>
                  <a:lnTo>
                    <a:pt x="54029" y="10470"/>
                  </a:lnTo>
                  <a:lnTo>
                    <a:pt x="54029" y="180203"/>
                  </a:lnTo>
                  <a:lnTo>
                    <a:pt x="64500" y="180203"/>
                  </a:lnTo>
                  <a:lnTo>
                    <a:pt x="64500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2365553" y="6211899"/>
              <a:ext cx="54610" cy="691515"/>
            </a:xfrm>
            <a:custGeom>
              <a:avLst/>
              <a:gdLst/>
              <a:ahLst/>
              <a:cxnLst/>
              <a:rect l="l" t="t" r="r" b="b"/>
              <a:pathLst>
                <a:path w="54609" h="691515">
                  <a:moveTo>
                    <a:pt x="51684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688701"/>
                  </a:lnTo>
                  <a:lnTo>
                    <a:pt x="2345" y="691047"/>
                  </a:lnTo>
                  <a:lnTo>
                    <a:pt x="5235" y="691047"/>
                  </a:lnTo>
                  <a:lnTo>
                    <a:pt x="51684" y="691047"/>
                  </a:lnTo>
                  <a:lnTo>
                    <a:pt x="54019" y="688701"/>
                  </a:lnTo>
                  <a:lnTo>
                    <a:pt x="54019" y="2345"/>
                  </a:lnTo>
                  <a:lnTo>
                    <a:pt x="51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2360309" y="6206668"/>
              <a:ext cx="64769" cy="701675"/>
            </a:xfrm>
            <a:custGeom>
              <a:avLst/>
              <a:gdLst/>
              <a:ahLst/>
              <a:cxnLst/>
              <a:rect l="l" t="t" r="r" b="b"/>
              <a:pathLst>
                <a:path w="64770" h="701675">
                  <a:moveTo>
                    <a:pt x="59809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696826"/>
                  </a:lnTo>
                  <a:lnTo>
                    <a:pt x="4690" y="701507"/>
                  </a:lnTo>
                  <a:lnTo>
                    <a:pt x="59809" y="701507"/>
                  </a:lnTo>
                  <a:lnTo>
                    <a:pt x="64500" y="696826"/>
                  </a:lnTo>
                  <a:lnTo>
                    <a:pt x="64500" y="691036"/>
                  </a:lnTo>
                  <a:lnTo>
                    <a:pt x="10470" y="691036"/>
                  </a:lnTo>
                  <a:lnTo>
                    <a:pt x="10470" y="10470"/>
                  </a:lnTo>
                  <a:lnTo>
                    <a:pt x="64500" y="10470"/>
                  </a:lnTo>
                  <a:lnTo>
                    <a:pt x="64500" y="4690"/>
                  </a:lnTo>
                  <a:lnTo>
                    <a:pt x="59809" y="0"/>
                  </a:lnTo>
                  <a:close/>
                </a:path>
                <a:path w="64770" h="701675">
                  <a:moveTo>
                    <a:pt x="64500" y="10470"/>
                  </a:moveTo>
                  <a:lnTo>
                    <a:pt x="54029" y="10470"/>
                  </a:lnTo>
                  <a:lnTo>
                    <a:pt x="54029" y="691036"/>
                  </a:lnTo>
                  <a:lnTo>
                    <a:pt x="64500" y="691036"/>
                  </a:lnTo>
                  <a:lnTo>
                    <a:pt x="64500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2548660" y="6211899"/>
              <a:ext cx="709295" cy="691515"/>
            </a:xfrm>
            <a:custGeom>
              <a:avLst/>
              <a:gdLst/>
              <a:ahLst/>
              <a:cxnLst/>
              <a:rect l="l" t="t" r="r" b="b"/>
              <a:pathLst>
                <a:path w="709294" h="691515">
                  <a:moveTo>
                    <a:pt x="706365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688701"/>
                  </a:lnTo>
                  <a:lnTo>
                    <a:pt x="2345" y="691047"/>
                  </a:lnTo>
                  <a:lnTo>
                    <a:pt x="5235" y="691047"/>
                  </a:lnTo>
                  <a:lnTo>
                    <a:pt x="706365" y="691047"/>
                  </a:lnTo>
                  <a:lnTo>
                    <a:pt x="708711" y="688701"/>
                  </a:lnTo>
                  <a:lnTo>
                    <a:pt x="708711" y="2345"/>
                  </a:lnTo>
                  <a:lnTo>
                    <a:pt x="7063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2543415" y="6206668"/>
              <a:ext cx="719455" cy="701675"/>
            </a:xfrm>
            <a:custGeom>
              <a:avLst/>
              <a:gdLst/>
              <a:ahLst/>
              <a:cxnLst/>
              <a:rect l="l" t="t" r="r" b="b"/>
              <a:pathLst>
                <a:path w="719455" h="701675">
                  <a:moveTo>
                    <a:pt x="714501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696826"/>
                  </a:lnTo>
                  <a:lnTo>
                    <a:pt x="4690" y="701507"/>
                  </a:lnTo>
                  <a:lnTo>
                    <a:pt x="714501" y="701507"/>
                  </a:lnTo>
                  <a:lnTo>
                    <a:pt x="719192" y="696826"/>
                  </a:lnTo>
                  <a:lnTo>
                    <a:pt x="719192" y="691036"/>
                  </a:lnTo>
                  <a:lnTo>
                    <a:pt x="10470" y="691036"/>
                  </a:lnTo>
                  <a:lnTo>
                    <a:pt x="10470" y="10470"/>
                  </a:lnTo>
                  <a:lnTo>
                    <a:pt x="719192" y="10470"/>
                  </a:lnTo>
                  <a:lnTo>
                    <a:pt x="719192" y="4690"/>
                  </a:lnTo>
                  <a:lnTo>
                    <a:pt x="714501" y="0"/>
                  </a:lnTo>
                  <a:close/>
                </a:path>
                <a:path w="719455" h="701675">
                  <a:moveTo>
                    <a:pt x="719192" y="10470"/>
                  </a:moveTo>
                  <a:lnTo>
                    <a:pt x="708721" y="10470"/>
                  </a:lnTo>
                  <a:lnTo>
                    <a:pt x="708721" y="691036"/>
                  </a:lnTo>
                  <a:lnTo>
                    <a:pt x="719192" y="691036"/>
                  </a:lnTo>
                  <a:lnTo>
                    <a:pt x="719192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2438396" y="6109269"/>
              <a:ext cx="927735" cy="1999614"/>
            </a:xfrm>
            <a:custGeom>
              <a:avLst/>
              <a:gdLst/>
              <a:ahLst/>
              <a:cxnLst/>
              <a:rect l="l" t="t" r="r" b="b"/>
              <a:pathLst>
                <a:path w="927734" h="1999615">
                  <a:moveTo>
                    <a:pt x="925134" y="0"/>
                  </a:moveTo>
                  <a:lnTo>
                    <a:pt x="2345" y="0"/>
                  </a:lnTo>
                  <a:lnTo>
                    <a:pt x="0" y="2335"/>
                  </a:lnTo>
                  <a:lnTo>
                    <a:pt x="0" y="1997101"/>
                  </a:lnTo>
                  <a:lnTo>
                    <a:pt x="2345" y="1999446"/>
                  </a:lnTo>
                  <a:lnTo>
                    <a:pt x="925134" y="1999446"/>
                  </a:lnTo>
                  <a:lnTo>
                    <a:pt x="927469" y="1997101"/>
                  </a:lnTo>
                  <a:lnTo>
                    <a:pt x="927469" y="1899523"/>
                  </a:lnTo>
                  <a:lnTo>
                    <a:pt x="101190" y="1899523"/>
                  </a:lnTo>
                  <a:lnTo>
                    <a:pt x="101190" y="93578"/>
                  </a:lnTo>
                  <a:lnTo>
                    <a:pt x="927469" y="93578"/>
                  </a:lnTo>
                  <a:lnTo>
                    <a:pt x="927469" y="2335"/>
                  </a:lnTo>
                  <a:lnTo>
                    <a:pt x="925134" y="0"/>
                  </a:lnTo>
                  <a:close/>
                </a:path>
                <a:path w="927734" h="1999615">
                  <a:moveTo>
                    <a:pt x="927469" y="93578"/>
                  </a:moveTo>
                  <a:lnTo>
                    <a:pt x="828027" y="93578"/>
                  </a:lnTo>
                  <a:lnTo>
                    <a:pt x="828027" y="1899523"/>
                  </a:lnTo>
                  <a:lnTo>
                    <a:pt x="927469" y="1899523"/>
                  </a:lnTo>
                  <a:lnTo>
                    <a:pt x="927469" y="93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2433159" y="6104029"/>
              <a:ext cx="938530" cy="2010410"/>
            </a:xfrm>
            <a:custGeom>
              <a:avLst/>
              <a:gdLst/>
              <a:ahLst/>
              <a:cxnLst/>
              <a:rect l="l" t="t" r="r" b="b"/>
              <a:pathLst>
                <a:path w="938530" h="2010409">
                  <a:moveTo>
                    <a:pt x="933249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2005226"/>
                  </a:lnTo>
                  <a:lnTo>
                    <a:pt x="4690" y="2009917"/>
                  </a:lnTo>
                  <a:lnTo>
                    <a:pt x="933249" y="2009917"/>
                  </a:lnTo>
                  <a:lnTo>
                    <a:pt x="937940" y="2005226"/>
                  </a:lnTo>
                  <a:lnTo>
                    <a:pt x="937940" y="1999446"/>
                  </a:lnTo>
                  <a:lnTo>
                    <a:pt x="10470" y="1999446"/>
                  </a:lnTo>
                  <a:lnTo>
                    <a:pt x="10470" y="10470"/>
                  </a:lnTo>
                  <a:lnTo>
                    <a:pt x="937940" y="10470"/>
                  </a:lnTo>
                  <a:lnTo>
                    <a:pt x="937940" y="4690"/>
                  </a:lnTo>
                  <a:lnTo>
                    <a:pt x="933249" y="0"/>
                  </a:lnTo>
                  <a:close/>
                </a:path>
                <a:path w="938530" h="2010409">
                  <a:moveTo>
                    <a:pt x="937940" y="10470"/>
                  </a:moveTo>
                  <a:lnTo>
                    <a:pt x="927469" y="10470"/>
                  </a:lnTo>
                  <a:lnTo>
                    <a:pt x="927469" y="1999446"/>
                  </a:lnTo>
                  <a:lnTo>
                    <a:pt x="937940" y="1999446"/>
                  </a:lnTo>
                  <a:lnTo>
                    <a:pt x="937940" y="10470"/>
                  </a:lnTo>
                  <a:close/>
                </a:path>
                <a:path w="938530" h="2010409">
                  <a:moveTo>
                    <a:pt x="838508" y="93578"/>
                  </a:moveTo>
                  <a:lnTo>
                    <a:pt x="101201" y="93578"/>
                  </a:lnTo>
                  <a:lnTo>
                    <a:pt x="101201" y="1909994"/>
                  </a:lnTo>
                  <a:lnTo>
                    <a:pt x="838508" y="1909994"/>
                  </a:lnTo>
                  <a:lnTo>
                    <a:pt x="838508" y="1899523"/>
                  </a:lnTo>
                  <a:lnTo>
                    <a:pt x="111671" y="1899523"/>
                  </a:lnTo>
                  <a:lnTo>
                    <a:pt x="111671" y="104049"/>
                  </a:lnTo>
                  <a:lnTo>
                    <a:pt x="838508" y="104049"/>
                  </a:lnTo>
                  <a:lnTo>
                    <a:pt x="838508" y="93578"/>
                  </a:lnTo>
                  <a:close/>
                </a:path>
                <a:path w="938530" h="2010409">
                  <a:moveTo>
                    <a:pt x="838508" y="104049"/>
                  </a:moveTo>
                  <a:lnTo>
                    <a:pt x="828037" y="104049"/>
                  </a:lnTo>
                  <a:lnTo>
                    <a:pt x="828037" y="1899523"/>
                  </a:lnTo>
                  <a:lnTo>
                    <a:pt x="838508" y="1899523"/>
                  </a:lnTo>
                  <a:lnTo>
                    <a:pt x="838508" y="10404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2254023" y="6109267"/>
              <a:ext cx="165735" cy="1999614"/>
            </a:xfrm>
            <a:custGeom>
              <a:avLst/>
              <a:gdLst/>
              <a:ahLst/>
              <a:cxnLst/>
              <a:rect l="l" t="t" r="r" b="b"/>
              <a:pathLst>
                <a:path w="165734" h="1999615">
                  <a:moveTo>
                    <a:pt x="163209" y="0"/>
                  </a:moveTo>
                  <a:lnTo>
                    <a:pt x="2345" y="0"/>
                  </a:lnTo>
                  <a:lnTo>
                    <a:pt x="0" y="2345"/>
                  </a:lnTo>
                  <a:lnTo>
                    <a:pt x="0" y="1997101"/>
                  </a:lnTo>
                  <a:lnTo>
                    <a:pt x="2345" y="1999446"/>
                  </a:lnTo>
                  <a:lnTo>
                    <a:pt x="5235" y="1999446"/>
                  </a:lnTo>
                  <a:lnTo>
                    <a:pt x="163209" y="1999446"/>
                  </a:lnTo>
                  <a:lnTo>
                    <a:pt x="165555" y="1997101"/>
                  </a:lnTo>
                  <a:lnTo>
                    <a:pt x="165555" y="1901858"/>
                  </a:lnTo>
                  <a:lnTo>
                    <a:pt x="163209" y="1899523"/>
                  </a:lnTo>
                  <a:lnTo>
                    <a:pt x="102468" y="1899523"/>
                  </a:lnTo>
                  <a:lnTo>
                    <a:pt x="102468" y="93578"/>
                  </a:lnTo>
                  <a:lnTo>
                    <a:pt x="163209" y="93578"/>
                  </a:lnTo>
                  <a:lnTo>
                    <a:pt x="165555" y="91232"/>
                  </a:lnTo>
                  <a:lnTo>
                    <a:pt x="165555" y="2345"/>
                  </a:lnTo>
                  <a:lnTo>
                    <a:pt x="163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2248784" y="6104032"/>
              <a:ext cx="176530" cy="2010410"/>
            </a:xfrm>
            <a:custGeom>
              <a:avLst/>
              <a:gdLst/>
              <a:ahLst/>
              <a:cxnLst/>
              <a:rect l="l" t="t" r="r" b="b"/>
              <a:pathLst>
                <a:path w="176529" h="2010409">
                  <a:moveTo>
                    <a:pt x="171335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2005226"/>
                  </a:lnTo>
                  <a:lnTo>
                    <a:pt x="4690" y="2009917"/>
                  </a:lnTo>
                  <a:lnTo>
                    <a:pt x="171335" y="2009917"/>
                  </a:lnTo>
                  <a:lnTo>
                    <a:pt x="176026" y="2005226"/>
                  </a:lnTo>
                  <a:lnTo>
                    <a:pt x="176026" y="1999446"/>
                  </a:lnTo>
                  <a:lnTo>
                    <a:pt x="10470" y="1999446"/>
                  </a:lnTo>
                  <a:lnTo>
                    <a:pt x="10470" y="10470"/>
                  </a:lnTo>
                  <a:lnTo>
                    <a:pt x="176026" y="10470"/>
                  </a:lnTo>
                  <a:lnTo>
                    <a:pt x="176026" y="4690"/>
                  </a:lnTo>
                  <a:lnTo>
                    <a:pt x="171335" y="0"/>
                  </a:lnTo>
                  <a:close/>
                </a:path>
                <a:path w="176529" h="2010409">
                  <a:moveTo>
                    <a:pt x="176026" y="10470"/>
                  </a:moveTo>
                  <a:lnTo>
                    <a:pt x="165555" y="10470"/>
                  </a:lnTo>
                  <a:lnTo>
                    <a:pt x="165555" y="93578"/>
                  </a:lnTo>
                  <a:lnTo>
                    <a:pt x="102468" y="93578"/>
                  </a:lnTo>
                  <a:lnTo>
                    <a:pt x="102468" y="1909994"/>
                  </a:lnTo>
                  <a:lnTo>
                    <a:pt x="165555" y="1909994"/>
                  </a:lnTo>
                  <a:lnTo>
                    <a:pt x="165555" y="1999446"/>
                  </a:lnTo>
                  <a:lnTo>
                    <a:pt x="176026" y="1999446"/>
                  </a:lnTo>
                  <a:lnTo>
                    <a:pt x="176026" y="1904203"/>
                  </a:lnTo>
                  <a:lnTo>
                    <a:pt x="171335" y="1899523"/>
                  </a:lnTo>
                  <a:lnTo>
                    <a:pt x="112938" y="1899523"/>
                  </a:lnTo>
                  <a:lnTo>
                    <a:pt x="112938" y="104049"/>
                  </a:lnTo>
                  <a:lnTo>
                    <a:pt x="171335" y="104049"/>
                  </a:lnTo>
                  <a:lnTo>
                    <a:pt x="176026" y="99358"/>
                  </a:lnTo>
                  <a:lnTo>
                    <a:pt x="176026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1492206" y="6109268"/>
              <a:ext cx="743585" cy="209550"/>
            </a:xfrm>
            <a:custGeom>
              <a:avLst/>
              <a:gdLst/>
              <a:ahLst/>
              <a:cxnLst/>
              <a:rect l="l" t="t" r="r" b="b"/>
              <a:pathLst>
                <a:path w="743584" h="209550">
                  <a:moveTo>
                    <a:pt x="740647" y="0"/>
                  </a:moveTo>
                  <a:lnTo>
                    <a:pt x="2345" y="0"/>
                  </a:lnTo>
                  <a:lnTo>
                    <a:pt x="0" y="2335"/>
                  </a:lnTo>
                  <a:lnTo>
                    <a:pt x="0" y="206758"/>
                  </a:lnTo>
                  <a:lnTo>
                    <a:pt x="2345" y="209103"/>
                  </a:lnTo>
                  <a:lnTo>
                    <a:pt x="5235" y="209103"/>
                  </a:lnTo>
                  <a:lnTo>
                    <a:pt x="740647" y="209103"/>
                  </a:lnTo>
                  <a:lnTo>
                    <a:pt x="742993" y="206758"/>
                  </a:lnTo>
                  <a:lnTo>
                    <a:pt x="742993" y="2335"/>
                  </a:lnTo>
                  <a:lnTo>
                    <a:pt x="7406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1486970" y="6104032"/>
              <a:ext cx="753745" cy="219710"/>
            </a:xfrm>
            <a:custGeom>
              <a:avLst/>
              <a:gdLst/>
              <a:ahLst/>
              <a:cxnLst/>
              <a:rect l="l" t="t" r="r" b="b"/>
              <a:pathLst>
                <a:path w="753745" h="219710">
                  <a:moveTo>
                    <a:pt x="748773" y="0"/>
                  </a:moveTo>
                  <a:lnTo>
                    <a:pt x="4690" y="0"/>
                  </a:lnTo>
                  <a:lnTo>
                    <a:pt x="0" y="4690"/>
                  </a:lnTo>
                  <a:lnTo>
                    <a:pt x="0" y="214883"/>
                  </a:lnTo>
                  <a:lnTo>
                    <a:pt x="4690" y="219574"/>
                  </a:lnTo>
                  <a:lnTo>
                    <a:pt x="748773" y="219574"/>
                  </a:lnTo>
                  <a:lnTo>
                    <a:pt x="753463" y="214883"/>
                  </a:lnTo>
                  <a:lnTo>
                    <a:pt x="753463" y="209103"/>
                  </a:lnTo>
                  <a:lnTo>
                    <a:pt x="10470" y="209103"/>
                  </a:lnTo>
                  <a:lnTo>
                    <a:pt x="10470" y="10470"/>
                  </a:lnTo>
                  <a:lnTo>
                    <a:pt x="753463" y="10470"/>
                  </a:lnTo>
                  <a:lnTo>
                    <a:pt x="753463" y="4690"/>
                  </a:lnTo>
                  <a:lnTo>
                    <a:pt x="748773" y="0"/>
                  </a:lnTo>
                  <a:close/>
                </a:path>
                <a:path w="753745" h="219710">
                  <a:moveTo>
                    <a:pt x="753463" y="10470"/>
                  </a:moveTo>
                  <a:lnTo>
                    <a:pt x="742993" y="10470"/>
                  </a:lnTo>
                  <a:lnTo>
                    <a:pt x="742993" y="209103"/>
                  </a:lnTo>
                  <a:lnTo>
                    <a:pt x="753463" y="209103"/>
                  </a:lnTo>
                  <a:lnTo>
                    <a:pt x="753463" y="1047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 descr=""/>
          <p:cNvSpPr txBox="1"/>
          <p:nvPr/>
        </p:nvSpPr>
        <p:spPr>
          <a:xfrm>
            <a:off x="624158" y="728636"/>
            <a:ext cx="260032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Simple</a:t>
            </a:r>
            <a:r>
              <a:rPr dirty="0" sz="1700" spc="6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outlined</a:t>
            </a:r>
            <a:r>
              <a:rPr dirty="0" sz="1700" spc="6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furniture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6158" y="2317933"/>
            <a:ext cx="206282" cy="9918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080777" y="2268346"/>
            <a:ext cx="478790" cy="149225"/>
            <a:chOff x="4080777" y="2268346"/>
            <a:chExt cx="478790" cy="14922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8006" y="2268346"/>
              <a:ext cx="90981" cy="14876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8928" y="2268346"/>
              <a:ext cx="90981" cy="14876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9851" y="2268346"/>
              <a:ext cx="90981" cy="14876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0777" y="2268346"/>
              <a:ext cx="90981" cy="148767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3845359" y="2285384"/>
            <a:ext cx="197485" cy="132080"/>
            <a:chOff x="3845359" y="2285384"/>
            <a:chExt cx="197485" cy="132080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45359" y="2285384"/>
              <a:ext cx="90143" cy="13173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972773" y="2301119"/>
              <a:ext cx="70485" cy="116205"/>
            </a:xfrm>
            <a:custGeom>
              <a:avLst/>
              <a:gdLst/>
              <a:ahLst/>
              <a:cxnLst/>
              <a:rect l="l" t="t" r="r" b="b"/>
              <a:pathLst>
                <a:path w="70485" h="116205">
                  <a:moveTo>
                    <a:pt x="49286" y="0"/>
                  </a:moveTo>
                  <a:lnTo>
                    <a:pt x="20627" y="0"/>
                  </a:lnTo>
                  <a:lnTo>
                    <a:pt x="12275" y="21919"/>
                  </a:lnTo>
                  <a:lnTo>
                    <a:pt x="5755" y="47341"/>
                  </a:lnTo>
                  <a:lnTo>
                    <a:pt x="1513" y="70890"/>
                  </a:lnTo>
                  <a:lnTo>
                    <a:pt x="0" y="87191"/>
                  </a:lnTo>
                  <a:lnTo>
                    <a:pt x="669" y="94157"/>
                  </a:lnTo>
                  <a:lnTo>
                    <a:pt x="16083" y="115996"/>
                  </a:lnTo>
                  <a:lnTo>
                    <a:pt x="49977" y="115996"/>
                  </a:lnTo>
                  <a:lnTo>
                    <a:pt x="53820" y="115996"/>
                  </a:lnTo>
                  <a:lnTo>
                    <a:pt x="69903" y="87191"/>
                  </a:lnTo>
                  <a:lnTo>
                    <a:pt x="68391" y="70890"/>
                  </a:lnTo>
                  <a:lnTo>
                    <a:pt x="64153" y="47341"/>
                  </a:lnTo>
                  <a:lnTo>
                    <a:pt x="57636" y="21919"/>
                  </a:lnTo>
                  <a:lnTo>
                    <a:pt x="4928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985259" y="2289598"/>
              <a:ext cx="45085" cy="23495"/>
            </a:xfrm>
            <a:custGeom>
              <a:avLst/>
              <a:gdLst/>
              <a:ahLst/>
              <a:cxnLst/>
              <a:rect l="l" t="t" r="r" b="b"/>
              <a:pathLst>
                <a:path w="45085" h="23494">
                  <a:moveTo>
                    <a:pt x="41883" y="0"/>
                  </a:moveTo>
                  <a:lnTo>
                    <a:pt x="6816" y="0"/>
                  </a:lnTo>
                  <a:lnTo>
                    <a:pt x="3047" y="0"/>
                  </a:lnTo>
                  <a:lnTo>
                    <a:pt x="0" y="3057"/>
                  </a:lnTo>
                  <a:lnTo>
                    <a:pt x="0" y="19988"/>
                  </a:lnTo>
                  <a:lnTo>
                    <a:pt x="3047" y="23046"/>
                  </a:lnTo>
                  <a:lnTo>
                    <a:pt x="41883" y="23046"/>
                  </a:lnTo>
                  <a:lnTo>
                    <a:pt x="44941" y="19988"/>
                  </a:lnTo>
                  <a:lnTo>
                    <a:pt x="44941" y="3057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86888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70672" y="2582405"/>
            <a:ext cx="279213" cy="262218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3624175" y="2603758"/>
            <a:ext cx="540385" cy="241300"/>
            <a:chOff x="3624175" y="2603758"/>
            <a:chExt cx="540385" cy="241300"/>
          </a:xfrm>
        </p:grpSpPr>
        <p:sp>
          <p:nvSpPr>
            <p:cNvPr id="14" name="object 14" descr=""/>
            <p:cNvSpPr/>
            <p:nvPr/>
          </p:nvSpPr>
          <p:spPr>
            <a:xfrm>
              <a:off x="3624175" y="260375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19975" y="0"/>
                  </a:moveTo>
                  <a:lnTo>
                    <a:pt x="73134" y="9639"/>
                  </a:lnTo>
                  <a:lnTo>
                    <a:pt x="34951" y="35590"/>
                  </a:lnTo>
                  <a:lnTo>
                    <a:pt x="9287" y="73965"/>
                  </a:lnTo>
                  <a:lnTo>
                    <a:pt x="0" y="120875"/>
                  </a:lnTo>
                  <a:lnTo>
                    <a:pt x="9635" y="167718"/>
                  </a:lnTo>
                  <a:lnTo>
                    <a:pt x="35587" y="205904"/>
                  </a:lnTo>
                  <a:lnTo>
                    <a:pt x="73967" y="231573"/>
                  </a:lnTo>
                  <a:lnTo>
                    <a:pt x="120886" y="240861"/>
                  </a:lnTo>
                  <a:lnTo>
                    <a:pt x="167722" y="231220"/>
                  </a:lnTo>
                  <a:lnTo>
                    <a:pt x="205906" y="205266"/>
                  </a:lnTo>
                  <a:lnTo>
                    <a:pt x="231573" y="166887"/>
                  </a:lnTo>
                  <a:lnTo>
                    <a:pt x="240861" y="119975"/>
                  </a:lnTo>
                  <a:lnTo>
                    <a:pt x="231220" y="73134"/>
                  </a:lnTo>
                  <a:lnTo>
                    <a:pt x="205266" y="34951"/>
                  </a:lnTo>
                  <a:lnTo>
                    <a:pt x="166887" y="9287"/>
                  </a:lnTo>
                  <a:lnTo>
                    <a:pt x="119975" y="0"/>
                  </a:lnTo>
                  <a:close/>
                </a:path>
              </a:pathLst>
            </a:custGeom>
            <a:solidFill>
              <a:srgbClr val="9DC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683318" y="2662901"/>
              <a:ext cx="123189" cy="123189"/>
            </a:xfrm>
            <a:custGeom>
              <a:avLst/>
              <a:gdLst/>
              <a:ahLst/>
              <a:cxnLst/>
              <a:rect l="l" t="t" r="r" b="b"/>
              <a:pathLst>
                <a:path w="123189" h="123189">
                  <a:moveTo>
                    <a:pt x="61055" y="0"/>
                  </a:moveTo>
                  <a:lnTo>
                    <a:pt x="37221" y="4905"/>
                  </a:lnTo>
                  <a:lnTo>
                    <a:pt x="17790" y="18114"/>
                  </a:lnTo>
                  <a:lnTo>
                    <a:pt x="4727" y="37645"/>
                  </a:lnTo>
                  <a:lnTo>
                    <a:pt x="0" y="61516"/>
                  </a:lnTo>
                  <a:lnTo>
                    <a:pt x="4905" y="85351"/>
                  </a:lnTo>
                  <a:lnTo>
                    <a:pt x="18114" y="104782"/>
                  </a:lnTo>
                  <a:lnTo>
                    <a:pt x="37645" y="117844"/>
                  </a:lnTo>
                  <a:lnTo>
                    <a:pt x="61516" y="122572"/>
                  </a:lnTo>
                  <a:lnTo>
                    <a:pt x="85355" y="117666"/>
                  </a:lnTo>
                  <a:lnTo>
                    <a:pt x="104786" y="104457"/>
                  </a:lnTo>
                  <a:lnTo>
                    <a:pt x="117845" y="84927"/>
                  </a:lnTo>
                  <a:lnTo>
                    <a:pt x="122572" y="61055"/>
                  </a:lnTo>
                  <a:lnTo>
                    <a:pt x="117667" y="37221"/>
                  </a:lnTo>
                  <a:lnTo>
                    <a:pt x="104461" y="17790"/>
                  </a:lnTo>
                  <a:lnTo>
                    <a:pt x="84931" y="4727"/>
                  </a:lnTo>
                  <a:lnTo>
                    <a:pt x="61055" y="0"/>
                  </a:lnTo>
                  <a:close/>
                </a:path>
              </a:pathLst>
            </a:custGeom>
            <a:solidFill>
              <a:srgbClr val="4F96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77732" y="260375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19975" y="0"/>
                  </a:moveTo>
                  <a:lnTo>
                    <a:pt x="73134" y="9641"/>
                  </a:lnTo>
                  <a:lnTo>
                    <a:pt x="34951" y="35594"/>
                  </a:lnTo>
                  <a:lnTo>
                    <a:pt x="9287" y="73969"/>
                  </a:lnTo>
                  <a:lnTo>
                    <a:pt x="0" y="120875"/>
                  </a:lnTo>
                  <a:lnTo>
                    <a:pt x="9639" y="167722"/>
                  </a:lnTo>
                  <a:lnTo>
                    <a:pt x="35590" y="205908"/>
                  </a:lnTo>
                  <a:lnTo>
                    <a:pt x="73965" y="231574"/>
                  </a:lnTo>
                  <a:lnTo>
                    <a:pt x="120875" y="240861"/>
                  </a:lnTo>
                  <a:lnTo>
                    <a:pt x="167718" y="231221"/>
                  </a:lnTo>
                  <a:lnTo>
                    <a:pt x="205904" y="205269"/>
                  </a:lnTo>
                  <a:lnTo>
                    <a:pt x="231573" y="166892"/>
                  </a:lnTo>
                  <a:lnTo>
                    <a:pt x="240861" y="119975"/>
                  </a:lnTo>
                  <a:lnTo>
                    <a:pt x="231220" y="73138"/>
                  </a:lnTo>
                  <a:lnTo>
                    <a:pt x="205266" y="34955"/>
                  </a:lnTo>
                  <a:lnTo>
                    <a:pt x="166887" y="9288"/>
                  </a:lnTo>
                  <a:lnTo>
                    <a:pt x="119975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35947" y="2661974"/>
              <a:ext cx="124460" cy="124460"/>
            </a:xfrm>
            <a:custGeom>
              <a:avLst/>
              <a:gdLst/>
              <a:ahLst/>
              <a:cxnLst/>
              <a:rect l="l" t="t" r="r" b="b"/>
              <a:pathLst>
                <a:path w="124460" h="124460">
                  <a:moveTo>
                    <a:pt x="61977" y="0"/>
                  </a:moveTo>
                  <a:lnTo>
                    <a:pt x="37782" y="4983"/>
                  </a:lnTo>
                  <a:lnTo>
                    <a:pt x="18058" y="18390"/>
                  </a:lnTo>
                  <a:lnTo>
                    <a:pt x="4799" y="38212"/>
                  </a:lnTo>
                  <a:lnTo>
                    <a:pt x="0" y="62437"/>
                  </a:lnTo>
                  <a:lnTo>
                    <a:pt x="4979" y="86639"/>
                  </a:lnTo>
                  <a:lnTo>
                    <a:pt x="18386" y="106365"/>
                  </a:lnTo>
                  <a:lnTo>
                    <a:pt x="38210" y="119625"/>
                  </a:lnTo>
                  <a:lnTo>
                    <a:pt x="62437" y="124425"/>
                  </a:lnTo>
                  <a:lnTo>
                    <a:pt x="86637" y="119447"/>
                  </a:lnTo>
                  <a:lnTo>
                    <a:pt x="106360" y="106041"/>
                  </a:lnTo>
                  <a:lnTo>
                    <a:pt x="119616" y="86214"/>
                  </a:lnTo>
                  <a:lnTo>
                    <a:pt x="124415" y="61977"/>
                  </a:lnTo>
                  <a:lnTo>
                    <a:pt x="119438" y="37782"/>
                  </a:lnTo>
                  <a:lnTo>
                    <a:pt x="106036" y="18058"/>
                  </a:lnTo>
                  <a:lnTo>
                    <a:pt x="86213" y="4799"/>
                  </a:lnTo>
                  <a:lnTo>
                    <a:pt x="61977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789836" y="2615873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70" h="217169">
                  <a:moveTo>
                    <a:pt x="107912" y="0"/>
                  </a:moveTo>
                  <a:lnTo>
                    <a:pt x="65823" y="8682"/>
                  </a:lnTo>
                  <a:lnTo>
                    <a:pt x="31476" y="32048"/>
                  </a:lnTo>
                  <a:lnTo>
                    <a:pt x="8369" y="66570"/>
                  </a:lnTo>
                  <a:lnTo>
                    <a:pt x="0" y="108719"/>
                  </a:lnTo>
                  <a:lnTo>
                    <a:pt x="8682" y="150809"/>
                  </a:lnTo>
                  <a:lnTo>
                    <a:pt x="32050" y="185159"/>
                  </a:lnTo>
                  <a:lnTo>
                    <a:pt x="66574" y="208266"/>
                  </a:lnTo>
                  <a:lnTo>
                    <a:pt x="108729" y="216632"/>
                  </a:lnTo>
                  <a:lnTo>
                    <a:pt x="145835" y="208977"/>
                  </a:lnTo>
                  <a:lnTo>
                    <a:pt x="108698" y="208977"/>
                  </a:lnTo>
                  <a:lnTo>
                    <a:pt x="69522" y="201203"/>
                  </a:lnTo>
                  <a:lnTo>
                    <a:pt x="37439" y="179731"/>
                  </a:lnTo>
                  <a:lnTo>
                    <a:pt x="15725" y="147813"/>
                  </a:lnTo>
                  <a:lnTo>
                    <a:pt x="7654" y="108698"/>
                  </a:lnTo>
                  <a:lnTo>
                    <a:pt x="15429" y="69522"/>
                  </a:lnTo>
                  <a:lnTo>
                    <a:pt x="36902" y="37439"/>
                  </a:lnTo>
                  <a:lnTo>
                    <a:pt x="68823" y="15725"/>
                  </a:lnTo>
                  <a:lnTo>
                    <a:pt x="107944" y="7654"/>
                  </a:lnTo>
                  <a:lnTo>
                    <a:pt x="146463" y="7654"/>
                  </a:lnTo>
                  <a:lnTo>
                    <a:pt x="107912" y="0"/>
                  </a:lnTo>
                  <a:close/>
                </a:path>
                <a:path w="217170" h="217169">
                  <a:moveTo>
                    <a:pt x="146463" y="7654"/>
                  </a:moveTo>
                  <a:lnTo>
                    <a:pt x="107944" y="7654"/>
                  </a:lnTo>
                  <a:lnTo>
                    <a:pt x="147119" y="15429"/>
                  </a:lnTo>
                  <a:lnTo>
                    <a:pt x="179202" y="36902"/>
                  </a:lnTo>
                  <a:lnTo>
                    <a:pt x="200917" y="68823"/>
                  </a:lnTo>
                  <a:lnTo>
                    <a:pt x="208988" y="107944"/>
                  </a:lnTo>
                  <a:lnTo>
                    <a:pt x="201211" y="147119"/>
                  </a:lnTo>
                  <a:lnTo>
                    <a:pt x="179736" y="179201"/>
                  </a:lnTo>
                  <a:lnTo>
                    <a:pt x="147814" y="200913"/>
                  </a:lnTo>
                  <a:lnTo>
                    <a:pt x="108698" y="208977"/>
                  </a:lnTo>
                  <a:lnTo>
                    <a:pt x="145835" y="208977"/>
                  </a:lnTo>
                  <a:lnTo>
                    <a:pt x="150814" y="207950"/>
                  </a:lnTo>
                  <a:lnTo>
                    <a:pt x="185161" y="184587"/>
                  </a:lnTo>
                  <a:lnTo>
                    <a:pt x="208271" y="150066"/>
                  </a:lnTo>
                  <a:lnTo>
                    <a:pt x="216642" y="107912"/>
                  </a:lnTo>
                  <a:lnTo>
                    <a:pt x="207955" y="65823"/>
                  </a:lnTo>
                  <a:lnTo>
                    <a:pt x="184588" y="31476"/>
                  </a:lnTo>
                  <a:lnTo>
                    <a:pt x="150066" y="8369"/>
                  </a:lnTo>
                  <a:lnTo>
                    <a:pt x="146463" y="7654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923269" y="260375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19985" y="0"/>
                  </a:moveTo>
                  <a:lnTo>
                    <a:pt x="73138" y="9641"/>
                  </a:lnTo>
                  <a:lnTo>
                    <a:pt x="34953" y="35594"/>
                  </a:lnTo>
                  <a:lnTo>
                    <a:pt x="9287" y="73969"/>
                  </a:lnTo>
                  <a:lnTo>
                    <a:pt x="0" y="120875"/>
                  </a:lnTo>
                  <a:lnTo>
                    <a:pt x="9641" y="167722"/>
                  </a:lnTo>
                  <a:lnTo>
                    <a:pt x="35595" y="205908"/>
                  </a:lnTo>
                  <a:lnTo>
                    <a:pt x="73973" y="231574"/>
                  </a:lnTo>
                  <a:lnTo>
                    <a:pt x="120886" y="240861"/>
                  </a:lnTo>
                  <a:lnTo>
                    <a:pt x="167727" y="231221"/>
                  </a:lnTo>
                  <a:lnTo>
                    <a:pt x="205909" y="205269"/>
                  </a:lnTo>
                  <a:lnTo>
                    <a:pt x="231574" y="166892"/>
                  </a:lnTo>
                  <a:lnTo>
                    <a:pt x="240861" y="119975"/>
                  </a:lnTo>
                  <a:lnTo>
                    <a:pt x="231222" y="73138"/>
                  </a:lnTo>
                  <a:lnTo>
                    <a:pt x="205271" y="34955"/>
                  </a:lnTo>
                  <a:lnTo>
                    <a:pt x="166896" y="9288"/>
                  </a:lnTo>
                  <a:lnTo>
                    <a:pt x="119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981494" y="2661974"/>
              <a:ext cx="124460" cy="124460"/>
            </a:xfrm>
            <a:custGeom>
              <a:avLst/>
              <a:gdLst/>
              <a:ahLst/>
              <a:cxnLst/>
              <a:rect l="l" t="t" r="r" b="b"/>
              <a:pathLst>
                <a:path w="124460" h="124460">
                  <a:moveTo>
                    <a:pt x="61977" y="0"/>
                  </a:moveTo>
                  <a:lnTo>
                    <a:pt x="37777" y="4983"/>
                  </a:lnTo>
                  <a:lnTo>
                    <a:pt x="18054" y="18390"/>
                  </a:lnTo>
                  <a:lnTo>
                    <a:pt x="4798" y="38212"/>
                  </a:lnTo>
                  <a:lnTo>
                    <a:pt x="0" y="62437"/>
                  </a:lnTo>
                  <a:lnTo>
                    <a:pt x="4982" y="86639"/>
                  </a:lnTo>
                  <a:lnTo>
                    <a:pt x="18388" y="106365"/>
                  </a:lnTo>
                  <a:lnTo>
                    <a:pt x="38212" y="119625"/>
                  </a:lnTo>
                  <a:lnTo>
                    <a:pt x="62448" y="124425"/>
                  </a:lnTo>
                  <a:lnTo>
                    <a:pt x="86637" y="119447"/>
                  </a:lnTo>
                  <a:lnTo>
                    <a:pt x="106358" y="106041"/>
                  </a:lnTo>
                  <a:lnTo>
                    <a:pt x="119615" y="86214"/>
                  </a:lnTo>
                  <a:lnTo>
                    <a:pt x="124415" y="61977"/>
                  </a:lnTo>
                  <a:lnTo>
                    <a:pt x="119437" y="37782"/>
                  </a:lnTo>
                  <a:lnTo>
                    <a:pt x="106032" y="18058"/>
                  </a:lnTo>
                  <a:lnTo>
                    <a:pt x="86208" y="4799"/>
                  </a:lnTo>
                  <a:lnTo>
                    <a:pt x="61977" y="0"/>
                  </a:lnTo>
                  <a:close/>
                </a:path>
              </a:pathLst>
            </a:custGeom>
            <a:solidFill>
              <a:srgbClr val="88B8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935373" y="2615873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70" h="217169">
                  <a:moveTo>
                    <a:pt x="107912" y="0"/>
                  </a:moveTo>
                  <a:lnTo>
                    <a:pt x="65823" y="8682"/>
                  </a:lnTo>
                  <a:lnTo>
                    <a:pt x="31476" y="32048"/>
                  </a:lnTo>
                  <a:lnTo>
                    <a:pt x="8369" y="66570"/>
                  </a:lnTo>
                  <a:lnTo>
                    <a:pt x="0" y="108719"/>
                  </a:lnTo>
                  <a:lnTo>
                    <a:pt x="8687" y="150809"/>
                  </a:lnTo>
                  <a:lnTo>
                    <a:pt x="32053" y="185159"/>
                  </a:lnTo>
                  <a:lnTo>
                    <a:pt x="66576" y="208266"/>
                  </a:lnTo>
                  <a:lnTo>
                    <a:pt x="108729" y="216632"/>
                  </a:lnTo>
                  <a:lnTo>
                    <a:pt x="145839" y="208977"/>
                  </a:lnTo>
                  <a:lnTo>
                    <a:pt x="108698" y="208977"/>
                  </a:lnTo>
                  <a:lnTo>
                    <a:pt x="69522" y="201203"/>
                  </a:lnTo>
                  <a:lnTo>
                    <a:pt x="37439" y="179731"/>
                  </a:lnTo>
                  <a:lnTo>
                    <a:pt x="15725" y="147813"/>
                  </a:lnTo>
                  <a:lnTo>
                    <a:pt x="7654" y="108698"/>
                  </a:lnTo>
                  <a:lnTo>
                    <a:pt x="15430" y="69522"/>
                  </a:lnTo>
                  <a:lnTo>
                    <a:pt x="36905" y="37439"/>
                  </a:lnTo>
                  <a:lnTo>
                    <a:pt x="68827" y="15725"/>
                  </a:lnTo>
                  <a:lnTo>
                    <a:pt x="107944" y="7654"/>
                  </a:lnTo>
                  <a:lnTo>
                    <a:pt x="146463" y="7654"/>
                  </a:lnTo>
                  <a:lnTo>
                    <a:pt x="107912" y="0"/>
                  </a:lnTo>
                  <a:close/>
                </a:path>
                <a:path w="217170" h="217169">
                  <a:moveTo>
                    <a:pt x="146463" y="7654"/>
                  </a:moveTo>
                  <a:lnTo>
                    <a:pt x="107944" y="7654"/>
                  </a:lnTo>
                  <a:lnTo>
                    <a:pt x="147119" y="15429"/>
                  </a:lnTo>
                  <a:lnTo>
                    <a:pt x="179202" y="36902"/>
                  </a:lnTo>
                  <a:lnTo>
                    <a:pt x="200917" y="68823"/>
                  </a:lnTo>
                  <a:lnTo>
                    <a:pt x="208988" y="107944"/>
                  </a:lnTo>
                  <a:lnTo>
                    <a:pt x="201211" y="147119"/>
                  </a:lnTo>
                  <a:lnTo>
                    <a:pt x="179736" y="179201"/>
                  </a:lnTo>
                  <a:lnTo>
                    <a:pt x="147814" y="200913"/>
                  </a:lnTo>
                  <a:lnTo>
                    <a:pt x="108698" y="208977"/>
                  </a:lnTo>
                  <a:lnTo>
                    <a:pt x="145839" y="208977"/>
                  </a:lnTo>
                  <a:lnTo>
                    <a:pt x="150818" y="207950"/>
                  </a:lnTo>
                  <a:lnTo>
                    <a:pt x="185165" y="184587"/>
                  </a:lnTo>
                  <a:lnTo>
                    <a:pt x="208272" y="150066"/>
                  </a:lnTo>
                  <a:lnTo>
                    <a:pt x="216642" y="107912"/>
                  </a:lnTo>
                  <a:lnTo>
                    <a:pt x="207955" y="65823"/>
                  </a:lnTo>
                  <a:lnTo>
                    <a:pt x="184588" y="31476"/>
                  </a:lnTo>
                  <a:lnTo>
                    <a:pt x="150066" y="8369"/>
                  </a:lnTo>
                  <a:lnTo>
                    <a:pt x="146463" y="7654"/>
                  </a:lnTo>
                  <a:close/>
                </a:path>
              </a:pathLst>
            </a:custGeom>
            <a:solidFill>
              <a:srgbClr val="B3845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75833" y="2663383"/>
            <a:ext cx="337171" cy="181236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72577" y="2116625"/>
            <a:ext cx="241891" cy="727996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1011454" y="3348770"/>
            <a:ext cx="704215" cy="999490"/>
            <a:chOff x="1011454" y="3348770"/>
            <a:chExt cx="704215" cy="999490"/>
          </a:xfrm>
        </p:grpSpPr>
        <p:sp>
          <p:nvSpPr>
            <p:cNvPr id="25" name="object 25" descr=""/>
            <p:cNvSpPr/>
            <p:nvPr/>
          </p:nvSpPr>
          <p:spPr>
            <a:xfrm>
              <a:off x="1041460" y="3348770"/>
              <a:ext cx="671195" cy="474980"/>
            </a:xfrm>
            <a:custGeom>
              <a:avLst/>
              <a:gdLst/>
              <a:ahLst/>
              <a:cxnLst/>
              <a:rect l="l" t="t" r="r" b="b"/>
              <a:pathLst>
                <a:path w="671194" h="474979">
                  <a:moveTo>
                    <a:pt x="87441" y="0"/>
                  </a:moveTo>
                  <a:lnTo>
                    <a:pt x="25731" y="10813"/>
                  </a:lnTo>
                  <a:lnTo>
                    <a:pt x="3161" y="48532"/>
                  </a:lnTo>
                  <a:lnTo>
                    <a:pt x="0" y="85080"/>
                  </a:lnTo>
                  <a:lnTo>
                    <a:pt x="1631" y="133550"/>
                  </a:lnTo>
                  <a:lnTo>
                    <a:pt x="8512" y="222181"/>
                  </a:lnTo>
                  <a:lnTo>
                    <a:pt x="11972" y="262499"/>
                  </a:lnTo>
                  <a:lnTo>
                    <a:pt x="18294" y="313718"/>
                  </a:lnTo>
                  <a:lnTo>
                    <a:pt x="27259" y="362808"/>
                  </a:lnTo>
                  <a:lnTo>
                    <a:pt x="50287" y="413906"/>
                  </a:lnTo>
                  <a:lnTo>
                    <a:pt x="83787" y="435096"/>
                  </a:lnTo>
                  <a:lnTo>
                    <a:pt x="75223" y="426557"/>
                  </a:lnTo>
                  <a:lnTo>
                    <a:pt x="63230" y="416499"/>
                  </a:lnTo>
                  <a:lnTo>
                    <a:pt x="54563" y="408877"/>
                  </a:lnTo>
                  <a:lnTo>
                    <a:pt x="38678" y="370516"/>
                  </a:lnTo>
                  <a:lnTo>
                    <a:pt x="28857" y="309467"/>
                  </a:lnTo>
                  <a:lnTo>
                    <a:pt x="24570" y="268641"/>
                  </a:lnTo>
                  <a:lnTo>
                    <a:pt x="20073" y="216541"/>
                  </a:lnTo>
                  <a:lnTo>
                    <a:pt x="12554" y="119116"/>
                  </a:lnTo>
                  <a:lnTo>
                    <a:pt x="11412" y="85565"/>
                  </a:lnTo>
                  <a:lnTo>
                    <a:pt x="13208" y="58435"/>
                  </a:lnTo>
                  <a:lnTo>
                    <a:pt x="32311" y="21983"/>
                  </a:lnTo>
                  <a:lnTo>
                    <a:pt x="92007" y="13842"/>
                  </a:lnTo>
                  <a:lnTo>
                    <a:pt x="112952" y="14028"/>
                  </a:lnTo>
                  <a:lnTo>
                    <a:pt x="157366" y="17769"/>
                  </a:lnTo>
                  <a:lnTo>
                    <a:pt x="194383" y="30784"/>
                  </a:lnTo>
                  <a:lnTo>
                    <a:pt x="224380" y="55474"/>
                  </a:lnTo>
                  <a:lnTo>
                    <a:pt x="250693" y="99071"/>
                  </a:lnTo>
                  <a:lnTo>
                    <a:pt x="274252" y="151011"/>
                  </a:lnTo>
                  <a:lnTo>
                    <a:pt x="280483" y="166696"/>
                  </a:lnTo>
                  <a:lnTo>
                    <a:pt x="288222" y="185539"/>
                  </a:lnTo>
                  <a:lnTo>
                    <a:pt x="295586" y="204623"/>
                  </a:lnTo>
                  <a:lnTo>
                    <a:pt x="317242" y="262892"/>
                  </a:lnTo>
                  <a:lnTo>
                    <a:pt x="324943" y="282279"/>
                  </a:lnTo>
                  <a:lnTo>
                    <a:pt x="342072" y="320210"/>
                  </a:lnTo>
                  <a:lnTo>
                    <a:pt x="362187" y="356156"/>
                  </a:lnTo>
                  <a:lnTo>
                    <a:pt x="387872" y="390375"/>
                  </a:lnTo>
                  <a:lnTo>
                    <a:pt x="425884" y="419263"/>
                  </a:lnTo>
                  <a:lnTo>
                    <a:pt x="462179" y="431495"/>
                  </a:lnTo>
                  <a:lnTo>
                    <a:pt x="519962" y="441756"/>
                  </a:lnTo>
                  <a:lnTo>
                    <a:pt x="581447" y="448761"/>
                  </a:lnTo>
                  <a:lnTo>
                    <a:pt x="631977" y="455389"/>
                  </a:lnTo>
                  <a:lnTo>
                    <a:pt x="648462" y="458011"/>
                  </a:lnTo>
                  <a:lnTo>
                    <a:pt x="654691" y="459881"/>
                  </a:lnTo>
                  <a:lnTo>
                    <a:pt x="649167" y="462204"/>
                  </a:lnTo>
                  <a:lnTo>
                    <a:pt x="632609" y="465247"/>
                  </a:lnTo>
                  <a:lnTo>
                    <a:pt x="605044" y="468707"/>
                  </a:lnTo>
                  <a:lnTo>
                    <a:pt x="552014" y="473577"/>
                  </a:lnTo>
                  <a:lnTo>
                    <a:pt x="544977" y="474362"/>
                  </a:lnTo>
                  <a:lnTo>
                    <a:pt x="609451" y="473314"/>
                  </a:lnTo>
                  <a:lnTo>
                    <a:pt x="648155" y="469195"/>
                  </a:lnTo>
                  <a:lnTo>
                    <a:pt x="666774" y="462311"/>
                  </a:lnTo>
                  <a:lnTo>
                    <a:pt x="670994" y="452970"/>
                  </a:lnTo>
                  <a:lnTo>
                    <a:pt x="656625" y="444006"/>
                  </a:lnTo>
                  <a:lnTo>
                    <a:pt x="621111" y="437576"/>
                  </a:lnTo>
                  <a:lnTo>
                    <a:pt x="517324" y="425505"/>
                  </a:lnTo>
                  <a:lnTo>
                    <a:pt x="497472" y="422235"/>
                  </a:lnTo>
                  <a:lnTo>
                    <a:pt x="457294" y="413914"/>
                  </a:lnTo>
                  <a:lnTo>
                    <a:pt x="411294" y="390865"/>
                  </a:lnTo>
                  <a:lnTo>
                    <a:pt x="379713" y="354405"/>
                  </a:lnTo>
                  <a:lnTo>
                    <a:pt x="349272" y="295936"/>
                  </a:lnTo>
                  <a:lnTo>
                    <a:pt x="321741" y="229418"/>
                  </a:lnTo>
                  <a:lnTo>
                    <a:pt x="296105" y="164738"/>
                  </a:lnTo>
                  <a:lnTo>
                    <a:pt x="289927" y="150330"/>
                  </a:lnTo>
                  <a:lnTo>
                    <a:pt x="269864" y="102487"/>
                  </a:lnTo>
                  <a:lnTo>
                    <a:pt x="241145" y="53904"/>
                  </a:lnTo>
                  <a:lnTo>
                    <a:pt x="213919" y="27025"/>
                  </a:lnTo>
                  <a:lnTo>
                    <a:pt x="175805" y="8418"/>
                  </a:lnTo>
                  <a:lnTo>
                    <a:pt x="137701" y="2416"/>
                  </a:lnTo>
                  <a:lnTo>
                    <a:pt x="104845" y="234"/>
                  </a:lnTo>
                  <a:lnTo>
                    <a:pt x="87441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52871" y="3362612"/>
              <a:ext cx="643890" cy="502920"/>
            </a:xfrm>
            <a:custGeom>
              <a:avLst/>
              <a:gdLst/>
              <a:ahLst/>
              <a:cxnLst/>
              <a:rect l="l" t="t" r="r" b="b"/>
              <a:pathLst>
                <a:path w="643889" h="502920">
                  <a:moveTo>
                    <a:pt x="80594" y="0"/>
                  </a:moveTo>
                  <a:lnTo>
                    <a:pt x="33107" y="3747"/>
                  </a:lnTo>
                  <a:lnTo>
                    <a:pt x="1795" y="44592"/>
                  </a:lnTo>
                  <a:lnTo>
                    <a:pt x="0" y="71722"/>
                  </a:lnTo>
                  <a:lnTo>
                    <a:pt x="1141" y="105274"/>
                  </a:lnTo>
                  <a:lnTo>
                    <a:pt x="8662" y="202695"/>
                  </a:lnTo>
                  <a:lnTo>
                    <a:pt x="13162" y="254797"/>
                  </a:lnTo>
                  <a:lnTo>
                    <a:pt x="17454" y="295624"/>
                  </a:lnTo>
                  <a:lnTo>
                    <a:pt x="27271" y="356673"/>
                  </a:lnTo>
                  <a:lnTo>
                    <a:pt x="43150" y="395035"/>
                  </a:lnTo>
                  <a:lnTo>
                    <a:pt x="63810" y="412715"/>
                  </a:lnTo>
                  <a:lnTo>
                    <a:pt x="72374" y="421254"/>
                  </a:lnTo>
                  <a:lnTo>
                    <a:pt x="104424" y="450143"/>
                  </a:lnTo>
                  <a:lnTo>
                    <a:pt x="141502" y="474972"/>
                  </a:lnTo>
                  <a:lnTo>
                    <a:pt x="183353" y="493098"/>
                  </a:lnTo>
                  <a:lnTo>
                    <a:pt x="229720" y="501880"/>
                  </a:lnTo>
                  <a:lnTo>
                    <a:pt x="277868" y="502336"/>
                  </a:lnTo>
                  <a:lnTo>
                    <a:pt x="322753" y="498279"/>
                  </a:lnTo>
                  <a:lnTo>
                    <a:pt x="364140" y="491553"/>
                  </a:lnTo>
                  <a:lnTo>
                    <a:pt x="401799" y="484006"/>
                  </a:lnTo>
                  <a:lnTo>
                    <a:pt x="433092" y="477457"/>
                  </a:lnTo>
                  <a:lnTo>
                    <a:pt x="464904" y="471041"/>
                  </a:lnTo>
                  <a:lnTo>
                    <a:pt x="498039" y="465236"/>
                  </a:lnTo>
                  <a:lnTo>
                    <a:pt x="533564" y="460520"/>
                  </a:lnTo>
                  <a:lnTo>
                    <a:pt x="593636" y="454864"/>
                  </a:lnTo>
                  <a:lnTo>
                    <a:pt x="621198" y="451405"/>
                  </a:lnTo>
                  <a:lnTo>
                    <a:pt x="637754" y="448361"/>
                  </a:lnTo>
                  <a:lnTo>
                    <a:pt x="643278" y="446038"/>
                  </a:lnTo>
                  <a:lnTo>
                    <a:pt x="637049" y="444168"/>
                  </a:lnTo>
                  <a:lnTo>
                    <a:pt x="620564" y="441546"/>
                  </a:lnTo>
                  <a:lnTo>
                    <a:pt x="570034" y="434918"/>
                  </a:lnTo>
                  <a:lnTo>
                    <a:pt x="525279" y="430000"/>
                  </a:lnTo>
                  <a:lnTo>
                    <a:pt x="492669" y="425689"/>
                  </a:lnTo>
                  <a:lnTo>
                    <a:pt x="450767" y="417652"/>
                  </a:lnTo>
                  <a:lnTo>
                    <a:pt x="414472" y="405420"/>
                  </a:lnTo>
                  <a:lnTo>
                    <a:pt x="375140" y="375035"/>
                  </a:lnTo>
                  <a:lnTo>
                    <a:pt x="350774" y="342314"/>
                  </a:lnTo>
                  <a:lnTo>
                    <a:pt x="330670" y="306367"/>
                  </a:lnTo>
                  <a:lnTo>
                    <a:pt x="313532" y="268436"/>
                  </a:lnTo>
                  <a:lnTo>
                    <a:pt x="284173" y="190780"/>
                  </a:lnTo>
                  <a:lnTo>
                    <a:pt x="276809" y="171697"/>
                  </a:lnTo>
                  <a:lnTo>
                    <a:pt x="250508" y="109439"/>
                  </a:lnTo>
                  <a:lnTo>
                    <a:pt x="229756" y="66164"/>
                  </a:lnTo>
                  <a:lnTo>
                    <a:pt x="203572" y="31937"/>
                  </a:lnTo>
                  <a:lnTo>
                    <a:pt x="170738" y="11078"/>
                  </a:lnTo>
                  <a:lnTo>
                    <a:pt x="119116" y="827"/>
                  </a:lnTo>
                  <a:lnTo>
                    <a:pt x="101544" y="185"/>
                  </a:lnTo>
                  <a:lnTo>
                    <a:pt x="80594" y="0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11453" y="3831773"/>
              <a:ext cx="704215" cy="516255"/>
            </a:xfrm>
            <a:custGeom>
              <a:avLst/>
              <a:gdLst/>
              <a:ahLst/>
              <a:cxnLst/>
              <a:rect l="l" t="t" r="r" b="b"/>
              <a:pathLst>
                <a:path w="704214" h="516254">
                  <a:moveTo>
                    <a:pt x="289204" y="6629"/>
                  </a:moveTo>
                  <a:lnTo>
                    <a:pt x="288683" y="5372"/>
                  </a:lnTo>
                  <a:lnTo>
                    <a:pt x="288074" y="4978"/>
                  </a:lnTo>
                  <a:lnTo>
                    <a:pt x="220332" y="4330"/>
                  </a:lnTo>
                  <a:lnTo>
                    <a:pt x="216331" y="3695"/>
                  </a:lnTo>
                  <a:lnTo>
                    <a:pt x="210820" y="1917"/>
                  </a:lnTo>
                  <a:lnTo>
                    <a:pt x="209130" y="2692"/>
                  </a:lnTo>
                  <a:lnTo>
                    <a:pt x="194894" y="32435"/>
                  </a:lnTo>
                  <a:lnTo>
                    <a:pt x="178701" y="67449"/>
                  </a:lnTo>
                  <a:lnTo>
                    <a:pt x="160172" y="108762"/>
                  </a:lnTo>
                  <a:lnTo>
                    <a:pt x="139598" y="155917"/>
                  </a:lnTo>
                  <a:lnTo>
                    <a:pt x="117284" y="208483"/>
                  </a:lnTo>
                  <a:lnTo>
                    <a:pt x="93535" y="266001"/>
                  </a:lnTo>
                  <a:lnTo>
                    <a:pt x="63766" y="340436"/>
                  </a:lnTo>
                  <a:lnTo>
                    <a:pt x="45656" y="387680"/>
                  </a:lnTo>
                  <a:lnTo>
                    <a:pt x="22364" y="451002"/>
                  </a:lnTo>
                  <a:lnTo>
                    <a:pt x="292" y="512521"/>
                  </a:lnTo>
                  <a:lnTo>
                    <a:pt x="0" y="513219"/>
                  </a:lnTo>
                  <a:lnTo>
                    <a:pt x="139" y="514121"/>
                  </a:lnTo>
                  <a:lnTo>
                    <a:pt x="990" y="515429"/>
                  </a:lnTo>
                  <a:lnTo>
                    <a:pt x="1752" y="515899"/>
                  </a:lnTo>
                  <a:lnTo>
                    <a:pt x="17386" y="515899"/>
                  </a:lnTo>
                  <a:lnTo>
                    <a:pt x="45732" y="458203"/>
                  </a:lnTo>
                  <a:lnTo>
                    <a:pt x="73812" y="396379"/>
                  </a:lnTo>
                  <a:lnTo>
                    <a:pt x="94030" y="349796"/>
                  </a:lnTo>
                  <a:lnTo>
                    <a:pt x="124637" y="275640"/>
                  </a:lnTo>
                  <a:lnTo>
                    <a:pt x="149885" y="211302"/>
                  </a:lnTo>
                  <a:lnTo>
                    <a:pt x="172935" y="150050"/>
                  </a:lnTo>
                  <a:lnTo>
                    <a:pt x="181800" y="129540"/>
                  </a:lnTo>
                  <a:lnTo>
                    <a:pt x="192836" y="110134"/>
                  </a:lnTo>
                  <a:lnTo>
                    <a:pt x="205892" y="92024"/>
                  </a:lnTo>
                  <a:lnTo>
                    <a:pt x="220840" y="75412"/>
                  </a:lnTo>
                  <a:lnTo>
                    <a:pt x="289052" y="7340"/>
                  </a:lnTo>
                  <a:lnTo>
                    <a:pt x="289204" y="6629"/>
                  </a:lnTo>
                  <a:close/>
                </a:path>
                <a:path w="704214" h="516254">
                  <a:moveTo>
                    <a:pt x="703872" y="513219"/>
                  </a:moveTo>
                  <a:lnTo>
                    <a:pt x="681418" y="450773"/>
                  </a:lnTo>
                  <a:lnTo>
                    <a:pt x="658088" y="387248"/>
                  </a:lnTo>
                  <a:lnTo>
                    <a:pt x="639889" y="339801"/>
                  </a:lnTo>
                  <a:lnTo>
                    <a:pt x="620141" y="290207"/>
                  </a:lnTo>
                  <a:lnTo>
                    <a:pt x="586740" y="208711"/>
                  </a:lnTo>
                  <a:lnTo>
                    <a:pt x="564591" y="156438"/>
                  </a:lnTo>
                  <a:lnTo>
                    <a:pt x="543902" y="108966"/>
                  </a:lnTo>
                  <a:lnTo>
                    <a:pt x="525094" y="66967"/>
                  </a:lnTo>
                  <a:lnTo>
                    <a:pt x="508571" y="31153"/>
                  </a:lnTo>
                  <a:lnTo>
                    <a:pt x="492277" y="0"/>
                  </a:lnTo>
                  <a:lnTo>
                    <a:pt x="486638" y="1866"/>
                  </a:lnTo>
                  <a:lnTo>
                    <a:pt x="482358" y="2578"/>
                  </a:lnTo>
                  <a:lnTo>
                    <a:pt x="414312" y="4076"/>
                  </a:lnTo>
                  <a:lnTo>
                    <a:pt x="413639" y="4089"/>
                  </a:lnTo>
                  <a:lnTo>
                    <a:pt x="413042" y="4495"/>
                  </a:lnTo>
                  <a:lnTo>
                    <a:pt x="412546" y="5740"/>
                  </a:lnTo>
                  <a:lnTo>
                    <a:pt x="412686" y="6438"/>
                  </a:lnTo>
                  <a:lnTo>
                    <a:pt x="483425" y="76974"/>
                  </a:lnTo>
                  <a:lnTo>
                    <a:pt x="498424" y="93624"/>
                  </a:lnTo>
                  <a:lnTo>
                    <a:pt x="511467" y="111658"/>
                  </a:lnTo>
                  <a:lnTo>
                    <a:pt x="522465" y="131000"/>
                  </a:lnTo>
                  <a:lnTo>
                    <a:pt x="531342" y="151574"/>
                  </a:lnTo>
                  <a:lnTo>
                    <a:pt x="542353" y="181089"/>
                  </a:lnTo>
                  <a:lnTo>
                    <a:pt x="554012" y="211734"/>
                  </a:lnTo>
                  <a:lnTo>
                    <a:pt x="578764" y="274802"/>
                  </a:lnTo>
                  <a:lnTo>
                    <a:pt x="609523" y="349186"/>
                  </a:lnTo>
                  <a:lnTo>
                    <a:pt x="629805" y="395935"/>
                  </a:lnTo>
                  <a:lnTo>
                    <a:pt x="657974" y="457974"/>
                  </a:lnTo>
                  <a:lnTo>
                    <a:pt x="684491" y="514654"/>
                  </a:lnTo>
                  <a:lnTo>
                    <a:pt x="686409" y="515899"/>
                  </a:lnTo>
                  <a:lnTo>
                    <a:pt x="702119" y="515899"/>
                  </a:lnTo>
                  <a:lnTo>
                    <a:pt x="702881" y="515429"/>
                  </a:lnTo>
                  <a:lnTo>
                    <a:pt x="703795" y="514121"/>
                  </a:lnTo>
                  <a:lnTo>
                    <a:pt x="703872" y="513219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179565" y="3942974"/>
              <a:ext cx="367030" cy="15875"/>
            </a:xfrm>
            <a:custGeom>
              <a:avLst/>
              <a:gdLst/>
              <a:ahLst/>
              <a:cxnLst/>
              <a:rect l="l" t="t" r="r" b="b"/>
              <a:pathLst>
                <a:path w="367030" h="15875">
                  <a:moveTo>
                    <a:pt x="363057" y="0"/>
                  </a:moveTo>
                  <a:lnTo>
                    <a:pt x="3434" y="0"/>
                  </a:lnTo>
                  <a:lnTo>
                    <a:pt x="0" y="3423"/>
                  </a:lnTo>
                  <a:lnTo>
                    <a:pt x="0" y="11894"/>
                  </a:lnTo>
                  <a:lnTo>
                    <a:pt x="3434" y="15318"/>
                  </a:lnTo>
                  <a:lnTo>
                    <a:pt x="7664" y="15318"/>
                  </a:lnTo>
                  <a:lnTo>
                    <a:pt x="363057" y="15318"/>
                  </a:lnTo>
                  <a:lnTo>
                    <a:pt x="366480" y="11894"/>
                  </a:lnTo>
                  <a:lnTo>
                    <a:pt x="366480" y="3423"/>
                  </a:lnTo>
                  <a:lnTo>
                    <a:pt x="363057" y="0"/>
                  </a:lnTo>
                  <a:close/>
                </a:path>
              </a:pathLst>
            </a:custGeom>
            <a:solidFill>
              <a:srgbClr val="91C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45503" y="3836601"/>
              <a:ext cx="34925" cy="511175"/>
            </a:xfrm>
            <a:custGeom>
              <a:avLst/>
              <a:gdLst/>
              <a:ahLst/>
              <a:cxnLst/>
              <a:rect l="l" t="t" r="r" b="b"/>
              <a:pathLst>
                <a:path w="34925" h="511175">
                  <a:moveTo>
                    <a:pt x="27307" y="0"/>
                  </a:moveTo>
                  <a:lnTo>
                    <a:pt x="4206" y="44928"/>
                  </a:lnTo>
                  <a:lnTo>
                    <a:pt x="2801" y="89478"/>
                  </a:lnTo>
                  <a:lnTo>
                    <a:pt x="1814" y="129089"/>
                  </a:lnTo>
                  <a:lnTo>
                    <a:pt x="187" y="255028"/>
                  </a:lnTo>
                  <a:lnTo>
                    <a:pt x="0" y="376396"/>
                  </a:lnTo>
                  <a:lnTo>
                    <a:pt x="1266" y="439044"/>
                  </a:lnTo>
                  <a:lnTo>
                    <a:pt x="4554" y="510057"/>
                  </a:lnTo>
                  <a:lnTo>
                    <a:pt x="5632" y="511052"/>
                  </a:lnTo>
                  <a:lnTo>
                    <a:pt x="28993" y="511052"/>
                  </a:lnTo>
                  <a:lnTo>
                    <a:pt x="29987" y="510057"/>
                  </a:lnTo>
                  <a:lnTo>
                    <a:pt x="33370" y="439044"/>
                  </a:lnTo>
                  <a:lnTo>
                    <a:pt x="34590" y="376396"/>
                  </a:lnTo>
                  <a:lnTo>
                    <a:pt x="34668" y="353319"/>
                  </a:lnTo>
                  <a:lnTo>
                    <a:pt x="34364" y="255028"/>
                  </a:lnTo>
                  <a:lnTo>
                    <a:pt x="32737" y="129256"/>
                  </a:lnTo>
                  <a:lnTo>
                    <a:pt x="31750" y="89679"/>
                  </a:lnTo>
                  <a:lnTo>
                    <a:pt x="30346" y="45062"/>
                  </a:lnTo>
                  <a:lnTo>
                    <a:pt x="28532" y="1539"/>
                  </a:lnTo>
                  <a:lnTo>
                    <a:pt x="27307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1955714" y="3347290"/>
            <a:ext cx="705485" cy="1000760"/>
            <a:chOff x="1955714" y="3347290"/>
            <a:chExt cx="705485" cy="1000760"/>
          </a:xfrm>
        </p:grpSpPr>
        <p:sp>
          <p:nvSpPr>
            <p:cNvPr id="31" name="object 31" descr=""/>
            <p:cNvSpPr/>
            <p:nvPr/>
          </p:nvSpPr>
          <p:spPr>
            <a:xfrm>
              <a:off x="1985766" y="3347290"/>
              <a:ext cx="672465" cy="475615"/>
            </a:xfrm>
            <a:custGeom>
              <a:avLst/>
              <a:gdLst/>
              <a:ahLst/>
              <a:cxnLst/>
              <a:rect l="l" t="t" r="r" b="b"/>
              <a:pathLst>
                <a:path w="672464" h="475614">
                  <a:moveTo>
                    <a:pt x="87571" y="0"/>
                  </a:moveTo>
                  <a:lnTo>
                    <a:pt x="25771" y="10830"/>
                  </a:lnTo>
                  <a:lnTo>
                    <a:pt x="3165" y="48605"/>
                  </a:lnTo>
                  <a:lnTo>
                    <a:pt x="0" y="85206"/>
                  </a:lnTo>
                  <a:lnTo>
                    <a:pt x="1633" y="133745"/>
                  </a:lnTo>
                  <a:lnTo>
                    <a:pt x="8527" y="222506"/>
                  </a:lnTo>
                  <a:lnTo>
                    <a:pt x="11990" y="262885"/>
                  </a:lnTo>
                  <a:lnTo>
                    <a:pt x="18322" y="314181"/>
                  </a:lnTo>
                  <a:lnTo>
                    <a:pt x="27301" y="363344"/>
                  </a:lnTo>
                  <a:lnTo>
                    <a:pt x="50365" y="414517"/>
                  </a:lnTo>
                  <a:lnTo>
                    <a:pt x="83917" y="435735"/>
                  </a:lnTo>
                  <a:lnTo>
                    <a:pt x="75334" y="427188"/>
                  </a:lnTo>
                  <a:lnTo>
                    <a:pt x="63321" y="417110"/>
                  </a:lnTo>
                  <a:lnTo>
                    <a:pt x="54640" y="409474"/>
                  </a:lnTo>
                  <a:lnTo>
                    <a:pt x="38736" y="371063"/>
                  </a:lnTo>
                  <a:lnTo>
                    <a:pt x="28903" y="309917"/>
                  </a:lnTo>
                  <a:lnTo>
                    <a:pt x="24609" y="269031"/>
                  </a:lnTo>
                  <a:lnTo>
                    <a:pt x="20105" y="216854"/>
                  </a:lnTo>
                  <a:lnTo>
                    <a:pt x="12579" y="119284"/>
                  </a:lnTo>
                  <a:lnTo>
                    <a:pt x="11432" y="85687"/>
                  </a:lnTo>
                  <a:lnTo>
                    <a:pt x="13227" y="58519"/>
                  </a:lnTo>
                  <a:lnTo>
                    <a:pt x="32357" y="22007"/>
                  </a:lnTo>
                  <a:lnTo>
                    <a:pt x="92147" y="13852"/>
                  </a:lnTo>
                  <a:lnTo>
                    <a:pt x="113123" y="14044"/>
                  </a:lnTo>
                  <a:lnTo>
                    <a:pt x="157590" y="17800"/>
                  </a:lnTo>
                  <a:lnTo>
                    <a:pt x="194665" y="30834"/>
                  </a:lnTo>
                  <a:lnTo>
                    <a:pt x="224719" y="55558"/>
                  </a:lnTo>
                  <a:lnTo>
                    <a:pt x="251065" y="99214"/>
                  </a:lnTo>
                  <a:lnTo>
                    <a:pt x="274655" y="151230"/>
                  </a:lnTo>
                  <a:lnTo>
                    <a:pt x="280895" y="166937"/>
                  </a:lnTo>
                  <a:lnTo>
                    <a:pt x="288644" y="185811"/>
                  </a:lnTo>
                  <a:lnTo>
                    <a:pt x="296020" y="204927"/>
                  </a:lnTo>
                  <a:lnTo>
                    <a:pt x="317715" y="263284"/>
                  </a:lnTo>
                  <a:lnTo>
                    <a:pt x="325425" y="282698"/>
                  </a:lnTo>
                  <a:lnTo>
                    <a:pt x="342579" y="320681"/>
                  </a:lnTo>
                  <a:lnTo>
                    <a:pt x="362715" y="356680"/>
                  </a:lnTo>
                  <a:lnTo>
                    <a:pt x="388452" y="390951"/>
                  </a:lnTo>
                  <a:lnTo>
                    <a:pt x="426518" y="419883"/>
                  </a:lnTo>
                  <a:lnTo>
                    <a:pt x="462868" y="432131"/>
                  </a:lnTo>
                  <a:lnTo>
                    <a:pt x="520731" y="442405"/>
                  </a:lnTo>
                  <a:lnTo>
                    <a:pt x="582310" y="449431"/>
                  </a:lnTo>
                  <a:lnTo>
                    <a:pt x="632912" y="456064"/>
                  </a:lnTo>
                  <a:lnTo>
                    <a:pt x="649421" y="458690"/>
                  </a:lnTo>
                  <a:lnTo>
                    <a:pt x="655659" y="460561"/>
                  </a:lnTo>
                  <a:lnTo>
                    <a:pt x="650126" y="462891"/>
                  </a:lnTo>
                  <a:lnTo>
                    <a:pt x="633545" y="465938"/>
                  </a:lnTo>
                  <a:lnTo>
                    <a:pt x="605941" y="469402"/>
                  </a:lnTo>
                  <a:lnTo>
                    <a:pt x="552835" y="474278"/>
                  </a:lnTo>
                  <a:lnTo>
                    <a:pt x="545777" y="475064"/>
                  </a:lnTo>
                  <a:lnTo>
                    <a:pt x="610347" y="474013"/>
                  </a:lnTo>
                  <a:lnTo>
                    <a:pt x="649109" y="469888"/>
                  </a:lnTo>
                  <a:lnTo>
                    <a:pt x="667759" y="462995"/>
                  </a:lnTo>
                  <a:lnTo>
                    <a:pt x="671993" y="453640"/>
                  </a:lnTo>
                  <a:lnTo>
                    <a:pt x="657598" y="444664"/>
                  </a:lnTo>
                  <a:lnTo>
                    <a:pt x="622030" y="438226"/>
                  </a:lnTo>
                  <a:lnTo>
                    <a:pt x="518092" y="426133"/>
                  </a:lnTo>
                  <a:lnTo>
                    <a:pt x="498212" y="422861"/>
                  </a:lnTo>
                  <a:lnTo>
                    <a:pt x="457968" y="414531"/>
                  </a:lnTo>
                  <a:lnTo>
                    <a:pt x="411902" y="391446"/>
                  </a:lnTo>
                  <a:lnTo>
                    <a:pt x="380277" y="354928"/>
                  </a:lnTo>
                  <a:lnTo>
                    <a:pt x="349787" y="296370"/>
                  </a:lnTo>
                  <a:lnTo>
                    <a:pt x="322213" y="229754"/>
                  </a:lnTo>
                  <a:lnTo>
                    <a:pt x="296549" y="164979"/>
                  </a:lnTo>
                  <a:lnTo>
                    <a:pt x="290361" y="150550"/>
                  </a:lnTo>
                  <a:lnTo>
                    <a:pt x="270269" y="102636"/>
                  </a:lnTo>
                  <a:lnTo>
                    <a:pt x="241504" y="53980"/>
                  </a:lnTo>
                  <a:lnTo>
                    <a:pt x="214238" y="27067"/>
                  </a:lnTo>
                  <a:lnTo>
                    <a:pt x="176071" y="8429"/>
                  </a:lnTo>
                  <a:lnTo>
                    <a:pt x="137906" y="2416"/>
                  </a:lnTo>
                  <a:lnTo>
                    <a:pt x="105000" y="233"/>
                  </a:lnTo>
                  <a:lnTo>
                    <a:pt x="87571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997198" y="3361142"/>
              <a:ext cx="644525" cy="503555"/>
            </a:xfrm>
            <a:custGeom>
              <a:avLst/>
              <a:gdLst/>
              <a:ahLst/>
              <a:cxnLst/>
              <a:rect l="l" t="t" r="r" b="b"/>
              <a:pathLst>
                <a:path w="644525" h="503554">
                  <a:moveTo>
                    <a:pt x="80715" y="0"/>
                  </a:moveTo>
                  <a:lnTo>
                    <a:pt x="33152" y="3755"/>
                  </a:lnTo>
                  <a:lnTo>
                    <a:pt x="1794" y="44668"/>
                  </a:lnTo>
                  <a:lnTo>
                    <a:pt x="0" y="71839"/>
                  </a:lnTo>
                  <a:lnTo>
                    <a:pt x="1147" y="105441"/>
                  </a:lnTo>
                  <a:lnTo>
                    <a:pt x="8673" y="203006"/>
                  </a:lnTo>
                  <a:lnTo>
                    <a:pt x="13177" y="255183"/>
                  </a:lnTo>
                  <a:lnTo>
                    <a:pt x="17471" y="296064"/>
                  </a:lnTo>
                  <a:lnTo>
                    <a:pt x="27304" y="357210"/>
                  </a:lnTo>
                  <a:lnTo>
                    <a:pt x="43208" y="395621"/>
                  </a:lnTo>
                  <a:lnTo>
                    <a:pt x="63902" y="413339"/>
                  </a:lnTo>
                  <a:lnTo>
                    <a:pt x="72485" y="421882"/>
                  </a:lnTo>
                  <a:lnTo>
                    <a:pt x="104579" y="450816"/>
                  </a:lnTo>
                  <a:lnTo>
                    <a:pt x="141710" y="475683"/>
                  </a:lnTo>
                  <a:lnTo>
                    <a:pt x="183621" y="493837"/>
                  </a:lnTo>
                  <a:lnTo>
                    <a:pt x="230051" y="502633"/>
                  </a:lnTo>
                  <a:lnTo>
                    <a:pt x="278274" y="503087"/>
                  </a:lnTo>
                  <a:lnTo>
                    <a:pt x="323226" y="499021"/>
                  </a:lnTo>
                  <a:lnTo>
                    <a:pt x="364675" y="492285"/>
                  </a:lnTo>
                  <a:lnTo>
                    <a:pt x="402391" y="484728"/>
                  </a:lnTo>
                  <a:lnTo>
                    <a:pt x="433732" y="478172"/>
                  </a:lnTo>
                  <a:lnTo>
                    <a:pt x="465591" y="471748"/>
                  </a:lnTo>
                  <a:lnTo>
                    <a:pt x="498773" y="465935"/>
                  </a:lnTo>
                  <a:lnTo>
                    <a:pt x="534345" y="461211"/>
                  </a:lnTo>
                  <a:lnTo>
                    <a:pt x="594509" y="455549"/>
                  </a:lnTo>
                  <a:lnTo>
                    <a:pt x="622113" y="452085"/>
                  </a:lnTo>
                  <a:lnTo>
                    <a:pt x="638694" y="449038"/>
                  </a:lnTo>
                  <a:lnTo>
                    <a:pt x="644226" y="446708"/>
                  </a:lnTo>
                  <a:lnTo>
                    <a:pt x="637989" y="444837"/>
                  </a:lnTo>
                  <a:lnTo>
                    <a:pt x="621480" y="442211"/>
                  </a:lnTo>
                  <a:lnTo>
                    <a:pt x="570878" y="435578"/>
                  </a:lnTo>
                  <a:lnTo>
                    <a:pt x="526052" y="430647"/>
                  </a:lnTo>
                  <a:lnTo>
                    <a:pt x="493393" y="426328"/>
                  </a:lnTo>
                  <a:lnTo>
                    <a:pt x="451436" y="418278"/>
                  </a:lnTo>
                  <a:lnTo>
                    <a:pt x="415086" y="406030"/>
                  </a:lnTo>
                  <a:lnTo>
                    <a:pt x="375690" y="375601"/>
                  </a:lnTo>
                  <a:lnTo>
                    <a:pt x="351282" y="342827"/>
                  </a:lnTo>
                  <a:lnTo>
                    <a:pt x="331147" y="306828"/>
                  </a:lnTo>
                  <a:lnTo>
                    <a:pt x="313993" y="268845"/>
                  </a:lnTo>
                  <a:lnTo>
                    <a:pt x="284588" y="191074"/>
                  </a:lnTo>
                  <a:lnTo>
                    <a:pt x="277212" y="171958"/>
                  </a:lnTo>
                  <a:lnTo>
                    <a:pt x="250875" y="109605"/>
                  </a:lnTo>
                  <a:lnTo>
                    <a:pt x="230096" y="66272"/>
                  </a:lnTo>
                  <a:lnTo>
                    <a:pt x="203866" y="31996"/>
                  </a:lnTo>
                  <a:lnTo>
                    <a:pt x="170984" y="11109"/>
                  </a:lnTo>
                  <a:lnTo>
                    <a:pt x="119290" y="837"/>
                  </a:lnTo>
                  <a:lnTo>
                    <a:pt x="101691" y="191"/>
                  </a:lnTo>
                  <a:lnTo>
                    <a:pt x="8071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955711" y="3831024"/>
              <a:ext cx="705485" cy="516890"/>
            </a:xfrm>
            <a:custGeom>
              <a:avLst/>
              <a:gdLst/>
              <a:ahLst/>
              <a:cxnLst/>
              <a:rect l="l" t="t" r="r" b="b"/>
              <a:pathLst>
                <a:path w="705485" h="516889">
                  <a:moveTo>
                    <a:pt x="289636" y="6616"/>
                  </a:moveTo>
                  <a:lnTo>
                    <a:pt x="289115" y="5372"/>
                  </a:lnTo>
                  <a:lnTo>
                    <a:pt x="288505" y="4965"/>
                  </a:lnTo>
                  <a:lnTo>
                    <a:pt x="220662" y="4318"/>
                  </a:lnTo>
                  <a:lnTo>
                    <a:pt x="216662" y="3683"/>
                  </a:lnTo>
                  <a:lnTo>
                    <a:pt x="211137" y="1917"/>
                  </a:lnTo>
                  <a:lnTo>
                    <a:pt x="209448" y="2679"/>
                  </a:lnTo>
                  <a:lnTo>
                    <a:pt x="195186" y="32461"/>
                  </a:lnTo>
                  <a:lnTo>
                    <a:pt x="178968" y="67538"/>
                  </a:lnTo>
                  <a:lnTo>
                    <a:pt x="160413" y="108915"/>
                  </a:lnTo>
                  <a:lnTo>
                    <a:pt x="139801" y="156133"/>
                  </a:lnTo>
                  <a:lnTo>
                    <a:pt x="117449" y="208775"/>
                  </a:lnTo>
                  <a:lnTo>
                    <a:pt x="93675" y="266369"/>
                  </a:lnTo>
                  <a:lnTo>
                    <a:pt x="63855" y="340931"/>
                  </a:lnTo>
                  <a:lnTo>
                    <a:pt x="45732" y="388239"/>
                  </a:lnTo>
                  <a:lnTo>
                    <a:pt x="22390" y="451662"/>
                  </a:lnTo>
                  <a:lnTo>
                    <a:pt x="304" y="513270"/>
                  </a:lnTo>
                  <a:lnTo>
                    <a:pt x="0" y="513956"/>
                  </a:lnTo>
                  <a:lnTo>
                    <a:pt x="139" y="514870"/>
                  </a:lnTo>
                  <a:lnTo>
                    <a:pt x="990" y="516178"/>
                  </a:lnTo>
                  <a:lnTo>
                    <a:pt x="1752" y="516636"/>
                  </a:lnTo>
                  <a:lnTo>
                    <a:pt x="17411" y="516636"/>
                  </a:lnTo>
                  <a:lnTo>
                    <a:pt x="45796" y="458863"/>
                  </a:lnTo>
                  <a:lnTo>
                    <a:pt x="73926" y="396951"/>
                  </a:lnTo>
                  <a:lnTo>
                    <a:pt x="94170" y="350304"/>
                  </a:lnTo>
                  <a:lnTo>
                    <a:pt x="124815" y="276034"/>
                  </a:lnTo>
                  <a:lnTo>
                    <a:pt x="150101" y="211594"/>
                  </a:lnTo>
                  <a:lnTo>
                    <a:pt x="173189" y="150266"/>
                  </a:lnTo>
                  <a:lnTo>
                    <a:pt x="182067" y="129717"/>
                  </a:lnTo>
                  <a:lnTo>
                    <a:pt x="193116" y="110274"/>
                  </a:lnTo>
                  <a:lnTo>
                    <a:pt x="206197" y="92138"/>
                  </a:lnTo>
                  <a:lnTo>
                    <a:pt x="221170" y="75501"/>
                  </a:lnTo>
                  <a:lnTo>
                    <a:pt x="289483" y="7340"/>
                  </a:lnTo>
                  <a:lnTo>
                    <a:pt x="289636" y="6616"/>
                  </a:lnTo>
                  <a:close/>
                </a:path>
                <a:path w="705485" h="516889">
                  <a:moveTo>
                    <a:pt x="704926" y="513956"/>
                  </a:moveTo>
                  <a:lnTo>
                    <a:pt x="682434" y="451421"/>
                  </a:lnTo>
                  <a:lnTo>
                    <a:pt x="659066" y="387807"/>
                  </a:lnTo>
                  <a:lnTo>
                    <a:pt x="640842" y="340283"/>
                  </a:lnTo>
                  <a:lnTo>
                    <a:pt x="621055" y="290626"/>
                  </a:lnTo>
                  <a:lnTo>
                    <a:pt x="587616" y="209003"/>
                  </a:lnTo>
                  <a:lnTo>
                    <a:pt x="565429" y="156654"/>
                  </a:lnTo>
                  <a:lnTo>
                    <a:pt x="544715" y="109105"/>
                  </a:lnTo>
                  <a:lnTo>
                    <a:pt x="525881" y="67043"/>
                  </a:lnTo>
                  <a:lnTo>
                    <a:pt x="509320" y="31178"/>
                  </a:lnTo>
                  <a:lnTo>
                    <a:pt x="493014" y="0"/>
                  </a:lnTo>
                  <a:lnTo>
                    <a:pt x="487349" y="1854"/>
                  </a:lnTo>
                  <a:lnTo>
                    <a:pt x="483069" y="2565"/>
                  </a:lnTo>
                  <a:lnTo>
                    <a:pt x="414934" y="4064"/>
                  </a:lnTo>
                  <a:lnTo>
                    <a:pt x="414261" y="4076"/>
                  </a:lnTo>
                  <a:lnTo>
                    <a:pt x="413664" y="4483"/>
                  </a:lnTo>
                  <a:lnTo>
                    <a:pt x="413156" y="5727"/>
                  </a:lnTo>
                  <a:lnTo>
                    <a:pt x="413308" y="6438"/>
                  </a:lnTo>
                  <a:lnTo>
                    <a:pt x="484136" y="77076"/>
                  </a:lnTo>
                  <a:lnTo>
                    <a:pt x="499173" y="93738"/>
                  </a:lnTo>
                  <a:lnTo>
                    <a:pt x="512229" y="111798"/>
                  </a:lnTo>
                  <a:lnTo>
                    <a:pt x="523240" y="131178"/>
                  </a:lnTo>
                  <a:lnTo>
                    <a:pt x="532142" y="151777"/>
                  </a:lnTo>
                  <a:lnTo>
                    <a:pt x="543166" y="181343"/>
                  </a:lnTo>
                  <a:lnTo>
                    <a:pt x="554837" y="212039"/>
                  </a:lnTo>
                  <a:lnTo>
                    <a:pt x="579640" y="275196"/>
                  </a:lnTo>
                  <a:lnTo>
                    <a:pt x="610425" y="349694"/>
                  </a:lnTo>
                  <a:lnTo>
                    <a:pt x="630745" y="396506"/>
                  </a:lnTo>
                  <a:lnTo>
                    <a:pt x="658964" y="458635"/>
                  </a:lnTo>
                  <a:lnTo>
                    <a:pt x="685507" y="515416"/>
                  </a:lnTo>
                  <a:lnTo>
                    <a:pt x="687425" y="516636"/>
                  </a:lnTo>
                  <a:lnTo>
                    <a:pt x="703148" y="516636"/>
                  </a:lnTo>
                  <a:lnTo>
                    <a:pt x="703922" y="516178"/>
                  </a:lnTo>
                  <a:lnTo>
                    <a:pt x="704837" y="514870"/>
                  </a:lnTo>
                  <a:lnTo>
                    <a:pt x="704926" y="513956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124075" y="3942375"/>
              <a:ext cx="367030" cy="15875"/>
            </a:xfrm>
            <a:custGeom>
              <a:avLst/>
              <a:gdLst/>
              <a:ahLst/>
              <a:cxnLst/>
              <a:rect l="l" t="t" r="r" b="b"/>
              <a:pathLst>
                <a:path w="367030" h="15875">
                  <a:moveTo>
                    <a:pt x="363591" y="0"/>
                  </a:moveTo>
                  <a:lnTo>
                    <a:pt x="3434" y="0"/>
                  </a:lnTo>
                  <a:lnTo>
                    <a:pt x="0" y="3423"/>
                  </a:lnTo>
                  <a:lnTo>
                    <a:pt x="0" y="11905"/>
                  </a:lnTo>
                  <a:lnTo>
                    <a:pt x="3434" y="15339"/>
                  </a:lnTo>
                  <a:lnTo>
                    <a:pt x="7675" y="15339"/>
                  </a:lnTo>
                  <a:lnTo>
                    <a:pt x="363591" y="15339"/>
                  </a:lnTo>
                  <a:lnTo>
                    <a:pt x="367025" y="11905"/>
                  </a:lnTo>
                  <a:lnTo>
                    <a:pt x="367025" y="3423"/>
                  </a:lnTo>
                  <a:lnTo>
                    <a:pt x="363591" y="0"/>
                  </a:lnTo>
                  <a:close/>
                </a:path>
              </a:pathLst>
            </a:custGeom>
            <a:solidFill>
              <a:srgbClr val="91C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290261" y="3835845"/>
              <a:ext cx="34925" cy="512445"/>
            </a:xfrm>
            <a:custGeom>
              <a:avLst/>
              <a:gdLst/>
              <a:ahLst/>
              <a:cxnLst/>
              <a:rect l="l" t="t" r="r" b="b"/>
              <a:pathLst>
                <a:path w="34925" h="512445">
                  <a:moveTo>
                    <a:pt x="27349" y="0"/>
                  </a:moveTo>
                  <a:lnTo>
                    <a:pt x="4210" y="44989"/>
                  </a:lnTo>
                  <a:lnTo>
                    <a:pt x="2802" y="89605"/>
                  </a:lnTo>
                  <a:lnTo>
                    <a:pt x="1815" y="129276"/>
                  </a:lnTo>
                  <a:lnTo>
                    <a:pt x="187" y="255405"/>
                  </a:lnTo>
                  <a:lnTo>
                    <a:pt x="0" y="376957"/>
                  </a:lnTo>
                  <a:lnTo>
                    <a:pt x="1266" y="439693"/>
                  </a:lnTo>
                  <a:lnTo>
                    <a:pt x="4564" y="510811"/>
                  </a:lnTo>
                  <a:lnTo>
                    <a:pt x="5643" y="511816"/>
                  </a:lnTo>
                  <a:lnTo>
                    <a:pt x="29035" y="511816"/>
                  </a:lnTo>
                  <a:lnTo>
                    <a:pt x="30040" y="510811"/>
                  </a:lnTo>
                  <a:lnTo>
                    <a:pt x="33411" y="439693"/>
                  </a:lnTo>
                  <a:lnTo>
                    <a:pt x="34638" y="376957"/>
                  </a:lnTo>
                  <a:lnTo>
                    <a:pt x="34710" y="353842"/>
                  </a:lnTo>
                  <a:lnTo>
                    <a:pt x="34406" y="255405"/>
                  </a:lnTo>
                  <a:lnTo>
                    <a:pt x="32784" y="129443"/>
                  </a:lnTo>
                  <a:lnTo>
                    <a:pt x="31796" y="89806"/>
                  </a:lnTo>
                  <a:lnTo>
                    <a:pt x="30389" y="45123"/>
                  </a:lnTo>
                  <a:lnTo>
                    <a:pt x="28574" y="1528"/>
                  </a:lnTo>
                  <a:lnTo>
                    <a:pt x="27349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2901018" y="3347290"/>
            <a:ext cx="705485" cy="1000760"/>
            <a:chOff x="2901018" y="3347290"/>
            <a:chExt cx="705485" cy="1000760"/>
          </a:xfrm>
        </p:grpSpPr>
        <p:sp>
          <p:nvSpPr>
            <p:cNvPr id="37" name="object 37" descr=""/>
            <p:cNvSpPr/>
            <p:nvPr/>
          </p:nvSpPr>
          <p:spPr>
            <a:xfrm>
              <a:off x="2931068" y="3347290"/>
              <a:ext cx="672465" cy="475615"/>
            </a:xfrm>
            <a:custGeom>
              <a:avLst/>
              <a:gdLst/>
              <a:ahLst/>
              <a:cxnLst/>
              <a:rect l="l" t="t" r="r" b="b"/>
              <a:pathLst>
                <a:path w="672464" h="475614">
                  <a:moveTo>
                    <a:pt x="87571" y="0"/>
                  </a:moveTo>
                  <a:lnTo>
                    <a:pt x="25771" y="10830"/>
                  </a:lnTo>
                  <a:lnTo>
                    <a:pt x="3165" y="48605"/>
                  </a:lnTo>
                  <a:lnTo>
                    <a:pt x="0" y="85206"/>
                  </a:lnTo>
                  <a:lnTo>
                    <a:pt x="1633" y="133745"/>
                  </a:lnTo>
                  <a:lnTo>
                    <a:pt x="8527" y="222506"/>
                  </a:lnTo>
                  <a:lnTo>
                    <a:pt x="11995" y="262885"/>
                  </a:lnTo>
                  <a:lnTo>
                    <a:pt x="18326" y="314181"/>
                  </a:lnTo>
                  <a:lnTo>
                    <a:pt x="27302" y="363344"/>
                  </a:lnTo>
                  <a:lnTo>
                    <a:pt x="50365" y="414517"/>
                  </a:lnTo>
                  <a:lnTo>
                    <a:pt x="83917" y="435735"/>
                  </a:lnTo>
                  <a:lnTo>
                    <a:pt x="75335" y="427188"/>
                  </a:lnTo>
                  <a:lnTo>
                    <a:pt x="63325" y="417110"/>
                  </a:lnTo>
                  <a:lnTo>
                    <a:pt x="54651" y="409474"/>
                  </a:lnTo>
                  <a:lnTo>
                    <a:pt x="38742" y="371063"/>
                  </a:lnTo>
                  <a:lnTo>
                    <a:pt x="28903" y="309917"/>
                  </a:lnTo>
                  <a:lnTo>
                    <a:pt x="24609" y="269031"/>
                  </a:lnTo>
                  <a:lnTo>
                    <a:pt x="20105" y="216854"/>
                  </a:lnTo>
                  <a:lnTo>
                    <a:pt x="12579" y="119284"/>
                  </a:lnTo>
                  <a:lnTo>
                    <a:pt x="11433" y="85687"/>
                  </a:lnTo>
                  <a:lnTo>
                    <a:pt x="13231" y="58519"/>
                  </a:lnTo>
                  <a:lnTo>
                    <a:pt x="32359" y="22007"/>
                  </a:lnTo>
                  <a:lnTo>
                    <a:pt x="92147" y="13852"/>
                  </a:lnTo>
                  <a:lnTo>
                    <a:pt x="113124" y="14044"/>
                  </a:lnTo>
                  <a:lnTo>
                    <a:pt x="157590" y="17800"/>
                  </a:lnTo>
                  <a:lnTo>
                    <a:pt x="194674" y="30834"/>
                  </a:lnTo>
                  <a:lnTo>
                    <a:pt x="224719" y="55558"/>
                  </a:lnTo>
                  <a:lnTo>
                    <a:pt x="251066" y="99214"/>
                  </a:lnTo>
                  <a:lnTo>
                    <a:pt x="274665" y="151230"/>
                  </a:lnTo>
                  <a:lnTo>
                    <a:pt x="280895" y="166937"/>
                  </a:lnTo>
                  <a:lnTo>
                    <a:pt x="288644" y="185811"/>
                  </a:lnTo>
                  <a:lnTo>
                    <a:pt x="296020" y="204927"/>
                  </a:lnTo>
                  <a:lnTo>
                    <a:pt x="317715" y="263284"/>
                  </a:lnTo>
                  <a:lnTo>
                    <a:pt x="325427" y="282698"/>
                  </a:lnTo>
                  <a:lnTo>
                    <a:pt x="342590" y="320681"/>
                  </a:lnTo>
                  <a:lnTo>
                    <a:pt x="362715" y="356680"/>
                  </a:lnTo>
                  <a:lnTo>
                    <a:pt x="388452" y="390951"/>
                  </a:lnTo>
                  <a:lnTo>
                    <a:pt x="426518" y="419883"/>
                  </a:lnTo>
                  <a:lnTo>
                    <a:pt x="462868" y="432131"/>
                  </a:lnTo>
                  <a:lnTo>
                    <a:pt x="520731" y="442405"/>
                  </a:lnTo>
                  <a:lnTo>
                    <a:pt x="582310" y="449431"/>
                  </a:lnTo>
                  <a:lnTo>
                    <a:pt x="632912" y="456064"/>
                  </a:lnTo>
                  <a:lnTo>
                    <a:pt x="649421" y="458690"/>
                  </a:lnTo>
                  <a:lnTo>
                    <a:pt x="655659" y="460561"/>
                  </a:lnTo>
                  <a:lnTo>
                    <a:pt x="650126" y="462891"/>
                  </a:lnTo>
                  <a:lnTo>
                    <a:pt x="633545" y="465938"/>
                  </a:lnTo>
                  <a:lnTo>
                    <a:pt x="605941" y="469402"/>
                  </a:lnTo>
                  <a:lnTo>
                    <a:pt x="552835" y="474278"/>
                  </a:lnTo>
                  <a:lnTo>
                    <a:pt x="545777" y="475064"/>
                  </a:lnTo>
                  <a:lnTo>
                    <a:pt x="610348" y="474013"/>
                  </a:lnTo>
                  <a:lnTo>
                    <a:pt x="649113" y="469888"/>
                  </a:lnTo>
                  <a:lnTo>
                    <a:pt x="667764" y="462995"/>
                  </a:lnTo>
                  <a:lnTo>
                    <a:pt x="671993" y="453640"/>
                  </a:lnTo>
                  <a:lnTo>
                    <a:pt x="657603" y="444664"/>
                  </a:lnTo>
                  <a:lnTo>
                    <a:pt x="622034" y="438226"/>
                  </a:lnTo>
                  <a:lnTo>
                    <a:pt x="518092" y="426133"/>
                  </a:lnTo>
                  <a:lnTo>
                    <a:pt x="498212" y="422861"/>
                  </a:lnTo>
                  <a:lnTo>
                    <a:pt x="457968" y="414531"/>
                  </a:lnTo>
                  <a:lnTo>
                    <a:pt x="411908" y="391446"/>
                  </a:lnTo>
                  <a:lnTo>
                    <a:pt x="380278" y="354928"/>
                  </a:lnTo>
                  <a:lnTo>
                    <a:pt x="349796" y="296370"/>
                  </a:lnTo>
                  <a:lnTo>
                    <a:pt x="322219" y="229754"/>
                  </a:lnTo>
                  <a:lnTo>
                    <a:pt x="296549" y="164979"/>
                  </a:lnTo>
                  <a:lnTo>
                    <a:pt x="290361" y="150550"/>
                  </a:lnTo>
                  <a:lnTo>
                    <a:pt x="270269" y="102636"/>
                  </a:lnTo>
                  <a:lnTo>
                    <a:pt x="241508" y="53980"/>
                  </a:lnTo>
                  <a:lnTo>
                    <a:pt x="214238" y="27067"/>
                  </a:lnTo>
                  <a:lnTo>
                    <a:pt x="176071" y="8429"/>
                  </a:lnTo>
                  <a:lnTo>
                    <a:pt x="137906" y="2416"/>
                  </a:lnTo>
                  <a:lnTo>
                    <a:pt x="105000" y="233"/>
                  </a:lnTo>
                  <a:lnTo>
                    <a:pt x="87571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942503" y="3361142"/>
              <a:ext cx="644525" cy="503555"/>
            </a:xfrm>
            <a:custGeom>
              <a:avLst/>
              <a:gdLst/>
              <a:ahLst/>
              <a:cxnLst/>
              <a:rect l="l" t="t" r="r" b="b"/>
              <a:pathLst>
                <a:path w="644525" h="503554">
                  <a:moveTo>
                    <a:pt x="80715" y="0"/>
                  </a:moveTo>
                  <a:lnTo>
                    <a:pt x="33151" y="3755"/>
                  </a:lnTo>
                  <a:lnTo>
                    <a:pt x="1793" y="44668"/>
                  </a:lnTo>
                  <a:lnTo>
                    <a:pt x="0" y="71839"/>
                  </a:lnTo>
                  <a:lnTo>
                    <a:pt x="1147" y="105441"/>
                  </a:lnTo>
                  <a:lnTo>
                    <a:pt x="8673" y="203006"/>
                  </a:lnTo>
                  <a:lnTo>
                    <a:pt x="13177" y="255183"/>
                  </a:lnTo>
                  <a:lnTo>
                    <a:pt x="17471" y="296064"/>
                  </a:lnTo>
                  <a:lnTo>
                    <a:pt x="27304" y="357210"/>
                  </a:lnTo>
                  <a:lnTo>
                    <a:pt x="43208" y="395621"/>
                  </a:lnTo>
                  <a:lnTo>
                    <a:pt x="63902" y="413339"/>
                  </a:lnTo>
                  <a:lnTo>
                    <a:pt x="72474" y="421882"/>
                  </a:lnTo>
                  <a:lnTo>
                    <a:pt x="104574" y="450816"/>
                  </a:lnTo>
                  <a:lnTo>
                    <a:pt x="141709" y="475683"/>
                  </a:lnTo>
                  <a:lnTo>
                    <a:pt x="183621" y="493837"/>
                  </a:lnTo>
                  <a:lnTo>
                    <a:pt x="230051" y="502633"/>
                  </a:lnTo>
                  <a:lnTo>
                    <a:pt x="278274" y="503087"/>
                  </a:lnTo>
                  <a:lnTo>
                    <a:pt x="323225" y="499021"/>
                  </a:lnTo>
                  <a:lnTo>
                    <a:pt x="364671" y="492285"/>
                  </a:lnTo>
                  <a:lnTo>
                    <a:pt x="402381" y="484728"/>
                  </a:lnTo>
                  <a:lnTo>
                    <a:pt x="433727" y="478172"/>
                  </a:lnTo>
                  <a:lnTo>
                    <a:pt x="465589" y="471748"/>
                  </a:lnTo>
                  <a:lnTo>
                    <a:pt x="498773" y="465935"/>
                  </a:lnTo>
                  <a:lnTo>
                    <a:pt x="534345" y="461211"/>
                  </a:lnTo>
                  <a:lnTo>
                    <a:pt x="594509" y="455549"/>
                  </a:lnTo>
                  <a:lnTo>
                    <a:pt x="622113" y="452085"/>
                  </a:lnTo>
                  <a:lnTo>
                    <a:pt x="638694" y="449038"/>
                  </a:lnTo>
                  <a:lnTo>
                    <a:pt x="644227" y="446708"/>
                  </a:lnTo>
                  <a:lnTo>
                    <a:pt x="637989" y="444837"/>
                  </a:lnTo>
                  <a:lnTo>
                    <a:pt x="621480" y="442211"/>
                  </a:lnTo>
                  <a:lnTo>
                    <a:pt x="570878" y="435578"/>
                  </a:lnTo>
                  <a:lnTo>
                    <a:pt x="526052" y="430647"/>
                  </a:lnTo>
                  <a:lnTo>
                    <a:pt x="493394" y="426328"/>
                  </a:lnTo>
                  <a:lnTo>
                    <a:pt x="451431" y="418278"/>
                  </a:lnTo>
                  <a:lnTo>
                    <a:pt x="415086" y="406030"/>
                  </a:lnTo>
                  <a:lnTo>
                    <a:pt x="375690" y="375601"/>
                  </a:lnTo>
                  <a:lnTo>
                    <a:pt x="351283" y="342827"/>
                  </a:lnTo>
                  <a:lnTo>
                    <a:pt x="331147" y="306828"/>
                  </a:lnTo>
                  <a:lnTo>
                    <a:pt x="313988" y="268845"/>
                  </a:lnTo>
                  <a:lnTo>
                    <a:pt x="284587" y="191074"/>
                  </a:lnTo>
                  <a:lnTo>
                    <a:pt x="277212" y="171958"/>
                  </a:lnTo>
                  <a:lnTo>
                    <a:pt x="250871" y="109605"/>
                  </a:lnTo>
                  <a:lnTo>
                    <a:pt x="230095" y="66272"/>
                  </a:lnTo>
                  <a:lnTo>
                    <a:pt x="203866" y="31996"/>
                  </a:lnTo>
                  <a:lnTo>
                    <a:pt x="170984" y="11109"/>
                  </a:lnTo>
                  <a:lnTo>
                    <a:pt x="119290" y="837"/>
                  </a:lnTo>
                  <a:lnTo>
                    <a:pt x="101691" y="191"/>
                  </a:lnTo>
                  <a:lnTo>
                    <a:pt x="80715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901010" y="3831024"/>
              <a:ext cx="705485" cy="516890"/>
            </a:xfrm>
            <a:custGeom>
              <a:avLst/>
              <a:gdLst/>
              <a:ahLst/>
              <a:cxnLst/>
              <a:rect l="l" t="t" r="r" b="b"/>
              <a:pathLst>
                <a:path w="705485" h="516889">
                  <a:moveTo>
                    <a:pt x="289636" y="6616"/>
                  </a:moveTo>
                  <a:lnTo>
                    <a:pt x="289128" y="5372"/>
                  </a:lnTo>
                  <a:lnTo>
                    <a:pt x="288518" y="4965"/>
                  </a:lnTo>
                  <a:lnTo>
                    <a:pt x="220662" y="4318"/>
                  </a:lnTo>
                  <a:lnTo>
                    <a:pt x="216662" y="3683"/>
                  </a:lnTo>
                  <a:lnTo>
                    <a:pt x="211137" y="1917"/>
                  </a:lnTo>
                  <a:lnTo>
                    <a:pt x="209448" y="2679"/>
                  </a:lnTo>
                  <a:lnTo>
                    <a:pt x="195199" y="32461"/>
                  </a:lnTo>
                  <a:lnTo>
                    <a:pt x="178981" y="67538"/>
                  </a:lnTo>
                  <a:lnTo>
                    <a:pt x="160413" y="108915"/>
                  </a:lnTo>
                  <a:lnTo>
                    <a:pt x="139814" y="156133"/>
                  </a:lnTo>
                  <a:lnTo>
                    <a:pt x="117462" y="208775"/>
                  </a:lnTo>
                  <a:lnTo>
                    <a:pt x="93687" y="266369"/>
                  </a:lnTo>
                  <a:lnTo>
                    <a:pt x="63868" y="340931"/>
                  </a:lnTo>
                  <a:lnTo>
                    <a:pt x="45732" y="388239"/>
                  </a:lnTo>
                  <a:lnTo>
                    <a:pt x="22402" y="451662"/>
                  </a:lnTo>
                  <a:lnTo>
                    <a:pt x="304" y="513270"/>
                  </a:lnTo>
                  <a:lnTo>
                    <a:pt x="0" y="513956"/>
                  </a:lnTo>
                  <a:lnTo>
                    <a:pt x="152" y="514870"/>
                  </a:lnTo>
                  <a:lnTo>
                    <a:pt x="990" y="516178"/>
                  </a:lnTo>
                  <a:lnTo>
                    <a:pt x="1765" y="516636"/>
                  </a:lnTo>
                  <a:lnTo>
                    <a:pt x="17411" y="516636"/>
                  </a:lnTo>
                  <a:lnTo>
                    <a:pt x="45796" y="458863"/>
                  </a:lnTo>
                  <a:lnTo>
                    <a:pt x="73926" y="396951"/>
                  </a:lnTo>
                  <a:lnTo>
                    <a:pt x="94170" y="350304"/>
                  </a:lnTo>
                  <a:lnTo>
                    <a:pt x="124828" y="276034"/>
                  </a:lnTo>
                  <a:lnTo>
                    <a:pt x="150114" y="211594"/>
                  </a:lnTo>
                  <a:lnTo>
                    <a:pt x="173189" y="150266"/>
                  </a:lnTo>
                  <a:lnTo>
                    <a:pt x="182067" y="129717"/>
                  </a:lnTo>
                  <a:lnTo>
                    <a:pt x="193128" y="110274"/>
                  </a:lnTo>
                  <a:lnTo>
                    <a:pt x="206209" y="92138"/>
                  </a:lnTo>
                  <a:lnTo>
                    <a:pt x="221183" y="75501"/>
                  </a:lnTo>
                  <a:lnTo>
                    <a:pt x="289496" y="7340"/>
                  </a:lnTo>
                  <a:lnTo>
                    <a:pt x="289636" y="6616"/>
                  </a:lnTo>
                  <a:close/>
                </a:path>
                <a:path w="705485" h="516889">
                  <a:moveTo>
                    <a:pt x="704926" y="513956"/>
                  </a:moveTo>
                  <a:lnTo>
                    <a:pt x="682447" y="451421"/>
                  </a:lnTo>
                  <a:lnTo>
                    <a:pt x="659079" y="387807"/>
                  </a:lnTo>
                  <a:lnTo>
                    <a:pt x="640842" y="340283"/>
                  </a:lnTo>
                  <a:lnTo>
                    <a:pt x="621068" y="290626"/>
                  </a:lnTo>
                  <a:lnTo>
                    <a:pt x="587616" y="209003"/>
                  </a:lnTo>
                  <a:lnTo>
                    <a:pt x="565429" y="156654"/>
                  </a:lnTo>
                  <a:lnTo>
                    <a:pt x="544715" y="109105"/>
                  </a:lnTo>
                  <a:lnTo>
                    <a:pt x="525881" y="67043"/>
                  </a:lnTo>
                  <a:lnTo>
                    <a:pt x="509333" y="31178"/>
                  </a:lnTo>
                  <a:lnTo>
                    <a:pt x="493014" y="0"/>
                  </a:lnTo>
                  <a:lnTo>
                    <a:pt x="487362" y="1854"/>
                  </a:lnTo>
                  <a:lnTo>
                    <a:pt x="483082" y="2565"/>
                  </a:lnTo>
                  <a:lnTo>
                    <a:pt x="414934" y="4064"/>
                  </a:lnTo>
                  <a:lnTo>
                    <a:pt x="414261" y="4076"/>
                  </a:lnTo>
                  <a:lnTo>
                    <a:pt x="413664" y="4483"/>
                  </a:lnTo>
                  <a:lnTo>
                    <a:pt x="413169" y="5727"/>
                  </a:lnTo>
                  <a:lnTo>
                    <a:pt x="413308" y="6438"/>
                  </a:lnTo>
                  <a:lnTo>
                    <a:pt x="484149" y="77076"/>
                  </a:lnTo>
                  <a:lnTo>
                    <a:pt x="499173" y="93738"/>
                  </a:lnTo>
                  <a:lnTo>
                    <a:pt x="512241" y="111798"/>
                  </a:lnTo>
                  <a:lnTo>
                    <a:pt x="523252" y="131178"/>
                  </a:lnTo>
                  <a:lnTo>
                    <a:pt x="532142" y="151777"/>
                  </a:lnTo>
                  <a:lnTo>
                    <a:pt x="543166" y="181343"/>
                  </a:lnTo>
                  <a:lnTo>
                    <a:pt x="554850" y="212039"/>
                  </a:lnTo>
                  <a:lnTo>
                    <a:pt x="579640" y="275196"/>
                  </a:lnTo>
                  <a:lnTo>
                    <a:pt x="610425" y="349694"/>
                  </a:lnTo>
                  <a:lnTo>
                    <a:pt x="630745" y="396506"/>
                  </a:lnTo>
                  <a:lnTo>
                    <a:pt x="658964" y="458635"/>
                  </a:lnTo>
                  <a:lnTo>
                    <a:pt x="685507" y="515416"/>
                  </a:lnTo>
                  <a:lnTo>
                    <a:pt x="687425" y="516636"/>
                  </a:lnTo>
                  <a:lnTo>
                    <a:pt x="703160" y="516636"/>
                  </a:lnTo>
                  <a:lnTo>
                    <a:pt x="703935" y="516178"/>
                  </a:lnTo>
                  <a:lnTo>
                    <a:pt x="704837" y="514870"/>
                  </a:lnTo>
                  <a:lnTo>
                    <a:pt x="704926" y="513956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069378" y="3942375"/>
              <a:ext cx="367030" cy="15875"/>
            </a:xfrm>
            <a:custGeom>
              <a:avLst/>
              <a:gdLst/>
              <a:ahLst/>
              <a:cxnLst/>
              <a:rect l="l" t="t" r="r" b="b"/>
              <a:pathLst>
                <a:path w="367029" h="15875">
                  <a:moveTo>
                    <a:pt x="363591" y="0"/>
                  </a:moveTo>
                  <a:lnTo>
                    <a:pt x="3434" y="0"/>
                  </a:lnTo>
                  <a:lnTo>
                    <a:pt x="0" y="3423"/>
                  </a:lnTo>
                  <a:lnTo>
                    <a:pt x="0" y="11905"/>
                  </a:lnTo>
                  <a:lnTo>
                    <a:pt x="3434" y="15339"/>
                  </a:lnTo>
                  <a:lnTo>
                    <a:pt x="7675" y="15339"/>
                  </a:lnTo>
                  <a:lnTo>
                    <a:pt x="363591" y="15339"/>
                  </a:lnTo>
                  <a:lnTo>
                    <a:pt x="367025" y="11905"/>
                  </a:lnTo>
                  <a:lnTo>
                    <a:pt x="367025" y="3423"/>
                  </a:lnTo>
                  <a:lnTo>
                    <a:pt x="363591" y="0"/>
                  </a:lnTo>
                  <a:close/>
                </a:path>
              </a:pathLst>
            </a:custGeom>
            <a:solidFill>
              <a:srgbClr val="91C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235565" y="3835845"/>
              <a:ext cx="34925" cy="512445"/>
            </a:xfrm>
            <a:custGeom>
              <a:avLst/>
              <a:gdLst/>
              <a:ahLst/>
              <a:cxnLst/>
              <a:rect l="l" t="t" r="r" b="b"/>
              <a:pathLst>
                <a:path w="34925" h="512445">
                  <a:moveTo>
                    <a:pt x="27349" y="0"/>
                  </a:moveTo>
                  <a:lnTo>
                    <a:pt x="4210" y="44989"/>
                  </a:lnTo>
                  <a:lnTo>
                    <a:pt x="2802" y="89605"/>
                  </a:lnTo>
                  <a:lnTo>
                    <a:pt x="1815" y="129276"/>
                  </a:lnTo>
                  <a:lnTo>
                    <a:pt x="187" y="255405"/>
                  </a:lnTo>
                  <a:lnTo>
                    <a:pt x="0" y="376957"/>
                  </a:lnTo>
                  <a:lnTo>
                    <a:pt x="1266" y="439693"/>
                  </a:lnTo>
                  <a:lnTo>
                    <a:pt x="4564" y="510811"/>
                  </a:lnTo>
                  <a:lnTo>
                    <a:pt x="5643" y="511816"/>
                  </a:lnTo>
                  <a:lnTo>
                    <a:pt x="29035" y="511816"/>
                  </a:lnTo>
                  <a:lnTo>
                    <a:pt x="30040" y="510811"/>
                  </a:lnTo>
                  <a:lnTo>
                    <a:pt x="33411" y="439693"/>
                  </a:lnTo>
                  <a:lnTo>
                    <a:pt x="34638" y="376957"/>
                  </a:lnTo>
                  <a:lnTo>
                    <a:pt x="34710" y="353842"/>
                  </a:lnTo>
                  <a:lnTo>
                    <a:pt x="34406" y="255405"/>
                  </a:lnTo>
                  <a:lnTo>
                    <a:pt x="32784" y="129443"/>
                  </a:lnTo>
                  <a:lnTo>
                    <a:pt x="31796" y="89806"/>
                  </a:lnTo>
                  <a:lnTo>
                    <a:pt x="30389" y="45123"/>
                  </a:lnTo>
                  <a:lnTo>
                    <a:pt x="28574" y="1528"/>
                  </a:lnTo>
                  <a:lnTo>
                    <a:pt x="27349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2755079" y="2053521"/>
            <a:ext cx="166370" cy="798195"/>
            <a:chOff x="2755079" y="2053521"/>
            <a:chExt cx="166370" cy="798195"/>
          </a:xfrm>
        </p:grpSpPr>
        <p:sp>
          <p:nvSpPr>
            <p:cNvPr id="43" name="object 43" descr=""/>
            <p:cNvSpPr/>
            <p:nvPr/>
          </p:nvSpPr>
          <p:spPr>
            <a:xfrm>
              <a:off x="2755081" y="2053521"/>
              <a:ext cx="166370" cy="798195"/>
            </a:xfrm>
            <a:custGeom>
              <a:avLst/>
              <a:gdLst/>
              <a:ahLst/>
              <a:cxnLst/>
              <a:rect l="l" t="t" r="r" b="b"/>
              <a:pathLst>
                <a:path w="166369" h="798194">
                  <a:moveTo>
                    <a:pt x="60825" y="0"/>
                  </a:moveTo>
                  <a:lnTo>
                    <a:pt x="0" y="0"/>
                  </a:lnTo>
                  <a:lnTo>
                    <a:pt x="141534" y="795546"/>
                  </a:lnTo>
                  <a:lnTo>
                    <a:pt x="144362" y="797923"/>
                  </a:lnTo>
                  <a:lnTo>
                    <a:pt x="161440" y="797923"/>
                  </a:lnTo>
                  <a:lnTo>
                    <a:pt x="163084" y="797169"/>
                  </a:lnTo>
                  <a:lnTo>
                    <a:pt x="165335" y="794593"/>
                  </a:lnTo>
                  <a:lnTo>
                    <a:pt x="165869" y="792865"/>
                  </a:lnTo>
                  <a:lnTo>
                    <a:pt x="165638" y="791169"/>
                  </a:lnTo>
                  <a:lnTo>
                    <a:pt x="60825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755079" y="2053526"/>
              <a:ext cx="81280" cy="152400"/>
            </a:xfrm>
            <a:custGeom>
              <a:avLst/>
              <a:gdLst/>
              <a:ahLst/>
              <a:cxnLst/>
              <a:rect l="l" t="t" r="r" b="b"/>
              <a:pathLst>
                <a:path w="81280" h="152400">
                  <a:moveTo>
                    <a:pt x="60825" y="0"/>
                  </a:moveTo>
                  <a:lnTo>
                    <a:pt x="0" y="0"/>
                  </a:lnTo>
                  <a:lnTo>
                    <a:pt x="27035" y="151963"/>
                  </a:lnTo>
                  <a:lnTo>
                    <a:pt x="80950" y="151963"/>
                  </a:lnTo>
                  <a:lnTo>
                    <a:pt x="60825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2220770" y="2053526"/>
            <a:ext cx="97155" cy="798195"/>
            <a:chOff x="2220770" y="2053526"/>
            <a:chExt cx="97155" cy="798195"/>
          </a:xfrm>
        </p:grpSpPr>
        <p:sp>
          <p:nvSpPr>
            <p:cNvPr id="46" name="object 46" descr=""/>
            <p:cNvSpPr/>
            <p:nvPr/>
          </p:nvSpPr>
          <p:spPr>
            <a:xfrm>
              <a:off x="2220774" y="2053528"/>
              <a:ext cx="97155" cy="798195"/>
            </a:xfrm>
            <a:custGeom>
              <a:avLst/>
              <a:gdLst/>
              <a:ahLst/>
              <a:cxnLst/>
              <a:rect l="l" t="t" r="r" b="b"/>
              <a:pathLst>
                <a:path w="97155" h="798194">
                  <a:moveTo>
                    <a:pt x="60239" y="0"/>
                  </a:moveTo>
                  <a:lnTo>
                    <a:pt x="0" y="0"/>
                  </a:lnTo>
                  <a:lnTo>
                    <a:pt x="72542" y="795232"/>
                  </a:lnTo>
                  <a:lnTo>
                    <a:pt x="75484" y="797912"/>
                  </a:lnTo>
                  <a:lnTo>
                    <a:pt x="92499" y="797912"/>
                  </a:lnTo>
                  <a:lnTo>
                    <a:pt x="94070" y="797242"/>
                  </a:lnTo>
                  <a:lnTo>
                    <a:pt x="96321" y="794886"/>
                  </a:lnTo>
                  <a:lnTo>
                    <a:pt x="96918" y="793295"/>
                  </a:lnTo>
                  <a:lnTo>
                    <a:pt x="96834" y="791672"/>
                  </a:lnTo>
                  <a:lnTo>
                    <a:pt x="60239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220770" y="2053526"/>
              <a:ext cx="67310" cy="152400"/>
            </a:xfrm>
            <a:custGeom>
              <a:avLst/>
              <a:gdLst/>
              <a:ahLst/>
              <a:cxnLst/>
              <a:rect l="l" t="t" r="r" b="b"/>
              <a:pathLst>
                <a:path w="67310" h="152400">
                  <a:moveTo>
                    <a:pt x="60239" y="0"/>
                  </a:moveTo>
                  <a:lnTo>
                    <a:pt x="0" y="0"/>
                  </a:lnTo>
                  <a:lnTo>
                    <a:pt x="13863" y="151963"/>
                  </a:lnTo>
                  <a:lnTo>
                    <a:pt x="67264" y="151963"/>
                  </a:lnTo>
                  <a:lnTo>
                    <a:pt x="60239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 descr=""/>
          <p:cNvGrpSpPr/>
          <p:nvPr/>
        </p:nvGrpSpPr>
        <p:grpSpPr>
          <a:xfrm>
            <a:off x="1011592" y="2001325"/>
            <a:ext cx="2002155" cy="850265"/>
            <a:chOff x="1011592" y="2001325"/>
            <a:chExt cx="2002155" cy="850265"/>
          </a:xfrm>
        </p:grpSpPr>
        <p:sp>
          <p:nvSpPr>
            <p:cNvPr id="49" name="object 49" descr=""/>
            <p:cNvSpPr/>
            <p:nvPr/>
          </p:nvSpPr>
          <p:spPr>
            <a:xfrm>
              <a:off x="1011592" y="2001325"/>
              <a:ext cx="695325" cy="52705"/>
            </a:xfrm>
            <a:custGeom>
              <a:avLst/>
              <a:gdLst/>
              <a:ahLst/>
              <a:cxnLst/>
              <a:rect l="l" t="t" r="r" b="b"/>
              <a:pathLst>
                <a:path w="695325" h="52705">
                  <a:moveTo>
                    <a:pt x="0" y="52197"/>
                  </a:moveTo>
                  <a:lnTo>
                    <a:pt x="695258" y="52197"/>
                  </a:lnTo>
                  <a:lnTo>
                    <a:pt x="695258" y="0"/>
                  </a:lnTo>
                  <a:lnTo>
                    <a:pt x="0" y="0"/>
                  </a:lnTo>
                  <a:lnTo>
                    <a:pt x="0" y="52197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706850" y="2001325"/>
              <a:ext cx="1306830" cy="52705"/>
            </a:xfrm>
            <a:custGeom>
              <a:avLst/>
              <a:gdLst/>
              <a:ahLst/>
              <a:cxnLst/>
              <a:rect l="l" t="t" r="r" b="b"/>
              <a:pathLst>
                <a:path w="1306830" h="52705">
                  <a:moveTo>
                    <a:pt x="1301321" y="0"/>
                  </a:moveTo>
                  <a:lnTo>
                    <a:pt x="5067" y="0"/>
                  </a:lnTo>
                  <a:lnTo>
                    <a:pt x="0" y="5067"/>
                  </a:lnTo>
                  <a:lnTo>
                    <a:pt x="0" y="47139"/>
                  </a:lnTo>
                  <a:lnTo>
                    <a:pt x="5067" y="52197"/>
                  </a:lnTo>
                  <a:lnTo>
                    <a:pt x="11308" y="52197"/>
                  </a:lnTo>
                  <a:lnTo>
                    <a:pt x="1301321" y="52197"/>
                  </a:lnTo>
                  <a:lnTo>
                    <a:pt x="1306379" y="47139"/>
                  </a:lnTo>
                  <a:lnTo>
                    <a:pt x="1306379" y="5067"/>
                  </a:lnTo>
                  <a:lnTo>
                    <a:pt x="1301321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76327" y="2053522"/>
              <a:ext cx="166370" cy="798195"/>
            </a:xfrm>
            <a:custGeom>
              <a:avLst/>
              <a:gdLst/>
              <a:ahLst/>
              <a:cxnLst/>
              <a:rect l="l" t="t" r="r" b="b"/>
              <a:pathLst>
                <a:path w="166369" h="798194">
                  <a:moveTo>
                    <a:pt x="165869" y="0"/>
                  </a:moveTo>
                  <a:lnTo>
                    <a:pt x="105043" y="0"/>
                  </a:lnTo>
                  <a:lnTo>
                    <a:pt x="0" y="792865"/>
                  </a:lnTo>
                  <a:lnTo>
                    <a:pt x="523" y="794593"/>
                  </a:lnTo>
                  <a:lnTo>
                    <a:pt x="2785" y="797169"/>
                  </a:lnTo>
                  <a:lnTo>
                    <a:pt x="4418" y="797923"/>
                  </a:lnTo>
                  <a:lnTo>
                    <a:pt x="21496" y="797923"/>
                  </a:lnTo>
                  <a:lnTo>
                    <a:pt x="24323" y="795546"/>
                  </a:lnTo>
                  <a:lnTo>
                    <a:pt x="165869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61233" y="2053527"/>
              <a:ext cx="81280" cy="152400"/>
            </a:xfrm>
            <a:custGeom>
              <a:avLst/>
              <a:gdLst/>
              <a:ahLst/>
              <a:cxnLst/>
              <a:rect l="l" t="t" r="r" b="b"/>
              <a:pathLst>
                <a:path w="81280" h="152400">
                  <a:moveTo>
                    <a:pt x="80960" y="0"/>
                  </a:moveTo>
                  <a:lnTo>
                    <a:pt x="20135" y="0"/>
                  </a:lnTo>
                  <a:lnTo>
                    <a:pt x="0" y="151963"/>
                  </a:lnTo>
                  <a:lnTo>
                    <a:pt x="53925" y="151963"/>
                  </a:lnTo>
                  <a:lnTo>
                    <a:pt x="80960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679592" y="2053522"/>
              <a:ext cx="97155" cy="798195"/>
            </a:xfrm>
            <a:custGeom>
              <a:avLst/>
              <a:gdLst/>
              <a:ahLst/>
              <a:cxnLst/>
              <a:rect l="l" t="t" r="r" b="b"/>
              <a:pathLst>
                <a:path w="97155" h="798194">
                  <a:moveTo>
                    <a:pt x="96908" y="0"/>
                  </a:moveTo>
                  <a:lnTo>
                    <a:pt x="36669" y="0"/>
                  </a:lnTo>
                  <a:lnTo>
                    <a:pt x="0" y="793305"/>
                  </a:lnTo>
                  <a:lnTo>
                    <a:pt x="586" y="794886"/>
                  </a:lnTo>
                  <a:lnTo>
                    <a:pt x="2837" y="797253"/>
                  </a:lnTo>
                  <a:lnTo>
                    <a:pt x="4397" y="797923"/>
                  </a:lnTo>
                  <a:lnTo>
                    <a:pt x="21423" y="797923"/>
                  </a:lnTo>
                  <a:lnTo>
                    <a:pt x="24365" y="795232"/>
                  </a:lnTo>
                  <a:lnTo>
                    <a:pt x="96908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709232" y="2053527"/>
              <a:ext cx="67310" cy="152400"/>
            </a:xfrm>
            <a:custGeom>
              <a:avLst/>
              <a:gdLst/>
              <a:ahLst/>
              <a:cxnLst/>
              <a:rect l="l" t="t" r="r" b="b"/>
              <a:pathLst>
                <a:path w="67310" h="152400">
                  <a:moveTo>
                    <a:pt x="67264" y="0"/>
                  </a:moveTo>
                  <a:lnTo>
                    <a:pt x="7025" y="0"/>
                  </a:lnTo>
                  <a:lnTo>
                    <a:pt x="0" y="151963"/>
                  </a:lnTo>
                  <a:lnTo>
                    <a:pt x="53401" y="151963"/>
                  </a:lnTo>
                  <a:lnTo>
                    <a:pt x="67264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2680582" y="7382702"/>
            <a:ext cx="1421130" cy="67310"/>
            <a:chOff x="2680582" y="7382702"/>
            <a:chExt cx="1421130" cy="67310"/>
          </a:xfrm>
        </p:grpSpPr>
        <p:sp>
          <p:nvSpPr>
            <p:cNvPr id="56" name="object 56" descr=""/>
            <p:cNvSpPr/>
            <p:nvPr/>
          </p:nvSpPr>
          <p:spPr>
            <a:xfrm>
              <a:off x="2714815" y="7408894"/>
              <a:ext cx="1352550" cy="40640"/>
            </a:xfrm>
            <a:custGeom>
              <a:avLst/>
              <a:gdLst/>
              <a:ahLst/>
              <a:cxnLst/>
              <a:rect l="l" t="t" r="r" b="b"/>
              <a:pathLst>
                <a:path w="1352550" h="40640">
                  <a:moveTo>
                    <a:pt x="135255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2959" y="34290"/>
                  </a:lnTo>
                  <a:lnTo>
                    <a:pt x="2959" y="40640"/>
                  </a:lnTo>
                  <a:lnTo>
                    <a:pt x="1349590" y="40640"/>
                  </a:lnTo>
                  <a:lnTo>
                    <a:pt x="1349590" y="34290"/>
                  </a:lnTo>
                  <a:lnTo>
                    <a:pt x="1352550" y="34290"/>
                  </a:lnTo>
                  <a:lnTo>
                    <a:pt x="13525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705138" y="7408894"/>
              <a:ext cx="1372235" cy="26670"/>
            </a:xfrm>
            <a:custGeom>
              <a:avLst/>
              <a:gdLst/>
              <a:ahLst/>
              <a:cxnLst/>
              <a:rect l="l" t="t" r="r" b="b"/>
              <a:pathLst>
                <a:path w="1372235" h="26670">
                  <a:moveTo>
                    <a:pt x="1371917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2476" y="22860"/>
                  </a:lnTo>
                  <a:lnTo>
                    <a:pt x="2476" y="26670"/>
                  </a:lnTo>
                  <a:lnTo>
                    <a:pt x="1369428" y="26670"/>
                  </a:lnTo>
                  <a:lnTo>
                    <a:pt x="1369428" y="22860"/>
                  </a:lnTo>
                  <a:lnTo>
                    <a:pt x="1371917" y="22860"/>
                  </a:lnTo>
                  <a:lnTo>
                    <a:pt x="137191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694990" y="7382706"/>
              <a:ext cx="1392555" cy="26670"/>
            </a:xfrm>
            <a:custGeom>
              <a:avLst/>
              <a:gdLst/>
              <a:ahLst/>
              <a:cxnLst/>
              <a:rect l="l" t="t" r="r" b="b"/>
              <a:pathLst>
                <a:path w="1392554" h="26670">
                  <a:moveTo>
                    <a:pt x="139219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2489" y="22860"/>
                  </a:lnTo>
                  <a:lnTo>
                    <a:pt x="2489" y="26670"/>
                  </a:lnTo>
                  <a:lnTo>
                    <a:pt x="1389722" y="26670"/>
                  </a:lnTo>
                  <a:lnTo>
                    <a:pt x="1389722" y="22860"/>
                  </a:lnTo>
                  <a:lnTo>
                    <a:pt x="1392199" y="22860"/>
                  </a:lnTo>
                  <a:lnTo>
                    <a:pt x="139219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680582" y="7382702"/>
              <a:ext cx="1421130" cy="13335"/>
            </a:xfrm>
            <a:custGeom>
              <a:avLst/>
              <a:gdLst/>
              <a:ahLst/>
              <a:cxnLst/>
              <a:rect l="l" t="t" r="r" b="b"/>
              <a:pathLst>
                <a:path w="1421129" h="13334">
                  <a:moveTo>
                    <a:pt x="1418092" y="0"/>
                  </a:moveTo>
                  <a:lnTo>
                    <a:pt x="1414480" y="0"/>
                  </a:lnTo>
                  <a:lnTo>
                    <a:pt x="2931" y="0"/>
                  </a:lnTo>
                  <a:lnTo>
                    <a:pt x="0" y="2931"/>
                  </a:lnTo>
                  <a:lnTo>
                    <a:pt x="0" y="10167"/>
                  </a:lnTo>
                  <a:lnTo>
                    <a:pt x="2931" y="13099"/>
                  </a:lnTo>
                  <a:lnTo>
                    <a:pt x="1418092" y="13099"/>
                  </a:lnTo>
                  <a:lnTo>
                    <a:pt x="1421024" y="10167"/>
                  </a:lnTo>
                  <a:lnTo>
                    <a:pt x="1421024" y="2931"/>
                  </a:lnTo>
                  <a:lnTo>
                    <a:pt x="1418092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/>
          <p:nvPr/>
        </p:nvSpPr>
        <p:spPr>
          <a:xfrm>
            <a:off x="2730554" y="7557851"/>
            <a:ext cx="99060" cy="2381250"/>
          </a:xfrm>
          <a:custGeom>
            <a:avLst/>
            <a:gdLst/>
            <a:ahLst/>
            <a:cxnLst/>
            <a:rect l="l" t="t" r="r" b="b"/>
            <a:pathLst>
              <a:path w="99060" h="2381250">
                <a:moveTo>
                  <a:pt x="0" y="2381250"/>
                </a:moveTo>
                <a:lnTo>
                  <a:pt x="98761" y="2381250"/>
                </a:lnTo>
                <a:lnTo>
                  <a:pt x="98761" y="0"/>
                </a:lnTo>
                <a:lnTo>
                  <a:pt x="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2714825" y="7449901"/>
            <a:ext cx="1352550" cy="2736215"/>
            <a:chOff x="2714825" y="7449901"/>
            <a:chExt cx="1352550" cy="2736215"/>
          </a:xfrm>
        </p:grpSpPr>
        <p:sp>
          <p:nvSpPr>
            <p:cNvPr id="62" name="object 62" descr=""/>
            <p:cNvSpPr/>
            <p:nvPr/>
          </p:nvSpPr>
          <p:spPr>
            <a:xfrm>
              <a:off x="2730550" y="7449902"/>
              <a:ext cx="1321435" cy="2489200"/>
            </a:xfrm>
            <a:custGeom>
              <a:avLst/>
              <a:gdLst/>
              <a:ahLst/>
              <a:cxnLst/>
              <a:rect l="l" t="t" r="r" b="b"/>
              <a:pathLst>
                <a:path w="1321435" h="2489200">
                  <a:moveTo>
                    <a:pt x="1321092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1222311" y="107950"/>
                  </a:lnTo>
                  <a:lnTo>
                    <a:pt x="1222311" y="2489200"/>
                  </a:lnTo>
                  <a:lnTo>
                    <a:pt x="1321092" y="2489200"/>
                  </a:lnTo>
                  <a:lnTo>
                    <a:pt x="1321092" y="107950"/>
                  </a:lnTo>
                  <a:lnTo>
                    <a:pt x="1321092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952875" y="9939331"/>
              <a:ext cx="111760" cy="246379"/>
            </a:xfrm>
            <a:custGeom>
              <a:avLst/>
              <a:gdLst/>
              <a:ahLst/>
              <a:cxnLst/>
              <a:rect l="l" t="t" r="r" b="b"/>
              <a:pathLst>
                <a:path w="111760" h="246379">
                  <a:moveTo>
                    <a:pt x="111213" y="6350"/>
                  </a:moveTo>
                  <a:lnTo>
                    <a:pt x="108572" y="6350"/>
                  </a:lnTo>
                  <a:lnTo>
                    <a:pt x="108572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0" y="246380"/>
                  </a:lnTo>
                  <a:lnTo>
                    <a:pt x="111213" y="246380"/>
                  </a:lnTo>
                  <a:lnTo>
                    <a:pt x="111213" y="12700"/>
                  </a:lnTo>
                  <a:lnTo>
                    <a:pt x="111213" y="635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18095" y="9939568"/>
              <a:ext cx="111221" cy="245542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2714825" y="7537662"/>
              <a:ext cx="1352550" cy="20320"/>
            </a:xfrm>
            <a:custGeom>
              <a:avLst/>
              <a:gdLst/>
              <a:ahLst/>
              <a:cxnLst/>
              <a:rect l="l" t="t" r="r" b="b"/>
              <a:pathLst>
                <a:path w="1352550" h="20320">
                  <a:moveTo>
                    <a:pt x="1348032" y="0"/>
                  </a:moveTo>
                  <a:lnTo>
                    <a:pt x="1342451" y="0"/>
                  </a:lnTo>
                  <a:lnTo>
                    <a:pt x="4512" y="0"/>
                  </a:lnTo>
                  <a:lnTo>
                    <a:pt x="0" y="4523"/>
                  </a:lnTo>
                  <a:lnTo>
                    <a:pt x="0" y="15674"/>
                  </a:lnTo>
                  <a:lnTo>
                    <a:pt x="4512" y="20187"/>
                  </a:lnTo>
                  <a:lnTo>
                    <a:pt x="1348032" y="20187"/>
                  </a:lnTo>
                  <a:lnTo>
                    <a:pt x="1352545" y="15674"/>
                  </a:lnTo>
                  <a:lnTo>
                    <a:pt x="1352545" y="4523"/>
                  </a:lnTo>
                  <a:lnTo>
                    <a:pt x="1348032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 descr=""/>
          <p:cNvGrpSpPr/>
          <p:nvPr/>
        </p:nvGrpSpPr>
        <p:grpSpPr>
          <a:xfrm>
            <a:off x="3924551" y="7557853"/>
            <a:ext cx="862965" cy="2627630"/>
            <a:chOff x="3924551" y="7557853"/>
            <a:chExt cx="862965" cy="2627630"/>
          </a:xfrm>
        </p:grpSpPr>
        <p:sp>
          <p:nvSpPr>
            <p:cNvPr id="67" name="object 67" descr=""/>
            <p:cNvSpPr/>
            <p:nvPr/>
          </p:nvSpPr>
          <p:spPr>
            <a:xfrm>
              <a:off x="4610447" y="8890476"/>
              <a:ext cx="40005" cy="8890"/>
            </a:xfrm>
            <a:custGeom>
              <a:avLst/>
              <a:gdLst/>
              <a:ahLst/>
              <a:cxnLst/>
              <a:rect l="l" t="t" r="r" b="b"/>
              <a:pathLst>
                <a:path w="40004" h="8890">
                  <a:moveTo>
                    <a:pt x="30868" y="0"/>
                  </a:moveTo>
                  <a:lnTo>
                    <a:pt x="0" y="0"/>
                  </a:lnTo>
                  <a:lnTo>
                    <a:pt x="1141" y="376"/>
                  </a:lnTo>
                  <a:lnTo>
                    <a:pt x="10072" y="6523"/>
                  </a:lnTo>
                  <a:lnTo>
                    <a:pt x="17235" y="8638"/>
                  </a:lnTo>
                  <a:lnTo>
                    <a:pt x="29538" y="8638"/>
                  </a:lnTo>
                  <a:lnTo>
                    <a:pt x="34805" y="7298"/>
                  </a:lnTo>
                  <a:lnTo>
                    <a:pt x="39977" y="5141"/>
                  </a:lnTo>
                  <a:lnTo>
                    <a:pt x="37789" y="4104"/>
                  </a:lnTo>
                  <a:lnTo>
                    <a:pt x="35559" y="2816"/>
                  </a:lnTo>
                  <a:lnTo>
                    <a:pt x="31999" y="376"/>
                  </a:lnTo>
                  <a:lnTo>
                    <a:pt x="3086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635280" y="8888110"/>
              <a:ext cx="83185" cy="23495"/>
            </a:xfrm>
            <a:custGeom>
              <a:avLst/>
              <a:gdLst/>
              <a:ahLst/>
              <a:cxnLst/>
              <a:rect l="l" t="t" r="r" b="b"/>
              <a:pathLst>
                <a:path w="83185" h="23495">
                  <a:moveTo>
                    <a:pt x="73924" y="0"/>
                  </a:moveTo>
                  <a:lnTo>
                    <a:pt x="67223" y="0"/>
                  </a:lnTo>
                  <a:lnTo>
                    <a:pt x="50473" y="3625"/>
                  </a:lnTo>
                  <a:lnTo>
                    <a:pt x="34656" y="11601"/>
                  </a:lnTo>
                  <a:lnTo>
                    <a:pt x="18316" y="19577"/>
                  </a:lnTo>
                  <a:lnTo>
                    <a:pt x="0" y="23203"/>
                  </a:lnTo>
                  <a:lnTo>
                    <a:pt x="30857" y="23203"/>
                  </a:lnTo>
                  <a:lnTo>
                    <a:pt x="45222" y="20946"/>
                  </a:lnTo>
                  <a:lnTo>
                    <a:pt x="58212" y="15508"/>
                  </a:lnTo>
                  <a:lnTo>
                    <a:pt x="70496" y="8886"/>
                  </a:lnTo>
                  <a:lnTo>
                    <a:pt x="82740" y="3078"/>
                  </a:lnTo>
                  <a:lnTo>
                    <a:pt x="78720" y="1246"/>
                  </a:lnTo>
                  <a:lnTo>
                    <a:pt x="73924" y="0"/>
                  </a:lnTo>
                  <a:close/>
                </a:path>
              </a:pathLst>
            </a:custGeom>
            <a:solidFill>
              <a:srgbClr val="AC7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722077" y="8864327"/>
              <a:ext cx="65405" cy="51435"/>
            </a:xfrm>
            <a:custGeom>
              <a:avLst/>
              <a:gdLst/>
              <a:ahLst/>
              <a:cxnLst/>
              <a:rect l="l" t="t" r="r" b="b"/>
              <a:pathLst>
                <a:path w="65404" h="51434">
                  <a:moveTo>
                    <a:pt x="30857" y="0"/>
                  </a:moveTo>
                  <a:lnTo>
                    <a:pt x="0" y="0"/>
                  </a:lnTo>
                  <a:lnTo>
                    <a:pt x="9412" y="575"/>
                  </a:lnTo>
                  <a:lnTo>
                    <a:pt x="17214" y="2335"/>
                  </a:lnTo>
                  <a:lnTo>
                    <a:pt x="34260" y="27318"/>
                  </a:lnTo>
                  <a:lnTo>
                    <a:pt x="33060" y="36262"/>
                  </a:lnTo>
                  <a:lnTo>
                    <a:pt x="29611" y="43743"/>
                  </a:lnTo>
                  <a:lnTo>
                    <a:pt x="24474" y="48932"/>
                  </a:lnTo>
                  <a:lnTo>
                    <a:pt x="18208" y="51003"/>
                  </a:lnTo>
                  <a:lnTo>
                    <a:pt x="49066" y="51003"/>
                  </a:lnTo>
                  <a:lnTo>
                    <a:pt x="55336" y="48932"/>
                  </a:lnTo>
                  <a:lnTo>
                    <a:pt x="60474" y="43743"/>
                  </a:lnTo>
                  <a:lnTo>
                    <a:pt x="63923" y="36262"/>
                  </a:lnTo>
                  <a:lnTo>
                    <a:pt x="65128" y="27318"/>
                  </a:lnTo>
                  <a:lnTo>
                    <a:pt x="65045" y="20166"/>
                  </a:lnTo>
                  <a:lnTo>
                    <a:pt x="40274" y="575"/>
                  </a:lnTo>
                  <a:lnTo>
                    <a:pt x="30857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603596" y="8864328"/>
              <a:ext cx="153035" cy="51435"/>
            </a:xfrm>
            <a:custGeom>
              <a:avLst/>
              <a:gdLst/>
              <a:ahLst/>
              <a:cxnLst/>
              <a:rect l="l" t="t" r="r" b="b"/>
              <a:pathLst>
                <a:path w="153035" h="51434">
                  <a:moveTo>
                    <a:pt x="118478" y="0"/>
                  </a:moveTo>
                  <a:lnTo>
                    <a:pt x="115577" y="0"/>
                  </a:lnTo>
                  <a:lnTo>
                    <a:pt x="109158" y="408"/>
                  </a:lnTo>
                  <a:lnTo>
                    <a:pt x="88267" y="6716"/>
                  </a:lnTo>
                  <a:lnTo>
                    <a:pt x="50285" y="29725"/>
                  </a:lnTo>
                  <a:lnTo>
                    <a:pt x="30930" y="34784"/>
                  </a:lnTo>
                  <a:lnTo>
                    <a:pt x="24083" y="34784"/>
                  </a:lnTo>
                  <a:lnTo>
                    <a:pt x="16931" y="32669"/>
                  </a:lnTo>
                  <a:lnTo>
                    <a:pt x="7989" y="26522"/>
                  </a:lnTo>
                  <a:lnTo>
                    <a:pt x="6847" y="26156"/>
                  </a:lnTo>
                  <a:lnTo>
                    <a:pt x="1256" y="26156"/>
                  </a:lnTo>
                  <a:lnTo>
                    <a:pt x="0" y="34313"/>
                  </a:lnTo>
                  <a:lnTo>
                    <a:pt x="5957" y="40051"/>
                  </a:lnTo>
                  <a:lnTo>
                    <a:pt x="10125" y="42051"/>
                  </a:lnTo>
                  <a:lnTo>
                    <a:pt x="19789" y="45893"/>
                  </a:lnTo>
                  <a:lnTo>
                    <a:pt x="25946" y="46982"/>
                  </a:lnTo>
                  <a:lnTo>
                    <a:pt x="31684" y="46982"/>
                  </a:lnTo>
                  <a:lnTo>
                    <a:pt x="49997" y="43357"/>
                  </a:lnTo>
                  <a:lnTo>
                    <a:pt x="66336" y="35381"/>
                  </a:lnTo>
                  <a:lnTo>
                    <a:pt x="82156" y="27404"/>
                  </a:lnTo>
                  <a:lnTo>
                    <a:pt x="98907" y="23779"/>
                  </a:lnTo>
                  <a:lnTo>
                    <a:pt x="107410" y="23779"/>
                  </a:lnTo>
                  <a:lnTo>
                    <a:pt x="112855" y="25789"/>
                  </a:lnTo>
                  <a:lnTo>
                    <a:pt x="118802" y="29203"/>
                  </a:lnTo>
                  <a:lnTo>
                    <a:pt x="119828" y="30690"/>
                  </a:lnTo>
                  <a:lnTo>
                    <a:pt x="121713" y="43140"/>
                  </a:lnTo>
                  <a:lnTo>
                    <a:pt x="128320" y="51014"/>
                  </a:lnTo>
                  <a:lnTo>
                    <a:pt x="136226" y="51014"/>
                  </a:lnTo>
                  <a:lnTo>
                    <a:pt x="142952" y="48932"/>
                  </a:lnTo>
                  <a:lnTo>
                    <a:pt x="148091" y="43743"/>
                  </a:lnTo>
                  <a:lnTo>
                    <a:pt x="151542" y="36262"/>
                  </a:lnTo>
                  <a:lnTo>
                    <a:pt x="152749" y="27318"/>
                  </a:lnTo>
                  <a:lnTo>
                    <a:pt x="152665" y="20166"/>
                  </a:lnTo>
                  <a:lnTo>
                    <a:pt x="127890" y="575"/>
                  </a:lnTo>
                  <a:lnTo>
                    <a:pt x="11847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688027" y="8871438"/>
              <a:ext cx="60325" cy="41275"/>
            </a:xfrm>
            <a:custGeom>
              <a:avLst/>
              <a:gdLst/>
              <a:ahLst/>
              <a:cxnLst/>
              <a:rect l="l" t="t" r="r" b="b"/>
              <a:pathLst>
                <a:path w="60325" h="41275">
                  <a:moveTo>
                    <a:pt x="59969" y="9194"/>
                  </a:moveTo>
                  <a:lnTo>
                    <a:pt x="53441" y="0"/>
                  </a:lnTo>
                  <a:lnTo>
                    <a:pt x="22580" y="0"/>
                  </a:lnTo>
                  <a:lnTo>
                    <a:pt x="14554" y="0"/>
                  </a:lnTo>
                  <a:lnTo>
                    <a:pt x="6502" y="0"/>
                  </a:lnTo>
                  <a:lnTo>
                    <a:pt x="0" y="9194"/>
                  </a:lnTo>
                  <a:lnTo>
                    <a:pt x="0" y="31940"/>
                  </a:lnTo>
                  <a:lnTo>
                    <a:pt x="6502" y="41173"/>
                  </a:lnTo>
                  <a:lnTo>
                    <a:pt x="22580" y="41173"/>
                  </a:lnTo>
                  <a:lnTo>
                    <a:pt x="53441" y="41173"/>
                  </a:lnTo>
                  <a:lnTo>
                    <a:pt x="59969" y="31940"/>
                  </a:lnTo>
                  <a:lnTo>
                    <a:pt x="59969" y="9194"/>
                  </a:lnTo>
                  <a:close/>
                </a:path>
              </a:pathLst>
            </a:custGeom>
            <a:solidFill>
              <a:srgbClr val="AC7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960565" y="7557856"/>
              <a:ext cx="782320" cy="2627630"/>
            </a:xfrm>
            <a:custGeom>
              <a:avLst/>
              <a:gdLst/>
              <a:ahLst/>
              <a:cxnLst/>
              <a:rect l="l" t="t" r="r" b="b"/>
              <a:pathLst>
                <a:path w="782320" h="2627629">
                  <a:moveTo>
                    <a:pt x="763683" y="0"/>
                  </a:moveTo>
                  <a:lnTo>
                    <a:pt x="18386" y="0"/>
                  </a:lnTo>
                  <a:lnTo>
                    <a:pt x="11229" y="1444"/>
                  </a:lnTo>
                  <a:lnTo>
                    <a:pt x="5384" y="5384"/>
                  </a:lnTo>
                  <a:lnTo>
                    <a:pt x="1444" y="11229"/>
                  </a:lnTo>
                  <a:lnTo>
                    <a:pt x="0" y="18386"/>
                  </a:lnTo>
                  <a:lnTo>
                    <a:pt x="0" y="2627249"/>
                  </a:lnTo>
                  <a:lnTo>
                    <a:pt x="782080" y="2627249"/>
                  </a:lnTo>
                  <a:lnTo>
                    <a:pt x="782080" y="18386"/>
                  </a:lnTo>
                  <a:lnTo>
                    <a:pt x="780634" y="11229"/>
                  </a:lnTo>
                  <a:lnTo>
                    <a:pt x="776691" y="5384"/>
                  </a:lnTo>
                  <a:lnTo>
                    <a:pt x="770843" y="1444"/>
                  </a:lnTo>
                  <a:lnTo>
                    <a:pt x="763683" y="0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924551" y="7557856"/>
              <a:ext cx="782320" cy="2627630"/>
            </a:xfrm>
            <a:custGeom>
              <a:avLst/>
              <a:gdLst/>
              <a:ahLst/>
              <a:cxnLst/>
              <a:rect l="l" t="t" r="r" b="b"/>
              <a:pathLst>
                <a:path w="782320" h="2627629">
                  <a:moveTo>
                    <a:pt x="763683" y="0"/>
                  </a:moveTo>
                  <a:lnTo>
                    <a:pt x="18397" y="0"/>
                  </a:lnTo>
                  <a:lnTo>
                    <a:pt x="11233" y="1444"/>
                  </a:lnTo>
                  <a:lnTo>
                    <a:pt x="5385" y="5384"/>
                  </a:lnTo>
                  <a:lnTo>
                    <a:pt x="1444" y="11229"/>
                  </a:lnTo>
                  <a:lnTo>
                    <a:pt x="0" y="18386"/>
                  </a:lnTo>
                  <a:lnTo>
                    <a:pt x="0" y="2627249"/>
                  </a:lnTo>
                  <a:lnTo>
                    <a:pt x="782080" y="2627249"/>
                  </a:lnTo>
                  <a:lnTo>
                    <a:pt x="782080" y="18386"/>
                  </a:lnTo>
                  <a:lnTo>
                    <a:pt x="780636" y="11229"/>
                  </a:lnTo>
                  <a:lnTo>
                    <a:pt x="776694" y="5384"/>
                  </a:lnTo>
                  <a:lnTo>
                    <a:pt x="770847" y="1444"/>
                  </a:lnTo>
                  <a:lnTo>
                    <a:pt x="763683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021849" y="7557864"/>
              <a:ext cx="593725" cy="2627630"/>
            </a:xfrm>
            <a:custGeom>
              <a:avLst/>
              <a:gdLst/>
              <a:ahLst/>
              <a:cxnLst/>
              <a:rect l="l" t="t" r="r" b="b"/>
              <a:pathLst>
                <a:path w="593725" h="2627629">
                  <a:moveTo>
                    <a:pt x="18554" y="0"/>
                  </a:moveTo>
                  <a:lnTo>
                    <a:pt x="0" y="0"/>
                  </a:lnTo>
                  <a:lnTo>
                    <a:pt x="0" y="2627249"/>
                  </a:lnTo>
                  <a:lnTo>
                    <a:pt x="18554" y="2627249"/>
                  </a:lnTo>
                  <a:lnTo>
                    <a:pt x="18554" y="0"/>
                  </a:lnTo>
                  <a:close/>
                </a:path>
                <a:path w="593725" h="2627629">
                  <a:moveTo>
                    <a:pt x="593483" y="0"/>
                  </a:moveTo>
                  <a:lnTo>
                    <a:pt x="586028" y="0"/>
                  </a:lnTo>
                  <a:lnTo>
                    <a:pt x="586028" y="2627249"/>
                  </a:lnTo>
                  <a:lnTo>
                    <a:pt x="593483" y="2627249"/>
                  </a:lnTo>
                  <a:lnTo>
                    <a:pt x="593483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040403" y="7684636"/>
              <a:ext cx="567690" cy="2371090"/>
            </a:xfrm>
            <a:custGeom>
              <a:avLst/>
              <a:gdLst/>
              <a:ahLst/>
              <a:cxnLst/>
              <a:rect l="l" t="t" r="r" b="b"/>
              <a:pathLst>
                <a:path w="567689" h="2371090">
                  <a:moveTo>
                    <a:pt x="567474" y="2047367"/>
                  </a:moveTo>
                  <a:lnTo>
                    <a:pt x="0" y="2047367"/>
                  </a:lnTo>
                  <a:lnTo>
                    <a:pt x="0" y="2370975"/>
                  </a:lnTo>
                  <a:lnTo>
                    <a:pt x="567474" y="2370975"/>
                  </a:lnTo>
                  <a:lnTo>
                    <a:pt x="567474" y="2047367"/>
                  </a:lnTo>
                  <a:close/>
                </a:path>
                <a:path w="567689" h="2371090">
                  <a:moveTo>
                    <a:pt x="567474" y="0"/>
                  </a:moveTo>
                  <a:lnTo>
                    <a:pt x="0" y="0"/>
                  </a:lnTo>
                  <a:lnTo>
                    <a:pt x="0" y="1914017"/>
                  </a:lnTo>
                  <a:lnTo>
                    <a:pt x="567474" y="1914017"/>
                  </a:lnTo>
                  <a:lnTo>
                    <a:pt x="567474" y="0"/>
                  </a:lnTo>
                  <a:close/>
                </a:path>
              </a:pathLst>
            </a:custGeom>
            <a:solidFill>
              <a:srgbClr val="ABC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033126" y="9591033"/>
              <a:ext cx="575310" cy="594360"/>
            </a:xfrm>
            <a:custGeom>
              <a:avLst/>
              <a:gdLst/>
              <a:ahLst/>
              <a:cxnLst/>
              <a:rect l="l" t="t" r="r" b="b"/>
              <a:pathLst>
                <a:path w="575310" h="594359">
                  <a:moveTo>
                    <a:pt x="574738" y="464578"/>
                  </a:moveTo>
                  <a:lnTo>
                    <a:pt x="3225" y="464578"/>
                  </a:lnTo>
                  <a:lnTo>
                    <a:pt x="0" y="467804"/>
                  </a:lnTo>
                  <a:lnTo>
                    <a:pt x="0" y="471779"/>
                  </a:lnTo>
                  <a:lnTo>
                    <a:pt x="0" y="594080"/>
                  </a:lnTo>
                  <a:lnTo>
                    <a:pt x="574738" y="594080"/>
                  </a:lnTo>
                  <a:lnTo>
                    <a:pt x="574738" y="464578"/>
                  </a:lnTo>
                  <a:close/>
                </a:path>
                <a:path w="575310" h="594359">
                  <a:moveTo>
                    <a:pt x="574738" y="0"/>
                  </a:moveTo>
                  <a:lnTo>
                    <a:pt x="1739" y="0"/>
                  </a:lnTo>
                  <a:lnTo>
                    <a:pt x="1739" y="381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140970"/>
                  </a:lnTo>
                  <a:lnTo>
                    <a:pt x="1905" y="140970"/>
                  </a:lnTo>
                  <a:lnTo>
                    <a:pt x="1905" y="144780"/>
                  </a:lnTo>
                  <a:lnTo>
                    <a:pt x="574738" y="144780"/>
                  </a:lnTo>
                  <a:lnTo>
                    <a:pt x="574738" y="140970"/>
                  </a:lnTo>
                  <a:lnTo>
                    <a:pt x="574738" y="7620"/>
                  </a:lnTo>
                  <a:lnTo>
                    <a:pt x="574738" y="3810"/>
                  </a:lnTo>
                  <a:lnTo>
                    <a:pt x="57473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084002" y="7736997"/>
              <a:ext cx="483870" cy="1802130"/>
            </a:xfrm>
            <a:custGeom>
              <a:avLst/>
              <a:gdLst/>
              <a:ahLst/>
              <a:cxnLst/>
              <a:rect l="l" t="t" r="r" b="b"/>
              <a:pathLst>
                <a:path w="483870" h="1802129">
                  <a:moveTo>
                    <a:pt x="478917" y="0"/>
                  </a:moveTo>
                  <a:lnTo>
                    <a:pt x="4931" y="0"/>
                  </a:lnTo>
                  <a:lnTo>
                    <a:pt x="0" y="4942"/>
                  </a:lnTo>
                  <a:lnTo>
                    <a:pt x="0" y="1791044"/>
                  </a:lnTo>
                  <a:lnTo>
                    <a:pt x="0" y="1797138"/>
                  </a:lnTo>
                  <a:lnTo>
                    <a:pt x="4931" y="1802070"/>
                  </a:lnTo>
                  <a:lnTo>
                    <a:pt x="478917" y="1802070"/>
                  </a:lnTo>
                  <a:lnTo>
                    <a:pt x="483859" y="1797138"/>
                  </a:lnTo>
                  <a:lnTo>
                    <a:pt x="483859" y="4942"/>
                  </a:lnTo>
                  <a:lnTo>
                    <a:pt x="478917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098063" y="7750098"/>
              <a:ext cx="447675" cy="1776095"/>
            </a:xfrm>
            <a:custGeom>
              <a:avLst/>
              <a:gdLst/>
              <a:ahLst/>
              <a:cxnLst/>
              <a:rect l="l" t="t" r="r" b="b"/>
              <a:pathLst>
                <a:path w="447675" h="1776095">
                  <a:moveTo>
                    <a:pt x="444017" y="0"/>
                  </a:moveTo>
                  <a:lnTo>
                    <a:pt x="3225" y="0"/>
                  </a:lnTo>
                  <a:lnTo>
                    <a:pt x="0" y="3225"/>
                  </a:lnTo>
                  <a:lnTo>
                    <a:pt x="0" y="1768668"/>
                  </a:lnTo>
                  <a:lnTo>
                    <a:pt x="0" y="1772647"/>
                  </a:lnTo>
                  <a:lnTo>
                    <a:pt x="3225" y="1775872"/>
                  </a:lnTo>
                  <a:lnTo>
                    <a:pt x="444017" y="1775872"/>
                  </a:lnTo>
                  <a:lnTo>
                    <a:pt x="447242" y="1772647"/>
                  </a:lnTo>
                  <a:lnTo>
                    <a:pt x="447242" y="3225"/>
                  </a:lnTo>
                  <a:lnTo>
                    <a:pt x="44401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084002" y="9790156"/>
              <a:ext cx="483870" cy="210820"/>
            </a:xfrm>
            <a:custGeom>
              <a:avLst/>
              <a:gdLst/>
              <a:ahLst/>
              <a:cxnLst/>
              <a:rect l="l" t="t" r="r" b="b"/>
              <a:pathLst>
                <a:path w="483870" h="210820">
                  <a:moveTo>
                    <a:pt x="477995" y="0"/>
                  </a:moveTo>
                  <a:lnTo>
                    <a:pt x="5863" y="0"/>
                  </a:lnTo>
                  <a:lnTo>
                    <a:pt x="0" y="5863"/>
                  </a:lnTo>
                  <a:lnTo>
                    <a:pt x="0" y="197428"/>
                  </a:lnTo>
                  <a:lnTo>
                    <a:pt x="0" y="204663"/>
                  </a:lnTo>
                  <a:lnTo>
                    <a:pt x="5863" y="210527"/>
                  </a:lnTo>
                  <a:lnTo>
                    <a:pt x="477995" y="210527"/>
                  </a:lnTo>
                  <a:lnTo>
                    <a:pt x="483859" y="204663"/>
                  </a:lnTo>
                  <a:lnTo>
                    <a:pt x="483859" y="5863"/>
                  </a:lnTo>
                  <a:lnTo>
                    <a:pt x="477995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098063" y="9803249"/>
              <a:ext cx="447675" cy="184785"/>
            </a:xfrm>
            <a:custGeom>
              <a:avLst/>
              <a:gdLst/>
              <a:ahLst/>
              <a:cxnLst/>
              <a:rect l="l" t="t" r="r" b="b"/>
              <a:pathLst>
                <a:path w="447675" h="184784">
                  <a:moveTo>
                    <a:pt x="443410" y="0"/>
                  </a:moveTo>
                  <a:lnTo>
                    <a:pt x="3832" y="0"/>
                  </a:lnTo>
                  <a:lnTo>
                    <a:pt x="0" y="3832"/>
                  </a:lnTo>
                  <a:lnTo>
                    <a:pt x="0" y="175774"/>
                  </a:lnTo>
                  <a:lnTo>
                    <a:pt x="0" y="180497"/>
                  </a:lnTo>
                  <a:lnTo>
                    <a:pt x="3832" y="184329"/>
                  </a:lnTo>
                  <a:lnTo>
                    <a:pt x="443410" y="184329"/>
                  </a:lnTo>
                  <a:lnTo>
                    <a:pt x="447242" y="180497"/>
                  </a:lnTo>
                  <a:lnTo>
                    <a:pt x="447242" y="3832"/>
                  </a:lnTo>
                  <a:lnTo>
                    <a:pt x="44341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033137" y="9591450"/>
              <a:ext cx="575310" cy="13970"/>
            </a:xfrm>
            <a:custGeom>
              <a:avLst/>
              <a:gdLst/>
              <a:ahLst/>
              <a:cxnLst/>
              <a:rect l="l" t="t" r="r" b="b"/>
              <a:pathLst>
                <a:path w="575310" h="13970">
                  <a:moveTo>
                    <a:pt x="574736" y="0"/>
                  </a:moveTo>
                  <a:lnTo>
                    <a:pt x="3225" y="0"/>
                  </a:lnTo>
                  <a:lnTo>
                    <a:pt x="0" y="3225"/>
                  </a:lnTo>
                  <a:lnTo>
                    <a:pt x="0" y="13549"/>
                  </a:lnTo>
                  <a:lnTo>
                    <a:pt x="574736" y="13549"/>
                  </a:lnTo>
                  <a:lnTo>
                    <a:pt x="57473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033126" y="9721678"/>
              <a:ext cx="575310" cy="13970"/>
            </a:xfrm>
            <a:custGeom>
              <a:avLst/>
              <a:gdLst/>
              <a:ahLst/>
              <a:cxnLst/>
              <a:rect l="l" t="t" r="r" b="b"/>
              <a:pathLst>
                <a:path w="575310" h="13970">
                  <a:moveTo>
                    <a:pt x="574738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739" y="10160"/>
                  </a:lnTo>
                  <a:lnTo>
                    <a:pt x="1739" y="13970"/>
                  </a:lnTo>
                  <a:lnTo>
                    <a:pt x="574738" y="13970"/>
                  </a:lnTo>
                  <a:lnTo>
                    <a:pt x="574738" y="10160"/>
                  </a:lnTo>
                  <a:lnTo>
                    <a:pt x="574738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4033137" y="10055607"/>
              <a:ext cx="575310" cy="13970"/>
            </a:xfrm>
            <a:custGeom>
              <a:avLst/>
              <a:gdLst/>
              <a:ahLst/>
              <a:cxnLst/>
              <a:rect l="l" t="t" r="r" b="b"/>
              <a:pathLst>
                <a:path w="575310" h="13970">
                  <a:moveTo>
                    <a:pt x="574736" y="0"/>
                  </a:moveTo>
                  <a:lnTo>
                    <a:pt x="3225" y="0"/>
                  </a:lnTo>
                  <a:lnTo>
                    <a:pt x="0" y="3225"/>
                  </a:lnTo>
                  <a:lnTo>
                    <a:pt x="0" y="13549"/>
                  </a:lnTo>
                  <a:lnTo>
                    <a:pt x="574736" y="13549"/>
                  </a:lnTo>
                  <a:lnTo>
                    <a:pt x="57473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033133" y="7557853"/>
              <a:ext cx="575310" cy="127000"/>
            </a:xfrm>
            <a:custGeom>
              <a:avLst/>
              <a:gdLst/>
              <a:ahLst/>
              <a:cxnLst/>
              <a:rect l="l" t="t" r="r" b="b"/>
              <a:pathLst>
                <a:path w="575310" h="127000">
                  <a:moveTo>
                    <a:pt x="574736" y="0"/>
                  </a:moveTo>
                  <a:lnTo>
                    <a:pt x="0" y="0"/>
                  </a:lnTo>
                  <a:lnTo>
                    <a:pt x="0" y="119567"/>
                  </a:lnTo>
                  <a:lnTo>
                    <a:pt x="0" y="123545"/>
                  </a:lnTo>
                  <a:lnTo>
                    <a:pt x="3225" y="126771"/>
                  </a:lnTo>
                  <a:lnTo>
                    <a:pt x="574736" y="126771"/>
                  </a:lnTo>
                  <a:lnTo>
                    <a:pt x="574736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033126" y="7671085"/>
              <a:ext cx="575310" cy="13970"/>
            </a:xfrm>
            <a:custGeom>
              <a:avLst/>
              <a:gdLst/>
              <a:ahLst/>
              <a:cxnLst/>
              <a:rect l="l" t="t" r="r" b="b"/>
              <a:pathLst>
                <a:path w="575310" h="13970">
                  <a:moveTo>
                    <a:pt x="574738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739" y="10160"/>
                  </a:lnTo>
                  <a:lnTo>
                    <a:pt x="1739" y="13970"/>
                  </a:lnTo>
                  <a:lnTo>
                    <a:pt x="574738" y="13970"/>
                  </a:lnTo>
                  <a:lnTo>
                    <a:pt x="574738" y="10160"/>
                  </a:lnTo>
                  <a:lnTo>
                    <a:pt x="574738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58000" y="8839908"/>
              <a:ext cx="284650" cy="104216"/>
            </a:xfrm>
            <a:prstGeom prst="rect">
              <a:avLst/>
            </a:prstGeom>
          </p:spPr>
        </p:pic>
      </p:grpSp>
      <p:sp>
        <p:nvSpPr>
          <p:cNvPr id="87" name="object 87" descr=""/>
          <p:cNvSpPr/>
          <p:nvPr/>
        </p:nvSpPr>
        <p:spPr>
          <a:xfrm>
            <a:off x="5007919" y="2053106"/>
            <a:ext cx="166370" cy="791845"/>
          </a:xfrm>
          <a:custGeom>
            <a:avLst/>
            <a:gdLst/>
            <a:ahLst/>
            <a:cxnLst/>
            <a:rect l="l" t="t" r="r" b="b"/>
            <a:pathLst>
              <a:path w="166370" h="791844">
                <a:moveTo>
                  <a:pt x="60343" y="0"/>
                </a:moveTo>
                <a:lnTo>
                  <a:pt x="0" y="0"/>
                </a:lnTo>
                <a:lnTo>
                  <a:pt x="141786" y="789169"/>
                </a:lnTo>
                <a:lnTo>
                  <a:pt x="144592" y="791515"/>
                </a:lnTo>
                <a:lnTo>
                  <a:pt x="161534" y="791515"/>
                </a:lnTo>
                <a:lnTo>
                  <a:pt x="163157" y="790771"/>
                </a:lnTo>
                <a:lnTo>
                  <a:pt x="165408" y="788206"/>
                </a:lnTo>
                <a:lnTo>
                  <a:pt x="165921" y="786499"/>
                </a:lnTo>
                <a:lnTo>
                  <a:pt x="165691" y="784803"/>
                </a:lnTo>
                <a:lnTo>
                  <a:pt x="60343" y="0"/>
                </a:lnTo>
                <a:close/>
              </a:path>
            </a:pathLst>
          </a:custGeom>
          <a:solidFill>
            <a:srgbClr val="959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3457339" y="2053105"/>
            <a:ext cx="166370" cy="791845"/>
          </a:xfrm>
          <a:custGeom>
            <a:avLst/>
            <a:gdLst/>
            <a:ahLst/>
            <a:cxnLst/>
            <a:rect l="l" t="t" r="r" b="b"/>
            <a:pathLst>
              <a:path w="166370" h="791844">
                <a:moveTo>
                  <a:pt x="165932" y="0"/>
                </a:moveTo>
                <a:lnTo>
                  <a:pt x="105577" y="0"/>
                </a:lnTo>
                <a:lnTo>
                  <a:pt x="0" y="786499"/>
                </a:lnTo>
                <a:lnTo>
                  <a:pt x="523" y="788206"/>
                </a:lnTo>
                <a:lnTo>
                  <a:pt x="2764" y="790771"/>
                </a:lnTo>
                <a:lnTo>
                  <a:pt x="4387" y="791515"/>
                </a:lnTo>
                <a:lnTo>
                  <a:pt x="21329" y="791515"/>
                </a:lnTo>
                <a:lnTo>
                  <a:pt x="24135" y="789169"/>
                </a:lnTo>
                <a:lnTo>
                  <a:pt x="165932" y="0"/>
                </a:lnTo>
                <a:close/>
              </a:path>
            </a:pathLst>
          </a:custGeom>
          <a:solidFill>
            <a:srgbClr val="959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5007913" y="2053103"/>
            <a:ext cx="80645" cy="151130"/>
          </a:xfrm>
          <a:custGeom>
            <a:avLst/>
            <a:gdLst/>
            <a:ahLst/>
            <a:cxnLst/>
            <a:rect l="l" t="t" r="r" b="b"/>
            <a:pathLst>
              <a:path w="80645" h="151130">
                <a:moveTo>
                  <a:pt x="60343" y="0"/>
                </a:moveTo>
                <a:lnTo>
                  <a:pt x="0" y="0"/>
                </a:lnTo>
                <a:lnTo>
                  <a:pt x="27088" y="150749"/>
                </a:lnTo>
                <a:lnTo>
                  <a:pt x="80583" y="150749"/>
                </a:lnTo>
                <a:lnTo>
                  <a:pt x="60343" y="0"/>
                </a:lnTo>
                <a:close/>
              </a:path>
            </a:pathLst>
          </a:custGeom>
          <a:solidFill>
            <a:srgbClr val="56565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0" name="object 90" descr=""/>
          <p:cNvGrpSpPr/>
          <p:nvPr/>
        </p:nvGrpSpPr>
        <p:grpSpPr>
          <a:xfrm>
            <a:off x="3403730" y="2001326"/>
            <a:ext cx="1823720" cy="202565"/>
            <a:chOff x="3403730" y="2001326"/>
            <a:chExt cx="1823720" cy="202565"/>
          </a:xfrm>
        </p:grpSpPr>
        <p:sp>
          <p:nvSpPr>
            <p:cNvPr id="91" name="object 91" descr=""/>
            <p:cNvSpPr/>
            <p:nvPr/>
          </p:nvSpPr>
          <p:spPr>
            <a:xfrm>
              <a:off x="3542683" y="2053103"/>
              <a:ext cx="80645" cy="151130"/>
            </a:xfrm>
            <a:custGeom>
              <a:avLst/>
              <a:gdLst/>
              <a:ahLst/>
              <a:cxnLst/>
              <a:rect l="l" t="t" r="r" b="b"/>
              <a:pathLst>
                <a:path w="80645" h="151130">
                  <a:moveTo>
                    <a:pt x="80583" y="0"/>
                  </a:moveTo>
                  <a:lnTo>
                    <a:pt x="20240" y="0"/>
                  </a:lnTo>
                  <a:lnTo>
                    <a:pt x="0" y="150749"/>
                  </a:lnTo>
                  <a:lnTo>
                    <a:pt x="53495" y="150749"/>
                  </a:lnTo>
                  <a:lnTo>
                    <a:pt x="80583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403730" y="2001326"/>
              <a:ext cx="1823720" cy="52069"/>
            </a:xfrm>
            <a:custGeom>
              <a:avLst/>
              <a:gdLst/>
              <a:ahLst/>
              <a:cxnLst/>
              <a:rect l="l" t="t" r="r" b="b"/>
              <a:pathLst>
                <a:path w="1823720" h="52069">
                  <a:moveTo>
                    <a:pt x="1818698" y="0"/>
                  </a:moveTo>
                  <a:lnTo>
                    <a:pt x="5026" y="0"/>
                  </a:lnTo>
                  <a:lnTo>
                    <a:pt x="0" y="5026"/>
                  </a:lnTo>
                  <a:lnTo>
                    <a:pt x="0" y="46752"/>
                  </a:lnTo>
                  <a:lnTo>
                    <a:pt x="5026" y="51778"/>
                  </a:lnTo>
                  <a:lnTo>
                    <a:pt x="11214" y="51778"/>
                  </a:lnTo>
                  <a:lnTo>
                    <a:pt x="1818698" y="51778"/>
                  </a:lnTo>
                  <a:lnTo>
                    <a:pt x="1823714" y="46752"/>
                  </a:lnTo>
                  <a:lnTo>
                    <a:pt x="1823714" y="5026"/>
                  </a:lnTo>
                  <a:lnTo>
                    <a:pt x="1818698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 descr=""/>
          <p:cNvGrpSpPr/>
          <p:nvPr/>
        </p:nvGrpSpPr>
        <p:grpSpPr>
          <a:xfrm>
            <a:off x="5745810" y="3348774"/>
            <a:ext cx="710565" cy="999490"/>
            <a:chOff x="5745810" y="3348774"/>
            <a:chExt cx="710565" cy="999490"/>
          </a:xfrm>
        </p:grpSpPr>
        <p:pic>
          <p:nvPicPr>
            <p:cNvPr id="94" name="object 9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17899" y="3564822"/>
              <a:ext cx="187208" cy="205218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5745810" y="3348774"/>
              <a:ext cx="673735" cy="473075"/>
            </a:xfrm>
            <a:custGeom>
              <a:avLst/>
              <a:gdLst/>
              <a:ahLst/>
              <a:cxnLst/>
              <a:rect l="l" t="t" r="r" b="b"/>
              <a:pathLst>
                <a:path w="673735" h="473075">
                  <a:moveTo>
                    <a:pt x="585908" y="0"/>
                  </a:moveTo>
                  <a:lnTo>
                    <a:pt x="541782" y="1238"/>
                  </a:lnTo>
                  <a:lnTo>
                    <a:pt x="501974" y="6868"/>
                  </a:lnTo>
                  <a:lnTo>
                    <a:pt x="468550" y="19763"/>
                  </a:lnTo>
                  <a:lnTo>
                    <a:pt x="443578" y="42794"/>
                  </a:lnTo>
                  <a:lnTo>
                    <a:pt x="452325" y="35109"/>
                  </a:lnTo>
                  <a:lnTo>
                    <a:pt x="461302" y="28948"/>
                  </a:lnTo>
                  <a:lnTo>
                    <a:pt x="507751" y="12455"/>
                  </a:lnTo>
                  <a:lnTo>
                    <a:pt x="570254" y="8212"/>
                  </a:lnTo>
                  <a:lnTo>
                    <a:pt x="602212" y="8219"/>
                  </a:lnTo>
                  <a:lnTo>
                    <a:pt x="628467" y="12944"/>
                  </a:lnTo>
                  <a:lnTo>
                    <a:pt x="645890" y="25571"/>
                  </a:lnTo>
                  <a:lnTo>
                    <a:pt x="655826" y="43775"/>
                  </a:lnTo>
                  <a:lnTo>
                    <a:pt x="659623" y="65233"/>
                  </a:lnTo>
                  <a:lnTo>
                    <a:pt x="659240" y="94997"/>
                  </a:lnTo>
                  <a:lnTo>
                    <a:pt x="656362" y="135241"/>
                  </a:lnTo>
                  <a:lnTo>
                    <a:pt x="652211" y="179326"/>
                  </a:lnTo>
                  <a:lnTo>
                    <a:pt x="647226" y="227919"/>
                  </a:lnTo>
                  <a:lnTo>
                    <a:pt x="642016" y="287739"/>
                  </a:lnTo>
                  <a:lnTo>
                    <a:pt x="636530" y="333772"/>
                  </a:lnTo>
                  <a:lnTo>
                    <a:pt x="628696" y="373911"/>
                  </a:lnTo>
                  <a:lnTo>
                    <a:pt x="598890" y="411319"/>
                  </a:lnTo>
                  <a:lnTo>
                    <a:pt x="518989" y="430728"/>
                  </a:lnTo>
                  <a:lnTo>
                    <a:pt x="458321" y="437567"/>
                  </a:lnTo>
                  <a:lnTo>
                    <a:pt x="416721" y="440857"/>
                  </a:lnTo>
                  <a:lnTo>
                    <a:pt x="366094" y="444393"/>
                  </a:lnTo>
                  <a:lnTo>
                    <a:pt x="311241" y="447877"/>
                  </a:lnTo>
                  <a:lnTo>
                    <a:pt x="256965" y="451013"/>
                  </a:lnTo>
                  <a:lnTo>
                    <a:pt x="208065" y="453505"/>
                  </a:lnTo>
                  <a:lnTo>
                    <a:pt x="169345" y="455054"/>
                  </a:lnTo>
                  <a:lnTo>
                    <a:pt x="121669" y="455530"/>
                  </a:lnTo>
                  <a:lnTo>
                    <a:pt x="76614" y="454172"/>
                  </a:lnTo>
                  <a:lnTo>
                    <a:pt x="38459" y="451199"/>
                  </a:lnTo>
                  <a:lnTo>
                    <a:pt x="11486" y="446834"/>
                  </a:lnTo>
                  <a:lnTo>
                    <a:pt x="6921" y="445525"/>
                  </a:lnTo>
                  <a:lnTo>
                    <a:pt x="2355" y="448405"/>
                  </a:lnTo>
                  <a:lnTo>
                    <a:pt x="48862" y="469290"/>
                  </a:lnTo>
                  <a:lnTo>
                    <a:pt x="108415" y="472404"/>
                  </a:lnTo>
                  <a:lnTo>
                    <a:pt x="132948" y="472666"/>
                  </a:lnTo>
                  <a:lnTo>
                    <a:pt x="169869" y="472017"/>
                  </a:lnTo>
                  <a:lnTo>
                    <a:pt x="208734" y="470420"/>
                  </a:lnTo>
                  <a:lnTo>
                    <a:pt x="257806" y="467911"/>
                  </a:lnTo>
                  <a:lnTo>
                    <a:pt x="312264" y="464773"/>
                  </a:lnTo>
                  <a:lnTo>
                    <a:pt x="367288" y="461288"/>
                  </a:lnTo>
                  <a:lnTo>
                    <a:pt x="418058" y="457738"/>
                  </a:lnTo>
                  <a:lnTo>
                    <a:pt x="459755" y="454405"/>
                  </a:lnTo>
                  <a:lnTo>
                    <a:pt x="501804" y="450086"/>
                  </a:lnTo>
                  <a:lnTo>
                    <a:pt x="568102" y="438863"/>
                  </a:lnTo>
                  <a:lnTo>
                    <a:pt x="605170" y="426958"/>
                  </a:lnTo>
                  <a:lnTo>
                    <a:pt x="642680" y="385875"/>
                  </a:lnTo>
                  <a:lnTo>
                    <a:pt x="651434" y="348024"/>
                  </a:lnTo>
                  <a:lnTo>
                    <a:pt x="657790" y="300315"/>
                  </a:lnTo>
                  <a:lnTo>
                    <a:pt x="662754" y="246578"/>
                  </a:lnTo>
                  <a:lnTo>
                    <a:pt x="668039" y="182057"/>
                  </a:lnTo>
                  <a:lnTo>
                    <a:pt x="671781" y="132910"/>
                  </a:lnTo>
                  <a:lnTo>
                    <a:pt x="673421" y="84791"/>
                  </a:lnTo>
                  <a:lnTo>
                    <a:pt x="670314" y="48532"/>
                  </a:lnTo>
                  <a:lnTo>
                    <a:pt x="662026" y="25815"/>
                  </a:lnTo>
                  <a:lnTo>
                    <a:pt x="647634" y="10813"/>
                  </a:lnTo>
                  <a:lnTo>
                    <a:pt x="623481" y="2538"/>
                  </a:lnTo>
                  <a:lnTo>
                    <a:pt x="585908" y="0"/>
                  </a:lnTo>
                  <a:close/>
                </a:path>
              </a:pathLst>
            </a:custGeom>
            <a:solidFill>
              <a:srgbClr val="9FC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757291" y="3356997"/>
              <a:ext cx="648335" cy="508000"/>
            </a:xfrm>
            <a:custGeom>
              <a:avLst/>
              <a:gdLst/>
              <a:ahLst/>
              <a:cxnLst/>
              <a:rect l="l" t="t" r="r" b="b"/>
              <a:pathLst>
                <a:path w="648335" h="508000">
                  <a:moveTo>
                    <a:pt x="581202" y="423621"/>
                  </a:moveTo>
                  <a:lnTo>
                    <a:pt x="526376" y="436702"/>
                  </a:lnTo>
                  <a:lnTo>
                    <a:pt x="448271" y="446189"/>
                  </a:lnTo>
                  <a:lnTo>
                    <a:pt x="406565" y="449516"/>
                  </a:lnTo>
                  <a:lnTo>
                    <a:pt x="355803" y="453072"/>
                  </a:lnTo>
                  <a:lnTo>
                    <a:pt x="300774" y="456552"/>
                  </a:lnTo>
                  <a:lnTo>
                    <a:pt x="246316" y="459689"/>
                  </a:lnTo>
                  <a:lnTo>
                    <a:pt x="197243" y="462203"/>
                  </a:lnTo>
                  <a:lnTo>
                    <a:pt x="158381" y="463791"/>
                  </a:lnTo>
                  <a:lnTo>
                    <a:pt x="130683" y="464400"/>
                  </a:lnTo>
                  <a:lnTo>
                    <a:pt x="96926" y="464185"/>
                  </a:lnTo>
                  <a:lnTo>
                    <a:pt x="138417" y="468833"/>
                  </a:lnTo>
                  <a:lnTo>
                    <a:pt x="176758" y="475094"/>
                  </a:lnTo>
                  <a:lnTo>
                    <a:pt x="213118" y="482257"/>
                  </a:lnTo>
                  <a:lnTo>
                    <a:pt x="248666" y="489623"/>
                  </a:lnTo>
                  <a:lnTo>
                    <a:pt x="286321" y="497179"/>
                  </a:lnTo>
                  <a:lnTo>
                    <a:pt x="327723" y="503897"/>
                  </a:lnTo>
                  <a:lnTo>
                    <a:pt x="372643" y="507961"/>
                  </a:lnTo>
                  <a:lnTo>
                    <a:pt x="420865" y="507504"/>
                  </a:lnTo>
                  <a:lnTo>
                    <a:pt x="468426" y="498424"/>
                  </a:lnTo>
                  <a:lnTo>
                    <a:pt x="511365" y="479640"/>
                  </a:lnTo>
                  <a:lnTo>
                    <a:pt x="549122" y="453821"/>
                  </a:lnTo>
                  <a:lnTo>
                    <a:pt x="581202" y="423621"/>
                  </a:lnTo>
                  <a:close/>
                </a:path>
                <a:path w="648335" h="508000">
                  <a:moveTo>
                    <a:pt x="648131" y="57010"/>
                  </a:moveTo>
                  <a:lnTo>
                    <a:pt x="634403" y="17360"/>
                  </a:lnTo>
                  <a:lnTo>
                    <a:pt x="590740" y="12"/>
                  </a:lnTo>
                  <a:lnTo>
                    <a:pt x="558774" y="0"/>
                  </a:lnTo>
                  <a:lnTo>
                    <a:pt x="526630" y="927"/>
                  </a:lnTo>
                  <a:lnTo>
                    <a:pt x="469658" y="11353"/>
                  </a:lnTo>
                  <a:lnTo>
                    <a:pt x="432219" y="34696"/>
                  </a:lnTo>
                  <a:lnTo>
                    <a:pt x="397941" y="88265"/>
                  </a:lnTo>
                  <a:lnTo>
                    <a:pt x="376631" y="137591"/>
                  </a:lnTo>
                  <a:lnTo>
                    <a:pt x="358521" y="181546"/>
                  </a:lnTo>
                  <a:lnTo>
                    <a:pt x="348983" y="205092"/>
                  </a:lnTo>
                  <a:lnTo>
                    <a:pt x="348335" y="206387"/>
                  </a:lnTo>
                  <a:lnTo>
                    <a:pt x="348068" y="207035"/>
                  </a:lnTo>
                  <a:lnTo>
                    <a:pt x="347814" y="207822"/>
                  </a:lnTo>
                  <a:lnTo>
                    <a:pt x="328091" y="256514"/>
                  </a:lnTo>
                  <a:lnTo>
                    <a:pt x="310565" y="300126"/>
                  </a:lnTo>
                  <a:lnTo>
                    <a:pt x="297256" y="333578"/>
                  </a:lnTo>
                  <a:lnTo>
                    <a:pt x="290144" y="351726"/>
                  </a:lnTo>
                  <a:lnTo>
                    <a:pt x="281965" y="367157"/>
                  </a:lnTo>
                  <a:lnTo>
                    <a:pt x="230784" y="400545"/>
                  </a:lnTo>
                  <a:lnTo>
                    <a:pt x="177685" y="411353"/>
                  </a:lnTo>
                  <a:lnTo>
                    <a:pt x="50596" y="422744"/>
                  </a:lnTo>
                  <a:lnTo>
                    <a:pt x="14389" y="428993"/>
                  </a:lnTo>
                  <a:lnTo>
                    <a:pt x="0" y="438619"/>
                  </a:lnTo>
                  <a:lnTo>
                    <a:pt x="26974" y="442988"/>
                  </a:lnTo>
                  <a:lnTo>
                    <a:pt x="65125" y="445960"/>
                  </a:lnTo>
                  <a:lnTo>
                    <a:pt x="110185" y="447306"/>
                  </a:lnTo>
                  <a:lnTo>
                    <a:pt x="157861" y="446836"/>
                  </a:lnTo>
                  <a:lnTo>
                    <a:pt x="196583" y="445287"/>
                  </a:lnTo>
                  <a:lnTo>
                    <a:pt x="354609" y="436168"/>
                  </a:lnTo>
                  <a:lnTo>
                    <a:pt x="446836" y="429348"/>
                  </a:lnTo>
                  <a:lnTo>
                    <a:pt x="507504" y="422503"/>
                  </a:lnTo>
                  <a:lnTo>
                    <a:pt x="554405" y="413740"/>
                  </a:lnTo>
                  <a:lnTo>
                    <a:pt x="606386" y="390601"/>
                  </a:lnTo>
                  <a:lnTo>
                    <a:pt x="625043" y="325551"/>
                  </a:lnTo>
                  <a:lnTo>
                    <a:pt x="630529" y="279527"/>
                  </a:lnTo>
                  <a:lnTo>
                    <a:pt x="635088" y="228053"/>
                  </a:lnTo>
                  <a:lnTo>
                    <a:pt x="635736" y="219697"/>
                  </a:lnTo>
                  <a:lnTo>
                    <a:pt x="636524" y="212394"/>
                  </a:lnTo>
                  <a:lnTo>
                    <a:pt x="640727" y="171107"/>
                  </a:lnTo>
                  <a:lnTo>
                    <a:pt x="644880" y="127025"/>
                  </a:lnTo>
                  <a:lnTo>
                    <a:pt x="647750" y="86779"/>
                  </a:lnTo>
                  <a:lnTo>
                    <a:pt x="648131" y="5701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752516" y="3831786"/>
              <a:ext cx="704215" cy="516255"/>
            </a:xfrm>
            <a:custGeom>
              <a:avLst/>
              <a:gdLst/>
              <a:ahLst/>
              <a:cxnLst/>
              <a:rect l="l" t="t" r="r" b="b"/>
              <a:pathLst>
                <a:path w="704214" h="516254">
                  <a:moveTo>
                    <a:pt x="289864" y="5727"/>
                  </a:moveTo>
                  <a:lnTo>
                    <a:pt x="289356" y="4483"/>
                  </a:lnTo>
                  <a:lnTo>
                    <a:pt x="288759" y="4076"/>
                  </a:lnTo>
                  <a:lnTo>
                    <a:pt x="221754" y="2590"/>
                  </a:lnTo>
                  <a:lnTo>
                    <a:pt x="217373" y="1866"/>
                  </a:lnTo>
                  <a:lnTo>
                    <a:pt x="211582" y="0"/>
                  </a:lnTo>
                  <a:lnTo>
                    <a:pt x="209892" y="762"/>
                  </a:lnTo>
                  <a:lnTo>
                    <a:pt x="195338" y="31064"/>
                  </a:lnTo>
                  <a:lnTo>
                    <a:pt x="178955" y="66560"/>
                  </a:lnTo>
                  <a:lnTo>
                    <a:pt x="160286" y="108191"/>
                  </a:lnTo>
                  <a:lnTo>
                    <a:pt x="139674" y="155473"/>
                  </a:lnTo>
                  <a:lnTo>
                    <a:pt x="117411" y="207924"/>
                  </a:lnTo>
                  <a:lnTo>
                    <a:pt x="93840" y="265061"/>
                  </a:lnTo>
                  <a:lnTo>
                    <a:pt x="63944" y="339775"/>
                  </a:lnTo>
                  <a:lnTo>
                    <a:pt x="45770" y="387235"/>
                  </a:lnTo>
                  <a:lnTo>
                    <a:pt x="22440" y="450761"/>
                  </a:lnTo>
                  <a:lnTo>
                    <a:pt x="0" y="513194"/>
                  </a:lnTo>
                  <a:lnTo>
                    <a:pt x="76" y="514108"/>
                  </a:lnTo>
                  <a:lnTo>
                    <a:pt x="990" y="515416"/>
                  </a:lnTo>
                  <a:lnTo>
                    <a:pt x="1752" y="515874"/>
                  </a:lnTo>
                  <a:lnTo>
                    <a:pt x="17386" y="515874"/>
                  </a:lnTo>
                  <a:lnTo>
                    <a:pt x="45885" y="457949"/>
                  </a:lnTo>
                  <a:lnTo>
                    <a:pt x="74066" y="395922"/>
                  </a:lnTo>
                  <a:lnTo>
                    <a:pt x="94348" y="349173"/>
                  </a:lnTo>
                  <a:lnTo>
                    <a:pt x="125018" y="274802"/>
                  </a:lnTo>
                  <a:lnTo>
                    <a:pt x="150202" y="210553"/>
                  </a:lnTo>
                  <a:lnTo>
                    <a:pt x="173240" y="149415"/>
                  </a:lnTo>
                  <a:lnTo>
                    <a:pt x="182105" y="128905"/>
                  </a:lnTo>
                  <a:lnTo>
                    <a:pt x="193154" y="109499"/>
                  </a:lnTo>
                  <a:lnTo>
                    <a:pt x="206222" y="91389"/>
                  </a:lnTo>
                  <a:lnTo>
                    <a:pt x="221170" y="74777"/>
                  </a:lnTo>
                  <a:lnTo>
                    <a:pt x="289712" y="6426"/>
                  </a:lnTo>
                  <a:lnTo>
                    <a:pt x="289864" y="5727"/>
                  </a:lnTo>
                  <a:close/>
                </a:path>
                <a:path w="704214" h="516254">
                  <a:moveTo>
                    <a:pt x="703795" y="513194"/>
                  </a:moveTo>
                  <a:lnTo>
                    <a:pt x="681431" y="450989"/>
                  </a:lnTo>
                  <a:lnTo>
                    <a:pt x="658164" y="387667"/>
                  </a:lnTo>
                  <a:lnTo>
                    <a:pt x="640054" y="340423"/>
                  </a:lnTo>
                  <a:lnTo>
                    <a:pt x="610260" y="265988"/>
                  </a:lnTo>
                  <a:lnTo>
                    <a:pt x="586943" y="209372"/>
                  </a:lnTo>
                  <a:lnTo>
                    <a:pt x="564832" y="157213"/>
                  </a:lnTo>
                  <a:lnTo>
                    <a:pt x="544271" y="110058"/>
                  </a:lnTo>
                  <a:lnTo>
                    <a:pt x="525627" y="68453"/>
                  </a:lnTo>
                  <a:lnTo>
                    <a:pt x="509231" y="32969"/>
                  </a:lnTo>
                  <a:lnTo>
                    <a:pt x="492975" y="1905"/>
                  </a:lnTo>
                  <a:lnTo>
                    <a:pt x="487578" y="3619"/>
                  </a:lnTo>
                  <a:lnTo>
                    <a:pt x="483616" y="4241"/>
                  </a:lnTo>
                  <a:lnTo>
                    <a:pt x="414921" y="4965"/>
                  </a:lnTo>
                  <a:lnTo>
                    <a:pt x="414261" y="4965"/>
                  </a:lnTo>
                  <a:lnTo>
                    <a:pt x="413651" y="5372"/>
                  </a:lnTo>
                  <a:lnTo>
                    <a:pt x="413131" y="6604"/>
                  </a:lnTo>
                  <a:lnTo>
                    <a:pt x="413283" y="7327"/>
                  </a:lnTo>
                  <a:lnTo>
                    <a:pt x="483768" y="77609"/>
                  </a:lnTo>
                  <a:lnTo>
                    <a:pt x="498792" y="94272"/>
                  </a:lnTo>
                  <a:lnTo>
                    <a:pt x="511835" y="112318"/>
                  </a:lnTo>
                  <a:lnTo>
                    <a:pt x="522833" y="131673"/>
                  </a:lnTo>
                  <a:lnTo>
                    <a:pt x="531710" y="152260"/>
                  </a:lnTo>
                  <a:lnTo>
                    <a:pt x="542721" y="181800"/>
                  </a:lnTo>
                  <a:lnTo>
                    <a:pt x="554405" y="212483"/>
                  </a:lnTo>
                  <a:lnTo>
                    <a:pt x="589368" y="300647"/>
                  </a:lnTo>
                  <a:lnTo>
                    <a:pt x="609765" y="349783"/>
                  </a:lnTo>
                  <a:lnTo>
                    <a:pt x="629983" y="396367"/>
                  </a:lnTo>
                  <a:lnTo>
                    <a:pt x="658063" y="458190"/>
                  </a:lnTo>
                  <a:lnTo>
                    <a:pt x="684568" y="514642"/>
                  </a:lnTo>
                  <a:lnTo>
                    <a:pt x="686485" y="515886"/>
                  </a:lnTo>
                  <a:lnTo>
                    <a:pt x="702043" y="515886"/>
                  </a:lnTo>
                  <a:lnTo>
                    <a:pt x="702805" y="515404"/>
                  </a:lnTo>
                  <a:lnTo>
                    <a:pt x="703719" y="514108"/>
                  </a:lnTo>
                  <a:lnTo>
                    <a:pt x="703795" y="513194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921788" y="3942974"/>
              <a:ext cx="367030" cy="15875"/>
            </a:xfrm>
            <a:custGeom>
              <a:avLst/>
              <a:gdLst/>
              <a:ahLst/>
              <a:cxnLst/>
              <a:rect l="l" t="t" r="r" b="b"/>
              <a:pathLst>
                <a:path w="367029" h="15875">
                  <a:moveTo>
                    <a:pt x="363046" y="0"/>
                  </a:moveTo>
                  <a:lnTo>
                    <a:pt x="3434" y="0"/>
                  </a:lnTo>
                  <a:lnTo>
                    <a:pt x="0" y="3423"/>
                  </a:lnTo>
                  <a:lnTo>
                    <a:pt x="0" y="11894"/>
                  </a:lnTo>
                  <a:lnTo>
                    <a:pt x="3434" y="15318"/>
                  </a:lnTo>
                  <a:lnTo>
                    <a:pt x="7664" y="15318"/>
                  </a:lnTo>
                  <a:lnTo>
                    <a:pt x="363046" y="15318"/>
                  </a:lnTo>
                  <a:lnTo>
                    <a:pt x="366480" y="11894"/>
                  </a:lnTo>
                  <a:lnTo>
                    <a:pt x="366480" y="3423"/>
                  </a:lnTo>
                  <a:lnTo>
                    <a:pt x="363046" y="0"/>
                  </a:lnTo>
                  <a:close/>
                </a:path>
              </a:pathLst>
            </a:custGeom>
            <a:solidFill>
              <a:srgbClr val="91C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6087755" y="3836601"/>
              <a:ext cx="34925" cy="511175"/>
            </a:xfrm>
            <a:custGeom>
              <a:avLst/>
              <a:gdLst/>
              <a:ahLst/>
              <a:cxnLst/>
              <a:rect l="l" t="t" r="r" b="b"/>
              <a:pathLst>
                <a:path w="34925" h="511175">
                  <a:moveTo>
                    <a:pt x="7278" y="0"/>
                  </a:moveTo>
                  <a:lnTo>
                    <a:pt x="4138" y="47128"/>
                  </a:lnTo>
                  <a:lnTo>
                    <a:pt x="2713" y="91764"/>
                  </a:lnTo>
                  <a:lnTo>
                    <a:pt x="1751" y="130317"/>
                  </a:lnTo>
                  <a:lnTo>
                    <a:pt x="231" y="255028"/>
                  </a:lnTo>
                  <a:lnTo>
                    <a:pt x="0" y="376396"/>
                  </a:lnTo>
                  <a:lnTo>
                    <a:pt x="1226" y="439044"/>
                  </a:lnTo>
                  <a:lnTo>
                    <a:pt x="4524" y="510057"/>
                  </a:lnTo>
                  <a:lnTo>
                    <a:pt x="5592" y="511052"/>
                  </a:lnTo>
                  <a:lnTo>
                    <a:pt x="28963" y="511052"/>
                  </a:lnTo>
                  <a:lnTo>
                    <a:pt x="30031" y="510057"/>
                  </a:lnTo>
                  <a:lnTo>
                    <a:pt x="33319" y="439044"/>
                  </a:lnTo>
                  <a:lnTo>
                    <a:pt x="34550" y="376396"/>
                  </a:lnTo>
                  <a:lnTo>
                    <a:pt x="34628" y="353319"/>
                  </a:lnTo>
                  <a:lnTo>
                    <a:pt x="34325" y="255028"/>
                  </a:lnTo>
                  <a:lnTo>
                    <a:pt x="32799" y="130168"/>
                  </a:lnTo>
                  <a:lnTo>
                    <a:pt x="31838" y="91571"/>
                  </a:lnTo>
                  <a:lnTo>
                    <a:pt x="30413" y="46988"/>
                  </a:lnTo>
                  <a:lnTo>
                    <a:pt x="28503" y="1612"/>
                  </a:lnTo>
                  <a:lnTo>
                    <a:pt x="7278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 descr=""/>
          <p:cNvGrpSpPr/>
          <p:nvPr/>
        </p:nvGrpSpPr>
        <p:grpSpPr>
          <a:xfrm>
            <a:off x="4795684" y="3348774"/>
            <a:ext cx="710565" cy="999490"/>
            <a:chOff x="4795684" y="3348774"/>
            <a:chExt cx="710565" cy="999490"/>
          </a:xfrm>
        </p:grpSpPr>
        <p:pic>
          <p:nvPicPr>
            <p:cNvPr id="101" name="object 10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67763" y="3564822"/>
              <a:ext cx="187219" cy="205218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4795684" y="3348774"/>
              <a:ext cx="673735" cy="473075"/>
            </a:xfrm>
            <a:custGeom>
              <a:avLst/>
              <a:gdLst/>
              <a:ahLst/>
              <a:cxnLst/>
              <a:rect l="l" t="t" r="r" b="b"/>
              <a:pathLst>
                <a:path w="673735" h="473075">
                  <a:moveTo>
                    <a:pt x="585908" y="0"/>
                  </a:moveTo>
                  <a:lnTo>
                    <a:pt x="541782" y="1238"/>
                  </a:lnTo>
                  <a:lnTo>
                    <a:pt x="501974" y="6868"/>
                  </a:lnTo>
                  <a:lnTo>
                    <a:pt x="468550" y="19763"/>
                  </a:lnTo>
                  <a:lnTo>
                    <a:pt x="443578" y="42794"/>
                  </a:lnTo>
                  <a:lnTo>
                    <a:pt x="452325" y="35109"/>
                  </a:lnTo>
                  <a:lnTo>
                    <a:pt x="461302" y="28948"/>
                  </a:lnTo>
                  <a:lnTo>
                    <a:pt x="507751" y="12455"/>
                  </a:lnTo>
                  <a:lnTo>
                    <a:pt x="570258" y="8212"/>
                  </a:lnTo>
                  <a:lnTo>
                    <a:pt x="602222" y="8219"/>
                  </a:lnTo>
                  <a:lnTo>
                    <a:pt x="628472" y="12944"/>
                  </a:lnTo>
                  <a:lnTo>
                    <a:pt x="645891" y="25571"/>
                  </a:lnTo>
                  <a:lnTo>
                    <a:pt x="655826" y="43775"/>
                  </a:lnTo>
                  <a:lnTo>
                    <a:pt x="659623" y="65233"/>
                  </a:lnTo>
                  <a:lnTo>
                    <a:pt x="659240" y="94997"/>
                  </a:lnTo>
                  <a:lnTo>
                    <a:pt x="656362" y="135241"/>
                  </a:lnTo>
                  <a:lnTo>
                    <a:pt x="652211" y="179326"/>
                  </a:lnTo>
                  <a:lnTo>
                    <a:pt x="647226" y="227919"/>
                  </a:lnTo>
                  <a:lnTo>
                    <a:pt x="642016" y="287739"/>
                  </a:lnTo>
                  <a:lnTo>
                    <a:pt x="636530" y="333772"/>
                  </a:lnTo>
                  <a:lnTo>
                    <a:pt x="628696" y="373911"/>
                  </a:lnTo>
                  <a:lnTo>
                    <a:pt x="598890" y="411319"/>
                  </a:lnTo>
                  <a:lnTo>
                    <a:pt x="518989" y="430728"/>
                  </a:lnTo>
                  <a:lnTo>
                    <a:pt x="458321" y="437567"/>
                  </a:lnTo>
                  <a:lnTo>
                    <a:pt x="416721" y="440857"/>
                  </a:lnTo>
                  <a:lnTo>
                    <a:pt x="366094" y="444393"/>
                  </a:lnTo>
                  <a:lnTo>
                    <a:pt x="311241" y="447877"/>
                  </a:lnTo>
                  <a:lnTo>
                    <a:pt x="256965" y="451013"/>
                  </a:lnTo>
                  <a:lnTo>
                    <a:pt x="208065" y="453505"/>
                  </a:lnTo>
                  <a:lnTo>
                    <a:pt x="169345" y="455054"/>
                  </a:lnTo>
                  <a:lnTo>
                    <a:pt x="121674" y="455530"/>
                  </a:lnTo>
                  <a:lnTo>
                    <a:pt x="76618" y="454172"/>
                  </a:lnTo>
                  <a:lnTo>
                    <a:pt x="38460" y="451199"/>
                  </a:lnTo>
                  <a:lnTo>
                    <a:pt x="11486" y="446834"/>
                  </a:lnTo>
                  <a:lnTo>
                    <a:pt x="6921" y="445525"/>
                  </a:lnTo>
                  <a:lnTo>
                    <a:pt x="2355" y="448405"/>
                  </a:lnTo>
                  <a:lnTo>
                    <a:pt x="48862" y="469290"/>
                  </a:lnTo>
                  <a:lnTo>
                    <a:pt x="108415" y="472404"/>
                  </a:lnTo>
                  <a:lnTo>
                    <a:pt x="132948" y="472666"/>
                  </a:lnTo>
                  <a:lnTo>
                    <a:pt x="169869" y="472017"/>
                  </a:lnTo>
                  <a:lnTo>
                    <a:pt x="208734" y="470420"/>
                  </a:lnTo>
                  <a:lnTo>
                    <a:pt x="257806" y="467911"/>
                  </a:lnTo>
                  <a:lnTo>
                    <a:pt x="312264" y="464773"/>
                  </a:lnTo>
                  <a:lnTo>
                    <a:pt x="367288" y="461288"/>
                  </a:lnTo>
                  <a:lnTo>
                    <a:pt x="418058" y="457738"/>
                  </a:lnTo>
                  <a:lnTo>
                    <a:pt x="459755" y="454405"/>
                  </a:lnTo>
                  <a:lnTo>
                    <a:pt x="501804" y="450086"/>
                  </a:lnTo>
                  <a:lnTo>
                    <a:pt x="568102" y="438863"/>
                  </a:lnTo>
                  <a:lnTo>
                    <a:pt x="605170" y="426958"/>
                  </a:lnTo>
                  <a:lnTo>
                    <a:pt x="642680" y="385875"/>
                  </a:lnTo>
                  <a:lnTo>
                    <a:pt x="651434" y="348024"/>
                  </a:lnTo>
                  <a:lnTo>
                    <a:pt x="657790" y="300315"/>
                  </a:lnTo>
                  <a:lnTo>
                    <a:pt x="662754" y="246578"/>
                  </a:lnTo>
                  <a:lnTo>
                    <a:pt x="668044" y="182057"/>
                  </a:lnTo>
                  <a:lnTo>
                    <a:pt x="671785" y="132910"/>
                  </a:lnTo>
                  <a:lnTo>
                    <a:pt x="673422" y="84791"/>
                  </a:lnTo>
                  <a:lnTo>
                    <a:pt x="670314" y="48532"/>
                  </a:lnTo>
                  <a:lnTo>
                    <a:pt x="662026" y="25815"/>
                  </a:lnTo>
                  <a:lnTo>
                    <a:pt x="647634" y="10813"/>
                  </a:lnTo>
                  <a:lnTo>
                    <a:pt x="623481" y="2538"/>
                  </a:lnTo>
                  <a:lnTo>
                    <a:pt x="585908" y="0"/>
                  </a:lnTo>
                  <a:close/>
                </a:path>
              </a:pathLst>
            </a:custGeom>
            <a:solidFill>
              <a:srgbClr val="9FC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4807166" y="3356997"/>
              <a:ext cx="648335" cy="508000"/>
            </a:xfrm>
            <a:custGeom>
              <a:avLst/>
              <a:gdLst/>
              <a:ahLst/>
              <a:cxnLst/>
              <a:rect l="l" t="t" r="r" b="b"/>
              <a:pathLst>
                <a:path w="648335" h="508000">
                  <a:moveTo>
                    <a:pt x="581202" y="423621"/>
                  </a:moveTo>
                  <a:lnTo>
                    <a:pt x="526376" y="436702"/>
                  </a:lnTo>
                  <a:lnTo>
                    <a:pt x="448271" y="446189"/>
                  </a:lnTo>
                  <a:lnTo>
                    <a:pt x="406565" y="449516"/>
                  </a:lnTo>
                  <a:lnTo>
                    <a:pt x="355803" y="453072"/>
                  </a:lnTo>
                  <a:lnTo>
                    <a:pt x="300774" y="456552"/>
                  </a:lnTo>
                  <a:lnTo>
                    <a:pt x="246316" y="459689"/>
                  </a:lnTo>
                  <a:lnTo>
                    <a:pt x="197243" y="462203"/>
                  </a:lnTo>
                  <a:lnTo>
                    <a:pt x="158381" y="463791"/>
                  </a:lnTo>
                  <a:lnTo>
                    <a:pt x="130670" y="464400"/>
                  </a:lnTo>
                  <a:lnTo>
                    <a:pt x="96926" y="464185"/>
                  </a:lnTo>
                  <a:lnTo>
                    <a:pt x="138417" y="468833"/>
                  </a:lnTo>
                  <a:lnTo>
                    <a:pt x="176758" y="475094"/>
                  </a:lnTo>
                  <a:lnTo>
                    <a:pt x="213118" y="482257"/>
                  </a:lnTo>
                  <a:lnTo>
                    <a:pt x="248653" y="489623"/>
                  </a:lnTo>
                  <a:lnTo>
                    <a:pt x="286321" y="497179"/>
                  </a:lnTo>
                  <a:lnTo>
                    <a:pt x="327723" y="503897"/>
                  </a:lnTo>
                  <a:lnTo>
                    <a:pt x="372643" y="507961"/>
                  </a:lnTo>
                  <a:lnTo>
                    <a:pt x="420865" y="507504"/>
                  </a:lnTo>
                  <a:lnTo>
                    <a:pt x="468426" y="498424"/>
                  </a:lnTo>
                  <a:lnTo>
                    <a:pt x="511365" y="479640"/>
                  </a:lnTo>
                  <a:lnTo>
                    <a:pt x="549122" y="453821"/>
                  </a:lnTo>
                  <a:lnTo>
                    <a:pt x="581202" y="423621"/>
                  </a:lnTo>
                  <a:close/>
                </a:path>
                <a:path w="648335" h="508000">
                  <a:moveTo>
                    <a:pt x="648131" y="57010"/>
                  </a:moveTo>
                  <a:lnTo>
                    <a:pt x="634403" y="17360"/>
                  </a:lnTo>
                  <a:lnTo>
                    <a:pt x="590740" y="12"/>
                  </a:lnTo>
                  <a:lnTo>
                    <a:pt x="558774" y="0"/>
                  </a:lnTo>
                  <a:lnTo>
                    <a:pt x="526618" y="927"/>
                  </a:lnTo>
                  <a:lnTo>
                    <a:pt x="469658" y="11353"/>
                  </a:lnTo>
                  <a:lnTo>
                    <a:pt x="432219" y="34696"/>
                  </a:lnTo>
                  <a:lnTo>
                    <a:pt x="397954" y="88265"/>
                  </a:lnTo>
                  <a:lnTo>
                    <a:pt x="376631" y="137591"/>
                  </a:lnTo>
                  <a:lnTo>
                    <a:pt x="358521" y="181546"/>
                  </a:lnTo>
                  <a:lnTo>
                    <a:pt x="348983" y="205092"/>
                  </a:lnTo>
                  <a:lnTo>
                    <a:pt x="348335" y="206387"/>
                  </a:lnTo>
                  <a:lnTo>
                    <a:pt x="348068" y="207035"/>
                  </a:lnTo>
                  <a:lnTo>
                    <a:pt x="347814" y="207822"/>
                  </a:lnTo>
                  <a:lnTo>
                    <a:pt x="328079" y="256514"/>
                  </a:lnTo>
                  <a:lnTo>
                    <a:pt x="310565" y="300126"/>
                  </a:lnTo>
                  <a:lnTo>
                    <a:pt x="297256" y="333578"/>
                  </a:lnTo>
                  <a:lnTo>
                    <a:pt x="290144" y="351726"/>
                  </a:lnTo>
                  <a:lnTo>
                    <a:pt x="281965" y="367157"/>
                  </a:lnTo>
                  <a:lnTo>
                    <a:pt x="230784" y="400545"/>
                  </a:lnTo>
                  <a:lnTo>
                    <a:pt x="177685" y="411353"/>
                  </a:lnTo>
                  <a:lnTo>
                    <a:pt x="50596" y="422744"/>
                  </a:lnTo>
                  <a:lnTo>
                    <a:pt x="14389" y="428993"/>
                  </a:lnTo>
                  <a:lnTo>
                    <a:pt x="0" y="438619"/>
                  </a:lnTo>
                  <a:lnTo>
                    <a:pt x="26974" y="442988"/>
                  </a:lnTo>
                  <a:lnTo>
                    <a:pt x="65125" y="445960"/>
                  </a:lnTo>
                  <a:lnTo>
                    <a:pt x="110185" y="447306"/>
                  </a:lnTo>
                  <a:lnTo>
                    <a:pt x="157861" y="446836"/>
                  </a:lnTo>
                  <a:lnTo>
                    <a:pt x="196583" y="445287"/>
                  </a:lnTo>
                  <a:lnTo>
                    <a:pt x="354609" y="436168"/>
                  </a:lnTo>
                  <a:lnTo>
                    <a:pt x="446836" y="429348"/>
                  </a:lnTo>
                  <a:lnTo>
                    <a:pt x="507504" y="422503"/>
                  </a:lnTo>
                  <a:lnTo>
                    <a:pt x="554393" y="413740"/>
                  </a:lnTo>
                  <a:lnTo>
                    <a:pt x="606386" y="390601"/>
                  </a:lnTo>
                  <a:lnTo>
                    <a:pt x="625043" y="325551"/>
                  </a:lnTo>
                  <a:lnTo>
                    <a:pt x="630529" y="279527"/>
                  </a:lnTo>
                  <a:lnTo>
                    <a:pt x="635088" y="228053"/>
                  </a:lnTo>
                  <a:lnTo>
                    <a:pt x="635736" y="219697"/>
                  </a:lnTo>
                  <a:lnTo>
                    <a:pt x="636524" y="212394"/>
                  </a:lnTo>
                  <a:lnTo>
                    <a:pt x="640727" y="171107"/>
                  </a:lnTo>
                  <a:lnTo>
                    <a:pt x="644880" y="127025"/>
                  </a:lnTo>
                  <a:lnTo>
                    <a:pt x="647750" y="86779"/>
                  </a:lnTo>
                  <a:lnTo>
                    <a:pt x="648131" y="5701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4802390" y="3831786"/>
              <a:ext cx="704215" cy="516255"/>
            </a:xfrm>
            <a:custGeom>
              <a:avLst/>
              <a:gdLst/>
              <a:ahLst/>
              <a:cxnLst/>
              <a:rect l="l" t="t" r="r" b="b"/>
              <a:pathLst>
                <a:path w="704214" h="516254">
                  <a:moveTo>
                    <a:pt x="289864" y="5727"/>
                  </a:moveTo>
                  <a:lnTo>
                    <a:pt x="289356" y="4483"/>
                  </a:lnTo>
                  <a:lnTo>
                    <a:pt x="288759" y="4076"/>
                  </a:lnTo>
                  <a:lnTo>
                    <a:pt x="221754" y="2590"/>
                  </a:lnTo>
                  <a:lnTo>
                    <a:pt x="217373" y="1866"/>
                  </a:lnTo>
                  <a:lnTo>
                    <a:pt x="211582" y="0"/>
                  </a:lnTo>
                  <a:lnTo>
                    <a:pt x="209892" y="762"/>
                  </a:lnTo>
                  <a:lnTo>
                    <a:pt x="195338" y="31064"/>
                  </a:lnTo>
                  <a:lnTo>
                    <a:pt x="178955" y="66560"/>
                  </a:lnTo>
                  <a:lnTo>
                    <a:pt x="160286" y="108191"/>
                  </a:lnTo>
                  <a:lnTo>
                    <a:pt x="139674" y="155473"/>
                  </a:lnTo>
                  <a:lnTo>
                    <a:pt x="117411" y="207924"/>
                  </a:lnTo>
                  <a:lnTo>
                    <a:pt x="93840" y="265061"/>
                  </a:lnTo>
                  <a:lnTo>
                    <a:pt x="63944" y="339775"/>
                  </a:lnTo>
                  <a:lnTo>
                    <a:pt x="45770" y="387235"/>
                  </a:lnTo>
                  <a:lnTo>
                    <a:pt x="22440" y="450761"/>
                  </a:lnTo>
                  <a:lnTo>
                    <a:pt x="0" y="513194"/>
                  </a:lnTo>
                  <a:lnTo>
                    <a:pt x="63" y="514108"/>
                  </a:lnTo>
                  <a:lnTo>
                    <a:pt x="990" y="515416"/>
                  </a:lnTo>
                  <a:lnTo>
                    <a:pt x="1752" y="515874"/>
                  </a:lnTo>
                  <a:lnTo>
                    <a:pt x="17386" y="515874"/>
                  </a:lnTo>
                  <a:lnTo>
                    <a:pt x="45885" y="457949"/>
                  </a:lnTo>
                  <a:lnTo>
                    <a:pt x="74066" y="395922"/>
                  </a:lnTo>
                  <a:lnTo>
                    <a:pt x="94348" y="349173"/>
                  </a:lnTo>
                  <a:lnTo>
                    <a:pt x="125018" y="274802"/>
                  </a:lnTo>
                  <a:lnTo>
                    <a:pt x="150202" y="210553"/>
                  </a:lnTo>
                  <a:lnTo>
                    <a:pt x="173240" y="149415"/>
                  </a:lnTo>
                  <a:lnTo>
                    <a:pt x="182105" y="128905"/>
                  </a:lnTo>
                  <a:lnTo>
                    <a:pt x="193154" y="109499"/>
                  </a:lnTo>
                  <a:lnTo>
                    <a:pt x="206222" y="91389"/>
                  </a:lnTo>
                  <a:lnTo>
                    <a:pt x="221170" y="74777"/>
                  </a:lnTo>
                  <a:lnTo>
                    <a:pt x="289712" y="6426"/>
                  </a:lnTo>
                  <a:lnTo>
                    <a:pt x="289864" y="5727"/>
                  </a:lnTo>
                  <a:close/>
                </a:path>
                <a:path w="704214" h="516254">
                  <a:moveTo>
                    <a:pt x="703795" y="513194"/>
                  </a:moveTo>
                  <a:lnTo>
                    <a:pt x="681418" y="450989"/>
                  </a:lnTo>
                  <a:lnTo>
                    <a:pt x="658164" y="387667"/>
                  </a:lnTo>
                  <a:lnTo>
                    <a:pt x="640054" y="340423"/>
                  </a:lnTo>
                  <a:lnTo>
                    <a:pt x="610260" y="265988"/>
                  </a:lnTo>
                  <a:lnTo>
                    <a:pt x="586943" y="209372"/>
                  </a:lnTo>
                  <a:lnTo>
                    <a:pt x="564832" y="157213"/>
                  </a:lnTo>
                  <a:lnTo>
                    <a:pt x="544271" y="110058"/>
                  </a:lnTo>
                  <a:lnTo>
                    <a:pt x="525627" y="68453"/>
                  </a:lnTo>
                  <a:lnTo>
                    <a:pt x="509231" y="32969"/>
                  </a:lnTo>
                  <a:lnTo>
                    <a:pt x="492975" y="1905"/>
                  </a:lnTo>
                  <a:lnTo>
                    <a:pt x="487565" y="3619"/>
                  </a:lnTo>
                  <a:lnTo>
                    <a:pt x="483616" y="4241"/>
                  </a:lnTo>
                  <a:lnTo>
                    <a:pt x="414921" y="4965"/>
                  </a:lnTo>
                  <a:lnTo>
                    <a:pt x="414248" y="4965"/>
                  </a:lnTo>
                  <a:lnTo>
                    <a:pt x="413651" y="5372"/>
                  </a:lnTo>
                  <a:lnTo>
                    <a:pt x="413131" y="6604"/>
                  </a:lnTo>
                  <a:lnTo>
                    <a:pt x="413283" y="7327"/>
                  </a:lnTo>
                  <a:lnTo>
                    <a:pt x="483768" y="77609"/>
                  </a:lnTo>
                  <a:lnTo>
                    <a:pt x="498779" y="94272"/>
                  </a:lnTo>
                  <a:lnTo>
                    <a:pt x="511822" y="112318"/>
                  </a:lnTo>
                  <a:lnTo>
                    <a:pt x="522820" y="131673"/>
                  </a:lnTo>
                  <a:lnTo>
                    <a:pt x="531710" y="152260"/>
                  </a:lnTo>
                  <a:lnTo>
                    <a:pt x="542721" y="181800"/>
                  </a:lnTo>
                  <a:lnTo>
                    <a:pt x="554405" y="212483"/>
                  </a:lnTo>
                  <a:lnTo>
                    <a:pt x="589368" y="300647"/>
                  </a:lnTo>
                  <a:lnTo>
                    <a:pt x="609752" y="349783"/>
                  </a:lnTo>
                  <a:lnTo>
                    <a:pt x="629983" y="396367"/>
                  </a:lnTo>
                  <a:lnTo>
                    <a:pt x="658063" y="458190"/>
                  </a:lnTo>
                  <a:lnTo>
                    <a:pt x="684568" y="514642"/>
                  </a:lnTo>
                  <a:lnTo>
                    <a:pt x="686485" y="515886"/>
                  </a:lnTo>
                  <a:lnTo>
                    <a:pt x="702030" y="515886"/>
                  </a:lnTo>
                  <a:lnTo>
                    <a:pt x="702805" y="515404"/>
                  </a:lnTo>
                  <a:lnTo>
                    <a:pt x="703719" y="514108"/>
                  </a:lnTo>
                  <a:lnTo>
                    <a:pt x="703795" y="513194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4971661" y="3942974"/>
              <a:ext cx="367030" cy="15875"/>
            </a:xfrm>
            <a:custGeom>
              <a:avLst/>
              <a:gdLst/>
              <a:ahLst/>
              <a:cxnLst/>
              <a:rect l="l" t="t" r="r" b="b"/>
              <a:pathLst>
                <a:path w="367029" h="15875">
                  <a:moveTo>
                    <a:pt x="363057" y="0"/>
                  </a:moveTo>
                  <a:lnTo>
                    <a:pt x="3434" y="0"/>
                  </a:lnTo>
                  <a:lnTo>
                    <a:pt x="0" y="3423"/>
                  </a:lnTo>
                  <a:lnTo>
                    <a:pt x="0" y="11894"/>
                  </a:lnTo>
                  <a:lnTo>
                    <a:pt x="3434" y="15318"/>
                  </a:lnTo>
                  <a:lnTo>
                    <a:pt x="7664" y="15318"/>
                  </a:lnTo>
                  <a:lnTo>
                    <a:pt x="363057" y="15318"/>
                  </a:lnTo>
                  <a:lnTo>
                    <a:pt x="366480" y="11894"/>
                  </a:lnTo>
                  <a:lnTo>
                    <a:pt x="366480" y="3423"/>
                  </a:lnTo>
                  <a:lnTo>
                    <a:pt x="363057" y="0"/>
                  </a:lnTo>
                  <a:close/>
                </a:path>
              </a:pathLst>
            </a:custGeom>
            <a:solidFill>
              <a:srgbClr val="91C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5137625" y="3836601"/>
              <a:ext cx="34925" cy="511175"/>
            </a:xfrm>
            <a:custGeom>
              <a:avLst/>
              <a:gdLst/>
              <a:ahLst/>
              <a:cxnLst/>
              <a:rect l="l" t="t" r="r" b="b"/>
              <a:pathLst>
                <a:path w="34925" h="511175">
                  <a:moveTo>
                    <a:pt x="7283" y="0"/>
                  </a:moveTo>
                  <a:lnTo>
                    <a:pt x="4143" y="47128"/>
                  </a:lnTo>
                  <a:lnTo>
                    <a:pt x="2717" y="91764"/>
                  </a:lnTo>
                  <a:lnTo>
                    <a:pt x="1755" y="130317"/>
                  </a:lnTo>
                  <a:lnTo>
                    <a:pt x="236" y="255028"/>
                  </a:lnTo>
                  <a:lnTo>
                    <a:pt x="0" y="376396"/>
                  </a:lnTo>
                  <a:lnTo>
                    <a:pt x="1230" y="439044"/>
                  </a:lnTo>
                  <a:lnTo>
                    <a:pt x="4529" y="510057"/>
                  </a:lnTo>
                  <a:lnTo>
                    <a:pt x="5597" y="511052"/>
                  </a:lnTo>
                  <a:lnTo>
                    <a:pt x="28968" y="511052"/>
                  </a:lnTo>
                  <a:lnTo>
                    <a:pt x="30036" y="510057"/>
                  </a:lnTo>
                  <a:lnTo>
                    <a:pt x="33324" y="439044"/>
                  </a:lnTo>
                  <a:lnTo>
                    <a:pt x="34556" y="376396"/>
                  </a:lnTo>
                  <a:lnTo>
                    <a:pt x="34633" y="353319"/>
                  </a:lnTo>
                  <a:lnTo>
                    <a:pt x="34318" y="255028"/>
                  </a:lnTo>
                  <a:lnTo>
                    <a:pt x="32803" y="130168"/>
                  </a:lnTo>
                  <a:lnTo>
                    <a:pt x="31842" y="91571"/>
                  </a:lnTo>
                  <a:lnTo>
                    <a:pt x="30417" y="46988"/>
                  </a:lnTo>
                  <a:lnTo>
                    <a:pt x="28497" y="1612"/>
                  </a:lnTo>
                  <a:lnTo>
                    <a:pt x="7283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 descr=""/>
          <p:cNvGrpSpPr/>
          <p:nvPr/>
        </p:nvGrpSpPr>
        <p:grpSpPr>
          <a:xfrm>
            <a:off x="3845558" y="3348774"/>
            <a:ext cx="710565" cy="999490"/>
            <a:chOff x="3845558" y="3348774"/>
            <a:chExt cx="710565" cy="999490"/>
          </a:xfrm>
        </p:grpSpPr>
        <p:pic>
          <p:nvPicPr>
            <p:cNvPr id="108" name="object 10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17647" y="3564822"/>
              <a:ext cx="187208" cy="205218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3845558" y="3348774"/>
              <a:ext cx="673735" cy="473075"/>
            </a:xfrm>
            <a:custGeom>
              <a:avLst/>
              <a:gdLst/>
              <a:ahLst/>
              <a:cxnLst/>
              <a:rect l="l" t="t" r="r" b="b"/>
              <a:pathLst>
                <a:path w="673735" h="473075">
                  <a:moveTo>
                    <a:pt x="585908" y="0"/>
                  </a:moveTo>
                  <a:lnTo>
                    <a:pt x="541782" y="1238"/>
                  </a:lnTo>
                  <a:lnTo>
                    <a:pt x="501974" y="6868"/>
                  </a:lnTo>
                  <a:lnTo>
                    <a:pt x="468550" y="19763"/>
                  </a:lnTo>
                  <a:lnTo>
                    <a:pt x="443578" y="42794"/>
                  </a:lnTo>
                  <a:lnTo>
                    <a:pt x="452325" y="35109"/>
                  </a:lnTo>
                  <a:lnTo>
                    <a:pt x="461302" y="28948"/>
                  </a:lnTo>
                  <a:lnTo>
                    <a:pt x="507751" y="12455"/>
                  </a:lnTo>
                  <a:lnTo>
                    <a:pt x="570254" y="8212"/>
                  </a:lnTo>
                  <a:lnTo>
                    <a:pt x="602212" y="8219"/>
                  </a:lnTo>
                  <a:lnTo>
                    <a:pt x="628467" y="12944"/>
                  </a:lnTo>
                  <a:lnTo>
                    <a:pt x="645890" y="25571"/>
                  </a:lnTo>
                  <a:lnTo>
                    <a:pt x="655826" y="43775"/>
                  </a:lnTo>
                  <a:lnTo>
                    <a:pt x="659623" y="65233"/>
                  </a:lnTo>
                  <a:lnTo>
                    <a:pt x="659240" y="94997"/>
                  </a:lnTo>
                  <a:lnTo>
                    <a:pt x="656362" y="135241"/>
                  </a:lnTo>
                  <a:lnTo>
                    <a:pt x="652211" y="179326"/>
                  </a:lnTo>
                  <a:lnTo>
                    <a:pt x="647226" y="227919"/>
                  </a:lnTo>
                  <a:lnTo>
                    <a:pt x="642016" y="287739"/>
                  </a:lnTo>
                  <a:lnTo>
                    <a:pt x="636530" y="333772"/>
                  </a:lnTo>
                  <a:lnTo>
                    <a:pt x="628696" y="373911"/>
                  </a:lnTo>
                  <a:lnTo>
                    <a:pt x="598890" y="411319"/>
                  </a:lnTo>
                  <a:lnTo>
                    <a:pt x="518989" y="430728"/>
                  </a:lnTo>
                  <a:lnTo>
                    <a:pt x="458321" y="437567"/>
                  </a:lnTo>
                  <a:lnTo>
                    <a:pt x="416721" y="440857"/>
                  </a:lnTo>
                  <a:lnTo>
                    <a:pt x="366094" y="444393"/>
                  </a:lnTo>
                  <a:lnTo>
                    <a:pt x="311241" y="447877"/>
                  </a:lnTo>
                  <a:lnTo>
                    <a:pt x="256965" y="451013"/>
                  </a:lnTo>
                  <a:lnTo>
                    <a:pt x="208065" y="453505"/>
                  </a:lnTo>
                  <a:lnTo>
                    <a:pt x="169345" y="455054"/>
                  </a:lnTo>
                  <a:lnTo>
                    <a:pt x="121669" y="455530"/>
                  </a:lnTo>
                  <a:lnTo>
                    <a:pt x="76614" y="454172"/>
                  </a:lnTo>
                  <a:lnTo>
                    <a:pt x="38459" y="451199"/>
                  </a:lnTo>
                  <a:lnTo>
                    <a:pt x="11486" y="446834"/>
                  </a:lnTo>
                  <a:lnTo>
                    <a:pt x="6921" y="445525"/>
                  </a:lnTo>
                  <a:lnTo>
                    <a:pt x="2355" y="448405"/>
                  </a:lnTo>
                  <a:lnTo>
                    <a:pt x="48862" y="469290"/>
                  </a:lnTo>
                  <a:lnTo>
                    <a:pt x="108415" y="472404"/>
                  </a:lnTo>
                  <a:lnTo>
                    <a:pt x="132948" y="472666"/>
                  </a:lnTo>
                  <a:lnTo>
                    <a:pt x="169869" y="472017"/>
                  </a:lnTo>
                  <a:lnTo>
                    <a:pt x="208734" y="470420"/>
                  </a:lnTo>
                  <a:lnTo>
                    <a:pt x="257806" y="467911"/>
                  </a:lnTo>
                  <a:lnTo>
                    <a:pt x="312264" y="464773"/>
                  </a:lnTo>
                  <a:lnTo>
                    <a:pt x="367288" y="461288"/>
                  </a:lnTo>
                  <a:lnTo>
                    <a:pt x="418058" y="457738"/>
                  </a:lnTo>
                  <a:lnTo>
                    <a:pt x="459755" y="454405"/>
                  </a:lnTo>
                  <a:lnTo>
                    <a:pt x="501804" y="450086"/>
                  </a:lnTo>
                  <a:lnTo>
                    <a:pt x="568102" y="438863"/>
                  </a:lnTo>
                  <a:lnTo>
                    <a:pt x="605170" y="426958"/>
                  </a:lnTo>
                  <a:lnTo>
                    <a:pt x="642680" y="385875"/>
                  </a:lnTo>
                  <a:lnTo>
                    <a:pt x="651434" y="348024"/>
                  </a:lnTo>
                  <a:lnTo>
                    <a:pt x="657790" y="300315"/>
                  </a:lnTo>
                  <a:lnTo>
                    <a:pt x="662754" y="246578"/>
                  </a:lnTo>
                  <a:lnTo>
                    <a:pt x="668039" y="182057"/>
                  </a:lnTo>
                  <a:lnTo>
                    <a:pt x="671781" y="132910"/>
                  </a:lnTo>
                  <a:lnTo>
                    <a:pt x="673421" y="84791"/>
                  </a:lnTo>
                  <a:lnTo>
                    <a:pt x="670314" y="48532"/>
                  </a:lnTo>
                  <a:lnTo>
                    <a:pt x="662026" y="25815"/>
                  </a:lnTo>
                  <a:lnTo>
                    <a:pt x="647634" y="10813"/>
                  </a:lnTo>
                  <a:lnTo>
                    <a:pt x="623481" y="2538"/>
                  </a:lnTo>
                  <a:lnTo>
                    <a:pt x="585908" y="0"/>
                  </a:lnTo>
                  <a:close/>
                </a:path>
              </a:pathLst>
            </a:custGeom>
            <a:solidFill>
              <a:srgbClr val="9FC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857040" y="3356997"/>
              <a:ext cx="648335" cy="508000"/>
            </a:xfrm>
            <a:custGeom>
              <a:avLst/>
              <a:gdLst/>
              <a:ahLst/>
              <a:cxnLst/>
              <a:rect l="l" t="t" r="r" b="b"/>
              <a:pathLst>
                <a:path w="648335" h="508000">
                  <a:moveTo>
                    <a:pt x="581202" y="423621"/>
                  </a:moveTo>
                  <a:lnTo>
                    <a:pt x="526376" y="436702"/>
                  </a:lnTo>
                  <a:lnTo>
                    <a:pt x="448259" y="446189"/>
                  </a:lnTo>
                  <a:lnTo>
                    <a:pt x="406565" y="449516"/>
                  </a:lnTo>
                  <a:lnTo>
                    <a:pt x="355790" y="453072"/>
                  </a:lnTo>
                  <a:lnTo>
                    <a:pt x="300774" y="456552"/>
                  </a:lnTo>
                  <a:lnTo>
                    <a:pt x="246316" y="459689"/>
                  </a:lnTo>
                  <a:lnTo>
                    <a:pt x="197243" y="462203"/>
                  </a:lnTo>
                  <a:lnTo>
                    <a:pt x="158381" y="463791"/>
                  </a:lnTo>
                  <a:lnTo>
                    <a:pt x="130670" y="464400"/>
                  </a:lnTo>
                  <a:lnTo>
                    <a:pt x="96926" y="464185"/>
                  </a:lnTo>
                  <a:lnTo>
                    <a:pt x="138417" y="468833"/>
                  </a:lnTo>
                  <a:lnTo>
                    <a:pt x="176758" y="475094"/>
                  </a:lnTo>
                  <a:lnTo>
                    <a:pt x="213118" y="482257"/>
                  </a:lnTo>
                  <a:lnTo>
                    <a:pt x="248653" y="489623"/>
                  </a:lnTo>
                  <a:lnTo>
                    <a:pt x="286321" y="497179"/>
                  </a:lnTo>
                  <a:lnTo>
                    <a:pt x="327723" y="503897"/>
                  </a:lnTo>
                  <a:lnTo>
                    <a:pt x="372643" y="507961"/>
                  </a:lnTo>
                  <a:lnTo>
                    <a:pt x="420865" y="507504"/>
                  </a:lnTo>
                  <a:lnTo>
                    <a:pt x="468426" y="498424"/>
                  </a:lnTo>
                  <a:lnTo>
                    <a:pt x="511352" y="479640"/>
                  </a:lnTo>
                  <a:lnTo>
                    <a:pt x="549122" y="453821"/>
                  </a:lnTo>
                  <a:lnTo>
                    <a:pt x="581202" y="423621"/>
                  </a:lnTo>
                  <a:close/>
                </a:path>
                <a:path w="648335" h="508000">
                  <a:moveTo>
                    <a:pt x="648131" y="57010"/>
                  </a:moveTo>
                  <a:lnTo>
                    <a:pt x="634403" y="17360"/>
                  </a:lnTo>
                  <a:lnTo>
                    <a:pt x="590727" y="12"/>
                  </a:lnTo>
                  <a:lnTo>
                    <a:pt x="558774" y="0"/>
                  </a:lnTo>
                  <a:lnTo>
                    <a:pt x="526618" y="927"/>
                  </a:lnTo>
                  <a:lnTo>
                    <a:pt x="469658" y="11353"/>
                  </a:lnTo>
                  <a:lnTo>
                    <a:pt x="432219" y="34696"/>
                  </a:lnTo>
                  <a:lnTo>
                    <a:pt x="397941" y="88265"/>
                  </a:lnTo>
                  <a:lnTo>
                    <a:pt x="376631" y="137591"/>
                  </a:lnTo>
                  <a:lnTo>
                    <a:pt x="358508" y="181546"/>
                  </a:lnTo>
                  <a:lnTo>
                    <a:pt x="348983" y="205092"/>
                  </a:lnTo>
                  <a:lnTo>
                    <a:pt x="348335" y="206387"/>
                  </a:lnTo>
                  <a:lnTo>
                    <a:pt x="348068" y="207035"/>
                  </a:lnTo>
                  <a:lnTo>
                    <a:pt x="347802" y="207822"/>
                  </a:lnTo>
                  <a:lnTo>
                    <a:pt x="328079" y="256514"/>
                  </a:lnTo>
                  <a:lnTo>
                    <a:pt x="310565" y="300126"/>
                  </a:lnTo>
                  <a:lnTo>
                    <a:pt x="297243" y="333578"/>
                  </a:lnTo>
                  <a:lnTo>
                    <a:pt x="290144" y="351726"/>
                  </a:lnTo>
                  <a:lnTo>
                    <a:pt x="281965" y="367157"/>
                  </a:lnTo>
                  <a:lnTo>
                    <a:pt x="230771" y="400545"/>
                  </a:lnTo>
                  <a:lnTo>
                    <a:pt x="177685" y="411353"/>
                  </a:lnTo>
                  <a:lnTo>
                    <a:pt x="50596" y="422744"/>
                  </a:lnTo>
                  <a:lnTo>
                    <a:pt x="14389" y="428993"/>
                  </a:lnTo>
                  <a:lnTo>
                    <a:pt x="0" y="438619"/>
                  </a:lnTo>
                  <a:lnTo>
                    <a:pt x="26974" y="442988"/>
                  </a:lnTo>
                  <a:lnTo>
                    <a:pt x="65125" y="445960"/>
                  </a:lnTo>
                  <a:lnTo>
                    <a:pt x="110185" y="447306"/>
                  </a:lnTo>
                  <a:lnTo>
                    <a:pt x="157861" y="446836"/>
                  </a:lnTo>
                  <a:lnTo>
                    <a:pt x="196570" y="445287"/>
                  </a:lnTo>
                  <a:lnTo>
                    <a:pt x="354609" y="436168"/>
                  </a:lnTo>
                  <a:lnTo>
                    <a:pt x="446836" y="429348"/>
                  </a:lnTo>
                  <a:lnTo>
                    <a:pt x="507504" y="422503"/>
                  </a:lnTo>
                  <a:lnTo>
                    <a:pt x="554393" y="413740"/>
                  </a:lnTo>
                  <a:lnTo>
                    <a:pt x="606386" y="390601"/>
                  </a:lnTo>
                  <a:lnTo>
                    <a:pt x="625043" y="325551"/>
                  </a:lnTo>
                  <a:lnTo>
                    <a:pt x="630529" y="279527"/>
                  </a:lnTo>
                  <a:lnTo>
                    <a:pt x="635088" y="228053"/>
                  </a:lnTo>
                  <a:lnTo>
                    <a:pt x="635736" y="219697"/>
                  </a:lnTo>
                  <a:lnTo>
                    <a:pt x="636524" y="212394"/>
                  </a:lnTo>
                  <a:lnTo>
                    <a:pt x="640727" y="171107"/>
                  </a:lnTo>
                  <a:lnTo>
                    <a:pt x="644867" y="127025"/>
                  </a:lnTo>
                  <a:lnTo>
                    <a:pt x="647750" y="86779"/>
                  </a:lnTo>
                  <a:lnTo>
                    <a:pt x="648131" y="57010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852253" y="3831786"/>
              <a:ext cx="704215" cy="516255"/>
            </a:xfrm>
            <a:custGeom>
              <a:avLst/>
              <a:gdLst/>
              <a:ahLst/>
              <a:cxnLst/>
              <a:rect l="l" t="t" r="r" b="b"/>
              <a:pathLst>
                <a:path w="704214" h="516254">
                  <a:moveTo>
                    <a:pt x="289877" y="5727"/>
                  </a:moveTo>
                  <a:lnTo>
                    <a:pt x="289369" y="4483"/>
                  </a:lnTo>
                  <a:lnTo>
                    <a:pt x="288772" y="4076"/>
                  </a:lnTo>
                  <a:lnTo>
                    <a:pt x="221767" y="2590"/>
                  </a:lnTo>
                  <a:lnTo>
                    <a:pt x="217385" y="1866"/>
                  </a:lnTo>
                  <a:lnTo>
                    <a:pt x="211594" y="0"/>
                  </a:lnTo>
                  <a:lnTo>
                    <a:pt x="209905" y="762"/>
                  </a:lnTo>
                  <a:lnTo>
                    <a:pt x="195351" y="31064"/>
                  </a:lnTo>
                  <a:lnTo>
                    <a:pt x="178968" y="66560"/>
                  </a:lnTo>
                  <a:lnTo>
                    <a:pt x="160299" y="108191"/>
                  </a:lnTo>
                  <a:lnTo>
                    <a:pt x="139687" y="155473"/>
                  </a:lnTo>
                  <a:lnTo>
                    <a:pt x="117424" y="207924"/>
                  </a:lnTo>
                  <a:lnTo>
                    <a:pt x="93853" y="265061"/>
                  </a:lnTo>
                  <a:lnTo>
                    <a:pt x="63957" y="339775"/>
                  </a:lnTo>
                  <a:lnTo>
                    <a:pt x="45783" y="387235"/>
                  </a:lnTo>
                  <a:lnTo>
                    <a:pt x="22453" y="450761"/>
                  </a:lnTo>
                  <a:lnTo>
                    <a:pt x="0" y="513194"/>
                  </a:lnTo>
                  <a:lnTo>
                    <a:pt x="76" y="514108"/>
                  </a:lnTo>
                  <a:lnTo>
                    <a:pt x="1003" y="515416"/>
                  </a:lnTo>
                  <a:lnTo>
                    <a:pt x="1765" y="515874"/>
                  </a:lnTo>
                  <a:lnTo>
                    <a:pt x="17386" y="515874"/>
                  </a:lnTo>
                  <a:lnTo>
                    <a:pt x="45897" y="457949"/>
                  </a:lnTo>
                  <a:lnTo>
                    <a:pt x="74079" y="395922"/>
                  </a:lnTo>
                  <a:lnTo>
                    <a:pt x="94361" y="349173"/>
                  </a:lnTo>
                  <a:lnTo>
                    <a:pt x="125031" y="274802"/>
                  </a:lnTo>
                  <a:lnTo>
                    <a:pt x="150215" y="210553"/>
                  </a:lnTo>
                  <a:lnTo>
                    <a:pt x="173253" y="149415"/>
                  </a:lnTo>
                  <a:lnTo>
                    <a:pt x="182118" y="128905"/>
                  </a:lnTo>
                  <a:lnTo>
                    <a:pt x="193154" y="109499"/>
                  </a:lnTo>
                  <a:lnTo>
                    <a:pt x="206222" y="91389"/>
                  </a:lnTo>
                  <a:lnTo>
                    <a:pt x="221183" y="74777"/>
                  </a:lnTo>
                  <a:lnTo>
                    <a:pt x="289725" y="6426"/>
                  </a:lnTo>
                  <a:lnTo>
                    <a:pt x="289877" y="5727"/>
                  </a:lnTo>
                  <a:close/>
                </a:path>
                <a:path w="704214" h="516254">
                  <a:moveTo>
                    <a:pt x="703808" y="513194"/>
                  </a:moveTo>
                  <a:lnTo>
                    <a:pt x="681443" y="450989"/>
                  </a:lnTo>
                  <a:lnTo>
                    <a:pt x="658177" y="387667"/>
                  </a:lnTo>
                  <a:lnTo>
                    <a:pt x="640067" y="340423"/>
                  </a:lnTo>
                  <a:lnTo>
                    <a:pt x="610273" y="265988"/>
                  </a:lnTo>
                  <a:lnTo>
                    <a:pt x="586943" y="209372"/>
                  </a:lnTo>
                  <a:lnTo>
                    <a:pt x="564832" y="157213"/>
                  </a:lnTo>
                  <a:lnTo>
                    <a:pt x="544283" y="110058"/>
                  </a:lnTo>
                  <a:lnTo>
                    <a:pt x="525640" y="68453"/>
                  </a:lnTo>
                  <a:lnTo>
                    <a:pt x="509231" y="32969"/>
                  </a:lnTo>
                  <a:lnTo>
                    <a:pt x="492988" y="1905"/>
                  </a:lnTo>
                  <a:lnTo>
                    <a:pt x="487578" y="3619"/>
                  </a:lnTo>
                  <a:lnTo>
                    <a:pt x="483628" y="4241"/>
                  </a:lnTo>
                  <a:lnTo>
                    <a:pt x="414934" y="4965"/>
                  </a:lnTo>
                  <a:lnTo>
                    <a:pt x="414261" y="4965"/>
                  </a:lnTo>
                  <a:lnTo>
                    <a:pt x="413651" y="5372"/>
                  </a:lnTo>
                  <a:lnTo>
                    <a:pt x="413143" y="6604"/>
                  </a:lnTo>
                  <a:lnTo>
                    <a:pt x="413296" y="7327"/>
                  </a:lnTo>
                  <a:lnTo>
                    <a:pt x="483781" y="77609"/>
                  </a:lnTo>
                  <a:lnTo>
                    <a:pt x="498792" y="94272"/>
                  </a:lnTo>
                  <a:lnTo>
                    <a:pt x="511835" y="112318"/>
                  </a:lnTo>
                  <a:lnTo>
                    <a:pt x="522833" y="131673"/>
                  </a:lnTo>
                  <a:lnTo>
                    <a:pt x="531710" y="152260"/>
                  </a:lnTo>
                  <a:lnTo>
                    <a:pt x="542734" y="181800"/>
                  </a:lnTo>
                  <a:lnTo>
                    <a:pt x="554418" y="212483"/>
                  </a:lnTo>
                  <a:lnTo>
                    <a:pt x="589381" y="300647"/>
                  </a:lnTo>
                  <a:lnTo>
                    <a:pt x="609777" y="349783"/>
                  </a:lnTo>
                  <a:lnTo>
                    <a:pt x="629996" y="396367"/>
                  </a:lnTo>
                  <a:lnTo>
                    <a:pt x="658063" y="458190"/>
                  </a:lnTo>
                  <a:lnTo>
                    <a:pt x="684580" y="514642"/>
                  </a:lnTo>
                  <a:lnTo>
                    <a:pt x="686498" y="515886"/>
                  </a:lnTo>
                  <a:lnTo>
                    <a:pt x="702043" y="515886"/>
                  </a:lnTo>
                  <a:lnTo>
                    <a:pt x="702805" y="515404"/>
                  </a:lnTo>
                  <a:lnTo>
                    <a:pt x="703732" y="514108"/>
                  </a:lnTo>
                  <a:lnTo>
                    <a:pt x="703808" y="513194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4021535" y="3942974"/>
              <a:ext cx="367030" cy="15875"/>
            </a:xfrm>
            <a:custGeom>
              <a:avLst/>
              <a:gdLst/>
              <a:ahLst/>
              <a:cxnLst/>
              <a:rect l="l" t="t" r="r" b="b"/>
              <a:pathLst>
                <a:path w="367029" h="15875">
                  <a:moveTo>
                    <a:pt x="363046" y="0"/>
                  </a:moveTo>
                  <a:lnTo>
                    <a:pt x="3434" y="0"/>
                  </a:lnTo>
                  <a:lnTo>
                    <a:pt x="0" y="3423"/>
                  </a:lnTo>
                  <a:lnTo>
                    <a:pt x="0" y="11894"/>
                  </a:lnTo>
                  <a:lnTo>
                    <a:pt x="3434" y="15318"/>
                  </a:lnTo>
                  <a:lnTo>
                    <a:pt x="7664" y="15318"/>
                  </a:lnTo>
                  <a:lnTo>
                    <a:pt x="363046" y="15318"/>
                  </a:lnTo>
                  <a:lnTo>
                    <a:pt x="366480" y="11894"/>
                  </a:lnTo>
                  <a:lnTo>
                    <a:pt x="366480" y="3423"/>
                  </a:lnTo>
                  <a:lnTo>
                    <a:pt x="363046" y="0"/>
                  </a:lnTo>
                  <a:close/>
                </a:path>
              </a:pathLst>
            </a:custGeom>
            <a:solidFill>
              <a:srgbClr val="91C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4187502" y="3836601"/>
              <a:ext cx="34925" cy="511175"/>
            </a:xfrm>
            <a:custGeom>
              <a:avLst/>
              <a:gdLst/>
              <a:ahLst/>
              <a:cxnLst/>
              <a:rect l="l" t="t" r="r" b="b"/>
              <a:pathLst>
                <a:path w="34925" h="511175">
                  <a:moveTo>
                    <a:pt x="7278" y="0"/>
                  </a:moveTo>
                  <a:lnTo>
                    <a:pt x="4138" y="47128"/>
                  </a:lnTo>
                  <a:lnTo>
                    <a:pt x="2713" y="91764"/>
                  </a:lnTo>
                  <a:lnTo>
                    <a:pt x="1751" y="130317"/>
                  </a:lnTo>
                  <a:lnTo>
                    <a:pt x="231" y="255028"/>
                  </a:lnTo>
                  <a:lnTo>
                    <a:pt x="0" y="376396"/>
                  </a:lnTo>
                  <a:lnTo>
                    <a:pt x="1226" y="439044"/>
                  </a:lnTo>
                  <a:lnTo>
                    <a:pt x="4524" y="510057"/>
                  </a:lnTo>
                  <a:lnTo>
                    <a:pt x="5592" y="511052"/>
                  </a:lnTo>
                  <a:lnTo>
                    <a:pt x="28963" y="511052"/>
                  </a:lnTo>
                  <a:lnTo>
                    <a:pt x="30031" y="510057"/>
                  </a:lnTo>
                  <a:lnTo>
                    <a:pt x="33319" y="439044"/>
                  </a:lnTo>
                  <a:lnTo>
                    <a:pt x="34552" y="376396"/>
                  </a:lnTo>
                  <a:lnTo>
                    <a:pt x="34628" y="353319"/>
                  </a:lnTo>
                  <a:lnTo>
                    <a:pt x="34325" y="255028"/>
                  </a:lnTo>
                  <a:lnTo>
                    <a:pt x="32799" y="130168"/>
                  </a:lnTo>
                  <a:lnTo>
                    <a:pt x="31838" y="91571"/>
                  </a:lnTo>
                  <a:lnTo>
                    <a:pt x="30413" y="46988"/>
                  </a:lnTo>
                  <a:lnTo>
                    <a:pt x="28503" y="1612"/>
                  </a:lnTo>
                  <a:lnTo>
                    <a:pt x="7278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4" name="object 11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18762" y="2285382"/>
            <a:ext cx="90143" cy="131735"/>
          </a:xfrm>
          <a:prstGeom prst="rect">
            <a:avLst/>
          </a:prstGeom>
        </p:spPr>
      </p:pic>
      <p:pic>
        <p:nvPicPr>
          <p:cNvPr id="115" name="object 11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597081" y="2268346"/>
            <a:ext cx="90981" cy="148767"/>
          </a:xfrm>
          <a:prstGeom prst="rect">
            <a:avLst/>
          </a:prstGeom>
        </p:spPr>
      </p:pic>
      <p:grpSp>
        <p:nvGrpSpPr>
          <p:cNvPr id="116" name="object 116" descr=""/>
          <p:cNvGrpSpPr/>
          <p:nvPr/>
        </p:nvGrpSpPr>
        <p:grpSpPr>
          <a:xfrm>
            <a:off x="1163566" y="4949652"/>
            <a:ext cx="1219835" cy="1445260"/>
            <a:chOff x="1163566" y="4949652"/>
            <a:chExt cx="1219835" cy="1445260"/>
          </a:xfrm>
        </p:grpSpPr>
        <p:sp>
          <p:nvSpPr>
            <p:cNvPr id="117" name="object 117" descr=""/>
            <p:cNvSpPr/>
            <p:nvPr/>
          </p:nvSpPr>
          <p:spPr>
            <a:xfrm>
              <a:off x="1163566" y="6282327"/>
              <a:ext cx="1219835" cy="113030"/>
            </a:xfrm>
            <a:custGeom>
              <a:avLst/>
              <a:gdLst/>
              <a:ahLst/>
              <a:cxnLst/>
              <a:rect l="l" t="t" r="r" b="b"/>
              <a:pathLst>
                <a:path w="1219835" h="113029">
                  <a:moveTo>
                    <a:pt x="1219554" y="0"/>
                  </a:moveTo>
                  <a:lnTo>
                    <a:pt x="0" y="0"/>
                  </a:lnTo>
                  <a:lnTo>
                    <a:pt x="0" y="86395"/>
                  </a:lnTo>
                  <a:lnTo>
                    <a:pt x="2052" y="96564"/>
                  </a:lnTo>
                  <a:lnTo>
                    <a:pt x="7651" y="104868"/>
                  </a:lnTo>
                  <a:lnTo>
                    <a:pt x="15955" y="110467"/>
                  </a:lnTo>
                  <a:lnTo>
                    <a:pt x="26124" y="112520"/>
                  </a:lnTo>
                  <a:lnTo>
                    <a:pt x="1193429" y="112520"/>
                  </a:lnTo>
                  <a:lnTo>
                    <a:pt x="1203598" y="110467"/>
                  </a:lnTo>
                  <a:lnTo>
                    <a:pt x="1211902" y="104868"/>
                  </a:lnTo>
                  <a:lnTo>
                    <a:pt x="1217501" y="96564"/>
                  </a:lnTo>
                  <a:lnTo>
                    <a:pt x="1219554" y="86395"/>
                  </a:lnTo>
                  <a:lnTo>
                    <a:pt x="1219554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163572" y="6254205"/>
              <a:ext cx="1219835" cy="56515"/>
            </a:xfrm>
            <a:custGeom>
              <a:avLst/>
              <a:gdLst/>
              <a:ahLst/>
              <a:cxnLst/>
              <a:rect l="l" t="t" r="r" b="b"/>
              <a:pathLst>
                <a:path w="1219835" h="56514">
                  <a:moveTo>
                    <a:pt x="1212758" y="0"/>
                  </a:moveTo>
                  <a:lnTo>
                    <a:pt x="1204371" y="0"/>
                  </a:lnTo>
                  <a:lnTo>
                    <a:pt x="6785" y="0"/>
                  </a:lnTo>
                  <a:lnTo>
                    <a:pt x="0" y="6785"/>
                  </a:lnTo>
                  <a:lnTo>
                    <a:pt x="0" y="54155"/>
                  </a:lnTo>
                  <a:lnTo>
                    <a:pt x="2094" y="56249"/>
                  </a:lnTo>
                  <a:lnTo>
                    <a:pt x="1217449" y="56249"/>
                  </a:lnTo>
                  <a:lnTo>
                    <a:pt x="1219544" y="54155"/>
                  </a:lnTo>
                  <a:lnTo>
                    <a:pt x="1219544" y="6785"/>
                  </a:lnTo>
                  <a:lnTo>
                    <a:pt x="1212758" y="0"/>
                  </a:lnTo>
                  <a:close/>
                </a:path>
              </a:pathLst>
            </a:custGeom>
            <a:solidFill>
              <a:srgbClr val="9DC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163572" y="6273504"/>
              <a:ext cx="1219835" cy="16510"/>
            </a:xfrm>
            <a:custGeom>
              <a:avLst/>
              <a:gdLst/>
              <a:ahLst/>
              <a:cxnLst/>
              <a:rect l="l" t="t" r="r" b="b"/>
              <a:pathLst>
                <a:path w="1219835" h="16510">
                  <a:moveTo>
                    <a:pt x="1212758" y="0"/>
                  </a:moveTo>
                  <a:lnTo>
                    <a:pt x="1204371" y="0"/>
                  </a:lnTo>
                  <a:lnTo>
                    <a:pt x="6785" y="0"/>
                  </a:lnTo>
                  <a:lnTo>
                    <a:pt x="0" y="6785"/>
                  </a:lnTo>
                  <a:lnTo>
                    <a:pt x="0" y="15884"/>
                  </a:lnTo>
                  <a:lnTo>
                    <a:pt x="1219544" y="15884"/>
                  </a:lnTo>
                  <a:lnTo>
                    <a:pt x="1219544" y="6785"/>
                  </a:lnTo>
                  <a:lnTo>
                    <a:pt x="1212758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190649" y="4949652"/>
              <a:ext cx="1165860" cy="1304925"/>
            </a:xfrm>
            <a:custGeom>
              <a:avLst/>
              <a:gdLst/>
              <a:ahLst/>
              <a:cxnLst/>
              <a:rect l="l" t="t" r="r" b="b"/>
              <a:pathLst>
                <a:path w="1165860" h="1304925">
                  <a:moveTo>
                    <a:pt x="1140928" y="0"/>
                  </a:moveTo>
                  <a:lnTo>
                    <a:pt x="24470" y="0"/>
                  </a:lnTo>
                  <a:lnTo>
                    <a:pt x="14944" y="1922"/>
                  </a:lnTo>
                  <a:lnTo>
                    <a:pt x="7166" y="7164"/>
                  </a:lnTo>
                  <a:lnTo>
                    <a:pt x="1922" y="14939"/>
                  </a:lnTo>
                  <a:lnTo>
                    <a:pt x="0" y="24459"/>
                  </a:lnTo>
                  <a:lnTo>
                    <a:pt x="0" y="1304557"/>
                  </a:lnTo>
                  <a:lnTo>
                    <a:pt x="1165388" y="1304557"/>
                  </a:lnTo>
                  <a:lnTo>
                    <a:pt x="1165388" y="24459"/>
                  </a:lnTo>
                  <a:lnTo>
                    <a:pt x="1163466" y="14939"/>
                  </a:lnTo>
                  <a:lnTo>
                    <a:pt x="1158223" y="7164"/>
                  </a:lnTo>
                  <a:lnTo>
                    <a:pt x="1150448" y="1922"/>
                  </a:lnTo>
                  <a:lnTo>
                    <a:pt x="1140928" y="0"/>
                  </a:lnTo>
                  <a:close/>
                </a:path>
              </a:pathLst>
            </a:custGeom>
            <a:solidFill>
              <a:srgbClr val="979A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247444" y="5006447"/>
              <a:ext cx="1018540" cy="1191260"/>
            </a:xfrm>
            <a:custGeom>
              <a:avLst/>
              <a:gdLst/>
              <a:ahLst/>
              <a:cxnLst/>
              <a:rect l="l" t="t" r="r" b="b"/>
              <a:pathLst>
                <a:path w="1018539" h="1191260">
                  <a:moveTo>
                    <a:pt x="497586" y="3454"/>
                  </a:moveTo>
                  <a:lnTo>
                    <a:pt x="494157" y="0"/>
                  </a:lnTo>
                  <a:lnTo>
                    <a:pt x="3441" y="0"/>
                  </a:lnTo>
                  <a:lnTo>
                    <a:pt x="0" y="3454"/>
                  </a:lnTo>
                  <a:lnTo>
                    <a:pt x="0" y="1187526"/>
                  </a:lnTo>
                  <a:lnTo>
                    <a:pt x="3441" y="1190967"/>
                  </a:lnTo>
                  <a:lnTo>
                    <a:pt x="494157" y="1190967"/>
                  </a:lnTo>
                  <a:lnTo>
                    <a:pt x="497586" y="1187526"/>
                  </a:lnTo>
                  <a:lnTo>
                    <a:pt x="497586" y="7683"/>
                  </a:lnTo>
                  <a:lnTo>
                    <a:pt x="497586" y="3454"/>
                  </a:lnTo>
                  <a:close/>
                </a:path>
                <a:path w="1018539" h="1191260">
                  <a:moveTo>
                    <a:pt x="1017981" y="32118"/>
                  </a:moveTo>
                  <a:lnTo>
                    <a:pt x="1014539" y="28689"/>
                  </a:lnTo>
                  <a:lnTo>
                    <a:pt x="1010297" y="28689"/>
                  </a:lnTo>
                  <a:lnTo>
                    <a:pt x="591439" y="28689"/>
                  </a:lnTo>
                  <a:lnTo>
                    <a:pt x="588010" y="32118"/>
                  </a:lnTo>
                  <a:lnTo>
                    <a:pt x="588010" y="1159725"/>
                  </a:lnTo>
                  <a:lnTo>
                    <a:pt x="591439" y="1163180"/>
                  </a:lnTo>
                  <a:lnTo>
                    <a:pt x="1014539" y="1163180"/>
                  </a:lnTo>
                  <a:lnTo>
                    <a:pt x="1017981" y="1159725"/>
                  </a:lnTo>
                  <a:lnTo>
                    <a:pt x="1017981" y="32118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781500" y="5591183"/>
              <a:ext cx="29845" cy="154940"/>
            </a:xfrm>
            <a:custGeom>
              <a:avLst/>
              <a:gdLst/>
              <a:ahLst/>
              <a:cxnLst/>
              <a:rect l="l" t="t" r="r" b="b"/>
              <a:pathLst>
                <a:path w="29844" h="154939">
                  <a:moveTo>
                    <a:pt x="24376" y="0"/>
                  </a:moveTo>
                  <a:lnTo>
                    <a:pt x="5088" y="0"/>
                  </a:lnTo>
                  <a:lnTo>
                    <a:pt x="0" y="5088"/>
                  </a:lnTo>
                  <a:lnTo>
                    <a:pt x="0" y="149534"/>
                  </a:lnTo>
                  <a:lnTo>
                    <a:pt x="5088" y="154613"/>
                  </a:lnTo>
                  <a:lnTo>
                    <a:pt x="18104" y="154613"/>
                  </a:lnTo>
                  <a:lnTo>
                    <a:pt x="24376" y="154613"/>
                  </a:lnTo>
                  <a:lnTo>
                    <a:pt x="29454" y="149534"/>
                  </a:lnTo>
                  <a:lnTo>
                    <a:pt x="29454" y="5088"/>
                  </a:lnTo>
                  <a:lnTo>
                    <a:pt x="2437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" name="object 123" descr=""/>
          <p:cNvGrpSpPr/>
          <p:nvPr/>
        </p:nvGrpSpPr>
        <p:grpSpPr>
          <a:xfrm>
            <a:off x="2750960" y="4949657"/>
            <a:ext cx="1536700" cy="1445260"/>
            <a:chOff x="2750960" y="4949657"/>
            <a:chExt cx="1536700" cy="1445260"/>
          </a:xfrm>
        </p:grpSpPr>
        <p:sp>
          <p:nvSpPr>
            <p:cNvPr id="124" name="object 124" descr=""/>
            <p:cNvSpPr/>
            <p:nvPr/>
          </p:nvSpPr>
          <p:spPr>
            <a:xfrm>
              <a:off x="2750964" y="6282326"/>
              <a:ext cx="1536700" cy="113030"/>
            </a:xfrm>
            <a:custGeom>
              <a:avLst/>
              <a:gdLst/>
              <a:ahLst/>
              <a:cxnLst/>
              <a:rect l="l" t="t" r="r" b="b"/>
              <a:pathLst>
                <a:path w="1536700" h="113029">
                  <a:moveTo>
                    <a:pt x="1536120" y="0"/>
                  </a:moveTo>
                  <a:lnTo>
                    <a:pt x="0" y="0"/>
                  </a:lnTo>
                  <a:lnTo>
                    <a:pt x="0" y="86395"/>
                  </a:lnTo>
                  <a:lnTo>
                    <a:pt x="2052" y="96564"/>
                  </a:lnTo>
                  <a:lnTo>
                    <a:pt x="7650" y="104868"/>
                  </a:lnTo>
                  <a:lnTo>
                    <a:pt x="15951" y="110467"/>
                  </a:lnTo>
                  <a:lnTo>
                    <a:pt x="26114" y="112520"/>
                  </a:lnTo>
                  <a:lnTo>
                    <a:pt x="1509995" y="112520"/>
                  </a:lnTo>
                  <a:lnTo>
                    <a:pt x="1520165" y="110467"/>
                  </a:lnTo>
                  <a:lnTo>
                    <a:pt x="1528469" y="104868"/>
                  </a:lnTo>
                  <a:lnTo>
                    <a:pt x="1534067" y="96564"/>
                  </a:lnTo>
                  <a:lnTo>
                    <a:pt x="1536120" y="86395"/>
                  </a:lnTo>
                  <a:lnTo>
                    <a:pt x="1536120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2750960" y="6254205"/>
              <a:ext cx="1536700" cy="56515"/>
            </a:xfrm>
            <a:custGeom>
              <a:avLst/>
              <a:gdLst/>
              <a:ahLst/>
              <a:cxnLst/>
              <a:rect l="l" t="t" r="r" b="b"/>
              <a:pathLst>
                <a:path w="1536700" h="56514">
                  <a:moveTo>
                    <a:pt x="1529335" y="0"/>
                  </a:moveTo>
                  <a:lnTo>
                    <a:pt x="1520948" y="0"/>
                  </a:lnTo>
                  <a:lnTo>
                    <a:pt x="6795" y="0"/>
                  </a:lnTo>
                  <a:lnTo>
                    <a:pt x="0" y="6785"/>
                  </a:lnTo>
                  <a:lnTo>
                    <a:pt x="0" y="54155"/>
                  </a:lnTo>
                  <a:lnTo>
                    <a:pt x="2104" y="56249"/>
                  </a:lnTo>
                  <a:lnTo>
                    <a:pt x="1534026" y="56249"/>
                  </a:lnTo>
                  <a:lnTo>
                    <a:pt x="1536120" y="54155"/>
                  </a:lnTo>
                  <a:lnTo>
                    <a:pt x="1536120" y="6785"/>
                  </a:lnTo>
                  <a:lnTo>
                    <a:pt x="1529335" y="0"/>
                  </a:lnTo>
                  <a:close/>
                </a:path>
              </a:pathLst>
            </a:custGeom>
            <a:solidFill>
              <a:srgbClr val="9DC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2777960" y="4949657"/>
              <a:ext cx="1482725" cy="1304925"/>
            </a:xfrm>
            <a:custGeom>
              <a:avLst/>
              <a:gdLst/>
              <a:ahLst/>
              <a:cxnLst/>
              <a:rect l="l" t="t" r="r" b="b"/>
              <a:pathLst>
                <a:path w="1482725" h="1304925">
                  <a:moveTo>
                    <a:pt x="1475358" y="0"/>
                  </a:moveTo>
                  <a:lnTo>
                    <a:pt x="6764" y="0"/>
                  </a:lnTo>
                  <a:lnTo>
                    <a:pt x="0" y="6764"/>
                  </a:lnTo>
                  <a:lnTo>
                    <a:pt x="0" y="1304515"/>
                  </a:lnTo>
                  <a:lnTo>
                    <a:pt x="1482122" y="1304515"/>
                  </a:lnTo>
                  <a:lnTo>
                    <a:pt x="1482122" y="6764"/>
                  </a:lnTo>
                  <a:lnTo>
                    <a:pt x="1475358" y="0"/>
                  </a:lnTo>
                  <a:close/>
                </a:path>
              </a:pathLst>
            </a:custGeom>
            <a:solidFill>
              <a:srgbClr val="979A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2808192" y="4979887"/>
              <a:ext cx="1421765" cy="1274445"/>
            </a:xfrm>
            <a:custGeom>
              <a:avLst/>
              <a:gdLst/>
              <a:ahLst/>
              <a:cxnLst/>
              <a:rect l="l" t="t" r="r" b="b"/>
              <a:pathLst>
                <a:path w="1421764" h="1274445">
                  <a:moveTo>
                    <a:pt x="1414888" y="0"/>
                  </a:moveTo>
                  <a:lnTo>
                    <a:pt x="6764" y="0"/>
                  </a:lnTo>
                  <a:lnTo>
                    <a:pt x="0" y="6764"/>
                  </a:lnTo>
                  <a:lnTo>
                    <a:pt x="0" y="1274285"/>
                  </a:lnTo>
                  <a:lnTo>
                    <a:pt x="1421663" y="1274285"/>
                  </a:lnTo>
                  <a:lnTo>
                    <a:pt x="1421663" y="6764"/>
                  </a:lnTo>
                  <a:lnTo>
                    <a:pt x="1414888" y="0"/>
                  </a:lnTo>
                  <a:close/>
                </a:path>
              </a:pathLst>
            </a:custGeom>
            <a:solidFill>
              <a:srgbClr val="6D71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2835902" y="5007592"/>
              <a:ext cx="1366520" cy="1247140"/>
            </a:xfrm>
            <a:custGeom>
              <a:avLst/>
              <a:gdLst/>
              <a:ahLst/>
              <a:cxnLst/>
              <a:rect l="l" t="t" r="r" b="b"/>
              <a:pathLst>
                <a:path w="1366520" h="1247139">
                  <a:moveTo>
                    <a:pt x="1359476" y="0"/>
                  </a:moveTo>
                  <a:lnTo>
                    <a:pt x="6764" y="0"/>
                  </a:lnTo>
                  <a:lnTo>
                    <a:pt x="0" y="6764"/>
                  </a:lnTo>
                  <a:lnTo>
                    <a:pt x="0" y="1246579"/>
                  </a:lnTo>
                  <a:lnTo>
                    <a:pt x="1366241" y="1246579"/>
                  </a:lnTo>
                  <a:lnTo>
                    <a:pt x="1366241" y="6764"/>
                  </a:lnTo>
                  <a:lnTo>
                    <a:pt x="1359476" y="0"/>
                  </a:lnTo>
                  <a:close/>
                </a:path>
              </a:pathLst>
            </a:custGeom>
            <a:solidFill>
              <a:srgbClr val="979A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2886287" y="5057978"/>
              <a:ext cx="1265555" cy="1146175"/>
            </a:xfrm>
            <a:custGeom>
              <a:avLst/>
              <a:gdLst/>
              <a:ahLst/>
              <a:cxnLst/>
              <a:rect l="l" t="t" r="r" b="b"/>
              <a:pathLst>
                <a:path w="1265554" h="1146175">
                  <a:moveTo>
                    <a:pt x="1260956" y="0"/>
                  </a:moveTo>
                  <a:lnTo>
                    <a:pt x="4512" y="0"/>
                  </a:lnTo>
                  <a:lnTo>
                    <a:pt x="0" y="4512"/>
                  </a:lnTo>
                  <a:lnTo>
                    <a:pt x="0" y="1135735"/>
                  </a:lnTo>
                  <a:lnTo>
                    <a:pt x="0" y="1141305"/>
                  </a:lnTo>
                  <a:lnTo>
                    <a:pt x="4512" y="1145808"/>
                  </a:lnTo>
                  <a:lnTo>
                    <a:pt x="1260956" y="1145808"/>
                  </a:lnTo>
                  <a:lnTo>
                    <a:pt x="1265469" y="1141305"/>
                  </a:lnTo>
                  <a:lnTo>
                    <a:pt x="1265469" y="4512"/>
                  </a:lnTo>
                  <a:lnTo>
                    <a:pt x="1260956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3163603" y="5007592"/>
              <a:ext cx="711200" cy="1247140"/>
            </a:xfrm>
            <a:custGeom>
              <a:avLst/>
              <a:gdLst/>
              <a:ahLst/>
              <a:cxnLst/>
              <a:rect l="l" t="t" r="r" b="b"/>
              <a:pathLst>
                <a:path w="711200" h="1247139">
                  <a:moveTo>
                    <a:pt x="704072" y="0"/>
                  </a:moveTo>
                  <a:lnTo>
                    <a:pt x="6774" y="0"/>
                  </a:lnTo>
                  <a:lnTo>
                    <a:pt x="0" y="6764"/>
                  </a:lnTo>
                  <a:lnTo>
                    <a:pt x="0" y="1239815"/>
                  </a:lnTo>
                  <a:lnTo>
                    <a:pt x="6774" y="1246579"/>
                  </a:lnTo>
                  <a:lnTo>
                    <a:pt x="704072" y="1246579"/>
                  </a:lnTo>
                  <a:lnTo>
                    <a:pt x="710836" y="1239815"/>
                  </a:lnTo>
                  <a:lnTo>
                    <a:pt x="710836" y="1196193"/>
                  </a:lnTo>
                  <a:lnTo>
                    <a:pt x="54898" y="1196193"/>
                  </a:lnTo>
                  <a:lnTo>
                    <a:pt x="50385" y="1191680"/>
                  </a:lnTo>
                  <a:lnTo>
                    <a:pt x="50385" y="54898"/>
                  </a:lnTo>
                  <a:lnTo>
                    <a:pt x="54898" y="50385"/>
                  </a:lnTo>
                  <a:lnTo>
                    <a:pt x="710836" y="50385"/>
                  </a:lnTo>
                  <a:lnTo>
                    <a:pt x="710836" y="6764"/>
                  </a:lnTo>
                  <a:lnTo>
                    <a:pt x="704072" y="0"/>
                  </a:lnTo>
                  <a:close/>
                </a:path>
                <a:path w="711200" h="1247139">
                  <a:moveTo>
                    <a:pt x="710836" y="50385"/>
                  </a:moveTo>
                  <a:lnTo>
                    <a:pt x="655938" y="50385"/>
                  </a:lnTo>
                  <a:lnTo>
                    <a:pt x="660451" y="54898"/>
                  </a:lnTo>
                  <a:lnTo>
                    <a:pt x="660451" y="1191680"/>
                  </a:lnTo>
                  <a:lnTo>
                    <a:pt x="655938" y="1196193"/>
                  </a:lnTo>
                  <a:lnTo>
                    <a:pt x="710836" y="1196193"/>
                  </a:lnTo>
                  <a:lnTo>
                    <a:pt x="710836" y="50385"/>
                  </a:lnTo>
                  <a:close/>
                </a:path>
              </a:pathLst>
            </a:custGeom>
            <a:solidFill>
              <a:srgbClr val="979A9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" name="object 131" descr=""/>
          <p:cNvGrpSpPr/>
          <p:nvPr/>
        </p:nvGrpSpPr>
        <p:grpSpPr>
          <a:xfrm>
            <a:off x="17860598" y="5613876"/>
            <a:ext cx="673100" cy="673100"/>
            <a:chOff x="17860598" y="5613876"/>
            <a:chExt cx="673100" cy="673100"/>
          </a:xfrm>
        </p:grpSpPr>
        <p:sp>
          <p:nvSpPr>
            <p:cNvPr id="132" name="object 132" descr=""/>
            <p:cNvSpPr/>
            <p:nvPr/>
          </p:nvSpPr>
          <p:spPr>
            <a:xfrm>
              <a:off x="17872555" y="5627598"/>
              <a:ext cx="649605" cy="646430"/>
            </a:xfrm>
            <a:custGeom>
              <a:avLst/>
              <a:gdLst/>
              <a:ahLst/>
              <a:cxnLst/>
              <a:rect l="l" t="t" r="r" b="b"/>
              <a:pathLst>
                <a:path w="649605" h="646429">
                  <a:moveTo>
                    <a:pt x="649100" y="0"/>
                  </a:moveTo>
                  <a:lnTo>
                    <a:pt x="0" y="0"/>
                  </a:lnTo>
                  <a:lnTo>
                    <a:pt x="0" y="646357"/>
                  </a:lnTo>
                  <a:lnTo>
                    <a:pt x="649100" y="646357"/>
                  </a:lnTo>
                  <a:lnTo>
                    <a:pt x="649100" y="0"/>
                  </a:lnTo>
                  <a:close/>
                </a:path>
              </a:pathLst>
            </a:custGeom>
            <a:solidFill>
              <a:srgbClr val="96CF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7940093" y="5702905"/>
              <a:ext cx="514350" cy="495934"/>
            </a:xfrm>
            <a:custGeom>
              <a:avLst/>
              <a:gdLst/>
              <a:ahLst/>
              <a:cxnLst/>
              <a:rect l="l" t="t" r="r" b="b"/>
              <a:pathLst>
                <a:path w="514350" h="495935">
                  <a:moveTo>
                    <a:pt x="514015" y="0"/>
                  </a:moveTo>
                  <a:lnTo>
                    <a:pt x="0" y="0"/>
                  </a:lnTo>
                  <a:lnTo>
                    <a:pt x="0" y="495733"/>
                  </a:lnTo>
                  <a:lnTo>
                    <a:pt x="514015" y="495733"/>
                  </a:lnTo>
                  <a:lnTo>
                    <a:pt x="514015" y="0"/>
                  </a:lnTo>
                  <a:close/>
                </a:path>
              </a:pathLst>
            </a:custGeom>
            <a:solidFill>
              <a:srgbClr val="E8EA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7860595" y="5613876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672998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646430"/>
                  </a:lnTo>
                  <a:lnTo>
                    <a:pt x="0" y="673100"/>
                  </a:lnTo>
                  <a:lnTo>
                    <a:pt x="672998" y="673100"/>
                  </a:lnTo>
                  <a:lnTo>
                    <a:pt x="672998" y="646772"/>
                  </a:lnTo>
                  <a:lnTo>
                    <a:pt x="672998" y="646430"/>
                  </a:lnTo>
                  <a:lnTo>
                    <a:pt x="672998" y="27051"/>
                  </a:lnTo>
                  <a:lnTo>
                    <a:pt x="649109" y="27051"/>
                  </a:lnTo>
                  <a:lnTo>
                    <a:pt x="649109" y="646430"/>
                  </a:lnTo>
                  <a:lnTo>
                    <a:pt x="23888" y="646430"/>
                  </a:lnTo>
                  <a:lnTo>
                    <a:pt x="23888" y="26670"/>
                  </a:lnTo>
                  <a:lnTo>
                    <a:pt x="672998" y="26670"/>
                  </a:lnTo>
                  <a:lnTo>
                    <a:pt x="672998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5" name="object 135" descr=""/>
          <p:cNvGrpSpPr/>
          <p:nvPr/>
        </p:nvGrpSpPr>
        <p:grpSpPr>
          <a:xfrm>
            <a:off x="6716660" y="3274183"/>
            <a:ext cx="602615" cy="602615"/>
            <a:chOff x="6716660" y="3274183"/>
            <a:chExt cx="602615" cy="602615"/>
          </a:xfrm>
        </p:grpSpPr>
        <p:sp>
          <p:nvSpPr>
            <p:cNvPr id="136" name="object 136" descr=""/>
            <p:cNvSpPr/>
            <p:nvPr/>
          </p:nvSpPr>
          <p:spPr>
            <a:xfrm>
              <a:off x="6716660" y="3274183"/>
              <a:ext cx="602615" cy="602615"/>
            </a:xfrm>
            <a:custGeom>
              <a:avLst/>
              <a:gdLst/>
              <a:ahLst/>
              <a:cxnLst/>
              <a:rect l="l" t="t" r="r" b="b"/>
              <a:pathLst>
                <a:path w="602615" h="602614">
                  <a:moveTo>
                    <a:pt x="301058" y="0"/>
                  </a:moveTo>
                  <a:lnTo>
                    <a:pt x="252272" y="3951"/>
                  </a:lnTo>
                  <a:lnTo>
                    <a:pt x="205967" y="15388"/>
                  </a:lnTo>
                  <a:lnTo>
                    <a:pt x="162774" y="33683"/>
                  </a:lnTo>
                  <a:lnTo>
                    <a:pt x="123319" y="58208"/>
                  </a:lnTo>
                  <a:lnTo>
                    <a:pt x="88226" y="88336"/>
                  </a:lnTo>
                  <a:lnTo>
                    <a:pt x="58121" y="123439"/>
                  </a:lnTo>
                  <a:lnTo>
                    <a:pt x="33624" y="162891"/>
                  </a:lnTo>
                  <a:lnTo>
                    <a:pt x="15358" y="206063"/>
                  </a:lnTo>
                  <a:lnTo>
                    <a:pt x="3947" y="252289"/>
                  </a:lnTo>
                  <a:lnTo>
                    <a:pt x="0" y="301058"/>
                  </a:lnTo>
                  <a:lnTo>
                    <a:pt x="3947" y="349827"/>
                  </a:lnTo>
                  <a:lnTo>
                    <a:pt x="15373" y="396115"/>
                  </a:lnTo>
                  <a:lnTo>
                    <a:pt x="33653" y="439296"/>
                  </a:lnTo>
                  <a:lnTo>
                    <a:pt x="58163" y="478745"/>
                  </a:lnTo>
                  <a:lnTo>
                    <a:pt x="88277" y="513840"/>
                  </a:lnTo>
                  <a:lnTo>
                    <a:pt x="123371" y="543954"/>
                  </a:lnTo>
                  <a:lnTo>
                    <a:pt x="162821" y="568464"/>
                  </a:lnTo>
                  <a:lnTo>
                    <a:pt x="206002" y="586744"/>
                  </a:lnTo>
                  <a:lnTo>
                    <a:pt x="252289" y="598170"/>
                  </a:lnTo>
                  <a:lnTo>
                    <a:pt x="301058" y="602117"/>
                  </a:lnTo>
                  <a:lnTo>
                    <a:pt x="349827" y="598170"/>
                  </a:lnTo>
                  <a:lnTo>
                    <a:pt x="396114" y="586744"/>
                  </a:lnTo>
                  <a:lnTo>
                    <a:pt x="402786" y="583919"/>
                  </a:lnTo>
                  <a:lnTo>
                    <a:pt x="301058" y="583919"/>
                  </a:lnTo>
                  <a:lnTo>
                    <a:pt x="255239" y="580210"/>
                  </a:lnTo>
                  <a:lnTo>
                    <a:pt x="211751" y="569474"/>
                  </a:lnTo>
                  <a:lnTo>
                    <a:pt x="171180" y="552298"/>
                  </a:lnTo>
                  <a:lnTo>
                    <a:pt x="134115" y="529270"/>
                  </a:lnTo>
                  <a:lnTo>
                    <a:pt x="101142" y="500975"/>
                  </a:lnTo>
                  <a:lnTo>
                    <a:pt x="72847" y="468002"/>
                  </a:lnTo>
                  <a:lnTo>
                    <a:pt x="49819" y="430936"/>
                  </a:lnTo>
                  <a:lnTo>
                    <a:pt x="32643" y="390366"/>
                  </a:lnTo>
                  <a:lnTo>
                    <a:pt x="21907" y="346878"/>
                  </a:lnTo>
                  <a:lnTo>
                    <a:pt x="18198" y="301058"/>
                  </a:lnTo>
                  <a:lnTo>
                    <a:pt x="21907" y="255237"/>
                  </a:lnTo>
                  <a:lnTo>
                    <a:pt x="32643" y="211748"/>
                  </a:lnTo>
                  <a:lnTo>
                    <a:pt x="49819" y="171178"/>
                  </a:lnTo>
                  <a:lnTo>
                    <a:pt x="72847" y="134114"/>
                  </a:lnTo>
                  <a:lnTo>
                    <a:pt x="101142" y="101143"/>
                  </a:lnTo>
                  <a:lnTo>
                    <a:pt x="134115" y="72851"/>
                  </a:lnTo>
                  <a:lnTo>
                    <a:pt x="171180" y="49825"/>
                  </a:lnTo>
                  <a:lnTo>
                    <a:pt x="211751" y="32651"/>
                  </a:lnTo>
                  <a:lnTo>
                    <a:pt x="255239" y="21917"/>
                  </a:lnTo>
                  <a:lnTo>
                    <a:pt x="301058" y="18208"/>
                  </a:lnTo>
                  <a:lnTo>
                    <a:pt x="402725" y="18208"/>
                  </a:lnTo>
                  <a:lnTo>
                    <a:pt x="396008" y="15373"/>
                  </a:lnTo>
                  <a:lnTo>
                    <a:pt x="349747" y="3947"/>
                  </a:lnTo>
                  <a:lnTo>
                    <a:pt x="301058" y="0"/>
                  </a:lnTo>
                  <a:close/>
                </a:path>
                <a:path w="602615" h="602614">
                  <a:moveTo>
                    <a:pt x="529494" y="106635"/>
                  </a:moveTo>
                  <a:lnTo>
                    <a:pt x="500058" y="106635"/>
                  </a:lnTo>
                  <a:lnTo>
                    <a:pt x="504958" y="106677"/>
                  </a:lnTo>
                  <a:lnTo>
                    <a:pt x="507293" y="107713"/>
                  </a:lnTo>
                  <a:lnTo>
                    <a:pt x="540282" y="150331"/>
                  </a:lnTo>
                  <a:lnTo>
                    <a:pt x="563867" y="196507"/>
                  </a:lnTo>
                  <a:lnTo>
                    <a:pt x="578735" y="247072"/>
                  </a:lnTo>
                  <a:lnTo>
                    <a:pt x="583908" y="301058"/>
                  </a:lnTo>
                  <a:lnTo>
                    <a:pt x="580200" y="346878"/>
                  </a:lnTo>
                  <a:lnTo>
                    <a:pt x="569465" y="390366"/>
                  </a:lnTo>
                  <a:lnTo>
                    <a:pt x="552290" y="430936"/>
                  </a:lnTo>
                  <a:lnTo>
                    <a:pt x="529263" y="468002"/>
                  </a:lnTo>
                  <a:lnTo>
                    <a:pt x="500970" y="500975"/>
                  </a:lnTo>
                  <a:lnTo>
                    <a:pt x="467998" y="529270"/>
                  </a:lnTo>
                  <a:lnTo>
                    <a:pt x="430934" y="552298"/>
                  </a:lnTo>
                  <a:lnTo>
                    <a:pt x="390365" y="569474"/>
                  </a:lnTo>
                  <a:lnTo>
                    <a:pt x="346877" y="580210"/>
                  </a:lnTo>
                  <a:lnTo>
                    <a:pt x="301058" y="583919"/>
                  </a:lnTo>
                  <a:lnTo>
                    <a:pt x="402786" y="583919"/>
                  </a:lnTo>
                  <a:lnTo>
                    <a:pt x="439293" y="568464"/>
                  </a:lnTo>
                  <a:lnTo>
                    <a:pt x="478742" y="543954"/>
                  </a:lnTo>
                  <a:lnTo>
                    <a:pt x="513835" y="513840"/>
                  </a:lnTo>
                  <a:lnTo>
                    <a:pt x="543947" y="478745"/>
                  </a:lnTo>
                  <a:lnTo>
                    <a:pt x="568455" y="439296"/>
                  </a:lnTo>
                  <a:lnTo>
                    <a:pt x="586734" y="396115"/>
                  </a:lnTo>
                  <a:lnTo>
                    <a:pt x="598160" y="349827"/>
                  </a:lnTo>
                  <a:lnTo>
                    <a:pt x="602107" y="301058"/>
                  </a:lnTo>
                  <a:lnTo>
                    <a:pt x="598147" y="252289"/>
                  </a:lnTo>
                  <a:lnTo>
                    <a:pt x="586698" y="206002"/>
                  </a:lnTo>
                  <a:lnTo>
                    <a:pt x="568391" y="162821"/>
                  </a:lnTo>
                  <a:lnTo>
                    <a:pt x="543914" y="123439"/>
                  </a:lnTo>
                  <a:lnTo>
                    <a:pt x="529494" y="106635"/>
                  </a:lnTo>
                  <a:close/>
                </a:path>
                <a:path w="602615" h="602614">
                  <a:moveTo>
                    <a:pt x="301058" y="218736"/>
                  </a:moveTo>
                  <a:lnTo>
                    <a:pt x="269015" y="225206"/>
                  </a:lnTo>
                  <a:lnTo>
                    <a:pt x="242848" y="242848"/>
                  </a:lnTo>
                  <a:lnTo>
                    <a:pt x="225206" y="269015"/>
                  </a:lnTo>
                  <a:lnTo>
                    <a:pt x="218736" y="301058"/>
                  </a:lnTo>
                  <a:lnTo>
                    <a:pt x="225206" y="333102"/>
                  </a:lnTo>
                  <a:lnTo>
                    <a:pt x="242848" y="359269"/>
                  </a:lnTo>
                  <a:lnTo>
                    <a:pt x="269015" y="376911"/>
                  </a:lnTo>
                  <a:lnTo>
                    <a:pt x="301058" y="383380"/>
                  </a:lnTo>
                  <a:lnTo>
                    <a:pt x="333102" y="376911"/>
                  </a:lnTo>
                  <a:lnTo>
                    <a:pt x="359269" y="359269"/>
                  </a:lnTo>
                  <a:lnTo>
                    <a:pt x="376911" y="333102"/>
                  </a:lnTo>
                  <a:lnTo>
                    <a:pt x="383380" y="301058"/>
                  </a:lnTo>
                  <a:lnTo>
                    <a:pt x="382368" y="288128"/>
                  </a:lnTo>
                  <a:lnTo>
                    <a:pt x="379434" y="275839"/>
                  </a:lnTo>
                  <a:lnTo>
                    <a:pt x="374736" y="264344"/>
                  </a:lnTo>
                  <a:lnTo>
                    <a:pt x="368428" y="253793"/>
                  </a:lnTo>
                  <a:lnTo>
                    <a:pt x="365999" y="250337"/>
                  </a:lnTo>
                  <a:lnTo>
                    <a:pt x="366344" y="245657"/>
                  </a:lnTo>
                  <a:lnTo>
                    <a:pt x="377695" y="233731"/>
                  </a:lnTo>
                  <a:lnTo>
                    <a:pt x="348460" y="233731"/>
                  </a:lnTo>
                  <a:lnTo>
                    <a:pt x="344900" y="231469"/>
                  </a:lnTo>
                  <a:lnTo>
                    <a:pt x="334961" y="226087"/>
                  </a:lnTo>
                  <a:lnTo>
                    <a:pt x="324267" y="222087"/>
                  </a:lnTo>
                  <a:lnTo>
                    <a:pt x="312930" y="219595"/>
                  </a:lnTo>
                  <a:lnTo>
                    <a:pt x="301058" y="218736"/>
                  </a:lnTo>
                  <a:close/>
                </a:path>
                <a:path w="602615" h="602614">
                  <a:moveTo>
                    <a:pt x="402725" y="18208"/>
                  </a:moveTo>
                  <a:lnTo>
                    <a:pt x="301058" y="18208"/>
                  </a:lnTo>
                  <a:lnTo>
                    <a:pt x="351473" y="22713"/>
                  </a:lnTo>
                  <a:lnTo>
                    <a:pt x="398972" y="35700"/>
                  </a:lnTo>
                  <a:lnTo>
                    <a:pt x="442772" y="56375"/>
                  </a:lnTo>
                  <a:lnTo>
                    <a:pt x="482090" y="83945"/>
                  </a:lnTo>
                  <a:lnTo>
                    <a:pt x="485398" y="92677"/>
                  </a:lnTo>
                  <a:lnTo>
                    <a:pt x="484519" y="95086"/>
                  </a:lnTo>
                  <a:lnTo>
                    <a:pt x="353130" y="233134"/>
                  </a:lnTo>
                  <a:lnTo>
                    <a:pt x="348460" y="233731"/>
                  </a:lnTo>
                  <a:lnTo>
                    <a:pt x="377695" y="233731"/>
                  </a:lnTo>
                  <a:lnTo>
                    <a:pt x="497712" y="107630"/>
                  </a:lnTo>
                  <a:lnTo>
                    <a:pt x="500058" y="106635"/>
                  </a:lnTo>
                  <a:lnTo>
                    <a:pt x="529494" y="106635"/>
                  </a:lnTo>
                  <a:lnTo>
                    <a:pt x="513791" y="88336"/>
                  </a:lnTo>
                  <a:lnTo>
                    <a:pt x="478692" y="58208"/>
                  </a:lnTo>
                  <a:lnTo>
                    <a:pt x="439172" y="33653"/>
                  </a:lnTo>
                  <a:lnTo>
                    <a:pt x="402725" y="18208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829636" y="3424169"/>
              <a:ext cx="259715" cy="222250"/>
            </a:xfrm>
            <a:custGeom>
              <a:avLst/>
              <a:gdLst/>
              <a:ahLst/>
              <a:cxnLst/>
              <a:rect l="l" t="t" r="r" b="b"/>
              <a:pathLst>
                <a:path w="259715" h="222250">
                  <a:moveTo>
                    <a:pt x="11957" y="0"/>
                  </a:moveTo>
                  <a:lnTo>
                    <a:pt x="6240" y="670"/>
                  </a:lnTo>
                  <a:lnTo>
                    <a:pt x="0" y="8554"/>
                  </a:lnTo>
                  <a:lnTo>
                    <a:pt x="670" y="14271"/>
                  </a:lnTo>
                  <a:lnTo>
                    <a:pt x="124593" y="112404"/>
                  </a:lnTo>
                  <a:lnTo>
                    <a:pt x="125629" y="116876"/>
                  </a:lnTo>
                  <a:lnTo>
                    <a:pt x="116938" y="151073"/>
                  </a:lnTo>
                  <a:lnTo>
                    <a:pt x="122528" y="178769"/>
                  </a:lnTo>
                  <a:lnTo>
                    <a:pt x="137771" y="201385"/>
                  </a:lnTo>
                  <a:lnTo>
                    <a:pt x="160384" y="216632"/>
                  </a:lnTo>
                  <a:lnTo>
                    <a:pt x="188078" y="222223"/>
                  </a:lnTo>
                  <a:lnTo>
                    <a:pt x="215773" y="216632"/>
                  </a:lnTo>
                  <a:lnTo>
                    <a:pt x="238389" y="201385"/>
                  </a:lnTo>
                  <a:lnTo>
                    <a:pt x="253636" y="178769"/>
                  </a:lnTo>
                  <a:lnTo>
                    <a:pt x="259227" y="151073"/>
                  </a:lnTo>
                  <a:lnTo>
                    <a:pt x="253636" y="123378"/>
                  </a:lnTo>
                  <a:lnTo>
                    <a:pt x="238389" y="100762"/>
                  </a:lnTo>
                  <a:lnTo>
                    <a:pt x="215773" y="85515"/>
                  </a:lnTo>
                  <a:lnTo>
                    <a:pt x="188078" y="79924"/>
                  </a:lnTo>
                  <a:lnTo>
                    <a:pt x="175760" y="80991"/>
                  </a:lnTo>
                  <a:lnTo>
                    <a:pt x="164135" y="84070"/>
                  </a:lnTo>
                  <a:lnTo>
                    <a:pt x="153379" y="88979"/>
                  </a:lnTo>
                  <a:lnTo>
                    <a:pt x="143671" y="95536"/>
                  </a:lnTo>
                  <a:lnTo>
                    <a:pt x="140445" y="98122"/>
                  </a:lnTo>
                  <a:lnTo>
                    <a:pt x="135880" y="98122"/>
                  </a:lnTo>
                  <a:lnTo>
                    <a:pt x="11957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" name="object 138" descr=""/>
          <p:cNvGrpSpPr/>
          <p:nvPr/>
        </p:nvGrpSpPr>
        <p:grpSpPr>
          <a:xfrm>
            <a:off x="7520251" y="3274193"/>
            <a:ext cx="602615" cy="602615"/>
            <a:chOff x="7520251" y="3274193"/>
            <a:chExt cx="602615" cy="602615"/>
          </a:xfrm>
        </p:grpSpPr>
        <p:sp>
          <p:nvSpPr>
            <p:cNvPr id="139" name="object 139" descr=""/>
            <p:cNvSpPr/>
            <p:nvPr/>
          </p:nvSpPr>
          <p:spPr>
            <a:xfrm>
              <a:off x="7520251" y="3274193"/>
              <a:ext cx="602615" cy="602615"/>
            </a:xfrm>
            <a:custGeom>
              <a:avLst/>
              <a:gdLst/>
              <a:ahLst/>
              <a:cxnLst/>
              <a:rect l="l" t="t" r="r" b="b"/>
              <a:pathLst>
                <a:path w="602615" h="602614">
                  <a:moveTo>
                    <a:pt x="301058" y="0"/>
                  </a:moveTo>
                  <a:lnTo>
                    <a:pt x="252226" y="3940"/>
                  </a:lnTo>
                  <a:lnTo>
                    <a:pt x="205902" y="15347"/>
                  </a:lnTo>
                  <a:lnTo>
                    <a:pt x="162706" y="33601"/>
                  </a:lnTo>
                  <a:lnTo>
                    <a:pt x="123258" y="58084"/>
                  </a:lnTo>
                  <a:lnTo>
                    <a:pt x="88179" y="88174"/>
                  </a:lnTo>
                  <a:lnTo>
                    <a:pt x="58087" y="123251"/>
                  </a:lnTo>
                  <a:lnTo>
                    <a:pt x="33604" y="162698"/>
                  </a:lnTo>
                  <a:lnTo>
                    <a:pt x="15348" y="205892"/>
                  </a:lnTo>
                  <a:lnTo>
                    <a:pt x="3940" y="252216"/>
                  </a:lnTo>
                  <a:lnTo>
                    <a:pt x="0" y="301048"/>
                  </a:lnTo>
                  <a:lnTo>
                    <a:pt x="3940" y="349881"/>
                  </a:lnTo>
                  <a:lnTo>
                    <a:pt x="15348" y="396205"/>
                  </a:lnTo>
                  <a:lnTo>
                    <a:pt x="33604" y="439400"/>
                  </a:lnTo>
                  <a:lnTo>
                    <a:pt x="58087" y="478848"/>
                  </a:lnTo>
                  <a:lnTo>
                    <a:pt x="88179" y="513928"/>
                  </a:lnTo>
                  <a:lnTo>
                    <a:pt x="123258" y="544019"/>
                  </a:lnTo>
                  <a:lnTo>
                    <a:pt x="162706" y="568503"/>
                  </a:lnTo>
                  <a:lnTo>
                    <a:pt x="205902" y="586758"/>
                  </a:lnTo>
                  <a:lnTo>
                    <a:pt x="252226" y="598166"/>
                  </a:lnTo>
                  <a:lnTo>
                    <a:pt x="301058" y="602107"/>
                  </a:lnTo>
                  <a:lnTo>
                    <a:pt x="349894" y="598166"/>
                  </a:lnTo>
                  <a:lnTo>
                    <a:pt x="396219" y="586758"/>
                  </a:lnTo>
                  <a:lnTo>
                    <a:pt x="439416" y="568503"/>
                  </a:lnTo>
                  <a:lnTo>
                    <a:pt x="478863" y="544019"/>
                  </a:lnTo>
                  <a:lnTo>
                    <a:pt x="513942" y="513928"/>
                  </a:lnTo>
                  <a:lnTo>
                    <a:pt x="544033" y="478848"/>
                  </a:lnTo>
                  <a:lnTo>
                    <a:pt x="568515" y="439400"/>
                  </a:lnTo>
                  <a:lnTo>
                    <a:pt x="586770" y="396205"/>
                  </a:lnTo>
                  <a:lnTo>
                    <a:pt x="598177" y="349881"/>
                  </a:lnTo>
                  <a:lnTo>
                    <a:pt x="602117" y="301048"/>
                  </a:lnTo>
                  <a:lnTo>
                    <a:pt x="598177" y="252216"/>
                  </a:lnTo>
                  <a:lnTo>
                    <a:pt x="586770" y="205892"/>
                  </a:lnTo>
                  <a:lnTo>
                    <a:pt x="568515" y="162698"/>
                  </a:lnTo>
                  <a:lnTo>
                    <a:pt x="544033" y="123251"/>
                  </a:lnTo>
                  <a:lnTo>
                    <a:pt x="513942" y="88174"/>
                  </a:lnTo>
                  <a:lnTo>
                    <a:pt x="478863" y="58084"/>
                  </a:lnTo>
                  <a:lnTo>
                    <a:pt x="439416" y="33601"/>
                  </a:lnTo>
                  <a:lnTo>
                    <a:pt x="396219" y="15347"/>
                  </a:lnTo>
                  <a:lnTo>
                    <a:pt x="349894" y="3940"/>
                  </a:lnTo>
                  <a:lnTo>
                    <a:pt x="30105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7536682" y="3290611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284630" y="0"/>
                  </a:moveTo>
                  <a:lnTo>
                    <a:pt x="238460" y="3725"/>
                  </a:lnTo>
                  <a:lnTo>
                    <a:pt x="194663" y="14510"/>
                  </a:lnTo>
                  <a:lnTo>
                    <a:pt x="153825" y="31769"/>
                  </a:lnTo>
                  <a:lnTo>
                    <a:pt x="116530" y="54916"/>
                  </a:lnTo>
                  <a:lnTo>
                    <a:pt x="83365" y="83365"/>
                  </a:lnTo>
                  <a:lnTo>
                    <a:pt x="54916" y="116530"/>
                  </a:lnTo>
                  <a:lnTo>
                    <a:pt x="31769" y="153825"/>
                  </a:lnTo>
                  <a:lnTo>
                    <a:pt x="14510" y="194663"/>
                  </a:lnTo>
                  <a:lnTo>
                    <a:pt x="3725" y="238460"/>
                  </a:lnTo>
                  <a:lnTo>
                    <a:pt x="0" y="284630"/>
                  </a:lnTo>
                  <a:lnTo>
                    <a:pt x="3725" y="330799"/>
                  </a:lnTo>
                  <a:lnTo>
                    <a:pt x="14510" y="374597"/>
                  </a:lnTo>
                  <a:lnTo>
                    <a:pt x="31769" y="415437"/>
                  </a:lnTo>
                  <a:lnTo>
                    <a:pt x="54916" y="452733"/>
                  </a:lnTo>
                  <a:lnTo>
                    <a:pt x="83365" y="485900"/>
                  </a:lnTo>
                  <a:lnTo>
                    <a:pt x="116530" y="514350"/>
                  </a:lnTo>
                  <a:lnTo>
                    <a:pt x="153825" y="537498"/>
                  </a:lnTo>
                  <a:lnTo>
                    <a:pt x="194663" y="554759"/>
                  </a:lnTo>
                  <a:lnTo>
                    <a:pt x="238460" y="565545"/>
                  </a:lnTo>
                  <a:lnTo>
                    <a:pt x="284630" y="569270"/>
                  </a:lnTo>
                  <a:lnTo>
                    <a:pt x="330799" y="565545"/>
                  </a:lnTo>
                  <a:lnTo>
                    <a:pt x="374596" y="554759"/>
                  </a:lnTo>
                  <a:lnTo>
                    <a:pt x="415435" y="537498"/>
                  </a:lnTo>
                  <a:lnTo>
                    <a:pt x="452730" y="514350"/>
                  </a:lnTo>
                  <a:lnTo>
                    <a:pt x="485894" y="485900"/>
                  </a:lnTo>
                  <a:lnTo>
                    <a:pt x="514343" y="452733"/>
                  </a:lnTo>
                  <a:lnTo>
                    <a:pt x="537490" y="415437"/>
                  </a:lnTo>
                  <a:lnTo>
                    <a:pt x="554749" y="374597"/>
                  </a:lnTo>
                  <a:lnTo>
                    <a:pt x="565534" y="330799"/>
                  </a:lnTo>
                  <a:lnTo>
                    <a:pt x="569260" y="284630"/>
                  </a:lnTo>
                  <a:lnTo>
                    <a:pt x="565534" y="238460"/>
                  </a:lnTo>
                  <a:lnTo>
                    <a:pt x="554749" y="194663"/>
                  </a:lnTo>
                  <a:lnTo>
                    <a:pt x="537490" y="153825"/>
                  </a:lnTo>
                  <a:lnTo>
                    <a:pt x="514343" y="116530"/>
                  </a:lnTo>
                  <a:lnTo>
                    <a:pt x="485894" y="83365"/>
                  </a:lnTo>
                  <a:lnTo>
                    <a:pt x="452730" y="54916"/>
                  </a:lnTo>
                  <a:lnTo>
                    <a:pt x="415435" y="31769"/>
                  </a:lnTo>
                  <a:lnTo>
                    <a:pt x="374596" y="14510"/>
                  </a:lnTo>
                  <a:lnTo>
                    <a:pt x="330799" y="3725"/>
                  </a:lnTo>
                  <a:lnTo>
                    <a:pt x="28463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556182" y="3310121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36906" y="260451"/>
                  </a:moveTo>
                  <a:lnTo>
                    <a:pt x="0" y="260451"/>
                  </a:lnTo>
                  <a:lnTo>
                    <a:pt x="0" y="269824"/>
                  </a:lnTo>
                  <a:lnTo>
                    <a:pt x="36906" y="269824"/>
                  </a:lnTo>
                  <a:lnTo>
                    <a:pt x="36906" y="260451"/>
                  </a:lnTo>
                  <a:close/>
                </a:path>
                <a:path w="530859" h="530860">
                  <a:moveTo>
                    <a:pt x="69850" y="146977"/>
                  </a:moveTo>
                  <a:lnTo>
                    <a:pt x="37896" y="128511"/>
                  </a:lnTo>
                  <a:lnTo>
                    <a:pt x="33197" y="136639"/>
                  </a:lnTo>
                  <a:lnTo>
                    <a:pt x="65163" y="155092"/>
                  </a:lnTo>
                  <a:lnTo>
                    <a:pt x="69850" y="146977"/>
                  </a:lnTo>
                  <a:close/>
                </a:path>
                <a:path w="530859" h="530860">
                  <a:moveTo>
                    <a:pt x="69862" y="383286"/>
                  </a:moveTo>
                  <a:lnTo>
                    <a:pt x="65151" y="375145"/>
                  </a:lnTo>
                  <a:lnTo>
                    <a:pt x="33197" y="393611"/>
                  </a:lnTo>
                  <a:lnTo>
                    <a:pt x="37884" y="401739"/>
                  </a:lnTo>
                  <a:lnTo>
                    <a:pt x="69862" y="383286"/>
                  </a:lnTo>
                  <a:close/>
                </a:path>
                <a:path w="530859" h="530860">
                  <a:moveTo>
                    <a:pt x="155092" y="465086"/>
                  </a:moveTo>
                  <a:lnTo>
                    <a:pt x="146964" y="460387"/>
                  </a:lnTo>
                  <a:lnTo>
                    <a:pt x="128511" y="492366"/>
                  </a:lnTo>
                  <a:lnTo>
                    <a:pt x="136639" y="497052"/>
                  </a:lnTo>
                  <a:lnTo>
                    <a:pt x="155092" y="465086"/>
                  </a:lnTo>
                  <a:close/>
                </a:path>
                <a:path w="530859" h="530860">
                  <a:moveTo>
                    <a:pt x="155092" y="65176"/>
                  </a:moveTo>
                  <a:lnTo>
                    <a:pt x="136639" y="33197"/>
                  </a:lnTo>
                  <a:lnTo>
                    <a:pt x="128511" y="37896"/>
                  </a:lnTo>
                  <a:lnTo>
                    <a:pt x="146964" y="69862"/>
                  </a:lnTo>
                  <a:lnTo>
                    <a:pt x="155092" y="65176"/>
                  </a:lnTo>
                  <a:close/>
                </a:path>
                <a:path w="530859" h="530860">
                  <a:moveTo>
                    <a:pt x="269811" y="493344"/>
                  </a:moveTo>
                  <a:lnTo>
                    <a:pt x="260426" y="493344"/>
                  </a:lnTo>
                  <a:lnTo>
                    <a:pt x="260426" y="530263"/>
                  </a:lnTo>
                  <a:lnTo>
                    <a:pt x="269811" y="530263"/>
                  </a:lnTo>
                  <a:lnTo>
                    <a:pt x="269811" y="493344"/>
                  </a:lnTo>
                  <a:close/>
                </a:path>
                <a:path w="530859" h="530860">
                  <a:moveTo>
                    <a:pt x="269811" y="0"/>
                  </a:moveTo>
                  <a:lnTo>
                    <a:pt x="260426" y="0"/>
                  </a:lnTo>
                  <a:lnTo>
                    <a:pt x="260426" y="36918"/>
                  </a:lnTo>
                  <a:lnTo>
                    <a:pt x="269811" y="36918"/>
                  </a:lnTo>
                  <a:lnTo>
                    <a:pt x="269811" y="0"/>
                  </a:lnTo>
                  <a:close/>
                </a:path>
                <a:path w="530859" h="530860">
                  <a:moveTo>
                    <a:pt x="401739" y="492366"/>
                  </a:moveTo>
                  <a:lnTo>
                    <a:pt x="383273" y="460387"/>
                  </a:lnTo>
                  <a:lnTo>
                    <a:pt x="375145" y="465086"/>
                  </a:lnTo>
                  <a:lnTo>
                    <a:pt x="393611" y="497052"/>
                  </a:lnTo>
                  <a:lnTo>
                    <a:pt x="401739" y="492366"/>
                  </a:lnTo>
                  <a:close/>
                </a:path>
                <a:path w="530859" h="530860">
                  <a:moveTo>
                    <a:pt x="401739" y="37896"/>
                  </a:moveTo>
                  <a:lnTo>
                    <a:pt x="393611" y="33197"/>
                  </a:lnTo>
                  <a:lnTo>
                    <a:pt x="375158" y="65176"/>
                  </a:lnTo>
                  <a:lnTo>
                    <a:pt x="383273" y="69862"/>
                  </a:lnTo>
                  <a:lnTo>
                    <a:pt x="401739" y="37896"/>
                  </a:lnTo>
                  <a:close/>
                </a:path>
                <a:path w="530859" h="530860">
                  <a:moveTo>
                    <a:pt x="497052" y="393611"/>
                  </a:moveTo>
                  <a:lnTo>
                    <a:pt x="465086" y="375145"/>
                  </a:lnTo>
                  <a:lnTo>
                    <a:pt x="460387" y="383286"/>
                  </a:lnTo>
                  <a:lnTo>
                    <a:pt x="492353" y="401739"/>
                  </a:lnTo>
                  <a:lnTo>
                    <a:pt x="497052" y="393611"/>
                  </a:lnTo>
                  <a:close/>
                </a:path>
                <a:path w="530859" h="530860">
                  <a:moveTo>
                    <a:pt x="497052" y="136639"/>
                  </a:moveTo>
                  <a:lnTo>
                    <a:pt x="492353" y="128511"/>
                  </a:lnTo>
                  <a:lnTo>
                    <a:pt x="460387" y="146977"/>
                  </a:lnTo>
                  <a:lnTo>
                    <a:pt x="465086" y="155092"/>
                  </a:lnTo>
                  <a:lnTo>
                    <a:pt x="497052" y="136639"/>
                  </a:lnTo>
                  <a:close/>
                </a:path>
                <a:path w="530859" h="530860">
                  <a:moveTo>
                    <a:pt x="530250" y="260451"/>
                  </a:moveTo>
                  <a:lnTo>
                    <a:pt x="493331" y="260451"/>
                  </a:lnTo>
                  <a:lnTo>
                    <a:pt x="493331" y="269824"/>
                  </a:lnTo>
                  <a:lnTo>
                    <a:pt x="530250" y="269824"/>
                  </a:lnTo>
                  <a:lnTo>
                    <a:pt x="530250" y="260451"/>
                  </a:lnTo>
                  <a:close/>
                </a:path>
              </a:pathLst>
            </a:custGeom>
            <a:solidFill>
              <a:srgbClr val="E6D5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95708" y="3419022"/>
              <a:ext cx="279236" cy="201124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7741222" y="3375526"/>
              <a:ext cx="139700" cy="323850"/>
            </a:xfrm>
            <a:custGeom>
              <a:avLst/>
              <a:gdLst/>
              <a:ahLst/>
              <a:cxnLst/>
              <a:rect l="l" t="t" r="r" b="b"/>
              <a:pathLst>
                <a:path w="139700" h="323850">
                  <a:moveTo>
                    <a:pt x="139166" y="308940"/>
                  </a:moveTo>
                  <a:lnTo>
                    <a:pt x="133845" y="295516"/>
                  </a:lnTo>
                  <a:lnTo>
                    <a:pt x="128130" y="292023"/>
                  </a:lnTo>
                  <a:lnTo>
                    <a:pt x="119862" y="292265"/>
                  </a:lnTo>
                  <a:lnTo>
                    <a:pt x="117792" y="290893"/>
                  </a:lnTo>
                  <a:lnTo>
                    <a:pt x="85521" y="209346"/>
                  </a:lnTo>
                  <a:lnTo>
                    <a:pt x="89776" y="205079"/>
                  </a:lnTo>
                  <a:lnTo>
                    <a:pt x="89776" y="199720"/>
                  </a:lnTo>
                  <a:lnTo>
                    <a:pt x="89776" y="194360"/>
                  </a:lnTo>
                  <a:lnTo>
                    <a:pt x="85445" y="190030"/>
                  </a:lnTo>
                  <a:lnTo>
                    <a:pt x="77876" y="190030"/>
                  </a:lnTo>
                  <a:lnTo>
                    <a:pt x="2832" y="381"/>
                  </a:lnTo>
                  <a:lnTo>
                    <a:pt x="1955" y="0"/>
                  </a:lnTo>
                  <a:lnTo>
                    <a:pt x="393" y="622"/>
                  </a:lnTo>
                  <a:lnTo>
                    <a:pt x="0" y="1498"/>
                  </a:lnTo>
                  <a:lnTo>
                    <a:pt x="317" y="2273"/>
                  </a:lnTo>
                  <a:lnTo>
                    <a:pt x="74637" y="190119"/>
                  </a:lnTo>
                  <a:lnTo>
                    <a:pt x="70383" y="194360"/>
                  </a:lnTo>
                  <a:lnTo>
                    <a:pt x="70383" y="205079"/>
                  </a:lnTo>
                  <a:lnTo>
                    <a:pt x="74726" y="209423"/>
                  </a:lnTo>
                  <a:lnTo>
                    <a:pt x="82283" y="209423"/>
                  </a:lnTo>
                  <a:lnTo>
                    <a:pt x="114985" y="292036"/>
                  </a:lnTo>
                  <a:lnTo>
                    <a:pt x="114414" y="294436"/>
                  </a:lnTo>
                  <a:lnTo>
                    <a:pt x="108305" y="299923"/>
                  </a:lnTo>
                  <a:lnTo>
                    <a:pt x="106553" y="306349"/>
                  </a:lnTo>
                  <a:lnTo>
                    <a:pt x="111848" y="319747"/>
                  </a:lnTo>
                  <a:lnTo>
                    <a:pt x="120383" y="323443"/>
                  </a:lnTo>
                  <a:lnTo>
                    <a:pt x="135470" y="317474"/>
                  </a:lnTo>
                  <a:lnTo>
                    <a:pt x="139166" y="308940"/>
                  </a:lnTo>
                  <a:close/>
                </a:path>
              </a:pathLst>
            </a:custGeom>
            <a:solidFill>
              <a:srgbClr val="E6D5C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 descr=""/>
          <p:cNvSpPr/>
          <p:nvPr/>
        </p:nvSpPr>
        <p:spPr>
          <a:xfrm>
            <a:off x="14531976" y="1945993"/>
            <a:ext cx="7620" cy="517525"/>
          </a:xfrm>
          <a:custGeom>
            <a:avLst/>
            <a:gdLst/>
            <a:ahLst/>
            <a:cxnLst/>
            <a:rect l="l" t="t" r="r" b="b"/>
            <a:pathLst>
              <a:path w="7619" h="517525">
                <a:moveTo>
                  <a:pt x="7444" y="0"/>
                </a:moveTo>
                <a:lnTo>
                  <a:pt x="0" y="0"/>
                </a:lnTo>
                <a:lnTo>
                  <a:pt x="0" y="517177"/>
                </a:lnTo>
                <a:lnTo>
                  <a:pt x="7444" y="517177"/>
                </a:lnTo>
                <a:lnTo>
                  <a:pt x="7444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5" name="object 145" descr=""/>
          <p:cNvGrpSpPr/>
          <p:nvPr/>
        </p:nvGrpSpPr>
        <p:grpSpPr>
          <a:xfrm>
            <a:off x="14445431" y="2463166"/>
            <a:ext cx="180975" cy="299085"/>
            <a:chOff x="14445431" y="2463166"/>
            <a:chExt cx="180975" cy="299085"/>
          </a:xfrm>
        </p:grpSpPr>
        <p:sp>
          <p:nvSpPr>
            <p:cNvPr id="146" name="object 146" descr=""/>
            <p:cNvSpPr/>
            <p:nvPr/>
          </p:nvSpPr>
          <p:spPr>
            <a:xfrm>
              <a:off x="14445431" y="2563174"/>
              <a:ext cx="180975" cy="199390"/>
            </a:xfrm>
            <a:custGeom>
              <a:avLst/>
              <a:gdLst/>
              <a:ahLst/>
              <a:cxnLst/>
              <a:rect l="l" t="t" r="r" b="b"/>
              <a:pathLst>
                <a:path w="180975" h="199389">
                  <a:moveTo>
                    <a:pt x="120404" y="0"/>
                  </a:moveTo>
                  <a:lnTo>
                    <a:pt x="116038" y="0"/>
                  </a:lnTo>
                  <a:lnTo>
                    <a:pt x="60165" y="0"/>
                  </a:lnTo>
                  <a:lnTo>
                    <a:pt x="56375" y="2795"/>
                  </a:lnTo>
                  <a:lnTo>
                    <a:pt x="49558" y="24962"/>
                  </a:lnTo>
                  <a:lnTo>
                    <a:pt x="45935" y="29747"/>
                  </a:lnTo>
                  <a:lnTo>
                    <a:pt x="41087" y="32920"/>
                  </a:lnTo>
                  <a:lnTo>
                    <a:pt x="23814" y="47500"/>
                  </a:lnTo>
                  <a:lnTo>
                    <a:pt x="10896" y="65550"/>
                  </a:lnTo>
                  <a:lnTo>
                    <a:pt x="2802" y="86203"/>
                  </a:lnTo>
                  <a:lnTo>
                    <a:pt x="0" y="108593"/>
                  </a:lnTo>
                  <a:lnTo>
                    <a:pt x="7104" y="143706"/>
                  </a:lnTo>
                  <a:lnTo>
                    <a:pt x="26467" y="172409"/>
                  </a:lnTo>
                  <a:lnTo>
                    <a:pt x="55164" y="191777"/>
                  </a:lnTo>
                  <a:lnTo>
                    <a:pt x="90269" y="198883"/>
                  </a:lnTo>
                  <a:lnTo>
                    <a:pt x="125376" y="191777"/>
                  </a:lnTo>
                  <a:lnTo>
                    <a:pt x="154076" y="172409"/>
                  </a:lnTo>
                  <a:lnTo>
                    <a:pt x="173443" y="143706"/>
                  </a:lnTo>
                  <a:lnTo>
                    <a:pt x="180549" y="108593"/>
                  </a:lnTo>
                  <a:lnTo>
                    <a:pt x="177747" y="86203"/>
                  </a:lnTo>
                  <a:lnTo>
                    <a:pt x="169654" y="65550"/>
                  </a:lnTo>
                  <a:lnTo>
                    <a:pt x="156739" y="47500"/>
                  </a:lnTo>
                  <a:lnTo>
                    <a:pt x="139472" y="32920"/>
                  </a:lnTo>
                  <a:lnTo>
                    <a:pt x="134603" y="29747"/>
                  </a:lnTo>
                  <a:lnTo>
                    <a:pt x="130990" y="24962"/>
                  </a:lnTo>
                  <a:lnTo>
                    <a:pt x="124174" y="2806"/>
                  </a:lnTo>
                  <a:lnTo>
                    <a:pt x="120404" y="0"/>
                  </a:lnTo>
                  <a:close/>
                </a:path>
              </a:pathLst>
            </a:custGeom>
            <a:solidFill>
              <a:srgbClr val="9DC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4491827" y="2463166"/>
              <a:ext cx="88265" cy="100330"/>
            </a:xfrm>
            <a:custGeom>
              <a:avLst/>
              <a:gdLst/>
              <a:ahLst/>
              <a:cxnLst/>
              <a:rect l="l" t="t" r="r" b="b"/>
              <a:pathLst>
                <a:path w="88265" h="100330">
                  <a:moveTo>
                    <a:pt x="50773" y="0"/>
                  </a:moveTo>
                  <a:lnTo>
                    <a:pt x="36983" y="0"/>
                  </a:lnTo>
                  <a:lnTo>
                    <a:pt x="22586" y="2905"/>
                  </a:lnTo>
                  <a:lnTo>
                    <a:pt x="10830" y="10832"/>
                  </a:lnTo>
                  <a:lnTo>
                    <a:pt x="2905" y="22590"/>
                  </a:lnTo>
                  <a:lnTo>
                    <a:pt x="0" y="36993"/>
                  </a:lnTo>
                  <a:lnTo>
                    <a:pt x="0" y="96593"/>
                  </a:lnTo>
                  <a:lnTo>
                    <a:pt x="3423" y="100007"/>
                  </a:lnTo>
                  <a:lnTo>
                    <a:pt x="80112" y="100007"/>
                  </a:lnTo>
                  <a:lnTo>
                    <a:pt x="84332" y="100007"/>
                  </a:lnTo>
                  <a:lnTo>
                    <a:pt x="87756" y="96593"/>
                  </a:lnTo>
                  <a:lnTo>
                    <a:pt x="87756" y="36993"/>
                  </a:lnTo>
                  <a:lnTo>
                    <a:pt x="84850" y="22590"/>
                  </a:lnTo>
                  <a:lnTo>
                    <a:pt x="76925" y="10832"/>
                  </a:lnTo>
                  <a:lnTo>
                    <a:pt x="65170" y="2905"/>
                  </a:lnTo>
                  <a:lnTo>
                    <a:pt x="5077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 descr=""/>
          <p:cNvSpPr/>
          <p:nvPr/>
        </p:nvSpPr>
        <p:spPr>
          <a:xfrm>
            <a:off x="14724777" y="1945993"/>
            <a:ext cx="7620" cy="206375"/>
          </a:xfrm>
          <a:custGeom>
            <a:avLst/>
            <a:gdLst/>
            <a:ahLst/>
            <a:cxnLst/>
            <a:rect l="l" t="t" r="r" b="b"/>
            <a:pathLst>
              <a:path w="7619" h="206375">
                <a:moveTo>
                  <a:pt x="7444" y="0"/>
                </a:moveTo>
                <a:lnTo>
                  <a:pt x="0" y="0"/>
                </a:lnTo>
                <a:lnTo>
                  <a:pt x="0" y="206224"/>
                </a:lnTo>
                <a:lnTo>
                  <a:pt x="7444" y="206224"/>
                </a:lnTo>
                <a:lnTo>
                  <a:pt x="7444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9" name="object 149" descr=""/>
          <p:cNvGrpSpPr/>
          <p:nvPr/>
        </p:nvGrpSpPr>
        <p:grpSpPr>
          <a:xfrm>
            <a:off x="14638222" y="2152213"/>
            <a:ext cx="180975" cy="299085"/>
            <a:chOff x="14638222" y="2152213"/>
            <a:chExt cx="180975" cy="299085"/>
          </a:xfrm>
        </p:grpSpPr>
        <p:sp>
          <p:nvSpPr>
            <p:cNvPr id="150" name="object 150" descr=""/>
            <p:cNvSpPr/>
            <p:nvPr/>
          </p:nvSpPr>
          <p:spPr>
            <a:xfrm>
              <a:off x="14638222" y="2252221"/>
              <a:ext cx="180975" cy="199390"/>
            </a:xfrm>
            <a:custGeom>
              <a:avLst/>
              <a:gdLst/>
              <a:ahLst/>
              <a:cxnLst/>
              <a:rect l="l" t="t" r="r" b="b"/>
              <a:pathLst>
                <a:path w="180975" h="199389">
                  <a:moveTo>
                    <a:pt x="120404" y="0"/>
                  </a:moveTo>
                  <a:lnTo>
                    <a:pt x="116038" y="0"/>
                  </a:lnTo>
                  <a:lnTo>
                    <a:pt x="60165" y="0"/>
                  </a:lnTo>
                  <a:lnTo>
                    <a:pt x="56375" y="2795"/>
                  </a:lnTo>
                  <a:lnTo>
                    <a:pt x="49558" y="24962"/>
                  </a:lnTo>
                  <a:lnTo>
                    <a:pt x="45946" y="29747"/>
                  </a:lnTo>
                  <a:lnTo>
                    <a:pt x="41077" y="32909"/>
                  </a:lnTo>
                  <a:lnTo>
                    <a:pt x="23809" y="47494"/>
                  </a:lnTo>
                  <a:lnTo>
                    <a:pt x="10894" y="65545"/>
                  </a:lnTo>
                  <a:lnTo>
                    <a:pt x="2801" y="86198"/>
                  </a:lnTo>
                  <a:lnTo>
                    <a:pt x="0" y="108593"/>
                  </a:lnTo>
                  <a:lnTo>
                    <a:pt x="7104" y="143704"/>
                  </a:lnTo>
                  <a:lnTo>
                    <a:pt x="26469" y="172404"/>
                  </a:lnTo>
                  <a:lnTo>
                    <a:pt x="55168" y="191768"/>
                  </a:lnTo>
                  <a:lnTo>
                    <a:pt x="90279" y="198873"/>
                  </a:lnTo>
                  <a:lnTo>
                    <a:pt x="125384" y="191768"/>
                  </a:lnTo>
                  <a:lnTo>
                    <a:pt x="154081" y="172404"/>
                  </a:lnTo>
                  <a:lnTo>
                    <a:pt x="173444" y="143704"/>
                  </a:lnTo>
                  <a:lnTo>
                    <a:pt x="180549" y="108593"/>
                  </a:lnTo>
                  <a:lnTo>
                    <a:pt x="177747" y="86198"/>
                  </a:lnTo>
                  <a:lnTo>
                    <a:pt x="169655" y="65545"/>
                  </a:lnTo>
                  <a:lnTo>
                    <a:pt x="156744" y="47494"/>
                  </a:lnTo>
                  <a:lnTo>
                    <a:pt x="139482" y="32909"/>
                  </a:lnTo>
                  <a:lnTo>
                    <a:pt x="134613" y="29747"/>
                  </a:lnTo>
                  <a:lnTo>
                    <a:pt x="130990" y="24962"/>
                  </a:lnTo>
                  <a:lnTo>
                    <a:pt x="124174" y="2806"/>
                  </a:lnTo>
                  <a:lnTo>
                    <a:pt x="120404" y="0"/>
                  </a:lnTo>
                  <a:close/>
                </a:path>
              </a:pathLst>
            </a:custGeom>
            <a:solidFill>
              <a:srgbClr val="9DC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4684628" y="2152213"/>
              <a:ext cx="88265" cy="100330"/>
            </a:xfrm>
            <a:custGeom>
              <a:avLst/>
              <a:gdLst/>
              <a:ahLst/>
              <a:cxnLst/>
              <a:rect l="l" t="t" r="r" b="b"/>
              <a:pathLst>
                <a:path w="88265" h="100330">
                  <a:moveTo>
                    <a:pt x="50762" y="0"/>
                  </a:moveTo>
                  <a:lnTo>
                    <a:pt x="36972" y="0"/>
                  </a:lnTo>
                  <a:lnTo>
                    <a:pt x="22581" y="2905"/>
                  </a:lnTo>
                  <a:lnTo>
                    <a:pt x="10829" y="10832"/>
                  </a:lnTo>
                  <a:lnTo>
                    <a:pt x="2905" y="22590"/>
                  </a:lnTo>
                  <a:lnTo>
                    <a:pt x="0" y="36993"/>
                  </a:lnTo>
                  <a:lnTo>
                    <a:pt x="0" y="96593"/>
                  </a:lnTo>
                  <a:lnTo>
                    <a:pt x="3423" y="100007"/>
                  </a:lnTo>
                  <a:lnTo>
                    <a:pt x="80102" y="100007"/>
                  </a:lnTo>
                  <a:lnTo>
                    <a:pt x="84322" y="100007"/>
                  </a:lnTo>
                  <a:lnTo>
                    <a:pt x="87746" y="96593"/>
                  </a:lnTo>
                  <a:lnTo>
                    <a:pt x="87746" y="36993"/>
                  </a:lnTo>
                  <a:lnTo>
                    <a:pt x="84840" y="22590"/>
                  </a:lnTo>
                  <a:lnTo>
                    <a:pt x="76915" y="10832"/>
                  </a:lnTo>
                  <a:lnTo>
                    <a:pt x="65159" y="2905"/>
                  </a:lnTo>
                  <a:lnTo>
                    <a:pt x="5076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2" name="object 152" descr=""/>
          <p:cNvGrpSpPr/>
          <p:nvPr/>
        </p:nvGrpSpPr>
        <p:grpSpPr>
          <a:xfrm>
            <a:off x="7352016" y="5028160"/>
            <a:ext cx="1207135" cy="1226185"/>
            <a:chOff x="7352016" y="5028160"/>
            <a:chExt cx="1207135" cy="1226185"/>
          </a:xfrm>
        </p:grpSpPr>
        <p:sp>
          <p:nvSpPr>
            <p:cNvPr id="153" name="object 153" descr=""/>
            <p:cNvSpPr/>
            <p:nvPr/>
          </p:nvSpPr>
          <p:spPr>
            <a:xfrm>
              <a:off x="8175612" y="5932470"/>
              <a:ext cx="334010" cy="271145"/>
            </a:xfrm>
            <a:custGeom>
              <a:avLst/>
              <a:gdLst/>
              <a:ahLst/>
              <a:cxnLst/>
              <a:rect l="l" t="t" r="r" b="b"/>
              <a:pathLst>
                <a:path w="334009" h="271145">
                  <a:moveTo>
                    <a:pt x="328607" y="0"/>
                  </a:moveTo>
                  <a:lnTo>
                    <a:pt x="11727" y="0"/>
                  </a:lnTo>
                  <a:lnTo>
                    <a:pt x="5245" y="0"/>
                  </a:lnTo>
                  <a:lnTo>
                    <a:pt x="0" y="7444"/>
                  </a:lnTo>
                  <a:lnTo>
                    <a:pt x="0" y="263112"/>
                  </a:lnTo>
                  <a:lnTo>
                    <a:pt x="5245" y="270557"/>
                  </a:lnTo>
                  <a:lnTo>
                    <a:pt x="328607" y="270557"/>
                  </a:lnTo>
                  <a:lnTo>
                    <a:pt x="333864" y="263112"/>
                  </a:lnTo>
                  <a:lnTo>
                    <a:pt x="333864" y="7444"/>
                  </a:lnTo>
                  <a:lnTo>
                    <a:pt x="328607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8175612" y="5762908"/>
              <a:ext cx="334010" cy="170180"/>
            </a:xfrm>
            <a:custGeom>
              <a:avLst/>
              <a:gdLst/>
              <a:ahLst/>
              <a:cxnLst/>
              <a:rect l="l" t="t" r="r" b="b"/>
              <a:pathLst>
                <a:path w="334009" h="170179">
                  <a:moveTo>
                    <a:pt x="328607" y="0"/>
                  </a:moveTo>
                  <a:lnTo>
                    <a:pt x="11727" y="0"/>
                  </a:lnTo>
                  <a:lnTo>
                    <a:pt x="5245" y="0"/>
                  </a:lnTo>
                  <a:lnTo>
                    <a:pt x="0" y="7423"/>
                  </a:lnTo>
                  <a:lnTo>
                    <a:pt x="0" y="162141"/>
                  </a:lnTo>
                  <a:lnTo>
                    <a:pt x="5245" y="169565"/>
                  </a:lnTo>
                  <a:lnTo>
                    <a:pt x="328607" y="169565"/>
                  </a:lnTo>
                  <a:lnTo>
                    <a:pt x="333864" y="162141"/>
                  </a:lnTo>
                  <a:lnTo>
                    <a:pt x="333864" y="7423"/>
                  </a:lnTo>
                  <a:lnTo>
                    <a:pt x="328607" y="0"/>
                  </a:lnTo>
                  <a:close/>
                </a:path>
              </a:pathLst>
            </a:custGeom>
            <a:solidFill>
              <a:srgbClr val="A9A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8175612" y="5593346"/>
              <a:ext cx="334010" cy="170180"/>
            </a:xfrm>
            <a:custGeom>
              <a:avLst/>
              <a:gdLst/>
              <a:ahLst/>
              <a:cxnLst/>
              <a:rect l="l" t="t" r="r" b="b"/>
              <a:pathLst>
                <a:path w="334009" h="170179">
                  <a:moveTo>
                    <a:pt x="328607" y="0"/>
                  </a:moveTo>
                  <a:lnTo>
                    <a:pt x="11727" y="0"/>
                  </a:lnTo>
                  <a:lnTo>
                    <a:pt x="5245" y="0"/>
                  </a:lnTo>
                  <a:lnTo>
                    <a:pt x="0" y="7423"/>
                  </a:lnTo>
                  <a:lnTo>
                    <a:pt x="0" y="162120"/>
                  </a:lnTo>
                  <a:lnTo>
                    <a:pt x="5245" y="169565"/>
                  </a:lnTo>
                  <a:lnTo>
                    <a:pt x="328607" y="169565"/>
                  </a:lnTo>
                  <a:lnTo>
                    <a:pt x="333864" y="162120"/>
                  </a:lnTo>
                  <a:lnTo>
                    <a:pt x="333864" y="7423"/>
                  </a:lnTo>
                  <a:lnTo>
                    <a:pt x="328607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8175612" y="5423759"/>
              <a:ext cx="334010" cy="170180"/>
            </a:xfrm>
            <a:custGeom>
              <a:avLst/>
              <a:gdLst/>
              <a:ahLst/>
              <a:cxnLst/>
              <a:rect l="l" t="t" r="r" b="b"/>
              <a:pathLst>
                <a:path w="334009" h="170179">
                  <a:moveTo>
                    <a:pt x="328607" y="0"/>
                  </a:moveTo>
                  <a:lnTo>
                    <a:pt x="11727" y="0"/>
                  </a:lnTo>
                  <a:lnTo>
                    <a:pt x="5245" y="0"/>
                  </a:lnTo>
                  <a:lnTo>
                    <a:pt x="0" y="7444"/>
                  </a:lnTo>
                  <a:lnTo>
                    <a:pt x="0" y="162141"/>
                  </a:lnTo>
                  <a:lnTo>
                    <a:pt x="5245" y="169586"/>
                  </a:lnTo>
                  <a:lnTo>
                    <a:pt x="328607" y="169586"/>
                  </a:lnTo>
                  <a:lnTo>
                    <a:pt x="333864" y="162141"/>
                  </a:lnTo>
                  <a:lnTo>
                    <a:pt x="333864" y="7444"/>
                  </a:lnTo>
                  <a:lnTo>
                    <a:pt x="328607" y="0"/>
                  </a:lnTo>
                  <a:close/>
                </a:path>
              </a:pathLst>
            </a:custGeom>
            <a:solidFill>
              <a:srgbClr val="A9A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7814336" y="5254199"/>
              <a:ext cx="695325" cy="949325"/>
            </a:xfrm>
            <a:custGeom>
              <a:avLst/>
              <a:gdLst/>
              <a:ahLst/>
              <a:cxnLst/>
              <a:rect l="l" t="t" r="r" b="b"/>
              <a:pathLst>
                <a:path w="695325" h="949325">
                  <a:moveTo>
                    <a:pt x="333883" y="685723"/>
                  </a:moveTo>
                  <a:lnTo>
                    <a:pt x="328637" y="678281"/>
                  </a:lnTo>
                  <a:lnTo>
                    <a:pt x="11747" y="678281"/>
                  </a:lnTo>
                  <a:lnTo>
                    <a:pt x="5270" y="678281"/>
                  </a:lnTo>
                  <a:lnTo>
                    <a:pt x="0" y="685723"/>
                  </a:lnTo>
                  <a:lnTo>
                    <a:pt x="0" y="941387"/>
                  </a:lnTo>
                  <a:lnTo>
                    <a:pt x="5270" y="948829"/>
                  </a:lnTo>
                  <a:lnTo>
                    <a:pt x="328637" y="948829"/>
                  </a:lnTo>
                  <a:lnTo>
                    <a:pt x="333883" y="941387"/>
                  </a:lnTo>
                  <a:lnTo>
                    <a:pt x="333883" y="685723"/>
                  </a:lnTo>
                  <a:close/>
                </a:path>
                <a:path w="695325" h="949325">
                  <a:moveTo>
                    <a:pt x="695134" y="7454"/>
                  </a:moveTo>
                  <a:lnTo>
                    <a:pt x="689876" y="0"/>
                  </a:lnTo>
                  <a:lnTo>
                    <a:pt x="372999" y="0"/>
                  </a:lnTo>
                  <a:lnTo>
                    <a:pt x="366522" y="0"/>
                  </a:lnTo>
                  <a:lnTo>
                    <a:pt x="361264" y="7454"/>
                  </a:lnTo>
                  <a:lnTo>
                    <a:pt x="361264" y="162140"/>
                  </a:lnTo>
                  <a:lnTo>
                    <a:pt x="366522" y="169570"/>
                  </a:lnTo>
                  <a:lnTo>
                    <a:pt x="689876" y="169570"/>
                  </a:lnTo>
                  <a:lnTo>
                    <a:pt x="695134" y="162140"/>
                  </a:lnTo>
                  <a:lnTo>
                    <a:pt x="695134" y="7454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7921613" y="6059391"/>
              <a:ext cx="100330" cy="46990"/>
            </a:xfrm>
            <a:custGeom>
              <a:avLst/>
              <a:gdLst/>
              <a:ahLst/>
              <a:cxnLst/>
              <a:rect l="l" t="t" r="r" b="b"/>
              <a:pathLst>
                <a:path w="100329" h="46989">
                  <a:moveTo>
                    <a:pt x="99783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2095" y="41910"/>
                  </a:lnTo>
                  <a:lnTo>
                    <a:pt x="2095" y="46990"/>
                  </a:lnTo>
                  <a:lnTo>
                    <a:pt x="97688" y="46990"/>
                  </a:lnTo>
                  <a:lnTo>
                    <a:pt x="97688" y="41910"/>
                  </a:lnTo>
                  <a:lnTo>
                    <a:pt x="99783" y="41910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7814345" y="5762908"/>
              <a:ext cx="334010" cy="170180"/>
            </a:xfrm>
            <a:custGeom>
              <a:avLst/>
              <a:gdLst/>
              <a:ahLst/>
              <a:cxnLst/>
              <a:rect l="l" t="t" r="r" b="b"/>
              <a:pathLst>
                <a:path w="334009" h="170179">
                  <a:moveTo>
                    <a:pt x="328628" y="0"/>
                  </a:moveTo>
                  <a:lnTo>
                    <a:pt x="11748" y="0"/>
                  </a:lnTo>
                  <a:lnTo>
                    <a:pt x="5266" y="0"/>
                  </a:lnTo>
                  <a:lnTo>
                    <a:pt x="0" y="7423"/>
                  </a:lnTo>
                  <a:lnTo>
                    <a:pt x="0" y="162141"/>
                  </a:lnTo>
                  <a:lnTo>
                    <a:pt x="5266" y="169565"/>
                  </a:lnTo>
                  <a:lnTo>
                    <a:pt x="328628" y="169565"/>
                  </a:lnTo>
                  <a:lnTo>
                    <a:pt x="333874" y="162141"/>
                  </a:lnTo>
                  <a:lnTo>
                    <a:pt x="333874" y="7423"/>
                  </a:lnTo>
                  <a:lnTo>
                    <a:pt x="328628" y="0"/>
                  </a:lnTo>
                  <a:close/>
                </a:path>
              </a:pathLst>
            </a:custGeom>
            <a:solidFill>
              <a:srgbClr val="A9A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7921613" y="5839377"/>
              <a:ext cx="100330" cy="46990"/>
            </a:xfrm>
            <a:custGeom>
              <a:avLst/>
              <a:gdLst/>
              <a:ahLst/>
              <a:cxnLst/>
              <a:rect l="l" t="t" r="r" b="b"/>
              <a:pathLst>
                <a:path w="100329" h="46989">
                  <a:moveTo>
                    <a:pt x="99783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2095" y="41910"/>
                  </a:lnTo>
                  <a:lnTo>
                    <a:pt x="2095" y="46990"/>
                  </a:lnTo>
                  <a:lnTo>
                    <a:pt x="97688" y="46990"/>
                  </a:lnTo>
                  <a:lnTo>
                    <a:pt x="97688" y="41910"/>
                  </a:lnTo>
                  <a:lnTo>
                    <a:pt x="99783" y="41910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7814345" y="5593346"/>
              <a:ext cx="334010" cy="170180"/>
            </a:xfrm>
            <a:custGeom>
              <a:avLst/>
              <a:gdLst/>
              <a:ahLst/>
              <a:cxnLst/>
              <a:rect l="l" t="t" r="r" b="b"/>
              <a:pathLst>
                <a:path w="334009" h="170179">
                  <a:moveTo>
                    <a:pt x="328628" y="0"/>
                  </a:moveTo>
                  <a:lnTo>
                    <a:pt x="11748" y="0"/>
                  </a:lnTo>
                  <a:lnTo>
                    <a:pt x="5266" y="0"/>
                  </a:lnTo>
                  <a:lnTo>
                    <a:pt x="0" y="7423"/>
                  </a:lnTo>
                  <a:lnTo>
                    <a:pt x="0" y="162120"/>
                  </a:lnTo>
                  <a:lnTo>
                    <a:pt x="5266" y="169565"/>
                  </a:lnTo>
                  <a:lnTo>
                    <a:pt x="328628" y="169565"/>
                  </a:lnTo>
                  <a:lnTo>
                    <a:pt x="333874" y="162120"/>
                  </a:lnTo>
                  <a:lnTo>
                    <a:pt x="333874" y="7423"/>
                  </a:lnTo>
                  <a:lnTo>
                    <a:pt x="328628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7921613" y="5669806"/>
              <a:ext cx="100330" cy="46990"/>
            </a:xfrm>
            <a:custGeom>
              <a:avLst/>
              <a:gdLst/>
              <a:ahLst/>
              <a:cxnLst/>
              <a:rect l="l" t="t" r="r" b="b"/>
              <a:pathLst>
                <a:path w="100329" h="46989">
                  <a:moveTo>
                    <a:pt x="99783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2095" y="41910"/>
                  </a:lnTo>
                  <a:lnTo>
                    <a:pt x="2095" y="46990"/>
                  </a:lnTo>
                  <a:lnTo>
                    <a:pt x="97688" y="46990"/>
                  </a:lnTo>
                  <a:lnTo>
                    <a:pt x="97688" y="41910"/>
                  </a:lnTo>
                  <a:lnTo>
                    <a:pt x="99783" y="41910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7814348" y="5093633"/>
              <a:ext cx="695325" cy="123189"/>
            </a:xfrm>
            <a:custGeom>
              <a:avLst/>
              <a:gdLst/>
              <a:ahLst/>
              <a:cxnLst/>
              <a:rect l="l" t="t" r="r" b="b"/>
              <a:pathLst>
                <a:path w="695325" h="123189">
                  <a:moveTo>
                    <a:pt x="695121" y="0"/>
                  </a:moveTo>
                  <a:lnTo>
                    <a:pt x="0" y="0"/>
                  </a:lnTo>
                  <a:lnTo>
                    <a:pt x="0" y="115570"/>
                  </a:lnTo>
                  <a:lnTo>
                    <a:pt x="2362" y="115570"/>
                  </a:lnTo>
                  <a:lnTo>
                    <a:pt x="2362" y="123190"/>
                  </a:lnTo>
                  <a:lnTo>
                    <a:pt x="692759" y="123190"/>
                  </a:lnTo>
                  <a:lnTo>
                    <a:pt x="692759" y="115570"/>
                  </a:lnTo>
                  <a:lnTo>
                    <a:pt x="695121" y="115570"/>
                  </a:lnTo>
                  <a:lnTo>
                    <a:pt x="695121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7784998" y="5093623"/>
              <a:ext cx="754380" cy="1109980"/>
            </a:xfrm>
            <a:custGeom>
              <a:avLst/>
              <a:gdLst/>
              <a:ahLst/>
              <a:cxnLst/>
              <a:rect l="l" t="t" r="r" b="b"/>
              <a:pathLst>
                <a:path w="754379" h="1109979">
                  <a:moveTo>
                    <a:pt x="29349" y="0"/>
                  </a:moveTo>
                  <a:lnTo>
                    <a:pt x="0" y="0"/>
                  </a:lnTo>
                  <a:lnTo>
                    <a:pt x="0" y="1109400"/>
                  </a:lnTo>
                  <a:lnTo>
                    <a:pt x="34616" y="1109400"/>
                  </a:lnTo>
                  <a:lnTo>
                    <a:pt x="29349" y="1101955"/>
                  </a:lnTo>
                  <a:lnTo>
                    <a:pt x="29349" y="846288"/>
                  </a:lnTo>
                  <a:lnTo>
                    <a:pt x="34616" y="838843"/>
                  </a:lnTo>
                  <a:lnTo>
                    <a:pt x="29349" y="831430"/>
                  </a:lnTo>
                  <a:lnTo>
                    <a:pt x="29349" y="676712"/>
                  </a:lnTo>
                  <a:lnTo>
                    <a:pt x="34616" y="669288"/>
                  </a:lnTo>
                  <a:lnTo>
                    <a:pt x="29349" y="661843"/>
                  </a:lnTo>
                  <a:lnTo>
                    <a:pt x="29349" y="507146"/>
                  </a:lnTo>
                  <a:lnTo>
                    <a:pt x="34616" y="499723"/>
                  </a:lnTo>
                  <a:lnTo>
                    <a:pt x="29349" y="492278"/>
                  </a:lnTo>
                  <a:lnTo>
                    <a:pt x="29349" y="337581"/>
                  </a:lnTo>
                  <a:lnTo>
                    <a:pt x="34616" y="330136"/>
                  </a:lnTo>
                  <a:lnTo>
                    <a:pt x="29349" y="322712"/>
                  </a:lnTo>
                  <a:lnTo>
                    <a:pt x="29349" y="168015"/>
                  </a:lnTo>
                  <a:lnTo>
                    <a:pt x="34616" y="160571"/>
                  </a:lnTo>
                  <a:lnTo>
                    <a:pt x="753809" y="160571"/>
                  </a:lnTo>
                  <a:lnTo>
                    <a:pt x="753809" y="123472"/>
                  </a:lnTo>
                  <a:lnTo>
                    <a:pt x="34616" y="123472"/>
                  </a:lnTo>
                  <a:lnTo>
                    <a:pt x="29349" y="116027"/>
                  </a:lnTo>
                  <a:lnTo>
                    <a:pt x="29349" y="0"/>
                  </a:lnTo>
                  <a:close/>
                </a:path>
                <a:path w="754379" h="1109979">
                  <a:moveTo>
                    <a:pt x="395862" y="160571"/>
                  </a:moveTo>
                  <a:lnTo>
                    <a:pt x="357968" y="160571"/>
                  </a:lnTo>
                  <a:lnTo>
                    <a:pt x="363214" y="168015"/>
                  </a:lnTo>
                  <a:lnTo>
                    <a:pt x="363214" y="322712"/>
                  </a:lnTo>
                  <a:lnTo>
                    <a:pt x="357968" y="330136"/>
                  </a:lnTo>
                  <a:lnTo>
                    <a:pt x="363214" y="337581"/>
                  </a:lnTo>
                  <a:lnTo>
                    <a:pt x="363214" y="492278"/>
                  </a:lnTo>
                  <a:lnTo>
                    <a:pt x="357968" y="499723"/>
                  </a:lnTo>
                  <a:lnTo>
                    <a:pt x="363214" y="507146"/>
                  </a:lnTo>
                  <a:lnTo>
                    <a:pt x="363214" y="661843"/>
                  </a:lnTo>
                  <a:lnTo>
                    <a:pt x="357968" y="669288"/>
                  </a:lnTo>
                  <a:lnTo>
                    <a:pt x="363214" y="676712"/>
                  </a:lnTo>
                  <a:lnTo>
                    <a:pt x="363214" y="831430"/>
                  </a:lnTo>
                  <a:lnTo>
                    <a:pt x="357968" y="838843"/>
                  </a:lnTo>
                  <a:lnTo>
                    <a:pt x="363214" y="846288"/>
                  </a:lnTo>
                  <a:lnTo>
                    <a:pt x="363214" y="1101955"/>
                  </a:lnTo>
                  <a:lnTo>
                    <a:pt x="357968" y="1109400"/>
                  </a:lnTo>
                  <a:lnTo>
                    <a:pt x="395862" y="1109400"/>
                  </a:lnTo>
                  <a:lnTo>
                    <a:pt x="390616" y="1101955"/>
                  </a:lnTo>
                  <a:lnTo>
                    <a:pt x="390616" y="846288"/>
                  </a:lnTo>
                  <a:lnTo>
                    <a:pt x="395862" y="838843"/>
                  </a:lnTo>
                  <a:lnTo>
                    <a:pt x="390616" y="831430"/>
                  </a:lnTo>
                  <a:lnTo>
                    <a:pt x="390616" y="676712"/>
                  </a:lnTo>
                  <a:lnTo>
                    <a:pt x="395862" y="669288"/>
                  </a:lnTo>
                  <a:lnTo>
                    <a:pt x="390616" y="661843"/>
                  </a:lnTo>
                  <a:lnTo>
                    <a:pt x="390616" y="507146"/>
                  </a:lnTo>
                  <a:lnTo>
                    <a:pt x="395862" y="499723"/>
                  </a:lnTo>
                  <a:lnTo>
                    <a:pt x="390616" y="492278"/>
                  </a:lnTo>
                  <a:lnTo>
                    <a:pt x="390616" y="337581"/>
                  </a:lnTo>
                  <a:lnTo>
                    <a:pt x="395862" y="330136"/>
                  </a:lnTo>
                  <a:lnTo>
                    <a:pt x="390616" y="322712"/>
                  </a:lnTo>
                  <a:lnTo>
                    <a:pt x="390616" y="168015"/>
                  </a:lnTo>
                  <a:lnTo>
                    <a:pt x="395862" y="160571"/>
                  </a:lnTo>
                  <a:close/>
                </a:path>
                <a:path w="754379" h="1109979">
                  <a:moveTo>
                    <a:pt x="753809" y="160571"/>
                  </a:moveTo>
                  <a:lnTo>
                    <a:pt x="719213" y="160571"/>
                  </a:lnTo>
                  <a:lnTo>
                    <a:pt x="724480" y="168015"/>
                  </a:lnTo>
                  <a:lnTo>
                    <a:pt x="724480" y="322712"/>
                  </a:lnTo>
                  <a:lnTo>
                    <a:pt x="719213" y="330136"/>
                  </a:lnTo>
                  <a:lnTo>
                    <a:pt x="724480" y="337581"/>
                  </a:lnTo>
                  <a:lnTo>
                    <a:pt x="724480" y="492278"/>
                  </a:lnTo>
                  <a:lnTo>
                    <a:pt x="719213" y="499723"/>
                  </a:lnTo>
                  <a:lnTo>
                    <a:pt x="724480" y="507146"/>
                  </a:lnTo>
                  <a:lnTo>
                    <a:pt x="724480" y="661843"/>
                  </a:lnTo>
                  <a:lnTo>
                    <a:pt x="719213" y="669288"/>
                  </a:lnTo>
                  <a:lnTo>
                    <a:pt x="724480" y="676712"/>
                  </a:lnTo>
                  <a:lnTo>
                    <a:pt x="724480" y="831430"/>
                  </a:lnTo>
                  <a:lnTo>
                    <a:pt x="719213" y="838843"/>
                  </a:lnTo>
                  <a:lnTo>
                    <a:pt x="724480" y="846288"/>
                  </a:lnTo>
                  <a:lnTo>
                    <a:pt x="724480" y="1101955"/>
                  </a:lnTo>
                  <a:lnTo>
                    <a:pt x="719213" y="1109400"/>
                  </a:lnTo>
                  <a:lnTo>
                    <a:pt x="753809" y="1109400"/>
                  </a:lnTo>
                  <a:lnTo>
                    <a:pt x="753809" y="160571"/>
                  </a:lnTo>
                  <a:close/>
                </a:path>
                <a:path w="754379" h="1109979">
                  <a:moveTo>
                    <a:pt x="753809" y="0"/>
                  </a:moveTo>
                  <a:lnTo>
                    <a:pt x="724480" y="0"/>
                  </a:lnTo>
                  <a:lnTo>
                    <a:pt x="724480" y="116027"/>
                  </a:lnTo>
                  <a:lnTo>
                    <a:pt x="719213" y="123472"/>
                  </a:lnTo>
                  <a:lnTo>
                    <a:pt x="753809" y="123472"/>
                  </a:lnTo>
                  <a:lnTo>
                    <a:pt x="75380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8282864" y="5330678"/>
              <a:ext cx="100330" cy="775970"/>
            </a:xfrm>
            <a:custGeom>
              <a:avLst/>
              <a:gdLst/>
              <a:ahLst/>
              <a:cxnLst/>
              <a:rect l="l" t="t" r="r" b="b"/>
              <a:pathLst>
                <a:path w="100329" h="775970">
                  <a:moveTo>
                    <a:pt x="99771" y="728713"/>
                  </a:moveTo>
                  <a:lnTo>
                    <a:pt x="0" y="728713"/>
                  </a:lnTo>
                  <a:lnTo>
                    <a:pt x="0" y="770623"/>
                  </a:lnTo>
                  <a:lnTo>
                    <a:pt x="2095" y="770623"/>
                  </a:lnTo>
                  <a:lnTo>
                    <a:pt x="2095" y="775703"/>
                  </a:lnTo>
                  <a:lnTo>
                    <a:pt x="97675" y="775703"/>
                  </a:lnTo>
                  <a:lnTo>
                    <a:pt x="97675" y="770623"/>
                  </a:lnTo>
                  <a:lnTo>
                    <a:pt x="99771" y="770623"/>
                  </a:lnTo>
                  <a:lnTo>
                    <a:pt x="99771" y="728713"/>
                  </a:lnTo>
                  <a:close/>
                </a:path>
                <a:path w="100329" h="775970">
                  <a:moveTo>
                    <a:pt x="99771" y="508698"/>
                  </a:moveTo>
                  <a:lnTo>
                    <a:pt x="0" y="508698"/>
                  </a:lnTo>
                  <a:lnTo>
                    <a:pt x="0" y="550608"/>
                  </a:lnTo>
                  <a:lnTo>
                    <a:pt x="2095" y="550608"/>
                  </a:lnTo>
                  <a:lnTo>
                    <a:pt x="2095" y="555688"/>
                  </a:lnTo>
                  <a:lnTo>
                    <a:pt x="97675" y="555688"/>
                  </a:lnTo>
                  <a:lnTo>
                    <a:pt x="97675" y="550608"/>
                  </a:lnTo>
                  <a:lnTo>
                    <a:pt x="99771" y="550608"/>
                  </a:lnTo>
                  <a:lnTo>
                    <a:pt x="99771" y="508698"/>
                  </a:lnTo>
                  <a:close/>
                </a:path>
                <a:path w="100329" h="775970">
                  <a:moveTo>
                    <a:pt x="99771" y="339128"/>
                  </a:moveTo>
                  <a:lnTo>
                    <a:pt x="0" y="339128"/>
                  </a:lnTo>
                  <a:lnTo>
                    <a:pt x="0" y="381038"/>
                  </a:lnTo>
                  <a:lnTo>
                    <a:pt x="2095" y="381038"/>
                  </a:lnTo>
                  <a:lnTo>
                    <a:pt x="2095" y="386118"/>
                  </a:lnTo>
                  <a:lnTo>
                    <a:pt x="97675" y="386118"/>
                  </a:lnTo>
                  <a:lnTo>
                    <a:pt x="97675" y="381038"/>
                  </a:lnTo>
                  <a:lnTo>
                    <a:pt x="99771" y="381038"/>
                  </a:lnTo>
                  <a:lnTo>
                    <a:pt x="99771" y="339128"/>
                  </a:lnTo>
                  <a:close/>
                </a:path>
                <a:path w="100329" h="775970">
                  <a:moveTo>
                    <a:pt x="99771" y="169570"/>
                  </a:moveTo>
                  <a:lnTo>
                    <a:pt x="0" y="169570"/>
                  </a:lnTo>
                  <a:lnTo>
                    <a:pt x="0" y="211480"/>
                  </a:lnTo>
                  <a:lnTo>
                    <a:pt x="2095" y="211480"/>
                  </a:lnTo>
                  <a:lnTo>
                    <a:pt x="2095" y="216560"/>
                  </a:lnTo>
                  <a:lnTo>
                    <a:pt x="97675" y="216560"/>
                  </a:lnTo>
                  <a:lnTo>
                    <a:pt x="97675" y="211480"/>
                  </a:lnTo>
                  <a:lnTo>
                    <a:pt x="99771" y="211480"/>
                  </a:lnTo>
                  <a:lnTo>
                    <a:pt x="99771" y="169570"/>
                  </a:lnTo>
                  <a:close/>
                </a:path>
                <a:path w="100329" h="775970">
                  <a:moveTo>
                    <a:pt x="99771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2095" y="41910"/>
                  </a:lnTo>
                  <a:lnTo>
                    <a:pt x="2095" y="46990"/>
                  </a:lnTo>
                  <a:lnTo>
                    <a:pt x="97675" y="46990"/>
                  </a:lnTo>
                  <a:lnTo>
                    <a:pt x="97675" y="41910"/>
                  </a:lnTo>
                  <a:lnTo>
                    <a:pt x="99771" y="41910"/>
                  </a:lnTo>
                  <a:lnTo>
                    <a:pt x="99771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7814345" y="5254196"/>
              <a:ext cx="334010" cy="170180"/>
            </a:xfrm>
            <a:custGeom>
              <a:avLst/>
              <a:gdLst/>
              <a:ahLst/>
              <a:cxnLst/>
              <a:rect l="l" t="t" r="r" b="b"/>
              <a:pathLst>
                <a:path w="334009" h="170179">
                  <a:moveTo>
                    <a:pt x="328628" y="0"/>
                  </a:moveTo>
                  <a:lnTo>
                    <a:pt x="11748" y="0"/>
                  </a:lnTo>
                  <a:lnTo>
                    <a:pt x="5266" y="0"/>
                  </a:lnTo>
                  <a:lnTo>
                    <a:pt x="0" y="7444"/>
                  </a:lnTo>
                  <a:lnTo>
                    <a:pt x="0" y="162141"/>
                  </a:lnTo>
                  <a:lnTo>
                    <a:pt x="5266" y="169565"/>
                  </a:lnTo>
                  <a:lnTo>
                    <a:pt x="328628" y="169565"/>
                  </a:lnTo>
                  <a:lnTo>
                    <a:pt x="333874" y="162141"/>
                  </a:lnTo>
                  <a:lnTo>
                    <a:pt x="333874" y="7444"/>
                  </a:lnTo>
                  <a:lnTo>
                    <a:pt x="328628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7372226" y="5093624"/>
              <a:ext cx="413384" cy="1109980"/>
            </a:xfrm>
            <a:custGeom>
              <a:avLst/>
              <a:gdLst/>
              <a:ahLst/>
              <a:cxnLst/>
              <a:rect l="l" t="t" r="r" b="b"/>
              <a:pathLst>
                <a:path w="413384" h="1109979">
                  <a:moveTo>
                    <a:pt x="412772" y="0"/>
                  </a:moveTo>
                  <a:lnTo>
                    <a:pt x="0" y="0"/>
                  </a:lnTo>
                  <a:lnTo>
                    <a:pt x="0" y="1109400"/>
                  </a:lnTo>
                  <a:lnTo>
                    <a:pt x="412772" y="1109400"/>
                  </a:lnTo>
                  <a:lnTo>
                    <a:pt x="412772" y="0"/>
                  </a:lnTo>
                  <a:close/>
                </a:path>
              </a:pathLst>
            </a:custGeom>
            <a:solidFill>
              <a:srgbClr val="4548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7357245" y="6203021"/>
              <a:ext cx="417195" cy="50800"/>
            </a:xfrm>
            <a:custGeom>
              <a:avLst/>
              <a:gdLst/>
              <a:ahLst/>
              <a:cxnLst/>
              <a:rect l="l" t="t" r="r" b="b"/>
              <a:pathLst>
                <a:path w="417195" h="50800">
                  <a:moveTo>
                    <a:pt x="417139" y="0"/>
                  </a:moveTo>
                  <a:lnTo>
                    <a:pt x="4366" y="0"/>
                  </a:lnTo>
                  <a:lnTo>
                    <a:pt x="0" y="6198"/>
                  </a:lnTo>
                  <a:lnTo>
                    <a:pt x="0" y="44522"/>
                  </a:lnTo>
                  <a:lnTo>
                    <a:pt x="4366" y="50720"/>
                  </a:lnTo>
                  <a:lnTo>
                    <a:pt x="417139" y="50720"/>
                  </a:lnTo>
                  <a:lnTo>
                    <a:pt x="412772" y="44522"/>
                  </a:lnTo>
                  <a:lnTo>
                    <a:pt x="412772" y="6198"/>
                  </a:lnTo>
                  <a:lnTo>
                    <a:pt x="417139" y="0"/>
                  </a:lnTo>
                  <a:close/>
                </a:path>
              </a:pathLst>
            </a:custGeom>
            <a:solidFill>
              <a:srgbClr val="252B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7770020" y="6203023"/>
              <a:ext cx="784225" cy="50800"/>
            </a:xfrm>
            <a:custGeom>
              <a:avLst/>
              <a:gdLst/>
              <a:ahLst/>
              <a:cxnLst/>
              <a:rect l="l" t="t" r="r" b="b"/>
              <a:pathLst>
                <a:path w="784225" h="50800">
                  <a:moveTo>
                    <a:pt x="779410" y="0"/>
                  </a:moveTo>
                  <a:lnTo>
                    <a:pt x="9769" y="0"/>
                  </a:lnTo>
                  <a:lnTo>
                    <a:pt x="4366" y="0"/>
                  </a:lnTo>
                  <a:lnTo>
                    <a:pt x="0" y="6198"/>
                  </a:lnTo>
                  <a:lnTo>
                    <a:pt x="0" y="44522"/>
                  </a:lnTo>
                  <a:lnTo>
                    <a:pt x="4366" y="50720"/>
                  </a:lnTo>
                  <a:lnTo>
                    <a:pt x="779410" y="50720"/>
                  </a:lnTo>
                  <a:lnTo>
                    <a:pt x="783798" y="44522"/>
                  </a:lnTo>
                  <a:lnTo>
                    <a:pt x="783798" y="6198"/>
                  </a:lnTo>
                  <a:lnTo>
                    <a:pt x="779410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7352016" y="5028160"/>
              <a:ext cx="417195" cy="66040"/>
            </a:xfrm>
            <a:custGeom>
              <a:avLst/>
              <a:gdLst/>
              <a:ahLst/>
              <a:cxnLst/>
              <a:rect l="l" t="t" r="r" b="b"/>
              <a:pathLst>
                <a:path w="417195" h="66039">
                  <a:moveTo>
                    <a:pt x="417160" y="0"/>
                  </a:moveTo>
                  <a:lnTo>
                    <a:pt x="4387" y="0"/>
                  </a:lnTo>
                  <a:lnTo>
                    <a:pt x="0" y="6177"/>
                  </a:lnTo>
                  <a:lnTo>
                    <a:pt x="0" y="59265"/>
                  </a:lnTo>
                  <a:lnTo>
                    <a:pt x="4387" y="65463"/>
                  </a:lnTo>
                  <a:lnTo>
                    <a:pt x="417160" y="65463"/>
                  </a:lnTo>
                  <a:lnTo>
                    <a:pt x="412772" y="59265"/>
                  </a:lnTo>
                  <a:lnTo>
                    <a:pt x="412772" y="6177"/>
                  </a:lnTo>
                  <a:lnTo>
                    <a:pt x="41716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7764788" y="5028164"/>
              <a:ext cx="794385" cy="66040"/>
            </a:xfrm>
            <a:custGeom>
              <a:avLst/>
              <a:gdLst/>
              <a:ahLst/>
              <a:cxnLst/>
              <a:rect l="l" t="t" r="r" b="b"/>
              <a:pathLst>
                <a:path w="794384" h="66039">
                  <a:moveTo>
                    <a:pt x="789871" y="0"/>
                  </a:moveTo>
                  <a:lnTo>
                    <a:pt x="9790" y="0"/>
                  </a:lnTo>
                  <a:lnTo>
                    <a:pt x="4387" y="0"/>
                  </a:lnTo>
                  <a:lnTo>
                    <a:pt x="0" y="6177"/>
                  </a:lnTo>
                  <a:lnTo>
                    <a:pt x="0" y="59254"/>
                  </a:lnTo>
                  <a:lnTo>
                    <a:pt x="4387" y="65463"/>
                  </a:lnTo>
                  <a:lnTo>
                    <a:pt x="789871" y="65463"/>
                  </a:lnTo>
                  <a:lnTo>
                    <a:pt x="794237" y="59254"/>
                  </a:lnTo>
                  <a:lnTo>
                    <a:pt x="794237" y="6177"/>
                  </a:lnTo>
                  <a:lnTo>
                    <a:pt x="789871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7372226" y="5093624"/>
              <a:ext cx="1167130" cy="59055"/>
            </a:xfrm>
            <a:custGeom>
              <a:avLst/>
              <a:gdLst/>
              <a:ahLst/>
              <a:cxnLst/>
              <a:rect l="l" t="t" r="r" b="b"/>
              <a:pathLst>
                <a:path w="1167129" h="59054">
                  <a:moveTo>
                    <a:pt x="1166582" y="0"/>
                  </a:moveTo>
                  <a:lnTo>
                    <a:pt x="0" y="0"/>
                  </a:lnTo>
                  <a:lnTo>
                    <a:pt x="0" y="59024"/>
                  </a:lnTo>
                  <a:lnTo>
                    <a:pt x="1166582" y="59024"/>
                  </a:lnTo>
                  <a:lnTo>
                    <a:pt x="1166582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7921623" y="6047345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56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7941177" y="6047347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14"/>
                  </a:lnTo>
                  <a:lnTo>
                    <a:pt x="1978" y="2554"/>
                  </a:lnTo>
                  <a:lnTo>
                    <a:pt x="0" y="6481"/>
                  </a:lnTo>
                  <a:lnTo>
                    <a:pt x="0" y="35758"/>
                  </a:lnTo>
                  <a:lnTo>
                    <a:pt x="3507" y="40689"/>
                  </a:lnTo>
                  <a:lnTo>
                    <a:pt x="96279" y="4068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7921613" y="5330678"/>
              <a:ext cx="100330" cy="46990"/>
            </a:xfrm>
            <a:custGeom>
              <a:avLst/>
              <a:gdLst/>
              <a:ahLst/>
              <a:cxnLst/>
              <a:rect l="l" t="t" r="r" b="b"/>
              <a:pathLst>
                <a:path w="100329" h="46989">
                  <a:moveTo>
                    <a:pt x="99783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2095" y="41910"/>
                  </a:lnTo>
                  <a:lnTo>
                    <a:pt x="2095" y="46990"/>
                  </a:lnTo>
                  <a:lnTo>
                    <a:pt x="97688" y="46990"/>
                  </a:lnTo>
                  <a:lnTo>
                    <a:pt x="97688" y="41910"/>
                  </a:lnTo>
                  <a:lnTo>
                    <a:pt x="99783" y="41910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7921623" y="5318631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56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7941177" y="5318634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14"/>
                  </a:lnTo>
                  <a:lnTo>
                    <a:pt x="1978" y="2554"/>
                  </a:lnTo>
                  <a:lnTo>
                    <a:pt x="0" y="6491"/>
                  </a:lnTo>
                  <a:lnTo>
                    <a:pt x="0" y="35758"/>
                  </a:lnTo>
                  <a:lnTo>
                    <a:pt x="3507" y="40689"/>
                  </a:lnTo>
                  <a:lnTo>
                    <a:pt x="96279" y="4068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7921623" y="5657757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56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7941177" y="5657760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03"/>
                  </a:lnTo>
                  <a:lnTo>
                    <a:pt x="1978" y="2554"/>
                  </a:lnTo>
                  <a:lnTo>
                    <a:pt x="0" y="6481"/>
                  </a:lnTo>
                  <a:lnTo>
                    <a:pt x="0" y="35758"/>
                  </a:lnTo>
                  <a:lnTo>
                    <a:pt x="3507" y="40679"/>
                  </a:lnTo>
                  <a:lnTo>
                    <a:pt x="96279" y="4067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7921623" y="5827319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56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7941177" y="5827324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03"/>
                  </a:lnTo>
                  <a:lnTo>
                    <a:pt x="1978" y="2554"/>
                  </a:lnTo>
                  <a:lnTo>
                    <a:pt x="0" y="6481"/>
                  </a:lnTo>
                  <a:lnTo>
                    <a:pt x="0" y="35758"/>
                  </a:lnTo>
                  <a:lnTo>
                    <a:pt x="3507" y="40679"/>
                  </a:lnTo>
                  <a:lnTo>
                    <a:pt x="96279" y="4067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8282866" y="5318631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67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8302422" y="5318634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14"/>
                  </a:lnTo>
                  <a:lnTo>
                    <a:pt x="1978" y="2554"/>
                  </a:lnTo>
                  <a:lnTo>
                    <a:pt x="0" y="6491"/>
                  </a:lnTo>
                  <a:lnTo>
                    <a:pt x="0" y="35758"/>
                  </a:lnTo>
                  <a:lnTo>
                    <a:pt x="3507" y="40689"/>
                  </a:lnTo>
                  <a:lnTo>
                    <a:pt x="96279" y="4068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8282866" y="5488195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67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8302422" y="5488198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03"/>
                  </a:lnTo>
                  <a:lnTo>
                    <a:pt x="1978" y="2554"/>
                  </a:lnTo>
                  <a:lnTo>
                    <a:pt x="0" y="6481"/>
                  </a:lnTo>
                  <a:lnTo>
                    <a:pt x="0" y="35758"/>
                  </a:lnTo>
                  <a:lnTo>
                    <a:pt x="3507" y="40679"/>
                  </a:lnTo>
                  <a:lnTo>
                    <a:pt x="96279" y="4067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8282866" y="5657757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67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8302422" y="5657760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03"/>
                  </a:lnTo>
                  <a:lnTo>
                    <a:pt x="1978" y="2554"/>
                  </a:lnTo>
                  <a:lnTo>
                    <a:pt x="0" y="6481"/>
                  </a:lnTo>
                  <a:lnTo>
                    <a:pt x="0" y="35758"/>
                  </a:lnTo>
                  <a:lnTo>
                    <a:pt x="3507" y="40679"/>
                  </a:lnTo>
                  <a:lnTo>
                    <a:pt x="96279" y="4067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8282866" y="5827319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67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8302422" y="5827324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03"/>
                  </a:lnTo>
                  <a:lnTo>
                    <a:pt x="1978" y="2554"/>
                  </a:lnTo>
                  <a:lnTo>
                    <a:pt x="0" y="6481"/>
                  </a:lnTo>
                  <a:lnTo>
                    <a:pt x="0" y="35758"/>
                  </a:lnTo>
                  <a:lnTo>
                    <a:pt x="3507" y="40679"/>
                  </a:lnTo>
                  <a:lnTo>
                    <a:pt x="96279" y="4067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8282866" y="6047345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67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8302422" y="6047347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14"/>
                  </a:lnTo>
                  <a:lnTo>
                    <a:pt x="1978" y="2554"/>
                  </a:lnTo>
                  <a:lnTo>
                    <a:pt x="0" y="6481"/>
                  </a:lnTo>
                  <a:lnTo>
                    <a:pt x="0" y="35758"/>
                  </a:lnTo>
                  <a:lnTo>
                    <a:pt x="3507" y="40689"/>
                  </a:lnTo>
                  <a:lnTo>
                    <a:pt x="96279" y="4068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7814345" y="5423759"/>
              <a:ext cx="334010" cy="170180"/>
            </a:xfrm>
            <a:custGeom>
              <a:avLst/>
              <a:gdLst/>
              <a:ahLst/>
              <a:cxnLst/>
              <a:rect l="l" t="t" r="r" b="b"/>
              <a:pathLst>
                <a:path w="334009" h="170179">
                  <a:moveTo>
                    <a:pt x="328628" y="0"/>
                  </a:moveTo>
                  <a:lnTo>
                    <a:pt x="11748" y="0"/>
                  </a:lnTo>
                  <a:lnTo>
                    <a:pt x="5266" y="0"/>
                  </a:lnTo>
                  <a:lnTo>
                    <a:pt x="0" y="7444"/>
                  </a:lnTo>
                  <a:lnTo>
                    <a:pt x="0" y="162141"/>
                  </a:lnTo>
                  <a:lnTo>
                    <a:pt x="5266" y="169586"/>
                  </a:lnTo>
                  <a:lnTo>
                    <a:pt x="328628" y="169586"/>
                  </a:lnTo>
                  <a:lnTo>
                    <a:pt x="333874" y="162141"/>
                  </a:lnTo>
                  <a:lnTo>
                    <a:pt x="333874" y="7444"/>
                  </a:lnTo>
                  <a:lnTo>
                    <a:pt x="328628" y="0"/>
                  </a:lnTo>
                  <a:close/>
                </a:path>
              </a:pathLst>
            </a:custGeom>
            <a:solidFill>
              <a:srgbClr val="A9A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921613" y="5500248"/>
              <a:ext cx="100330" cy="46990"/>
            </a:xfrm>
            <a:custGeom>
              <a:avLst/>
              <a:gdLst/>
              <a:ahLst/>
              <a:cxnLst/>
              <a:rect l="l" t="t" r="r" b="b"/>
              <a:pathLst>
                <a:path w="100329" h="46989">
                  <a:moveTo>
                    <a:pt x="99783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2095" y="41910"/>
                  </a:lnTo>
                  <a:lnTo>
                    <a:pt x="2095" y="46990"/>
                  </a:lnTo>
                  <a:lnTo>
                    <a:pt x="97688" y="46990"/>
                  </a:lnTo>
                  <a:lnTo>
                    <a:pt x="97688" y="41910"/>
                  </a:lnTo>
                  <a:lnTo>
                    <a:pt x="99783" y="41910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7921623" y="5488195"/>
              <a:ext cx="26670" cy="41275"/>
            </a:xfrm>
            <a:custGeom>
              <a:avLst/>
              <a:gdLst/>
              <a:ahLst/>
              <a:cxnLst/>
              <a:rect l="l" t="t" r="r" b="b"/>
              <a:pathLst>
                <a:path w="26670" h="41275">
                  <a:moveTo>
                    <a:pt x="26313" y="0"/>
                  </a:moveTo>
                  <a:lnTo>
                    <a:pt x="3497" y="0"/>
                  </a:lnTo>
                  <a:lnTo>
                    <a:pt x="0" y="4952"/>
                  </a:lnTo>
                  <a:lnTo>
                    <a:pt x="0" y="35758"/>
                  </a:lnTo>
                  <a:lnTo>
                    <a:pt x="3497" y="40689"/>
                  </a:lnTo>
                  <a:lnTo>
                    <a:pt x="23056" y="40689"/>
                  </a:lnTo>
                  <a:lnTo>
                    <a:pt x="19559" y="35758"/>
                  </a:lnTo>
                  <a:lnTo>
                    <a:pt x="19559" y="6491"/>
                  </a:lnTo>
                  <a:lnTo>
                    <a:pt x="21528" y="2554"/>
                  </a:lnTo>
                  <a:lnTo>
                    <a:pt x="25276" y="314"/>
                  </a:lnTo>
                  <a:lnTo>
                    <a:pt x="2631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941177" y="5488198"/>
              <a:ext cx="100330" cy="41275"/>
            </a:xfrm>
            <a:custGeom>
              <a:avLst/>
              <a:gdLst/>
              <a:ahLst/>
              <a:cxnLst/>
              <a:rect l="l" t="t" r="r" b="b"/>
              <a:pathLst>
                <a:path w="100329" h="41275">
                  <a:moveTo>
                    <a:pt x="96279" y="0"/>
                  </a:moveTo>
                  <a:lnTo>
                    <a:pt x="91944" y="0"/>
                  </a:lnTo>
                  <a:lnTo>
                    <a:pt x="6753" y="0"/>
                  </a:lnTo>
                  <a:lnTo>
                    <a:pt x="5727" y="303"/>
                  </a:lnTo>
                  <a:lnTo>
                    <a:pt x="1978" y="2554"/>
                  </a:lnTo>
                  <a:lnTo>
                    <a:pt x="0" y="6481"/>
                  </a:lnTo>
                  <a:lnTo>
                    <a:pt x="0" y="35758"/>
                  </a:lnTo>
                  <a:lnTo>
                    <a:pt x="3507" y="40679"/>
                  </a:lnTo>
                  <a:lnTo>
                    <a:pt x="96279" y="40679"/>
                  </a:lnTo>
                  <a:lnTo>
                    <a:pt x="99777" y="35758"/>
                  </a:lnTo>
                  <a:lnTo>
                    <a:pt x="99777" y="4952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6" name="object 196" descr=""/>
          <p:cNvGrpSpPr/>
          <p:nvPr/>
        </p:nvGrpSpPr>
        <p:grpSpPr>
          <a:xfrm>
            <a:off x="5455377" y="5028164"/>
            <a:ext cx="1123315" cy="1226185"/>
            <a:chOff x="5455377" y="5028164"/>
            <a:chExt cx="1123315" cy="1226185"/>
          </a:xfrm>
        </p:grpSpPr>
        <p:sp>
          <p:nvSpPr>
            <p:cNvPr id="197" name="object 197" descr=""/>
            <p:cNvSpPr/>
            <p:nvPr/>
          </p:nvSpPr>
          <p:spPr>
            <a:xfrm>
              <a:off x="5483958" y="5093635"/>
              <a:ext cx="1066165" cy="1109980"/>
            </a:xfrm>
            <a:custGeom>
              <a:avLst/>
              <a:gdLst/>
              <a:ahLst/>
              <a:cxnLst/>
              <a:rect l="l" t="t" r="r" b="b"/>
              <a:pathLst>
                <a:path w="1066165" h="1109979">
                  <a:moveTo>
                    <a:pt x="1066040" y="0"/>
                  </a:moveTo>
                  <a:lnTo>
                    <a:pt x="0" y="0"/>
                  </a:lnTo>
                  <a:lnTo>
                    <a:pt x="0" y="1109390"/>
                  </a:lnTo>
                  <a:lnTo>
                    <a:pt x="1066040" y="1109390"/>
                  </a:lnTo>
                  <a:lnTo>
                    <a:pt x="1066040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5525452" y="5093823"/>
              <a:ext cx="983615" cy="330200"/>
            </a:xfrm>
            <a:custGeom>
              <a:avLst/>
              <a:gdLst/>
              <a:ahLst/>
              <a:cxnLst/>
              <a:rect l="l" t="t" r="r" b="b"/>
              <a:pathLst>
                <a:path w="983615" h="330200">
                  <a:moveTo>
                    <a:pt x="472160" y="167830"/>
                  </a:moveTo>
                  <a:lnTo>
                    <a:pt x="464731" y="160388"/>
                  </a:lnTo>
                  <a:lnTo>
                    <a:pt x="7429" y="160388"/>
                  </a:lnTo>
                  <a:lnTo>
                    <a:pt x="0" y="167830"/>
                  </a:lnTo>
                  <a:lnTo>
                    <a:pt x="0" y="313359"/>
                  </a:lnTo>
                  <a:lnTo>
                    <a:pt x="0" y="322529"/>
                  </a:lnTo>
                  <a:lnTo>
                    <a:pt x="7429" y="329958"/>
                  </a:lnTo>
                  <a:lnTo>
                    <a:pt x="464731" y="329958"/>
                  </a:lnTo>
                  <a:lnTo>
                    <a:pt x="472160" y="322529"/>
                  </a:lnTo>
                  <a:lnTo>
                    <a:pt x="472160" y="167830"/>
                  </a:lnTo>
                  <a:close/>
                </a:path>
                <a:path w="983615" h="330200">
                  <a:moveTo>
                    <a:pt x="983043" y="167830"/>
                  </a:moveTo>
                  <a:lnTo>
                    <a:pt x="975614" y="160388"/>
                  </a:lnTo>
                  <a:lnTo>
                    <a:pt x="518325" y="160388"/>
                  </a:lnTo>
                  <a:lnTo>
                    <a:pt x="510895" y="167830"/>
                  </a:lnTo>
                  <a:lnTo>
                    <a:pt x="510895" y="313359"/>
                  </a:lnTo>
                  <a:lnTo>
                    <a:pt x="510895" y="322529"/>
                  </a:lnTo>
                  <a:lnTo>
                    <a:pt x="518325" y="329958"/>
                  </a:lnTo>
                  <a:lnTo>
                    <a:pt x="975614" y="329958"/>
                  </a:lnTo>
                  <a:lnTo>
                    <a:pt x="983043" y="322529"/>
                  </a:lnTo>
                  <a:lnTo>
                    <a:pt x="983043" y="167830"/>
                  </a:lnTo>
                  <a:close/>
                </a:path>
                <a:path w="983615" h="330200">
                  <a:moveTo>
                    <a:pt x="983043" y="0"/>
                  </a:moveTo>
                  <a:lnTo>
                    <a:pt x="0" y="0"/>
                  </a:lnTo>
                  <a:lnTo>
                    <a:pt x="0" y="106680"/>
                  </a:lnTo>
                  <a:lnTo>
                    <a:pt x="0" y="115570"/>
                  </a:lnTo>
                  <a:lnTo>
                    <a:pt x="3530" y="115570"/>
                  </a:lnTo>
                  <a:lnTo>
                    <a:pt x="3530" y="123190"/>
                  </a:lnTo>
                  <a:lnTo>
                    <a:pt x="979512" y="123190"/>
                  </a:lnTo>
                  <a:lnTo>
                    <a:pt x="979512" y="115570"/>
                  </a:lnTo>
                  <a:lnTo>
                    <a:pt x="983043" y="115570"/>
                  </a:lnTo>
                  <a:lnTo>
                    <a:pt x="983043" y="106680"/>
                  </a:lnTo>
                  <a:lnTo>
                    <a:pt x="983043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5525452" y="5423782"/>
              <a:ext cx="983615" cy="170180"/>
            </a:xfrm>
            <a:custGeom>
              <a:avLst/>
              <a:gdLst/>
              <a:ahLst/>
              <a:cxnLst/>
              <a:rect l="l" t="t" r="r" b="b"/>
              <a:pathLst>
                <a:path w="983615" h="170179">
                  <a:moveTo>
                    <a:pt x="472160" y="7429"/>
                  </a:moveTo>
                  <a:lnTo>
                    <a:pt x="464731" y="0"/>
                  </a:lnTo>
                  <a:lnTo>
                    <a:pt x="7429" y="0"/>
                  </a:lnTo>
                  <a:lnTo>
                    <a:pt x="0" y="7429"/>
                  </a:lnTo>
                  <a:lnTo>
                    <a:pt x="0" y="152971"/>
                  </a:lnTo>
                  <a:lnTo>
                    <a:pt x="0" y="162140"/>
                  </a:lnTo>
                  <a:lnTo>
                    <a:pt x="7429" y="169570"/>
                  </a:lnTo>
                  <a:lnTo>
                    <a:pt x="464731" y="169570"/>
                  </a:lnTo>
                  <a:lnTo>
                    <a:pt x="472160" y="162140"/>
                  </a:lnTo>
                  <a:lnTo>
                    <a:pt x="472160" y="7429"/>
                  </a:lnTo>
                  <a:close/>
                </a:path>
                <a:path w="983615" h="170179">
                  <a:moveTo>
                    <a:pt x="983043" y="7429"/>
                  </a:moveTo>
                  <a:lnTo>
                    <a:pt x="975614" y="0"/>
                  </a:lnTo>
                  <a:lnTo>
                    <a:pt x="518325" y="0"/>
                  </a:lnTo>
                  <a:lnTo>
                    <a:pt x="510895" y="7429"/>
                  </a:lnTo>
                  <a:lnTo>
                    <a:pt x="510895" y="152971"/>
                  </a:lnTo>
                  <a:lnTo>
                    <a:pt x="510895" y="162140"/>
                  </a:lnTo>
                  <a:lnTo>
                    <a:pt x="518325" y="169570"/>
                  </a:lnTo>
                  <a:lnTo>
                    <a:pt x="975614" y="169570"/>
                  </a:lnTo>
                  <a:lnTo>
                    <a:pt x="983043" y="162140"/>
                  </a:lnTo>
                  <a:lnTo>
                    <a:pt x="983043" y="7429"/>
                  </a:lnTo>
                  <a:close/>
                </a:path>
              </a:pathLst>
            </a:custGeom>
            <a:solidFill>
              <a:srgbClr val="A9A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5525452" y="5593352"/>
              <a:ext cx="983615" cy="170180"/>
            </a:xfrm>
            <a:custGeom>
              <a:avLst/>
              <a:gdLst/>
              <a:ahLst/>
              <a:cxnLst/>
              <a:rect l="l" t="t" r="r" b="b"/>
              <a:pathLst>
                <a:path w="983615" h="170179">
                  <a:moveTo>
                    <a:pt x="472160" y="7429"/>
                  </a:moveTo>
                  <a:lnTo>
                    <a:pt x="464731" y="0"/>
                  </a:lnTo>
                  <a:lnTo>
                    <a:pt x="7429" y="0"/>
                  </a:lnTo>
                  <a:lnTo>
                    <a:pt x="0" y="7429"/>
                  </a:lnTo>
                  <a:lnTo>
                    <a:pt x="0" y="152971"/>
                  </a:lnTo>
                  <a:lnTo>
                    <a:pt x="0" y="162140"/>
                  </a:lnTo>
                  <a:lnTo>
                    <a:pt x="7429" y="169557"/>
                  </a:lnTo>
                  <a:lnTo>
                    <a:pt x="464731" y="169557"/>
                  </a:lnTo>
                  <a:lnTo>
                    <a:pt x="472160" y="162140"/>
                  </a:lnTo>
                  <a:lnTo>
                    <a:pt x="472160" y="7429"/>
                  </a:lnTo>
                  <a:close/>
                </a:path>
                <a:path w="983615" h="170179">
                  <a:moveTo>
                    <a:pt x="983043" y="7429"/>
                  </a:moveTo>
                  <a:lnTo>
                    <a:pt x="975614" y="0"/>
                  </a:lnTo>
                  <a:lnTo>
                    <a:pt x="518325" y="0"/>
                  </a:lnTo>
                  <a:lnTo>
                    <a:pt x="510895" y="7429"/>
                  </a:lnTo>
                  <a:lnTo>
                    <a:pt x="510895" y="152971"/>
                  </a:lnTo>
                  <a:lnTo>
                    <a:pt x="510895" y="162140"/>
                  </a:lnTo>
                  <a:lnTo>
                    <a:pt x="518325" y="169557"/>
                  </a:lnTo>
                  <a:lnTo>
                    <a:pt x="975614" y="169557"/>
                  </a:lnTo>
                  <a:lnTo>
                    <a:pt x="983043" y="162140"/>
                  </a:lnTo>
                  <a:lnTo>
                    <a:pt x="983043" y="7429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5525452" y="5762910"/>
              <a:ext cx="983615" cy="170180"/>
            </a:xfrm>
            <a:custGeom>
              <a:avLst/>
              <a:gdLst/>
              <a:ahLst/>
              <a:cxnLst/>
              <a:rect l="l" t="t" r="r" b="b"/>
              <a:pathLst>
                <a:path w="983615" h="170179">
                  <a:moveTo>
                    <a:pt x="472160" y="7442"/>
                  </a:moveTo>
                  <a:lnTo>
                    <a:pt x="464731" y="0"/>
                  </a:lnTo>
                  <a:lnTo>
                    <a:pt x="7429" y="0"/>
                  </a:lnTo>
                  <a:lnTo>
                    <a:pt x="0" y="7442"/>
                  </a:lnTo>
                  <a:lnTo>
                    <a:pt x="0" y="152971"/>
                  </a:lnTo>
                  <a:lnTo>
                    <a:pt x="0" y="162140"/>
                  </a:lnTo>
                  <a:lnTo>
                    <a:pt x="7429" y="169570"/>
                  </a:lnTo>
                  <a:lnTo>
                    <a:pt x="464731" y="169570"/>
                  </a:lnTo>
                  <a:lnTo>
                    <a:pt x="472160" y="162140"/>
                  </a:lnTo>
                  <a:lnTo>
                    <a:pt x="472160" y="7442"/>
                  </a:lnTo>
                  <a:close/>
                </a:path>
                <a:path w="983615" h="170179">
                  <a:moveTo>
                    <a:pt x="983043" y="7442"/>
                  </a:moveTo>
                  <a:lnTo>
                    <a:pt x="975614" y="0"/>
                  </a:lnTo>
                  <a:lnTo>
                    <a:pt x="518325" y="0"/>
                  </a:lnTo>
                  <a:lnTo>
                    <a:pt x="510895" y="7442"/>
                  </a:lnTo>
                  <a:lnTo>
                    <a:pt x="510895" y="152971"/>
                  </a:lnTo>
                  <a:lnTo>
                    <a:pt x="510895" y="162140"/>
                  </a:lnTo>
                  <a:lnTo>
                    <a:pt x="518325" y="169570"/>
                  </a:lnTo>
                  <a:lnTo>
                    <a:pt x="975614" y="169570"/>
                  </a:lnTo>
                  <a:lnTo>
                    <a:pt x="983043" y="162140"/>
                  </a:lnTo>
                  <a:lnTo>
                    <a:pt x="983043" y="7442"/>
                  </a:lnTo>
                  <a:close/>
                </a:path>
              </a:pathLst>
            </a:custGeom>
            <a:solidFill>
              <a:srgbClr val="A9A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6036348" y="5932474"/>
              <a:ext cx="472440" cy="271145"/>
            </a:xfrm>
            <a:custGeom>
              <a:avLst/>
              <a:gdLst/>
              <a:ahLst/>
              <a:cxnLst/>
              <a:rect l="l" t="t" r="r" b="b"/>
              <a:pathLst>
                <a:path w="472440" h="271145">
                  <a:moveTo>
                    <a:pt x="464729" y="0"/>
                  </a:moveTo>
                  <a:lnTo>
                    <a:pt x="7434" y="0"/>
                  </a:lnTo>
                  <a:lnTo>
                    <a:pt x="0" y="7434"/>
                  </a:lnTo>
                  <a:lnTo>
                    <a:pt x="0" y="253950"/>
                  </a:lnTo>
                  <a:lnTo>
                    <a:pt x="0" y="263122"/>
                  </a:lnTo>
                  <a:lnTo>
                    <a:pt x="7434" y="270546"/>
                  </a:lnTo>
                  <a:lnTo>
                    <a:pt x="464729" y="270546"/>
                  </a:lnTo>
                  <a:lnTo>
                    <a:pt x="472153" y="263122"/>
                  </a:lnTo>
                  <a:lnTo>
                    <a:pt x="472153" y="7434"/>
                  </a:lnTo>
                  <a:lnTo>
                    <a:pt x="464729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5483958" y="5093635"/>
              <a:ext cx="1066165" cy="59055"/>
            </a:xfrm>
            <a:custGeom>
              <a:avLst/>
              <a:gdLst/>
              <a:ahLst/>
              <a:cxnLst/>
              <a:rect l="l" t="t" r="r" b="b"/>
              <a:pathLst>
                <a:path w="1066165" h="59054">
                  <a:moveTo>
                    <a:pt x="1066040" y="0"/>
                  </a:moveTo>
                  <a:lnTo>
                    <a:pt x="0" y="0"/>
                  </a:lnTo>
                  <a:lnTo>
                    <a:pt x="0" y="59024"/>
                  </a:lnTo>
                  <a:lnTo>
                    <a:pt x="1066040" y="59024"/>
                  </a:lnTo>
                  <a:lnTo>
                    <a:pt x="1066040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5455377" y="5028164"/>
              <a:ext cx="1123315" cy="66040"/>
            </a:xfrm>
            <a:custGeom>
              <a:avLst/>
              <a:gdLst/>
              <a:ahLst/>
              <a:cxnLst/>
              <a:rect l="l" t="t" r="r" b="b"/>
              <a:pathLst>
                <a:path w="1123315" h="66039">
                  <a:moveTo>
                    <a:pt x="1117023" y="0"/>
                  </a:moveTo>
                  <a:lnTo>
                    <a:pt x="6188" y="0"/>
                  </a:lnTo>
                  <a:lnTo>
                    <a:pt x="0" y="6188"/>
                  </a:lnTo>
                  <a:lnTo>
                    <a:pt x="0" y="59286"/>
                  </a:lnTo>
                  <a:lnTo>
                    <a:pt x="6188" y="65474"/>
                  </a:lnTo>
                  <a:lnTo>
                    <a:pt x="1109379" y="65474"/>
                  </a:lnTo>
                  <a:lnTo>
                    <a:pt x="1117023" y="65474"/>
                  </a:lnTo>
                  <a:lnTo>
                    <a:pt x="1123211" y="59286"/>
                  </a:lnTo>
                  <a:lnTo>
                    <a:pt x="1123211" y="6188"/>
                  </a:lnTo>
                  <a:lnTo>
                    <a:pt x="1117023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5462755" y="6203021"/>
              <a:ext cx="1108710" cy="50800"/>
            </a:xfrm>
            <a:custGeom>
              <a:avLst/>
              <a:gdLst/>
              <a:ahLst/>
              <a:cxnLst/>
              <a:rect l="l" t="t" r="r" b="b"/>
              <a:pathLst>
                <a:path w="1108709" h="50800">
                  <a:moveTo>
                    <a:pt x="1102270" y="0"/>
                  </a:moveTo>
                  <a:lnTo>
                    <a:pt x="6188" y="0"/>
                  </a:lnTo>
                  <a:lnTo>
                    <a:pt x="0" y="6198"/>
                  </a:lnTo>
                  <a:lnTo>
                    <a:pt x="0" y="44532"/>
                  </a:lnTo>
                  <a:lnTo>
                    <a:pt x="6188" y="50720"/>
                  </a:lnTo>
                  <a:lnTo>
                    <a:pt x="1094626" y="50720"/>
                  </a:lnTo>
                  <a:lnTo>
                    <a:pt x="1102270" y="50720"/>
                  </a:lnTo>
                  <a:lnTo>
                    <a:pt x="1108458" y="44532"/>
                  </a:lnTo>
                  <a:lnTo>
                    <a:pt x="1108458" y="6198"/>
                  </a:lnTo>
                  <a:lnTo>
                    <a:pt x="1102270" y="0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5525458" y="5932474"/>
              <a:ext cx="472440" cy="271145"/>
            </a:xfrm>
            <a:custGeom>
              <a:avLst/>
              <a:gdLst/>
              <a:ahLst/>
              <a:cxnLst/>
              <a:rect l="l" t="t" r="r" b="b"/>
              <a:pathLst>
                <a:path w="472439" h="271145">
                  <a:moveTo>
                    <a:pt x="464729" y="0"/>
                  </a:moveTo>
                  <a:lnTo>
                    <a:pt x="7434" y="0"/>
                  </a:lnTo>
                  <a:lnTo>
                    <a:pt x="0" y="7434"/>
                  </a:lnTo>
                  <a:lnTo>
                    <a:pt x="0" y="253950"/>
                  </a:lnTo>
                  <a:lnTo>
                    <a:pt x="0" y="263122"/>
                  </a:lnTo>
                  <a:lnTo>
                    <a:pt x="7434" y="270546"/>
                  </a:lnTo>
                  <a:lnTo>
                    <a:pt x="464729" y="270546"/>
                  </a:lnTo>
                  <a:lnTo>
                    <a:pt x="472163" y="263122"/>
                  </a:lnTo>
                  <a:lnTo>
                    <a:pt x="472163" y="7434"/>
                  </a:lnTo>
                  <a:lnTo>
                    <a:pt x="464729" y="0"/>
                  </a:lnTo>
                  <a:close/>
                </a:path>
              </a:pathLst>
            </a:custGeom>
            <a:solidFill>
              <a:srgbClr val="9596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5690984" y="5330691"/>
              <a:ext cx="652145" cy="775970"/>
            </a:xfrm>
            <a:custGeom>
              <a:avLst/>
              <a:gdLst/>
              <a:ahLst/>
              <a:cxnLst/>
              <a:rect l="l" t="t" r="r" b="b"/>
              <a:pathLst>
                <a:path w="652145" h="775970">
                  <a:moveTo>
                    <a:pt x="141097" y="728751"/>
                  </a:moveTo>
                  <a:lnTo>
                    <a:pt x="0" y="728751"/>
                  </a:lnTo>
                  <a:lnTo>
                    <a:pt x="0" y="770661"/>
                  </a:lnTo>
                  <a:lnTo>
                    <a:pt x="2882" y="770661"/>
                  </a:lnTo>
                  <a:lnTo>
                    <a:pt x="2882" y="775741"/>
                  </a:lnTo>
                  <a:lnTo>
                    <a:pt x="138214" y="775741"/>
                  </a:lnTo>
                  <a:lnTo>
                    <a:pt x="138214" y="770661"/>
                  </a:lnTo>
                  <a:lnTo>
                    <a:pt x="141097" y="770661"/>
                  </a:lnTo>
                  <a:lnTo>
                    <a:pt x="141097" y="728751"/>
                  </a:lnTo>
                  <a:close/>
                </a:path>
                <a:path w="652145" h="775970">
                  <a:moveTo>
                    <a:pt x="141097" y="508698"/>
                  </a:moveTo>
                  <a:lnTo>
                    <a:pt x="0" y="508698"/>
                  </a:lnTo>
                  <a:lnTo>
                    <a:pt x="0" y="550608"/>
                  </a:lnTo>
                  <a:lnTo>
                    <a:pt x="2882" y="550608"/>
                  </a:lnTo>
                  <a:lnTo>
                    <a:pt x="2882" y="555688"/>
                  </a:lnTo>
                  <a:lnTo>
                    <a:pt x="138214" y="555688"/>
                  </a:lnTo>
                  <a:lnTo>
                    <a:pt x="138214" y="550608"/>
                  </a:lnTo>
                  <a:lnTo>
                    <a:pt x="141097" y="550608"/>
                  </a:lnTo>
                  <a:lnTo>
                    <a:pt x="141097" y="508698"/>
                  </a:lnTo>
                  <a:close/>
                </a:path>
                <a:path w="652145" h="775970">
                  <a:moveTo>
                    <a:pt x="141097" y="339140"/>
                  </a:moveTo>
                  <a:lnTo>
                    <a:pt x="0" y="339140"/>
                  </a:lnTo>
                  <a:lnTo>
                    <a:pt x="0" y="381050"/>
                  </a:lnTo>
                  <a:lnTo>
                    <a:pt x="2882" y="381050"/>
                  </a:lnTo>
                  <a:lnTo>
                    <a:pt x="2882" y="386130"/>
                  </a:lnTo>
                  <a:lnTo>
                    <a:pt x="138214" y="386130"/>
                  </a:lnTo>
                  <a:lnTo>
                    <a:pt x="138214" y="381050"/>
                  </a:lnTo>
                  <a:lnTo>
                    <a:pt x="141097" y="381050"/>
                  </a:lnTo>
                  <a:lnTo>
                    <a:pt x="141097" y="339140"/>
                  </a:lnTo>
                  <a:close/>
                </a:path>
                <a:path w="652145" h="775970">
                  <a:moveTo>
                    <a:pt x="141097" y="169570"/>
                  </a:moveTo>
                  <a:lnTo>
                    <a:pt x="0" y="169570"/>
                  </a:lnTo>
                  <a:lnTo>
                    <a:pt x="0" y="211480"/>
                  </a:lnTo>
                  <a:lnTo>
                    <a:pt x="2882" y="211480"/>
                  </a:lnTo>
                  <a:lnTo>
                    <a:pt x="2882" y="216560"/>
                  </a:lnTo>
                  <a:lnTo>
                    <a:pt x="138214" y="216560"/>
                  </a:lnTo>
                  <a:lnTo>
                    <a:pt x="138214" y="211480"/>
                  </a:lnTo>
                  <a:lnTo>
                    <a:pt x="141097" y="211480"/>
                  </a:lnTo>
                  <a:lnTo>
                    <a:pt x="141097" y="169570"/>
                  </a:lnTo>
                  <a:close/>
                </a:path>
                <a:path w="652145" h="775970">
                  <a:moveTo>
                    <a:pt x="14109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2882" y="41910"/>
                  </a:lnTo>
                  <a:lnTo>
                    <a:pt x="2882" y="46990"/>
                  </a:lnTo>
                  <a:lnTo>
                    <a:pt x="138214" y="46990"/>
                  </a:lnTo>
                  <a:lnTo>
                    <a:pt x="138214" y="41910"/>
                  </a:lnTo>
                  <a:lnTo>
                    <a:pt x="141097" y="41910"/>
                  </a:lnTo>
                  <a:lnTo>
                    <a:pt x="141097" y="0"/>
                  </a:lnTo>
                  <a:close/>
                </a:path>
                <a:path w="652145" h="775970">
                  <a:moveTo>
                    <a:pt x="651979" y="728751"/>
                  </a:moveTo>
                  <a:lnTo>
                    <a:pt x="510882" y="728751"/>
                  </a:lnTo>
                  <a:lnTo>
                    <a:pt x="510882" y="770661"/>
                  </a:lnTo>
                  <a:lnTo>
                    <a:pt x="513765" y="770661"/>
                  </a:lnTo>
                  <a:lnTo>
                    <a:pt x="513765" y="775741"/>
                  </a:lnTo>
                  <a:lnTo>
                    <a:pt x="649097" y="775741"/>
                  </a:lnTo>
                  <a:lnTo>
                    <a:pt x="649097" y="770661"/>
                  </a:lnTo>
                  <a:lnTo>
                    <a:pt x="651979" y="770661"/>
                  </a:lnTo>
                  <a:lnTo>
                    <a:pt x="651979" y="728751"/>
                  </a:lnTo>
                  <a:close/>
                </a:path>
                <a:path w="652145" h="775970">
                  <a:moveTo>
                    <a:pt x="651979" y="508698"/>
                  </a:moveTo>
                  <a:lnTo>
                    <a:pt x="510882" y="508698"/>
                  </a:lnTo>
                  <a:lnTo>
                    <a:pt x="510882" y="550608"/>
                  </a:lnTo>
                  <a:lnTo>
                    <a:pt x="513765" y="550608"/>
                  </a:lnTo>
                  <a:lnTo>
                    <a:pt x="513765" y="555688"/>
                  </a:lnTo>
                  <a:lnTo>
                    <a:pt x="649097" y="555688"/>
                  </a:lnTo>
                  <a:lnTo>
                    <a:pt x="649097" y="550608"/>
                  </a:lnTo>
                  <a:lnTo>
                    <a:pt x="651979" y="550608"/>
                  </a:lnTo>
                  <a:lnTo>
                    <a:pt x="651979" y="508698"/>
                  </a:lnTo>
                  <a:close/>
                </a:path>
                <a:path w="652145" h="775970">
                  <a:moveTo>
                    <a:pt x="651979" y="339140"/>
                  </a:moveTo>
                  <a:lnTo>
                    <a:pt x="510882" y="339140"/>
                  </a:lnTo>
                  <a:lnTo>
                    <a:pt x="510882" y="381050"/>
                  </a:lnTo>
                  <a:lnTo>
                    <a:pt x="513765" y="381050"/>
                  </a:lnTo>
                  <a:lnTo>
                    <a:pt x="513765" y="386130"/>
                  </a:lnTo>
                  <a:lnTo>
                    <a:pt x="649097" y="386130"/>
                  </a:lnTo>
                  <a:lnTo>
                    <a:pt x="649097" y="381050"/>
                  </a:lnTo>
                  <a:lnTo>
                    <a:pt x="651979" y="381050"/>
                  </a:lnTo>
                  <a:lnTo>
                    <a:pt x="651979" y="339140"/>
                  </a:lnTo>
                  <a:close/>
                </a:path>
                <a:path w="652145" h="775970">
                  <a:moveTo>
                    <a:pt x="651979" y="169570"/>
                  </a:moveTo>
                  <a:lnTo>
                    <a:pt x="510882" y="169570"/>
                  </a:lnTo>
                  <a:lnTo>
                    <a:pt x="510882" y="211480"/>
                  </a:lnTo>
                  <a:lnTo>
                    <a:pt x="513765" y="211480"/>
                  </a:lnTo>
                  <a:lnTo>
                    <a:pt x="513765" y="216560"/>
                  </a:lnTo>
                  <a:lnTo>
                    <a:pt x="649097" y="216560"/>
                  </a:lnTo>
                  <a:lnTo>
                    <a:pt x="649097" y="211480"/>
                  </a:lnTo>
                  <a:lnTo>
                    <a:pt x="651979" y="211480"/>
                  </a:lnTo>
                  <a:lnTo>
                    <a:pt x="651979" y="169570"/>
                  </a:lnTo>
                  <a:close/>
                </a:path>
                <a:path w="652145" h="775970">
                  <a:moveTo>
                    <a:pt x="651979" y="0"/>
                  </a:moveTo>
                  <a:lnTo>
                    <a:pt x="510882" y="0"/>
                  </a:lnTo>
                  <a:lnTo>
                    <a:pt x="510882" y="41910"/>
                  </a:lnTo>
                  <a:lnTo>
                    <a:pt x="513765" y="41910"/>
                  </a:lnTo>
                  <a:lnTo>
                    <a:pt x="513765" y="46990"/>
                  </a:lnTo>
                  <a:lnTo>
                    <a:pt x="649097" y="46990"/>
                  </a:lnTo>
                  <a:lnTo>
                    <a:pt x="649097" y="41910"/>
                  </a:lnTo>
                  <a:lnTo>
                    <a:pt x="651979" y="41910"/>
                  </a:lnTo>
                  <a:lnTo>
                    <a:pt x="651979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5690984" y="5318664"/>
              <a:ext cx="652145" cy="769620"/>
            </a:xfrm>
            <a:custGeom>
              <a:avLst/>
              <a:gdLst/>
              <a:ahLst/>
              <a:cxnLst/>
              <a:rect l="l" t="t" r="r" b="b"/>
              <a:pathLst>
                <a:path w="652145" h="769620">
                  <a:moveTo>
                    <a:pt x="141097" y="733704"/>
                  </a:moveTo>
                  <a:lnTo>
                    <a:pt x="136144" y="728751"/>
                  </a:lnTo>
                  <a:lnTo>
                    <a:pt x="4953" y="728751"/>
                  </a:lnTo>
                  <a:lnTo>
                    <a:pt x="0" y="733704"/>
                  </a:lnTo>
                  <a:lnTo>
                    <a:pt x="0" y="758367"/>
                  </a:lnTo>
                  <a:lnTo>
                    <a:pt x="0" y="764489"/>
                  </a:lnTo>
                  <a:lnTo>
                    <a:pt x="4953" y="769442"/>
                  </a:lnTo>
                  <a:lnTo>
                    <a:pt x="136144" y="769442"/>
                  </a:lnTo>
                  <a:lnTo>
                    <a:pt x="141097" y="764489"/>
                  </a:lnTo>
                  <a:lnTo>
                    <a:pt x="141097" y="733704"/>
                  </a:lnTo>
                  <a:close/>
                </a:path>
                <a:path w="652145" h="769620">
                  <a:moveTo>
                    <a:pt x="141097" y="513651"/>
                  </a:moveTo>
                  <a:lnTo>
                    <a:pt x="136144" y="508698"/>
                  </a:lnTo>
                  <a:lnTo>
                    <a:pt x="4953" y="508698"/>
                  </a:lnTo>
                  <a:lnTo>
                    <a:pt x="0" y="513651"/>
                  </a:lnTo>
                  <a:lnTo>
                    <a:pt x="0" y="538314"/>
                  </a:lnTo>
                  <a:lnTo>
                    <a:pt x="0" y="544436"/>
                  </a:lnTo>
                  <a:lnTo>
                    <a:pt x="4953" y="549389"/>
                  </a:lnTo>
                  <a:lnTo>
                    <a:pt x="136144" y="549389"/>
                  </a:lnTo>
                  <a:lnTo>
                    <a:pt x="141097" y="544436"/>
                  </a:lnTo>
                  <a:lnTo>
                    <a:pt x="141097" y="513651"/>
                  </a:lnTo>
                  <a:close/>
                </a:path>
                <a:path w="652145" h="769620">
                  <a:moveTo>
                    <a:pt x="141097" y="344081"/>
                  </a:moveTo>
                  <a:lnTo>
                    <a:pt x="136144" y="339128"/>
                  </a:lnTo>
                  <a:lnTo>
                    <a:pt x="4953" y="339128"/>
                  </a:lnTo>
                  <a:lnTo>
                    <a:pt x="0" y="344081"/>
                  </a:lnTo>
                  <a:lnTo>
                    <a:pt x="0" y="368744"/>
                  </a:lnTo>
                  <a:lnTo>
                    <a:pt x="0" y="374865"/>
                  </a:lnTo>
                  <a:lnTo>
                    <a:pt x="4953" y="379818"/>
                  </a:lnTo>
                  <a:lnTo>
                    <a:pt x="136144" y="379818"/>
                  </a:lnTo>
                  <a:lnTo>
                    <a:pt x="141097" y="374865"/>
                  </a:lnTo>
                  <a:lnTo>
                    <a:pt x="141097" y="344081"/>
                  </a:lnTo>
                  <a:close/>
                </a:path>
                <a:path w="652145" h="769620">
                  <a:moveTo>
                    <a:pt x="141097" y="174510"/>
                  </a:moveTo>
                  <a:lnTo>
                    <a:pt x="136144" y="169557"/>
                  </a:lnTo>
                  <a:lnTo>
                    <a:pt x="4953" y="169557"/>
                  </a:lnTo>
                  <a:lnTo>
                    <a:pt x="0" y="174510"/>
                  </a:lnTo>
                  <a:lnTo>
                    <a:pt x="0" y="199186"/>
                  </a:lnTo>
                  <a:lnTo>
                    <a:pt x="0" y="205295"/>
                  </a:lnTo>
                  <a:lnTo>
                    <a:pt x="4953" y="210248"/>
                  </a:lnTo>
                  <a:lnTo>
                    <a:pt x="136144" y="210248"/>
                  </a:lnTo>
                  <a:lnTo>
                    <a:pt x="141097" y="205295"/>
                  </a:lnTo>
                  <a:lnTo>
                    <a:pt x="141097" y="174510"/>
                  </a:lnTo>
                  <a:close/>
                </a:path>
                <a:path w="652145" h="769620">
                  <a:moveTo>
                    <a:pt x="141097" y="4953"/>
                  </a:moveTo>
                  <a:lnTo>
                    <a:pt x="136144" y="0"/>
                  </a:lnTo>
                  <a:lnTo>
                    <a:pt x="4953" y="0"/>
                  </a:lnTo>
                  <a:lnTo>
                    <a:pt x="0" y="4953"/>
                  </a:lnTo>
                  <a:lnTo>
                    <a:pt x="0" y="29616"/>
                  </a:lnTo>
                  <a:lnTo>
                    <a:pt x="0" y="35737"/>
                  </a:lnTo>
                  <a:lnTo>
                    <a:pt x="4953" y="40690"/>
                  </a:lnTo>
                  <a:lnTo>
                    <a:pt x="136144" y="40690"/>
                  </a:lnTo>
                  <a:lnTo>
                    <a:pt x="141097" y="35737"/>
                  </a:lnTo>
                  <a:lnTo>
                    <a:pt x="141097" y="4953"/>
                  </a:lnTo>
                  <a:close/>
                </a:path>
                <a:path w="652145" h="769620">
                  <a:moveTo>
                    <a:pt x="651979" y="733704"/>
                  </a:moveTo>
                  <a:lnTo>
                    <a:pt x="647026" y="728751"/>
                  </a:lnTo>
                  <a:lnTo>
                    <a:pt x="515835" y="728751"/>
                  </a:lnTo>
                  <a:lnTo>
                    <a:pt x="510882" y="733704"/>
                  </a:lnTo>
                  <a:lnTo>
                    <a:pt x="510882" y="758367"/>
                  </a:lnTo>
                  <a:lnTo>
                    <a:pt x="510882" y="764489"/>
                  </a:lnTo>
                  <a:lnTo>
                    <a:pt x="515835" y="769442"/>
                  </a:lnTo>
                  <a:lnTo>
                    <a:pt x="647026" y="769442"/>
                  </a:lnTo>
                  <a:lnTo>
                    <a:pt x="651979" y="764489"/>
                  </a:lnTo>
                  <a:lnTo>
                    <a:pt x="651979" y="733704"/>
                  </a:lnTo>
                  <a:close/>
                </a:path>
                <a:path w="652145" h="769620">
                  <a:moveTo>
                    <a:pt x="651979" y="513651"/>
                  </a:moveTo>
                  <a:lnTo>
                    <a:pt x="647026" y="508698"/>
                  </a:lnTo>
                  <a:lnTo>
                    <a:pt x="515835" y="508698"/>
                  </a:lnTo>
                  <a:lnTo>
                    <a:pt x="510882" y="513651"/>
                  </a:lnTo>
                  <a:lnTo>
                    <a:pt x="510882" y="538314"/>
                  </a:lnTo>
                  <a:lnTo>
                    <a:pt x="510882" y="544436"/>
                  </a:lnTo>
                  <a:lnTo>
                    <a:pt x="515835" y="549389"/>
                  </a:lnTo>
                  <a:lnTo>
                    <a:pt x="647026" y="549389"/>
                  </a:lnTo>
                  <a:lnTo>
                    <a:pt x="651979" y="544436"/>
                  </a:lnTo>
                  <a:lnTo>
                    <a:pt x="651979" y="513651"/>
                  </a:lnTo>
                  <a:close/>
                </a:path>
                <a:path w="652145" h="769620">
                  <a:moveTo>
                    <a:pt x="651979" y="344081"/>
                  </a:moveTo>
                  <a:lnTo>
                    <a:pt x="647026" y="339128"/>
                  </a:lnTo>
                  <a:lnTo>
                    <a:pt x="515835" y="339128"/>
                  </a:lnTo>
                  <a:lnTo>
                    <a:pt x="510882" y="344081"/>
                  </a:lnTo>
                  <a:lnTo>
                    <a:pt x="510882" y="368744"/>
                  </a:lnTo>
                  <a:lnTo>
                    <a:pt x="510882" y="374865"/>
                  </a:lnTo>
                  <a:lnTo>
                    <a:pt x="515835" y="379818"/>
                  </a:lnTo>
                  <a:lnTo>
                    <a:pt x="647026" y="379818"/>
                  </a:lnTo>
                  <a:lnTo>
                    <a:pt x="651979" y="374865"/>
                  </a:lnTo>
                  <a:lnTo>
                    <a:pt x="651979" y="344081"/>
                  </a:lnTo>
                  <a:close/>
                </a:path>
                <a:path w="652145" h="769620">
                  <a:moveTo>
                    <a:pt x="651979" y="174510"/>
                  </a:moveTo>
                  <a:lnTo>
                    <a:pt x="647026" y="169557"/>
                  </a:lnTo>
                  <a:lnTo>
                    <a:pt x="515835" y="169557"/>
                  </a:lnTo>
                  <a:lnTo>
                    <a:pt x="510882" y="174510"/>
                  </a:lnTo>
                  <a:lnTo>
                    <a:pt x="510882" y="199186"/>
                  </a:lnTo>
                  <a:lnTo>
                    <a:pt x="510882" y="205295"/>
                  </a:lnTo>
                  <a:lnTo>
                    <a:pt x="515835" y="210248"/>
                  </a:lnTo>
                  <a:lnTo>
                    <a:pt x="647026" y="210248"/>
                  </a:lnTo>
                  <a:lnTo>
                    <a:pt x="651979" y="205295"/>
                  </a:lnTo>
                  <a:lnTo>
                    <a:pt x="651979" y="174510"/>
                  </a:lnTo>
                  <a:close/>
                </a:path>
                <a:path w="652145" h="769620">
                  <a:moveTo>
                    <a:pt x="651979" y="4953"/>
                  </a:moveTo>
                  <a:lnTo>
                    <a:pt x="647026" y="0"/>
                  </a:lnTo>
                  <a:lnTo>
                    <a:pt x="515835" y="0"/>
                  </a:lnTo>
                  <a:lnTo>
                    <a:pt x="510882" y="4953"/>
                  </a:lnTo>
                  <a:lnTo>
                    <a:pt x="510882" y="29616"/>
                  </a:lnTo>
                  <a:lnTo>
                    <a:pt x="510882" y="35737"/>
                  </a:lnTo>
                  <a:lnTo>
                    <a:pt x="515835" y="40690"/>
                  </a:lnTo>
                  <a:lnTo>
                    <a:pt x="647026" y="40690"/>
                  </a:lnTo>
                  <a:lnTo>
                    <a:pt x="651979" y="35737"/>
                  </a:lnTo>
                  <a:lnTo>
                    <a:pt x="651979" y="4953"/>
                  </a:lnTo>
                  <a:close/>
                </a:path>
              </a:pathLst>
            </a:custGeom>
            <a:solidFill>
              <a:srgbClr val="7B7E8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9" name="object 209" descr=""/>
          <p:cNvGrpSpPr/>
          <p:nvPr/>
        </p:nvGrpSpPr>
        <p:grpSpPr>
          <a:xfrm>
            <a:off x="5371064" y="2454888"/>
            <a:ext cx="93345" cy="389890"/>
            <a:chOff x="5371064" y="2454888"/>
            <a:chExt cx="93345" cy="389890"/>
          </a:xfrm>
        </p:grpSpPr>
        <p:sp>
          <p:nvSpPr>
            <p:cNvPr id="210" name="object 210" descr=""/>
            <p:cNvSpPr/>
            <p:nvPr/>
          </p:nvSpPr>
          <p:spPr>
            <a:xfrm>
              <a:off x="5371064" y="2469620"/>
              <a:ext cx="93345" cy="375285"/>
            </a:xfrm>
            <a:custGeom>
              <a:avLst/>
              <a:gdLst/>
              <a:ahLst/>
              <a:cxnLst/>
              <a:rect l="l" t="t" r="r" b="b"/>
              <a:pathLst>
                <a:path w="93345" h="375285">
                  <a:moveTo>
                    <a:pt x="66542" y="0"/>
                  </a:moveTo>
                  <a:lnTo>
                    <a:pt x="26564" y="0"/>
                  </a:lnTo>
                  <a:lnTo>
                    <a:pt x="24931" y="52438"/>
                  </a:lnTo>
                  <a:lnTo>
                    <a:pt x="23919" y="60681"/>
                  </a:lnTo>
                  <a:lnTo>
                    <a:pt x="21454" y="68543"/>
                  </a:lnTo>
                  <a:lnTo>
                    <a:pt x="17615" y="75834"/>
                  </a:lnTo>
                  <a:lnTo>
                    <a:pt x="7147" y="89195"/>
                  </a:lnTo>
                  <a:lnTo>
                    <a:pt x="3232" y="96839"/>
                  </a:lnTo>
                  <a:lnTo>
                    <a:pt x="822" y="105081"/>
                  </a:lnTo>
                  <a:lnTo>
                    <a:pt x="0" y="113703"/>
                  </a:lnTo>
                  <a:lnTo>
                    <a:pt x="0" y="368030"/>
                  </a:lnTo>
                  <a:lnTo>
                    <a:pt x="6868" y="374899"/>
                  </a:lnTo>
                  <a:lnTo>
                    <a:pt x="86238" y="374899"/>
                  </a:lnTo>
                  <a:lnTo>
                    <a:pt x="93117" y="368030"/>
                  </a:lnTo>
                  <a:lnTo>
                    <a:pt x="93117" y="113703"/>
                  </a:lnTo>
                  <a:lnTo>
                    <a:pt x="75499" y="75835"/>
                  </a:lnTo>
                  <a:lnTo>
                    <a:pt x="71657" y="68547"/>
                  </a:lnTo>
                  <a:lnTo>
                    <a:pt x="69189" y="60686"/>
                  </a:lnTo>
                  <a:lnTo>
                    <a:pt x="68175" y="52438"/>
                  </a:lnTo>
                  <a:lnTo>
                    <a:pt x="66542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5377376" y="2469621"/>
              <a:ext cx="80645" cy="368935"/>
            </a:xfrm>
            <a:custGeom>
              <a:avLst/>
              <a:gdLst/>
              <a:ahLst/>
              <a:cxnLst/>
              <a:rect l="l" t="t" r="r" b="b"/>
              <a:pathLst>
                <a:path w="80645" h="368935">
                  <a:moveTo>
                    <a:pt x="53914" y="0"/>
                  </a:moveTo>
                  <a:lnTo>
                    <a:pt x="26575" y="0"/>
                  </a:lnTo>
                  <a:lnTo>
                    <a:pt x="24931" y="52637"/>
                  </a:lnTo>
                  <a:lnTo>
                    <a:pt x="23745" y="62191"/>
                  </a:lnTo>
                  <a:lnTo>
                    <a:pt x="20846" y="71280"/>
                  </a:lnTo>
                  <a:lnTo>
                    <a:pt x="16327" y="79686"/>
                  </a:lnTo>
                  <a:lnTo>
                    <a:pt x="5791" y="92922"/>
                  </a:lnTo>
                  <a:lnTo>
                    <a:pt x="2577" y="99406"/>
                  </a:lnTo>
                  <a:lnTo>
                    <a:pt x="645" y="106411"/>
                  </a:lnTo>
                  <a:lnTo>
                    <a:pt x="0" y="113703"/>
                  </a:lnTo>
                  <a:lnTo>
                    <a:pt x="0" y="364543"/>
                  </a:lnTo>
                  <a:lnTo>
                    <a:pt x="4052" y="368596"/>
                  </a:lnTo>
                  <a:lnTo>
                    <a:pt x="14146" y="368596"/>
                  </a:lnTo>
                  <a:lnTo>
                    <a:pt x="16952" y="367643"/>
                  </a:lnTo>
                  <a:lnTo>
                    <a:pt x="21559" y="364145"/>
                  </a:lnTo>
                  <a:lnTo>
                    <a:pt x="24376" y="363193"/>
                  </a:lnTo>
                  <a:lnTo>
                    <a:pt x="56113" y="363193"/>
                  </a:lnTo>
                  <a:lnTo>
                    <a:pt x="58930" y="364145"/>
                  </a:lnTo>
                  <a:lnTo>
                    <a:pt x="63526" y="367643"/>
                  </a:lnTo>
                  <a:lnTo>
                    <a:pt x="66343" y="368596"/>
                  </a:lnTo>
                  <a:lnTo>
                    <a:pt x="76437" y="368596"/>
                  </a:lnTo>
                  <a:lnTo>
                    <a:pt x="80489" y="364543"/>
                  </a:lnTo>
                  <a:lnTo>
                    <a:pt x="80489" y="113703"/>
                  </a:lnTo>
                  <a:lnTo>
                    <a:pt x="79844" y="106411"/>
                  </a:lnTo>
                  <a:lnTo>
                    <a:pt x="77912" y="99406"/>
                  </a:lnTo>
                  <a:lnTo>
                    <a:pt x="74698" y="92922"/>
                  </a:lnTo>
                  <a:lnTo>
                    <a:pt x="70207" y="87191"/>
                  </a:lnTo>
                  <a:lnTo>
                    <a:pt x="64162" y="79690"/>
                  </a:lnTo>
                  <a:lnTo>
                    <a:pt x="59643" y="71284"/>
                  </a:lnTo>
                  <a:lnTo>
                    <a:pt x="56744" y="62192"/>
                  </a:lnTo>
                  <a:lnTo>
                    <a:pt x="55558" y="52637"/>
                  </a:lnTo>
                  <a:lnTo>
                    <a:pt x="53914" y="0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5396746" y="2469618"/>
              <a:ext cx="41910" cy="28575"/>
            </a:xfrm>
            <a:custGeom>
              <a:avLst/>
              <a:gdLst/>
              <a:ahLst/>
              <a:cxnLst/>
              <a:rect l="l" t="t" r="r" b="b"/>
              <a:pathLst>
                <a:path w="41910" h="28575">
                  <a:moveTo>
                    <a:pt x="40867" y="0"/>
                  </a:moveTo>
                  <a:lnTo>
                    <a:pt x="890" y="0"/>
                  </a:lnTo>
                  <a:lnTo>
                    <a:pt x="0" y="28407"/>
                  </a:lnTo>
                  <a:lnTo>
                    <a:pt x="41747" y="28407"/>
                  </a:lnTo>
                  <a:lnTo>
                    <a:pt x="40867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5394210" y="2454888"/>
              <a:ext cx="46990" cy="29845"/>
            </a:xfrm>
            <a:custGeom>
              <a:avLst/>
              <a:gdLst/>
              <a:ahLst/>
              <a:cxnLst/>
              <a:rect l="l" t="t" r="r" b="b"/>
              <a:pathLst>
                <a:path w="46989" h="29844">
                  <a:moveTo>
                    <a:pt x="44229" y="0"/>
                  </a:moveTo>
                  <a:lnTo>
                    <a:pt x="41035" y="0"/>
                  </a:lnTo>
                  <a:lnTo>
                    <a:pt x="2586" y="0"/>
                  </a:lnTo>
                  <a:lnTo>
                    <a:pt x="0" y="2586"/>
                  </a:lnTo>
                  <a:lnTo>
                    <a:pt x="0" y="26868"/>
                  </a:lnTo>
                  <a:lnTo>
                    <a:pt x="2586" y="29465"/>
                  </a:lnTo>
                  <a:lnTo>
                    <a:pt x="44229" y="29465"/>
                  </a:lnTo>
                  <a:lnTo>
                    <a:pt x="46825" y="26868"/>
                  </a:lnTo>
                  <a:lnTo>
                    <a:pt x="46825" y="2586"/>
                  </a:lnTo>
                  <a:lnTo>
                    <a:pt x="44229" y="0"/>
                  </a:lnTo>
                  <a:close/>
                </a:path>
              </a:pathLst>
            </a:custGeom>
            <a:solidFill>
              <a:srgbClr val="6CC5B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4" name="object 214" descr=""/>
          <p:cNvGrpSpPr/>
          <p:nvPr/>
        </p:nvGrpSpPr>
        <p:grpSpPr>
          <a:xfrm>
            <a:off x="5371059" y="2001329"/>
            <a:ext cx="1135380" cy="211454"/>
            <a:chOff x="5371059" y="2001329"/>
            <a:chExt cx="1135380" cy="211454"/>
          </a:xfrm>
        </p:grpSpPr>
        <p:sp>
          <p:nvSpPr>
            <p:cNvPr id="215" name="object 215" descr=""/>
            <p:cNvSpPr/>
            <p:nvPr/>
          </p:nvSpPr>
          <p:spPr>
            <a:xfrm>
              <a:off x="5371059" y="2001329"/>
              <a:ext cx="1135380" cy="211454"/>
            </a:xfrm>
            <a:custGeom>
              <a:avLst/>
              <a:gdLst/>
              <a:ahLst/>
              <a:cxnLst/>
              <a:rect l="l" t="t" r="r" b="b"/>
              <a:pathLst>
                <a:path w="1135379" h="211455">
                  <a:moveTo>
                    <a:pt x="1111641" y="0"/>
                  </a:moveTo>
                  <a:lnTo>
                    <a:pt x="23161" y="0"/>
                  </a:lnTo>
                  <a:lnTo>
                    <a:pt x="14144" y="1819"/>
                  </a:lnTo>
                  <a:lnTo>
                    <a:pt x="6782" y="6781"/>
                  </a:lnTo>
                  <a:lnTo>
                    <a:pt x="1819" y="14140"/>
                  </a:lnTo>
                  <a:lnTo>
                    <a:pt x="0" y="23151"/>
                  </a:lnTo>
                  <a:lnTo>
                    <a:pt x="0" y="187868"/>
                  </a:lnTo>
                  <a:lnTo>
                    <a:pt x="1819" y="196884"/>
                  </a:lnTo>
                  <a:lnTo>
                    <a:pt x="6782" y="204242"/>
                  </a:lnTo>
                  <a:lnTo>
                    <a:pt x="14144" y="209201"/>
                  </a:lnTo>
                  <a:lnTo>
                    <a:pt x="23161" y="211019"/>
                  </a:lnTo>
                  <a:lnTo>
                    <a:pt x="1111641" y="211019"/>
                  </a:lnTo>
                  <a:lnTo>
                    <a:pt x="1120658" y="209201"/>
                  </a:lnTo>
                  <a:lnTo>
                    <a:pt x="1128020" y="204242"/>
                  </a:lnTo>
                  <a:lnTo>
                    <a:pt x="1132983" y="196884"/>
                  </a:lnTo>
                  <a:lnTo>
                    <a:pt x="1134803" y="187868"/>
                  </a:lnTo>
                  <a:lnTo>
                    <a:pt x="1134803" y="23151"/>
                  </a:lnTo>
                  <a:lnTo>
                    <a:pt x="1132983" y="14140"/>
                  </a:lnTo>
                  <a:lnTo>
                    <a:pt x="1128020" y="6781"/>
                  </a:lnTo>
                  <a:lnTo>
                    <a:pt x="1120658" y="1819"/>
                  </a:lnTo>
                  <a:lnTo>
                    <a:pt x="1111641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5371059" y="2001329"/>
              <a:ext cx="1135380" cy="57150"/>
            </a:xfrm>
            <a:custGeom>
              <a:avLst/>
              <a:gdLst/>
              <a:ahLst/>
              <a:cxnLst/>
              <a:rect l="l" t="t" r="r" b="b"/>
              <a:pathLst>
                <a:path w="1135379" h="57150">
                  <a:moveTo>
                    <a:pt x="1111641" y="0"/>
                  </a:moveTo>
                  <a:lnTo>
                    <a:pt x="23161" y="0"/>
                  </a:lnTo>
                  <a:lnTo>
                    <a:pt x="14144" y="1819"/>
                  </a:lnTo>
                  <a:lnTo>
                    <a:pt x="6782" y="6781"/>
                  </a:lnTo>
                  <a:lnTo>
                    <a:pt x="1819" y="14140"/>
                  </a:lnTo>
                  <a:lnTo>
                    <a:pt x="0" y="23151"/>
                  </a:lnTo>
                  <a:lnTo>
                    <a:pt x="0" y="33862"/>
                  </a:lnTo>
                  <a:lnTo>
                    <a:pt x="1819" y="42873"/>
                  </a:lnTo>
                  <a:lnTo>
                    <a:pt x="6782" y="50232"/>
                  </a:lnTo>
                  <a:lnTo>
                    <a:pt x="14144" y="55194"/>
                  </a:lnTo>
                  <a:lnTo>
                    <a:pt x="23161" y="57013"/>
                  </a:lnTo>
                  <a:lnTo>
                    <a:pt x="1111641" y="57013"/>
                  </a:lnTo>
                  <a:lnTo>
                    <a:pt x="1120658" y="55194"/>
                  </a:lnTo>
                  <a:lnTo>
                    <a:pt x="1128020" y="50232"/>
                  </a:lnTo>
                  <a:lnTo>
                    <a:pt x="1132983" y="42873"/>
                  </a:lnTo>
                  <a:lnTo>
                    <a:pt x="1134803" y="33862"/>
                  </a:lnTo>
                  <a:lnTo>
                    <a:pt x="1134803" y="23151"/>
                  </a:lnTo>
                  <a:lnTo>
                    <a:pt x="1132983" y="14140"/>
                  </a:lnTo>
                  <a:lnTo>
                    <a:pt x="1128020" y="6781"/>
                  </a:lnTo>
                  <a:lnTo>
                    <a:pt x="1120658" y="1819"/>
                  </a:lnTo>
                  <a:lnTo>
                    <a:pt x="1111641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7" name="object 217" descr=""/>
          <p:cNvGrpSpPr/>
          <p:nvPr/>
        </p:nvGrpSpPr>
        <p:grpSpPr>
          <a:xfrm>
            <a:off x="5035167" y="7382702"/>
            <a:ext cx="1421130" cy="67310"/>
            <a:chOff x="5035167" y="7382702"/>
            <a:chExt cx="1421130" cy="67310"/>
          </a:xfrm>
        </p:grpSpPr>
        <p:sp>
          <p:nvSpPr>
            <p:cNvPr id="218" name="object 218" descr=""/>
            <p:cNvSpPr/>
            <p:nvPr/>
          </p:nvSpPr>
          <p:spPr>
            <a:xfrm>
              <a:off x="5069408" y="7408894"/>
              <a:ext cx="1352550" cy="40640"/>
            </a:xfrm>
            <a:custGeom>
              <a:avLst/>
              <a:gdLst/>
              <a:ahLst/>
              <a:cxnLst/>
              <a:rect l="l" t="t" r="r" b="b"/>
              <a:pathLst>
                <a:path w="1352550" h="40640">
                  <a:moveTo>
                    <a:pt x="135255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2946" y="34290"/>
                  </a:lnTo>
                  <a:lnTo>
                    <a:pt x="2946" y="40640"/>
                  </a:lnTo>
                  <a:lnTo>
                    <a:pt x="1349590" y="40640"/>
                  </a:lnTo>
                  <a:lnTo>
                    <a:pt x="1349590" y="34290"/>
                  </a:lnTo>
                  <a:lnTo>
                    <a:pt x="1352550" y="34290"/>
                  </a:lnTo>
                  <a:lnTo>
                    <a:pt x="13525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5059718" y="7408894"/>
              <a:ext cx="1372235" cy="26670"/>
            </a:xfrm>
            <a:custGeom>
              <a:avLst/>
              <a:gdLst/>
              <a:ahLst/>
              <a:cxnLst/>
              <a:rect l="l" t="t" r="r" b="b"/>
              <a:pathLst>
                <a:path w="1372235" h="26670">
                  <a:moveTo>
                    <a:pt x="1371917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2489" y="22860"/>
                  </a:lnTo>
                  <a:lnTo>
                    <a:pt x="2489" y="26670"/>
                  </a:lnTo>
                  <a:lnTo>
                    <a:pt x="1369441" y="26670"/>
                  </a:lnTo>
                  <a:lnTo>
                    <a:pt x="1369441" y="22860"/>
                  </a:lnTo>
                  <a:lnTo>
                    <a:pt x="1371917" y="22860"/>
                  </a:lnTo>
                  <a:lnTo>
                    <a:pt x="137191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5049570" y="7382706"/>
              <a:ext cx="1392555" cy="26670"/>
            </a:xfrm>
            <a:custGeom>
              <a:avLst/>
              <a:gdLst/>
              <a:ahLst/>
              <a:cxnLst/>
              <a:rect l="l" t="t" r="r" b="b"/>
              <a:pathLst>
                <a:path w="1392554" h="26670">
                  <a:moveTo>
                    <a:pt x="139219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2489" y="22860"/>
                  </a:lnTo>
                  <a:lnTo>
                    <a:pt x="2489" y="26670"/>
                  </a:lnTo>
                  <a:lnTo>
                    <a:pt x="1389722" y="26670"/>
                  </a:lnTo>
                  <a:lnTo>
                    <a:pt x="1389722" y="22860"/>
                  </a:lnTo>
                  <a:lnTo>
                    <a:pt x="1392199" y="22860"/>
                  </a:lnTo>
                  <a:lnTo>
                    <a:pt x="139219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5035167" y="7382702"/>
              <a:ext cx="1421130" cy="13335"/>
            </a:xfrm>
            <a:custGeom>
              <a:avLst/>
              <a:gdLst/>
              <a:ahLst/>
              <a:cxnLst/>
              <a:rect l="l" t="t" r="r" b="b"/>
              <a:pathLst>
                <a:path w="1421129" h="13334">
                  <a:moveTo>
                    <a:pt x="1418092" y="0"/>
                  </a:moveTo>
                  <a:lnTo>
                    <a:pt x="1414480" y="0"/>
                  </a:lnTo>
                  <a:lnTo>
                    <a:pt x="2931" y="0"/>
                  </a:lnTo>
                  <a:lnTo>
                    <a:pt x="0" y="2931"/>
                  </a:lnTo>
                  <a:lnTo>
                    <a:pt x="0" y="10167"/>
                  </a:lnTo>
                  <a:lnTo>
                    <a:pt x="2931" y="13099"/>
                  </a:lnTo>
                  <a:lnTo>
                    <a:pt x="1418092" y="13099"/>
                  </a:lnTo>
                  <a:lnTo>
                    <a:pt x="1421024" y="10167"/>
                  </a:lnTo>
                  <a:lnTo>
                    <a:pt x="1421024" y="2931"/>
                  </a:lnTo>
                  <a:lnTo>
                    <a:pt x="1418092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2" name="object 222" descr=""/>
          <p:cNvSpPr/>
          <p:nvPr/>
        </p:nvSpPr>
        <p:spPr>
          <a:xfrm>
            <a:off x="5085140" y="7557851"/>
            <a:ext cx="99060" cy="2381250"/>
          </a:xfrm>
          <a:custGeom>
            <a:avLst/>
            <a:gdLst/>
            <a:ahLst/>
            <a:cxnLst/>
            <a:rect l="l" t="t" r="r" b="b"/>
            <a:pathLst>
              <a:path w="99060" h="2381250">
                <a:moveTo>
                  <a:pt x="0" y="2381250"/>
                </a:moveTo>
                <a:lnTo>
                  <a:pt x="98761" y="2381250"/>
                </a:lnTo>
                <a:lnTo>
                  <a:pt x="98761" y="0"/>
                </a:lnTo>
                <a:lnTo>
                  <a:pt x="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3" name="object 223" descr=""/>
          <p:cNvGrpSpPr/>
          <p:nvPr/>
        </p:nvGrpSpPr>
        <p:grpSpPr>
          <a:xfrm>
            <a:off x="5069412" y="7449901"/>
            <a:ext cx="1352550" cy="2736215"/>
            <a:chOff x="5069412" y="7449901"/>
            <a:chExt cx="1352550" cy="2736215"/>
          </a:xfrm>
        </p:grpSpPr>
        <p:sp>
          <p:nvSpPr>
            <p:cNvPr id="224" name="object 224" descr=""/>
            <p:cNvSpPr/>
            <p:nvPr/>
          </p:nvSpPr>
          <p:spPr>
            <a:xfrm>
              <a:off x="5085131" y="7449902"/>
              <a:ext cx="1321435" cy="2489200"/>
            </a:xfrm>
            <a:custGeom>
              <a:avLst/>
              <a:gdLst/>
              <a:ahLst/>
              <a:cxnLst/>
              <a:rect l="l" t="t" r="r" b="b"/>
              <a:pathLst>
                <a:path w="1321435" h="2489200">
                  <a:moveTo>
                    <a:pt x="1321079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1222324" y="107950"/>
                  </a:lnTo>
                  <a:lnTo>
                    <a:pt x="1222324" y="2489200"/>
                  </a:lnTo>
                  <a:lnTo>
                    <a:pt x="1321079" y="2489200"/>
                  </a:lnTo>
                  <a:lnTo>
                    <a:pt x="1321079" y="107950"/>
                  </a:lnTo>
                  <a:lnTo>
                    <a:pt x="132107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6307455" y="9939331"/>
              <a:ext cx="111760" cy="246379"/>
            </a:xfrm>
            <a:custGeom>
              <a:avLst/>
              <a:gdLst/>
              <a:ahLst/>
              <a:cxnLst/>
              <a:rect l="l" t="t" r="r" b="b"/>
              <a:pathLst>
                <a:path w="111760" h="246379">
                  <a:moveTo>
                    <a:pt x="111226" y="6350"/>
                  </a:moveTo>
                  <a:lnTo>
                    <a:pt x="108572" y="6350"/>
                  </a:lnTo>
                  <a:lnTo>
                    <a:pt x="108572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0" y="246380"/>
                  </a:lnTo>
                  <a:lnTo>
                    <a:pt x="111226" y="246380"/>
                  </a:lnTo>
                  <a:lnTo>
                    <a:pt x="111226" y="12700"/>
                  </a:lnTo>
                  <a:lnTo>
                    <a:pt x="111226" y="635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2680" y="9939568"/>
              <a:ext cx="111221" cy="245542"/>
            </a:xfrm>
            <a:prstGeom prst="rect">
              <a:avLst/>
            </a:prstGeom>
          </p:spPr>
        </p:pic>
        <p:sp>
          <p:nvSpPr>
            <p:cNvPr id="227" name="object 227" descr=""/>
            <p:cNvSpPr/>
            <p:nvPr/>
          </p:nvSpPr>
          <p:spPr>
            <a:xfrm>
              <a:off x="5069408" y="7537672"/>
              <a:ext cx="1352550" cy="2647950"/>
            </a:xfrm>
            <a:custGeom>
              <a:avLst/>
              <a:gdLst/>
              <a:ahLst/>
              <a:cxnLst/>
              <a:rect l="l" t="t" r="r" b="b"/>
              <a:pathLst>
                <a:path w="1352550" h="2647950">
                  <a:moveTo>
                    <a:pt x="1226820" y="50749"/>
                  </a:moveTo>
                  <a:lnTo>
                    <a:pt x="1224419" y="38849"/>
                  </a:lnTo>
                  <a:lnTo>
                    <a:pt x="1217866" y="29133"/>
                  </a:lnTo>
                  <a:lnTo>
                    <a:pt x="1208151" y="22593"/>
                  </a:lnTo>
                  <a:lnTo>
                    <a:pt x="1196263" y="20193"/>
                  </a:lnTo>
                  <a:lnTo>
                    <a:pt x="156273" y="20193"/>
                  </a:lnTo>
                  <a:lnTo>
                    <a:pt x="144386" y="22593"/>
                  </a:lnTo>
                  <a:lnTo>
                    <a:pt x="134670" y="29133"/>
                  </a:lnTo>
                  <a:lnTo>
                    <a:pt x="128117" y="38849"/>
                  </a:lnTo>
                  <a:lnTo>
                    <a:pt x="125717" y="50749"/>
                  </a:lnTo>
                  <a:lnTo>
                    <a:pt x="125717" y="2647442"/>
                  </a:lnTo>
                  <a:lnTo>
                    <a:pt x="1226820" y="2647442"/>
                  </a:lnTo>
                  <a:lnTo>
                    <a:pt x="1226820" y="50749"/>
                  </a:lnTo>
                  <a:close/>
                </a:path>
                <a:path w="1352550" h="2647950">
                  <a:moveTo>
                    <a:pt x="1352537" y="4521"/>
                  </a:moveTo>
                  <a:lnTo>
                    <a:pt x="1348016" y="0"/>
                  </a:lnTo>
                  <a:lnTo>
                    <a:pt x="1342453" y="0"/>
                  </a:lnTo>
                  <a:lnTo>
                    <a:pt x="4508" y="0"/>
                  </a:lnTo>
                  <a:lnTo>
                    <a:pt x="0" y="4521"/>
                  </a:lnTo>
                  <a:lnTo>
                    <a:pt x="0" y="15671"/>
                  </a:lnTo>
                  <a:lnTo>
                    <a:pt x="4508" y="20180"/>
                  </a:lnTo>
                  <a:lnTo>
                    <a:pt x="1348016" y="20180"/>
                  </a:lnTo>
                  <a:lnTo>
                    <a:pt x="1352537" y="15671"/>
                  </a:lnTo>
                  <a:lnTo>
                    <a:pt x="1352537" y="452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5327178" y="7557853"/>
              <a:ext cx="837565" cy="2627630"/>
            </a:xfrm>
            <a:custGeom>
              <a:avLst/>
              <a:gdLst/>
              <a:ahLst/>
              <a:cxnLst/>
              <a:rect l="l" t="t" r="r" b="b"/>
              <a:pathLst>
                <a:path w="837564" h="2627629">
                  <a:moveTo>
                    <a:pt x="837011" y="0"/>
                  </a:moveTo>
                  <a:lnTo>
                    <a:pt x="0" y="0"/>
                  </a:lnTo>
                  <a:lnTo>
                    <a:pt x="0" y="2627249"/>
                  </a:lnTo>
                  <a:lnTo>
                    <a:pt x="837011" y="2627249"/>
                  </a:lnTo>
                  <a:lnTo>
                    <a:pt x="837011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5341366" y="7684636"/>
              <a:ext cx="808990" cy="2371090"/>
            </a:xfrm>
            <a:custGeom>
              <a:avLst/>
              <a:gdLst/>
              <a:ahLst/>
              <a:cxnLst/>
              <a:rect l="l" t="t" r="r" b="b"/>
              <a:pathLst>
                <a:path w="808989" h="2371090">
                  <a:moveTo>
                    <a:pt x="808634" y="2037041"/>
                  </a:moveTo>
                  <a:lnTo>
                    <a:pt x="0" y="2037041"/>
                  </a:lnTo>
                  <a:lnTo>
                    <a:pt x="0" y="2370975"/>
                  </a:lnTo>
                  <a:lnTo>
                    <a:pt x="808634" y="2370975"/>
                  </a:lnTo>
                  <a:lnTo>
                    <a:pt x="808634" y="2037041"/>
                  </a:lnTo>
                  <a:close/>
                </a:path>
                <a:path w="808989" h="2371090">
                  <a:moveTo>
                    <a:pt x="808634" y="0"/>
                  </a:moveTo>
                  <a:lnTo>
                    <a:pt x="0" y="0"/>
                  </a:lnTo>
                  <a:lnTo>
                    <a:pt x="0" y="1920265"/>
                  </a:lnTo>
                  <a:lnTo>
                    <a:pt x="808634" y="1920265"/>
                  </a:lnTo>
                  <a:lnTo>
                    <a:pt x="808634" y="0"/>
                  </a:lnTo>
                  <a:close/>
                </a:path>
              </a:pathLst>
            </a:custGeom>
            <a:solidFill>
              <a:srgbClr val="ABC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5341366" y="7671075"/>
              <a:ext cx="808990" cy="13970"/>
            </a:xfrm>
            <a:custGeom>
              <a:avLst/>
              <a:gdLst/>
              <a:ahLst/>
              <a:cxnLst/>
              <a:rect l="l" t="t" r="r" b="b"/>
              <a:pathLst>
                <a:path w="808989" h="13970">
                  <a:moveTo>
                    <a:pt x="808635" y="0"/>
                  </a:moveTo>
                  <a:lnTo>
                    <a:pt x="0" y="0"/>
                  </a:lnTo>
                  <a:lnTo>
                    <a:pt x="0" y="13549"/>
                  </a:lnTo>
                  <a:lnTo>
                    <a:pt x="808635" y="13549"/>
                  </a:lnTo>
                  <a:lnTo>
                    <a:pt x="808635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5341366" y="7557853"/>
              <a:ext cx="808990" cy="113664"/>
            </a:xfrm>
            <a:custGeom>
              <a:avLst/>
              <a:gdLst/>
              <a:ahLst/>
              <a:cxnLst/>
              <a:rect l="l" t="t" r="r" b="b"/>
              <a:pathLst>
                <a:path w="808989" h="113665">
                  <a:moveTo>
                    <a:pt x="808635" y="0"/>
                  </a:moveTo>
                  <a:lnTo>
                    <a:pt x="0" y="0"/>
                  </a:lnTo>
                  <a:lnTo>
                    <a:pt x="0" y="113221"/>
                  </a:lnTo>
                  <a:lnTo>
                    <a:pt x="808635" y="113221"/>
                  </a:lnTo>
                  <a:lnTo>
                    <a:pt x="808635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5341366" y="10055610"/>
              <a:ext cx="808990" cy="13970"/>
            </a:xfrm>
            <a:custGeom>
              <a:avLst/>
              <a:gdLst/>
              <a:ahLst/>
              <a:cxnLst/>
              <a:rect l="l" t="t" r="r" b="b"/>
              <a:pathLst>
                <a:path w="808989" h="13970">
                  <a:moveTo>
                    <a:pt x="808635" y="0"/>
                  </a:moveTo>
                  <a:lnTo>
                    <a:pt x="0" y="0"/>
                  </a:lnTo>
                  <a:lnTo>
                    <a:pt x="0" y="13549"/>
                  </a:lnTo>
                  <a:lnTo>
                    <a:pt x="808635" y="13549"/>
                  </a:lnTo>
                  <a:lnTo>
                    <a:pt x="808635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5341366" y="10069159"/>
              <a:ext cx="808990" cy="116205"/>
            </a:xfrm>
            <a:custGeom>
              <a:avLst/>
              <a:gdLst/>
              <a:ahLst/>
              <a:cxnLst/>
              <a:rect l="l" t="t" r="r" b="b"/>
              <a:pathLst>
                <a:path w="808989" h="116204">
                  <a:moveTo>
                    <a:pt x="808635" y="0"/>
                  </a:moveTo>
                  <a:lnTo>
                    <a:pt x="0" y="0"/>
                  </a:lnTo>
                  <a:lnTo>
                    <a:pt x="0" y="115944"/>
                  </a:lnTo>
                  <a:lnTo>
                    <a:pt x="808635" y="115944"/>
                  </a:lnTo>
                  <a:lnTo>
                    <a:pt x="808635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5404476" y="7737004"/>
              <a:ext cx="682625" cy="1802130"/>
            </a:xfrm>
            <a:custGeom>
              <a:avLst/>
              <a:gdLst/>
              <a:ahLst/>
              <a:cxnLst/>
              <a:rect l="l" t="t" r="r" b="b"/>
              <a:pathLst>
                <a:path w="682625" h="1802129">
                  <a:moveTo>
                    <a:pt x="674597" y="0"/>
                  </a:moveTo>
                  <a:lnTo>
                    <a:pt x="7821" y="0"/>
                  </a:lnTo>
                  <a:lnTo>
                    <a:pt x="0" y="7811"/>
                  </a:lnTo>
                  <a:lnTo>
                    <a:pt x="0" y="1784605"/>
                  </a:lnTo>
                  <a:lnTo>
                    <a:pt x="0" y="1794249"/>
                  </a:lnTo>
                  <a:lnTo>
                    <a:pt x="7821" y="1802070"/>
                  </a:lnTo>
                  <a:lnTo>
                    <a:pt x="674597" y="1802070"/>
                  </a:lnTo>
                  <a:lnTo>
                    <a:pt x="682408" y="1794249"/>
                  </a:lnTo>
                  <a:lnTo>
                    <a:pt x="682408" y="7811"/>
                  </a:lnTo>
                  <a:lnTo>
                    <a:pt x="674597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5417570" y="7750096"/>
              <a:ext cx="656590" cy="1776095"/>
            </a:xfrm>
            <a:custGeom>
              <a:avLst/>
              <a:gdLst/>
              <a:ahLst/>
              <a:cxnLst/>
              <a:rect l="l" t="t" r="r" b="b"/>
              <a:pathLst>
                <a:path w="656589" h="1776095">
                  <a:moveTo>
                    <a:pt x="650367" y="0"/>
                  </a:moveTo>
                  <a:lnTo>
                    <a:pt x="5863" y="0"/>
                  </a:lnTo>
                  <a:lnTo>
                    <a:pt x="0" y="5863"/>
                  </a:lnTo>
                  <a:lnTo>
                    <a:pt x="0" y="1762784"/>
                  </a:lnTo>
                  <a:lnTo>
                    <a:pt x="0" y="1770019"/>
                  </a:lnTo>
                  <a:lnTo>
                    <a:pt x="5863" y="1775883"/>
                  </a:lnTo>
                  <a:lnTo>
                    <a:pt x="650367" y="1775883"/>
                  </a:lnTo>
                  <a:lnTo>
                    <a:pt x="656220" y="1770019"/>
                  </a:lnTo>
                  <a:lnTo>
                    <a:pt x="656220" y="5863"/>
                  </a:lnTo>
                  <a:lnTo>
                    <a:pt x="65036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5404476" y="9790157"/>
              <a:ext cx="682625" cy="210820"/>
            </a:xfrm>
            <a:custGeom>
              <a:avLst/>
              <a:gdLst/>
              <a:ahLst/>
              <a:cxnLst/>
              <a:rect l="l" t="t" r="r" b="b"/>
              <a:pathLst>
                <a:path w="682625" h="210820">
                  <a:moveTo>
                    <a:pt x="674597" y="0"/>
                  </a:moveTo>
                  <a:lnTo>
                    <a:pt x="7821" y="0"/>
                  </a:lnTo>
                  <a:lnTo>
                    <a:pt x="0" y="7811"/>
                  </a:lnTo>
                  <a:lnTo>
                    <a:pt x="0" y="193062"/>
                  </a:lnTo>
                  <a:lnTo>
                    <a:pt x="0" y="202705"/>
                  </a:lnTo>
                  <a:lnTo>
                    <a:pt x="7821" y="210517"/>
                  </a:lnTo>
                  <a:lnTo>
                    <a:pt x="674597" y="210517"/>
                  </a:lnTo>
                  <a:lnTo>
                    <a:pt x="682408" y="202705"/>
                  </a:lnTo>
                  <a:lnTo>
                    <a:pt x="682408" y="7811"/>
                  </a:lnTo>
                  <a:lnTo>
                    <a:pt x="674597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5417570" y="9801067"/>
              <a:ext cx="656590" cy="184785"/>
            </a:xfrm>
            <a:custGeom>
              <a:avLst/>
              <a:gdLst/>
              <a:ahLst/>
              <a:cxnLst/>
              <a:rect l="l" t="t" r="r" b="b"/>
              <a:pathLst>
                <a:path w="656589" h="184784">
                  <a:moveTo>
                    <a:pt x="650367" y="0"/>
                  </a:moveTo>
                  <a:lnTo>
                    <a:pt x="5863" y="0"/>
                  </a:lnTo>
                  <a:lnTo>
                    <a:pt x="0" y="5863"/>
                  </a:lnTo>
                  <a:lnTo>
                    <a:pt x="0" y="171240"/>
                  </a:lnTo>
                  <a:lnTo>
                    <a:pt x="0" y="178476"/>
                  </a:lnTo>
                  <a:lnTo>
                    <a:pt x="5863" y="184339"/>
                  </a:lnTo>
                  <a:lnTo>
                    <a:pt x="650367" y="184339"/>
                  </a:lnTo>
                  <a:lnTo>
                    <a:pt x="656220" y="178476"/>
                  </a:lnTo>
                  <a:lnTo>
                    <a:pt x="656220" y="5863"/>
                  </a:lnTo>
                  <a:lnTo>
                    <a:pt x="65036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06048" y="8841821"/>
              <a:ext cx="240654" cy="100394"/>
            </a:xfrm>
            <a:prstGeom prst="rect">
              <a:avLst/>
            </a:prstGeom>
          </p:spPr>
        </p:pic>
        <p:sp>
          <p:nvSpPr>
            <p:cNvPr id="239" name="object 239" descr=""/>
            <p:cNvSpPr/>
            <p:nvPr/>
          </p:nvSpPr>
          <p:spPr>
            <a:xfrm>
              <a:off x="5341366" y="9591446"/>
              <a:ext cx="808990" cy="13970"/>
            </a:xfrm>
            <a:custGeom>
              <a:avLst/>
              <a:gdLst/>
              <a:ahLst/>
              <a:cxnLst/>
              <a:rect l="l" t="t" r="r" b="b"/>
              <a:pathLst>
                <a:path w="808989" h="13970">
                  <a:moveTo>
                    <a:pt x="808635" y="0"/>
                  </a:moveTo>
                  <a:lnTo>
                    <a:pt x="0" y="0"/>
                  </a:lnTo>
                  <a:lnTo>
                    <a:pt x="0" y="13455"/>
                  </a:lnTo>
                  <a:lnTo>
                    <a:pt x="808635" y="13455"/>
                  </a:lnTo>
                  <a:lnTo>
                    <a:pt x="808635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5341366" y="9721672"/>
              <a:ext cx="808990" cy="13970"/>
            </a:xfrm>
            <a:custGeom>
              <a:avLst/>
              <a:gdLst/>
              <a:ahLst/>
              <a:cxnLst/>
              <a:rect l="l" t="t" r="r" b="b"/>
              <a:pathLst>
                <a:path w="808989" h="13970">
                  <a:moveTo>
                    <a:pt x="808635" y="0"/>
                  </a:moveTo>
                  <a:lnTo>
                    <a:pt x="0" y="0"/>
                  </a:lnTo>
                  <a:lnTo>
                    <a:pt x="0" y="13549"/>
                  </a:lnTo>
                  <a:lnTo>
                    <a:pt x="808635" y="13549"/>
                  </a:lnTo>
                  <a:lnTo>
                    <a:pt x="808635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5341366" y="9604901"/>
              <a:ext cx="808990" cy="116839"/>
            </a:xfrm>
            <a:custGeom>
              <a:avLst/>
              <a:gdLst/>
              <a:ahLst/>
              <a:cxnLst/>
              <a:rect l="l" t="t" r="r" b="b"/>
              <a:pathLst>
                <a:path w="808989" h="116840">
                  <a:moveTo>
                    <a:pt x="808635" y="0"/>
                  </a:moveTo>
                  <a:lnTo>
                    <a:pt x="0" y="0"/>
                  </a:lnTo>
                  <a:lnTo>
                    <a:pt x="0" y="116771"/>
                  </a:lnTo>
                  <a:lnTo>
                    <a:pt x="808635" y="116771"/>
                  </a:lnTo>
                  <a:lnTo>
                    <a:pt x="808635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2" name="object 242" descr=""/>
          <p:cNvGrpSpPr/>
          <p:nvPr/>
        </p:nvGrpSpPr>
        <p:grpSpPr>
          <a:xfrm>
            <a:off x="1011595" y="7382702"/>
            <a:ext cx="1421130" cy="67310"/>
            <a:chOff x="1011595" y="7382702"/>
            <a:chExt cx="1421130" cy="67310"/>
          </a:xfrm>
        </p:grpSpPr>
        <p:sp>
          <p:nvSpPr>
            <p:cNvPr id="243" name="object 243" descr=""/>
            <p:cNvSpPr/>
            <p:nvPr/>
          </p:nvSpPr>
          <p:spPr>
            <a:xfrm>
              <a:off x="1045832" y="7408894"/>
              <a:ext cx="1352550" cy="40640"/>
            </a:xfrm>
            <a:custGeom>
              <a:avLst/>
              <a:gdLst/>
              <a:ahLst/>
              <a:cxnLst/>
              <a:rect l="l" t="t" r="r" b="b"/>
              <a:pathLst>
                <a:path w="1352550" h="40640">
                  <a:moveTo>
                    <a:pt x="135255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2946" y="34290"/>
                  </a:lnTo>
                  <a:lnTo>
                    <a:pt x="2946" y="40640"/>
                  </a:lnTo>
                  <a:lnTo>
                    <a:pt x="1349590" y="40640"/>
                  </a:lnTo>
                  <a:lnTo>
                    <a:pt x="1349590" y="34290"/>
                  </a:lnTo>
                  <a:lnTo>
                    <a:pt x="1352550" y="34290"/>
                  </a:lnTo>
                  <a:lnTo>
                    <a:pt x="13525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036142" y="7408894"/>
              <a:ext cx="1372235" cy="26670"/>
            </a:xfrm>
            <a:custGeom>
              <a:avLst/>
              <a:gdLst/>
              <a:ahLst/>
              <a:cxnLst/>
              <a:rect l="l" t="t" r="r" b="b"/>
              <a:pathLst>
                <a:path w="1372235" h="26670">
                  <a:moveTo>
                    <a:pt x="1371917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2489" y="22860"/>
                  </a:lnTo>
                  <a:lnTo>
                    <a:pt x="2489" y="26670"/>
                  </a:lnTo>
                  <a:lnTo>
                    <a:pt x="1369441" y="26670"/>
                  </a:lnTo>
                  <a:lnTo>
                    <a:pt x="1369441" y="22860"/>
                  </a:lnTo>
                  <a:lnTo>
                    <a:pt x="1371917" y="22860"/>
                  </a:lnTo>
                  <a:lnTo>
                    <a:pt x="137191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026007" y="7382706"/>
              <a:ext cx="1392555" cy="26670"/>
            </a:xfrm>
            <a:custGeom>
              <a:avLst/>
              <a:gdLst/>
              <a:ahLst/>
              <a:cxnLst/>
              <a:rect l="l" t="t" r="r" b="b"/>
              <a:pathLst>
                <a:path w="1392555" h="26670">
                  <a:moveTo>
                    <a:pt x="139219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2476" y="22860"/>
                  </a:lnTo>
                  <a:lnTo>
                    <a:pt x="2476" y="26670"/>
                  </a:lnTo>
                  <a:lnTo>
                    <a:pt x="1389710" y="26670"/>
                  </a:lnTo>
                  <a:lnTo>
                    <a:pt x="1389710" y="22860"/>
                  </a:lnTo>
                  <a:lnTo>
                    <a:pt x="1392199" y="22860"/>
                  </a:lnTo>
                  <a:lnTo>
                    <a:pt x="139219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011595" y="7382702"/>
              <a:ext cx="1421130" cy="13335"/>
            </a:xfrm>
            <a:custGeom>
              <a:avLst/>
              <a:gdLst/>
              <a:ahLst/>
              <a:cxnLst/>
              <a:rect l="l" t="t" r="r" b="b"/>
              <a:pathLst>
                <a:path w="1421130" h="13334">
                  <a:moveTo>
                    <a:pt x="1418092" y="0"/>
                  </a:moveTo>
                  <a:lnTo>
                    <a:pt x="1414480" y="0"/>
                  </a:lnTo>
                  <a:lnTo>
                    <a:pt x="2931" y="0"/>
                  </a:lnTo>
                  <a:lnTo>
                    <a:pt x="0" y="2931"/>
                  </a:lnTo>
                  <a:lnTo>
                    <a:pt x="0" y="10167"/>
                  </a:lnTo>
                  <a:lnTo>
                    <a:pt x="2931" y="13099"/>
                  </a:lnTo>
                  <a:lnTo>
                    <a:pt x="1418092" y="13099"/>
                  </a:lnTo>
                  <a:lnTo>
                    <a:pt x="1421024" y="10167"/>
                  </a:lnTo>
                  <a:lnTo>
                    <a:pt x="1421024" y="2931"/>
                  </a:lnTo>
                  <a:lnTo>
                    <a:pt x="1418092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7" name="object 247" descr=""/>
          <p:cNvSpPr/>
          <p:nvPr/>
        </p:nvSpPr>
        <p:spPr>
          <a:xfrm>
            <a:off x="1061566" y="7557851"/>
            <a:ext cx="99060" cy="2381250"/>
          </a:xfrm>
          <a:custGeom>
            <a:avLst/>
            <a:gdLst/>
            <a:ahLst/>
            <a:cxnLst/>
            <a:rect l="l" t="t" r="r" b="b"/>
            <a:pathLst>
              <a:path w="99059" h="2381250">
                <a:moveTo>
                  <a:pt x="0" y="2381250"/>
                </a:moveTo>
                <a:lnTo>
                  <a:pt x="98761" y="2381250"/>
                </a:lnTo>
                <a:lnTo>
                  <a:pt x="98761" y="0"/>
                </a:lnTo>
                <a:lnTo>
                  <a:pt x="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8" name="object 248" descr=""/>
          <p:cNvGrpSpPr/>
          <p:nvPr/>
        </p:nvGrpSpPr>
        <p:grpSpPr>
          <a:xfrm>
            <a:off x="1045838" y="7449901"/>
            <a:ext cx="1352550" cy="2736215"/>
            <a:chOff x="1045838" y="7449901"/>
            <a:chExt cx="1352550" cy="2736215"/>
          </a:xfrm>
        </p:grpSpPr>
        <p:sp>
          <p:nvSpPr>
            <p:cNvPr id="249" name="object 249" descr=""/>
            <p:cNvSpPr/>
            <p:nvPr/>
          </p:nvSpPr>
          <p:spPr>
            <a:xfrm>
              <a:off x="1061554" y="7449902"/>
              <a:ext cx="1321435" cy="2489200"/>
            </a:xfrm>
            <a:custGeom>
              <a:avLst/>
              <a:gdLst/>
              <a:ahLst/>
              <a:cxnLst/>
              <a:rect l="l" t="t" r="r" b="b"/>
              <a:pathLst>
                <a:path w="1321435" h="2489200">
                  <a:moveTo>
                    <a:pt x="1321079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1222324" y="107950"/>
                  </a:lnTo>
                  <a:lnTo>
                    <a:pt x="1222324" y="2489200"/>
                  </a:lnTo>
                  <a:lnTo>
                    <a:pt x="1321079" y="2489200"/>
                  </a:lnTo>
                  <a:lnTo>
                    <a:pt x="1321079" y="107950"/>
                  </a:lnTo>
                  <a:lnTo>
                    <a:pt x="132107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2283879" y="9939331"/>
              <a:ext cx="111760" cy="246379"/>
            </a:xfrm>
            <a:custGeom>
              <a:avLst/>
              <a:gdLst/>
              <a:ahLst/>
              <a:cxnLst/>
              <a:rect l="l" t="t" r="r" b="b"/>
              <a:pathLst>
                <a:path w="111760" h="246379">
                  <a:moveTo>
                    <a:pt x="111226" y="6350"/>
                  </a:moveTo>
                  <a:lnTo>
                    <a:pt x="108585" y="6350"/>
                  </a:lnTo>
                  <a:lnTo>
                    <a:pt x="108585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0" y="246380"/>
                  </a:lnTo>
                  <a:lnTo>
                    <a:pt x="111226" y="246380"/>
                  </a:lnTo>
                  <a:lnTo>
                    <a:pt x="111226" y="12700"/>
                  </a:lnTo>
                  <a:lnTo>
                    <a:pt x="111226" y="635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1" name="object 25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49107" y="9939568"/>
              <a:ext cx="111221" cy="245542"/>
            </a:xfrm>
            <a:prstGeom prst="rect">
              <a:avLst/>
            </a:prstGeom>
          </p:spPr>
        </p:pic>
        <p:sp>
          <p:nvSpPr>
            <p:cNvPr id="252" name="object 252" descr=""/>
            <p:cNvSpPr/>
            <p:nvPr/>
          </p:nvSpPr>
          <p:spPr>
            <a:xfrm>
              <a:off x="1045838" y="7537662"/>
              <a:ext cx="1352550" cy="20320"/>
            </a:xfrm>
            <a:custGeom>
              <a:avLst/>
              <a:gdLst/>
              <a:ahLst/>
              <a:cxnLst/>
              <a:rect l="l" t="t" r="r" b="b"/>
              <a:pathLst>
                <a:path w="1352550" h="20320">
                  <a:moveTo>
                    <a:pt x="1348021" y="0"/>
                  </a:moveTo>
                  <a:lnTo>
                    <a:pt x="1342451" y="0"/>
                  </a:lnTo>
                  <a:lnTo>
                    <a:pt x="4512" y="0"/>
                  </a:lnTo>
                  <a:lnTo>
                    <a:pt x="0" y="4523"/>
                  </a:lnTo>
                  <a:lnTo>
                    <a:pt x="0" y="15674"/>
                  </a:lnTo>
                  <a:lnTo>
                    <a:pt x="4512" y="20187"/>
                  </a:lnTo>
                  <a:lnTo>
                    <a:pt x="1348021" y="20187"/>
                  </a:lnTo>
                  <a:lnTo>
                    <a:pt x="1352545" y="15674"/>
                  </a:lnTo>
                  <a:lnTo>
                    <a:pt x="1352545" y="4523"/>
                  </a:lnTo>
                  <a:lnTo>
                    <a:pt x="1348021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578114" y="8890477"/>
              <a:ext cx="40005" cy="8890"/>
            </a:xfrm>
            <a:custGeom>
              <a:avLst/>
              <a:gdLst/>
              <a:ahLst/>
              <a:cxnLst/>
              <a:rect l="l" t="t" r="r" b="b"/>
              <a:pathLst>
                <a:path w="40005" h="8890">
                  <a:moveTo>
                    <a:pt x="39977" y="0"/>
                  </a:moveTo>
                  <a:lnTo>
                    <a:pt x="9109" y="0"/>
                  </a:lnTo>
                  <a:lnTo>
                    <a:pt x="7978" y="376"/>
                  </a:lnTo>
                  <a:lnTo>
                    <a:pt x="4418" y="2816"/>
                  </a:lnTo>
                  <a:lnTo>
                    <a:pt x="2188" y="4104"/>
                  </a:lnTo>
                  <a:lnTo>
                    <a:pt x="0" y="5141"/>
                  </a:lnTo>
                  <a:lnTo>
                    <a:pt x="5172" y="7298"/>
                  </a:lnTo>
                  <a:lnTo>
                    <a:pt x="10439" y="8638"/>
                  </a:lnTo>
                  <a:lnTo>
                    <a:pt x="22742" y="8638"/>
                  </a:lnTo>
                  <a:lnTo>
                    <a:pt x="29904" y="6523"/>
                  </a:lnTo>
                  <a:lnTo>
                    <a:pt x="38836" y="376"/>
                  </a:lnTo>
                  <a:lnTo>
                    <a:pt x="39977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510516" y="8888110"/>
              <a:ext cx="83185" cy="23495"/>
            </a:xfrm>
            <a:custGeom>
              <a:avLst/>
              <a:gdLst/>
              <a:ahLst/>
              <a:cxnLst/>
              <a:rect l="l" t="t" r="r" b="b"/>
              <a:pathLst>
                <a:path w="83184" h="23495">
                  <a:moveTo>
                    <a:pt x="15517" y="0"/>
                  </a:moveTo>
                  <a:lnTo>
                    <a:pt x="8826" y="0"/>
                  </a:lnTo>
                  <a:lnTo>
                    <a:pt x="4020" y="1246"/>
                  </a:lnTo>
                  <a:lnTo>
                    <a:pt x="0" y="3078"/>
                  </a:lnTo>
                  <a:lnTo>
                    <a:pt x="12244" y="8886"/>
                  </a:lnTo>
                  <a:lnTo>
                    <a:pt x="24528" y="15508"/>
                  </a:lnTo>
                  <a:lnTo>
                    <a:pt x="37518" y="20946"/>
                  </a:lnTo>
                  <a:lnTo>
                    <a:pt x="51883" y="23203"/>
                  </a:lnTo>
                  <a:lnTo>
                    <a:pt x="82740" y="23203"/>
                  </a:lnTo>
                  <a:lnTo>
                    <a:pt x="64424" y="19577"/>
                  </a:lnTo>
                  <a:lnTo>
                    <a:pt x="48084" y="11601"/>
                  </a:lnTo>
                  <a:lnTo>
                    <a:pt x="32267" y="3625"/>
                  </a:lnTo>
                  <a:lnTo>
                    <a:pt x="15517" y="0"/>
                  </a:lnTo>
                  <a:close/>
                </a:path>
              </a:pathLst>
            </a:custGeom>
            <a:solidFill>
              <a:srgbClr val="AC7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441333" y="8864328"/>
              <a:ext cx="65405" cy="51435"/>
            </a:xfrm>
            <a:custGeom>
              <a:avLst/>
              <a:gdLst/>
              <a:ahLst/>
              <a:cxnLst/>
              <a:rect l="l" t="t" r="r" b="b"/>
              <a:pathLst>
                <a:path w="65405" h="51434">
                  <a:moveTo>
                    <a:pt x="65128" y="0"/>
                  </a:moveTo>
                  <a:lnTo>
                    <a:pt x="34260" y="0"/>
                  </a:lnTo>
                  <a:lnTo>
                    <a:pt x="24848" y="575"/>
                  </a:lnTo>
                  <a:lnTo>
                    <a:pt x="0" y="27318"/>
                  </a:lnTo>
                  <a:lnTo>
                    <a:pt x="1204" y="36262"/>
                  </a:lnTo>
                  <a:lnTo>
                    <a:pt x="4652" y="43743"/>
                  </a:lnTo>
                  <a:lnTo>
                    <a:pt x="9787" y="48932"/>
                  </a:lnTo>
                  <a:lnTo>
                    <a:pt x="16051" y="51003"/>
                  </a:lnTo>
                  <a:lnTo>
                    <a:pt x="46920" y="51003"/>
                  </a:lnTo>
                  <a:lnTo>
                    <a:pt x="40654" y="48932"/>
                  </a:lnTo>
                  <a:lnTo>
                    <a:pt x="35517" y="43743"/>
                  </a:lnTo>
                  <a:lnTo>
                    <a:pt x="32068" y="36262"/>
                  </a:lnTo>
                  <a:lnTo>
                    <a:pt x="30868" y="27318"/>
                  </a:lnTo>
                  <a:lnTo>
                    <a:pt x="30951" y="20166"/>
                  </a:lnTo>
                  <a:lnTo>
                    <a:pt x="55716" y="575"/>
                  </a:lnTo>
                  <a:lnTo>
                    <a:pt x="6512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472202" y="8864329"/>
              <a:ext cx="153035" cy="51435"/>
            </a:xfrm>
            <a:custGeom>
              <a:avLst/>
              <a:gdLst/>
              <a:ahLst/>
              <a:cxnLst/>
              <a:rect l="l" t="t" r="r" b="b"/>
              <a:pathLst>
                <a:path w="153034" h="51434">
                  <a:moveTo>
                    <a:pt x="37161" y="0"/>
                  </a:moveTo>
                  <a:lnTo>
                    <a:pt x="34260" y="0"/>
                  </a:lnTo>
                  <a:lnTo>
                    <a:pt x="24848" y="575"/>
                  </a:lnTo>
                  <a:lnTo>
                    <a:pt x="0" y="27318"/>
                  </a:lnTo>
                  <a:lnTo>
                    <a:pt x="1200" y="36262"/>
                  </a:lnTo>
                  <a:lnTo>
                    <a:pt x="4649" y="43743"/>
                  </a:lnTo>
                  <a:lnTo>
                    <a:pt x="9786" y="48932"/>
                  </a:lnTo>
                  <a:lnTo>
                    <a:pt x="16512" y="51014"/>
                  </a:lnTo>
                  <a:lnTo>
                    <a:pt x="24418" y="51014"/>
                  </a:lnTo>
                  <a:lnTo>
                    <a:pt x="31025" y="43140"/>
                  </a:lnTo>
                  <a:lnTo>
                    <a:pt x="32909" y="30690"/>
                  </a:lnTo>
                  <a:lnTo>
                    <a:pt x="33946" y="29203"/>
                  </a:lnTo>
                  <a:lnTo>
                    <a:pt x="39883" y="25789"/>
                  </a:lnTo>
                  <a:lnTo>
                    <a:pt x="45328" y="23779"/>
                  </a:lnTo>
                  <a:lnTo>
                    <a:pt x="53830" y="23779"/>
                  </a:lnTo>
                  <a:lnTo>
                    <a:pt x="70582" y="27404"/>
                  </a:lnTo>
                  <a:lnTo>
                    <a:pt x="86403" y="35381"/>
                  </a:lnTo>
                  <a:lnTo>
                    <a:pt x="102746" y="43357"/>
                  </a:lnTo>
                  <a:lnTo>
                    <a:pt x="121064" y="46982"/>
                  </a:lnTo>
                  <a:lnTo>
                    <a:pt x="126791" y="46982"/>
                  </a:lnTo>
                  <a:lnTo>
                    <a:pt x="132948" y="45893"/>
                  </a:lnTo>
                  <a:lnTo>
                    <a:pt x="142613" y="42051"/>
                  </a:lnTo>
                  <a:lnTo>
                    <a:pt x="146780" y="40051"/>
                  </a:lnTo>
                  <a:lnTo>
                    <a:pt x="152738" y="34313"/>
                  </a:lnTo>
                  <a:lnTo>
                    <a:pt x="151482" y="26156"/>
                  </a:lnTo>
                  <a:lnTo>
                    <a:pt x="145890" y="26156"/>
                  </a:lnTo>
                  <a:lnTo>
                    <a:pt x="144749" y="26522"/>
                  </a:lnTo>
                  <a:lnTo>
                    <a:pt x="135817" y="32669"/>
                  </a:lnTo>
                  <a:lnTo>
                    <a:pt x="128655" y="34784"/>
                  </a:lnTo>
                  <a:lnTo>
                    <a:pt x="121807" y="34784"/>
                  </a:lnTo>
                  <a:lnTo>
                    <a:pt x="102453" y="29725"/>
                  </a:lnTo>
                  <a:lnTo>
                    <a:pt x="64471" y="6716"/>
                  </a:lnTo>
                  <a:lnTo>
                    <a:pt x="43579" y="408"/>
                  </a:lnTo>
                  <a:lnTo>
                    <a:pt x="3716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480527" y="8871439"/>
              <a:ext cx="60325" cy="41275"/>
            </a:xfrm>
            <a:custGeom>
              <a:avLst/>
              <a:gdLst/>
              <a:ahLst/>
              <a:cxnLst/>
              <a:rect l="l" t="t" r="r" b="b"/>
              <a:pathLst>
                <a:path w="60325" h="41275">
                  <a:moveTo>
                    <a:pt x="59969" y="9194"/>
                  </a:moveTo>
                  <a:lnTo>
                    <a:pt x="53467" y="0"/>
                  </a:lnTo>
                  <a:lnTo>
                    <a:pt x="45415" y="0"/>
                  </a:lnTo>
                  <a:lnTo>
                    <a:pt x="37388" y="0"/>
                  </a:lnTo>
                  <a:lnTo>
                    <a:pt x="6515" y="0"/>
                  </a:lnTo>
                  <a:lnTo>
                    <a:pt x="0" y="9194"/>
                  </a:lnTo>
                  <a:lnTo>
                    <a:pt x="0" y="31940"/>
                  </a:lnTo>
                  <a:lnTo>
                    <a:pt x="6515" y="41173"/>
                  </a:lnTo>
                  <a:lnTo>
                    <a:pt x="37388" y="41173"/>
                  </a:lnTo>
                  <a:lnTo>
                    <a:pt x="53467" y="41173"/>
                  </a:lnTo>
                  <a:lnTo>
                    <a:pt x="59969" y="31940"/>
                  </a:lnTo>
                  <a:lnTo>
                    <a:pt x="59969" y="9194"/>
                  </a:lnTo>
                  <a:close/>
                </a:path>
              </a:pathLst>
            </a:custGeom>
            <a:solidFill>
              <a:srgbClr val="AC7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483255" y="7557719"/>
              <a:ext cx="765175" cy="2627630"/>
            </a:xfrm>
            <a:custGeom>
              <a:avLst/>
              <a:gdLst/>
              <a:ahLst/>
              <a:cxnLst/>
              <a:rect l="l" t="t" r="r" b="b"/>
              <a:pathLst>
                <a:path w="765175" h="2627629">
                  <a:moveTo>
                    <a:pt x="746228" y="0"/>
                  </a:moveTo>
                  <a:lnTo>
                    <a:pt x="18397" y="0"/>
                  </a:lnTo>
                  <a:lnTo>
                    <a:pt x="11233" y="1444"/>
                  </a:lnTo>
                  <a:lnTo>
                    <a:pt x="5385" y="5384"/>
                  </a:lnTo>
                  <a:lnTo>
                    <a:pt x="1444" y="11229"/>
                  </a:lnTo>
                  <a:lnTo>
                    <a:pt x="0" y="18386"/>
                  </a:lnTo>
                  <a:lnTo>
                    <a:pt x="0" y="2627249"/>
                  </a:lnTo>
                  <a:lnTo>
                    <a:pt x="764625" y="2627249"/>
                  </a:lnTo>
                  <a:lnTo>
                    <a:pt x="764625" y="18386"/>
                  </a:lnTo>
                  <a:lnTo>
                    <a:pt x="763179" y="11229"/>
                  </a:lnTo>
                  <a:lnTo>
                    <a:pt x="759236" y="5384"/>
                  </a:lnTo>
                  <a:lnTo>
                    <a:pt x="753388" y="1444"/>
                  </a:lnTo>
                  <a:lnTo>
                    <a:pt x="746228" y="0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519267" y="7557719"/>
              <a:ext cx="765175" cy="2627630"/>
            </a:xfrm>
            <a:custGeom>
              <a:avLst/>
              <a:gdLst/>
              <a:ahLst/>
              <a:cxnLst/>
              <a:rect l="l" t="t" r="r" b="b"/>
              <a:pathLst>
                <a:path w="765175" h="2627629">
                  <a:moveTo>
                    <a:pt x="746228" y="0"/>
                  </a:moveTo>
                  <a:lnTo>
                    <a:pt x="18397" y="0"/>
                  </a:lnTo>
                  <a:lnTo>
                    <a:pt x="11237" y="1444"/>
                  </a:lnTo>
                  <a:lnTo>
                    <a:pt x="5389" y="5384"/>
                  </a:lnTo>
                  <a:lnTo>
                    <a:pt x="1446" y="11229"/>
                  </a:lnTo>
                  <a:lnTo>
                    <a:pt x="0" y="18386"/>
                  </a:lnTo>
                  <a:lnTo>
                    <a:pt x="0" y="2627249"/>
                  </a:lnTo>
                  <a:lnTo>
                    <a:pt x="764625" y="2627249"/>
                  </a:lnTo>
                  <a:lnTo>
                    <a:pt x="764625" y="18386"/>
                  </a:lnTo>
                  <a:lnTo>
                    <a:pt x="763179" y="11229"/>
                  </a:lnTo>
                  <a:lnTo>
                    <a:pt x="759236" y="5384"/>
                  </a:lnTo>
                  <a:lnTo>
                    <a:pt x="753388" y="1444"/>
                  </a:lnTo>
                  <a:lnTo>
                    <a:pt x="74622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613750" y="7557865"/>
              <a:ext cx="593725" cy="2627630"/>
            </a:xfrm>
            <a:custGeom>
              <a:avLst/>
              <a:gdLst/>
              <a:ahLst/>
              <a:cxnLst/>
              <a:rect l="l" t="t" r="r" b="b"/>
              <a:pathLst>
                <a:path w="593725" h="2627629">
                  <a:moveTo>
                    <a:pt x="7454" y="0"/>
                  </a:moveTo>
                  <a:lnTo>
                    <a:pt x="0" y="0"/>
                  </a:lnTo>
                  <a:lnTo>
                    <a:pt x="0" y="2627249"/>
                  </a:lnTo>
                  <a:lnTo>
                    <a:pt x="7454" y="2627249"/>
                  </a:lnTo>
                  <a:lnTo>
                    <a:pt x="7454" y="0"/>
                  </a:lnTo>
                  <a:close/>
                </a:path>
                <a:path w="593725" h="2627629">
                  <a:moveTo>
                    <a:pt x="593471" y="0"/>
                  </a:moveTo>
                  <a:lnTo>
                    <a:pt x="574916" y="0"/>
                  </a:lnTo>
                  <a:lnTo>
                    <a:pt x="574916" y="2627249"/>
                  </a:lnTo>
                  <a:lnTo>
                    <a:pt x="593471" y="2627249"/>
                  </a:lnTo>
                  <a:lnTo>
                    <a:pt x="593471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621205" y="7557865"/>
              <a:ext cx="567690" cy="2627630"/>
            </a:xfrm>
            <a:custGeom>
              <a:avLst/>
              <a:gdLst/>
              <a:ahLst/>
              <a:cxnLst/>
              <a:rect l="l" t="t" r="r" b="b"/>
              <a:pathLst>
                <a:path w="567689" h="2627629">
                  <a:moveTo>
                    <a:pt x="567461" y="2626868"/>
                  </a:moveTo>
                  <a:lnTo>
                    <a:pt x="0" y="2626868"/>
                  </a:lnTo>
                  <a:lnTo>
                    <a:pt x="0" y="2627249"/>
                  </a:lnTo>
                  <a:lnTo>
                    <a:pt x="567461" y="2627249"/>
                  </a:lnTo>
                  <a:lnTo>
                    <a:pt x="567461" y="2626868"/>
                  </a:lnTo>
                  <a:close/>
                </a:path>
                <a:path w="567689" h="2627629">
                  <a:moveTo>
                    <a:pt x="567461" y="2174138"/>
                  </a:moveTo>
                  <a:lnTo>
                    <a:pt x="0" y="2174138"/>
                  </a:lnTo>
                  <a:lnTo>
                    <a:pt x="0" y="2504948"/>
                  </a:lnTo>
                  <a:lnTo>
                    <a:pt x="567461" y="2504948"/>
                  </a:lnTo>
                  <a:lnTo>
                    <a:pt x="567461" y="2174138"/>
                  </a:lnTo>
                  <a:close/>
                </a:path>
                <a:path w="567689" h="2627629">
                  <a:moveTo>
                    <a:pt x="567461" y="119557"/>
                  </a:moveTo>
                  <a:lnTo>
                    <a:pt x="0" y="119557"/>
                  </a:lnTo>
                  <a:lnTo>
                    <a:pt x="0" y="2040788"/>
                  </a:lnTo>
                  <a:lnTo>
                    <a:pt x="567461" y="2040788"/>
                  </a:lnTo>
                  <a:lnTo>
                    <a:pt x="567461" y="119557"/>
                  </a:lnTo>
                  <a:close/>
                </a:path>
                <a:path w="567689" h="2627629">
                  <a:moveTo>
                    <a:pt x="567461" y="0"/>
                  </a:moveTo>
                  <a:lnTo>
                    <a:pt x="0" y="0"/>
                  </a:lnTo>
                  <a:lnTo>
                    <a:pt x="0" y="177"/>
                  </a:lnTo>
                  <a:lnTo>
                    <a:pt x="567461" y="177"/>
                  </a:lnTo>
                  <a:lnTo>
                    <a:pt x="567461" y="0"/>
                  </a:lnTo>
                  <a:close/>
                </a:path>
              </a:pathLst>
            </a:custGeom>
            <a:solidFill>
              <a:srgbClr val="ABC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621205" y="9591033"/>
              <a:ext cx="575310" cy="593725"/>
            </a:xfrm>
            <a:custGeom>
              <a:avLst/>
              <a:gdLst/>
              <a:ahLst/>
              <a:cxnLst/>
              <a:rect l="l" t="t" r="r" b="b"/>
              <a:pathLst>
                <a:path w="575310" h="593725">
                  <a:moveTo>
                    <a:pt x="574738" y="467969"/>
                  </a:moveTo>
                  <a:lnTo>
                    <a:pt x="572998" y="467969"/>
                  </a:lnTo>
                  <a:lnTo>
                    <a:pt x="572998" y="464159"/>
                  </a:lnTo>
                  <a:lnTo>
                    <a:pt x="0" y="464159"/>
                  </a:lnTo>
                  <a:lnTo>
                    <a:pt x="0" y="467969"/>
                  </a:lnTo>
                  <a:lnTo>
                    <a:pt x="0" y="471779"/>
                  </a:lnTo>
                  <a:lnTo>
                    <a:pt x="0" y="593699"/>
                  </a:lnTo>
                  <a:lnTo>
                    <a:pt x="574738" y="593699"/>
                  </a:lnTo>
                  <a:lnTo>
                    <a:pt x="574738" y="471779"/>
                  </a:lnTo>
                  <a:lnTo>
                    <a:pt x="574738" y="467969"/>
                  </a:lnTo>
                  <a:close/>
                </a:path>
                <a:path w="575310" h="593725">
                  <a:moveTo>
                    <a:pt x="574738" y="3810"/>
                  </a:moveTo>
                  <a:lnTo>
                    <a:pt x="572998" y="3810"/>
                  </a:lnTo>
                  <a:lnTo>
                    <a:pt x="572998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140970"/>
                  </a:lnTo>
                  <a:lnTo>
                    <a:pt x="0" y="144780"/>
                  </a:lnTo>
                  <a:lnTo>
                    <a:pt x="572833" y="144780"/>
                  </a:lnTo>
                  <a:lnTo>
                    <a:pt x="572833" y="140970"/>
                  </a:lnTo>
                  <a:lnTo>
                    <a:pt x="574738" y="140970"/>
                  </a:lnTo>
                  <a:lnTo>
                    <a:pt x="574738" y="7620"/>
                  </a:lnTo>
                  <a:lnTo>
                    <a:pt x="574738" y="381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661222" y="7736998"/>
              <a:ext cx="483870" cy="1802130"/>
            </a:xfrm>
            <a:custGeom>
              <a:avLst/>
              <a:gdLst/>
              <a:ahLst/>
              <a:cxnLst/>
              <a:rect l="l" t="t" r="r" b="b"/>
              <a:pathLst>
                <a:path w="483869" h="1802129">
                  <a:moveTo>
                    <a:pt x="478927" y="0"/>
                  </a:moveTo>
                  <a:lnTo>
                    <a:pt x="4942" y="0"/>
                  </a:lnTo>
                  <a:lnTo>
                    <a:pt x="0" y="4942"/>
                  </a:lnTo>
                  <a:lnTo>
                    <a:pt x="0" y="1797138"/>
                  </a:lnTo>
                  <a:lnTo>
                    <a:pt x="4942" y="1802070"/>
                  </a:lnTo>
                  <a:lnTo>
                    <a:pt x="478927" y="1802070"/>
                  </a:lnTo>
                  <a:lnTo>
                    <a:pt x="483859" y="1797138"/>
                  </a:lnTo>
                  <a:lnTo>
                    <a:pt x="483859" y="1791044"/>
                  </a:lnTo>
                  <a:lnTo>
                    <a:pt x="483859" y="4942"/>
                  </a:lnTo>
                  <a:lnTo>
                    <a:pt x="478927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683778" y="7750099"/>
              <a:ext cx="447675" cy="1776095"/>
            </a:xfrm>
            <a:custGeom>
              <a:avLst/>
              <a:gdLst/>
              <a:ahLst/>
              <a:cxnLst/>
              <a:rect l="l" t="t" r="r" b="b"/>
              <a:pathLst>
                <a:path w="447675" h="1776095">
                  <a:moveTo>
                    <a:pt x="444017" y="0"/>
                  </a:moveTo>
                  <a:lnTo>
                    <a:pt x="3225" y="0"/>
                  </a:lnTo>
                  <a:lnTo>
                    <a:pt x="0" y="3225"/>
                  </a:lnTo>
                  <a:lnTo>
                    <a:pt x="0" y="1772647"/>
                  </a:lnTo>
                  <a:lnTo>
                    <a:pt x="3225" y="1775872"/>
                  </a:lnTo>
                  <a:lnTo>
                    <a:pt x="444017" y="1775872"/>
                  </a:lnTo>
                  <a:lnTo>
                    <a:pt x="447242" y="1772647"/>
                  </a:lnTo>
                  <a:lnTo>
                    <a:pt x="447242" y="1768668"/>
                  </a:lnTo>
                  <a:lnTo>
                    <a:pt x="447242" y="3225"/>
                  </a:lnTo>
                  <a:lnTo>
                    <a:pt x="44401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661222" y="9790156"/>
              <a:ext cx="483870" cy="210820"/>
            </a:xfrm>
            <a:custGeom>
              <a:avLst/>
              <a:gdLst/>
              <a:ahLst/>
              <a:cxnLst/>
              <a:rect l="l" t="t" r="r" b="b"/>
              <a:pathLst>
                <a:path w="483869" h="210820">
                  <a:moveTo>
                    <a:pt x="477995" y="0"/>
                  </a:moveTo>
                  <a:lnTo>
                    <a:pt x="5863" y="0"/>
                  </a:lnTo>
                  <a:lnTo>
                    <a:pt x="0" y="5863"/>
                  </a:lnTo>
                  <a:lnTo>
                    <a:pt x="0" y="204663"/>
                  </a:lnTo>
                  <a:lnTo>
                    <a:pt x="5863" y="210527"/>
                  </a:lnTo>
                  <a:lnTo>
                    <a:pt x="477995" y="210527"/>
                  </a:lnTo>
                  <a:lnTo>
                    <a:pt x="483859" y="204663"/>
                  </a:lnTo>
                  <a:lnTo>
                    <a:pt x="483859" y="197428"/>
                  </a:lnTo>
                  <a:lnTo>
                    <a:pt x="483859" y="5863"/>
                  </a:lnTo>
                  <a:lnTo>
                    <a:pt x="477995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683778" y="9803250"/>
              <a:ext cx="447675" cy="184785"/>
            </a:xfrm>
            <a:custGeom>
              <a:avLst/>
              <a:gdLst/>
              <a:ahLst/>
              <a:cxnLst/>
              <a:rect l="l" t="t" r="r" b="b"/>
              <a:pathLst>
                <a:path w="447675" h="184784">
                  <a:moveTo>
                    <a:pt x="443410" y="0"/>
                  </a:moveTo>
                  <a:lnTo>
                    <a:pt x="3832" y="0"/>
                  </a:lnTo>
                  <a:lnTo>
                    <a:pt x="0" y="3832"/>
                  </a:lnTo>
                  <a:lnTo>
                    <a:pt x="0" y="180497"/>
                  </a:lnTo>
                  <a:lnTo>
                    <a:pt x="3832" y="184329"/>
                  </a:lnTo>
                  <a:lnTo>
                    <a:pt x="443410" y="184329"/>
                  </a:lnTo>
                  <a:lnTo>
                    <a:pt x="447242" y="180497"/>
                  </a:lnTo>
                  <a:lnTo>
                    <a:pt x="447242" y="175774"/>
                  </a:lnTo>
                  <a:lnTo>
                    <a:pt x="447242" y="3832"/>
                  </a:lnTo>
                  <a:lnTo>
                    <a:pt x="44341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621205" y="9591033"/>
              <a:ext cx="575310" cy="13970"/>
            </a:xfrm>
            <a:custGeom>
              <a:avLst/>
              <a:gdLst/>
              <a:ahLst/>
              <a:cxnLst/>
              <a:rect l="l" t="t" r="r" b="b"/>
              <a:pathLst>
                <a:path w="575310" h="13970">
                  <a:moveTo>
                    <a:pt x="574738" y="3810"/>
                  </a:moveTo>
                  <a:lnTo>
                    <a:pt x="572998" y="3810"/>
                  </a:lnTo>
                  <a:lnTo>
                    <a:pt x="572998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13970"/>
                  </a:lnTo>
                  <a:lnTo>
                    <a:pt x="574738" y="13970"/>
                  </a:lnTo>
                  <a:lnTo>
                    <a:pt x="574738" y="381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621205" y="9721678"/>
              <a:ext cx="575310" cy="13970"/>
            </a:xfrm>
            <a:custGeom>
              <a:avLst/>
              <a:gdLst/>
              <a:ahLst/>
              <a:cxnLst/>
              <a:rect l="l" t="t" r="r" b="b"/>
              <a:pathLst>
                <a:path w="575310" h="13970">
                  <a:moveTo>
                    <a:pt x="574738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3970"/>
                  </a:lnTo>
                  <a:lnTo>
                    <a:pt x="572998" y="13970"/>
                  </a:lnTo>
                  <a:lnTo>
                    <a:pt x="572998" y="10160"/>
                  </a:lnTo>
                  <a:lnTo>
                    <a:pt x="574738" y="10160"/>
                  </a:lnTo>
                  <a:lnTo>
                    <a:pt x="574738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621205" y="10055193"/>
              <a:ext cx="575310" cy="13970"/>
            </a:xfrm>
            <a:custGeom>
              <a:avLst/>
              <a:gdLst/>
              <a:ahLst/>
              <a:cxnLst/>
              <a:rect l="l" t="t" r="r" b="b"/>
              <a:pathLst>
                <a:path w="575310" h="13970">
                  <a:moveTo>
                    <a:pt x="574738" y="3810"/>
                  </a:moveTo>
                  <a:lnTo>
                    <a:pt x="572998" y="3810"/>
                  </a:lnTo>
                  <a:lnTo>
                    <a:pt x="572998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13970"/>
                  </a:lnTo>
                  <a:lnTo>
                    <a:pt x="574738" y="13970"/>
                  </a:lnTo>
                  <a:lnTo>
                    <a:pt x="574738" y="381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621205" y="7558043"/>
              <a:ext cx="575310" cy="127000"/>
            </a:xfrm>
            <a:custGeom>
              <a:avLst/>
              <a:gdLst/>
              <a:ahLst/>
              <a:cxnLst/>
              <a:rect l="l" t="t" r="r" b="b"/>
              <a:pathLst>
                <a:path w="575310" h="127000">
                  <a:moveTo>
                    <a:pt x="574738" y="0"/>
                  </a:moveTo>
                  <a:lnTo>
                    <a:pt x="0" y="0"/>
                  </a:lnTo>
                  <a:lnTo>
                    <a:pt x="0" y="119380"/>
                  </a:lnTo>
                  <a:lnTo>
                    <a:pt x="0" y="123190"/>
                  </a:lnTo>
                  <a:lnTo>
                    <a:pt x="0" y="127000"/>
                  </a:lnTo>
                  <a:lnTo>
                    <a:pt x="572998" y="127000"/>
                  </a:lnTo>
                  <a:lnTo>
                    <a:pt x="572998" y="123190"/>
                  </a:lnTo>
                  <a:lnTo>
                    <a:pt x="574738" y="123190"/>
                  </a:lnTo>
                  <a:lnTo>
                    <a:pt x="574738" y="119380"/>
                  </a:lnTo>
                  <a:lnTo>
                    <a:pt x="57473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621205" y="7671085"/>
              <a:ext cx="575310" cy="13970"/>
            </a:xfrm>
            <a:custGeom>
              <a:avLst/>
              <a:gdLst/>
              <a:ahLst/>
              <a:cxnLst/>
              <a:rect l="l" t="t" r="r" b="b"/>
              <a:pathLst>
                <a:path w="575310" h="13970">
                  <a:moveTo>
                    <a:pt x="574738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3970"/>
                  </a:lnTo>
                  <a:lnTo>
                    <a:pt x="572998" y="13970"/>
                  </a:lnTo>
                  <a:lnTo>
                    <a:pt x="572998" y="10160"/>
                  </a:lnTo>
                  <a:lnTo>
                    <a:pt x="574738" y="10160"/>
                  </a:lnTo>
                  <a:lnTo>
                    <a:pt x="574738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83253" y="8839909"/>
              <a:ext cx="287284" cy="104216"/>
            </a:xfrm>
            <a:prstGeom prst="rect">
              <a:avLst/>
            </a:prstGeom>
          </p:spPr>
        </p:pic>
      </p:grpSp>
      <p:sp>
        <p:nvSpPr>
          <p:cNvPr id="273" name="object 273" descr=""/>
          <p:cNvSpPr/>
          <p:nvPr/>
        </p:nvSpPr>
        <p:spPr>
          <a:xfrm>
            <a:off x="15452785" y="1964458"/>
            <a:ext cx="37465" cy="51435"/>
          </a:xfrm>
          <a:custGeom>
            <a:avLst/>
            <a:gdLst/>
            <a:ahLst/>
            <a:cxnLst/>
            <a:rect l="l" t="t" r="r" b="b"/>
            <a:pathLst>
              <a:path w="37465" h="51435">
                <a:moveTo>
                  <a:pt x="30899" y="0"/>
                </a:moveTo>
                <a:lnTo>
                  <a:pt x="6512" y="0"/>
                </a:lnTo>
                <a:lnTo>
                  <a:pt x="5350" y="544"/>
                </a:lnTo>
                <a:lnTo>
                  <a:pt x="0" y="6533"/>
                </a:lnTo>
                <a:lnTo>
                  <a:pt x="869" y="12146"/>
                </a:lnTo>
                <a:lnTo>
                  <a:pt x="4931" y="16030"/>
                </a:lnTo>
                <a:lnTo>
                  <a:pt x="5402" y="17036"/>
                </a:lnTo>
                <a:lnTo>
                  <a:pt x="6858" y="49412"/>
                </a:lnTo>
                <a:lnTo>
                  <a:pt x="8711" y="51192"/>
                </a:lnTo>
                <a:lnTo>
                  <a:pt x="28711" y="51192"/>
                </a:lnTo>
                <a:lnTo>
                  <a:pt x="30564" y="49412"/>
                </a:lnTo>
                <a:lnTo>
                  <a:pt x="32009" y="17036"/>
                </a:lnTo>
                <a:lnTo>
                  <a:pt x="32491" y="16030"/>
                </a:lnTo>
                <a:lnTo>
                  <a:pt x="36543" y="12146"/>
                </a:lnTo>
                <a:lnTo>
                  <a:pt x="37422" y="6533"/>
                </a:lnTo>
                <a:lnTo>
                  <a:pt x="32889" y="1465"/>
                </a:lnTo>
                <a:lnTo>
                  <a:pt x="32072" y="544"/>
                </a:lnTo>
                <a:lnTo>
                  <a:pt x="30899" y="0"/>
                </a:lnTo>
                <a:close/>
              </a:path>
            </a:pathLst>
          </a:custGeom>
          <a:solidFill>
            <a:srgbClr val="6878A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4" name="object 274" descr=""/>
          <p:cNvGrpSpPr/>
          <p:nvPr/>
        </p:nvGrpSpPr>
        <p:grpSpPr>
          <a:xfrm>
            <a:off x="15283095" y="2015645"/>
            <a:ext cx="377190" cy="935990"/>
            <a:chOff x="15283095" y="2015645"/>
            <a:chExt cx="377190" cy="935990"/>
          </a:xfrm>
        </p:grpSpPr>
        <p:sp>
          <p:nvSpPr>
            <p:cNvPr id="275" name="object 275" descr=""/>
            <p:cNvSpPr/>
            <p:nvPr/>
          </p:nvSpPr>
          <p:spPr>
            <a:xfrm>
              <a:off x="15452785" y="2614049"/>
              <a:ext cx="37465" cy="51435"/>
            </a:xfrm>
            <a:custGeom>
              <a:avLst/>
              <a:gdLst/>
              <a:ahLst/>
              <a:cxnLst/>
              <a:rect l="l" t="t" r="r" b="b"/>
              <a:pathLst>
                <a:path w="37465" h="51435">
                  <a:moveTo>
                    <a:pt x="28711" y="0"/>
                  </a:moveTo>
                  <a:lnTo>
                    <a:pt x="8711" y="0"/>
                  </a:lnTo>
                  <a:lnTo>
                    <a:pt x="6858" y="1780"/>
                  </a:lnTo>
                  <a:lnTo>
                    <a:pt x="5402" y="34156"/>
                  </a:lnTo>
                  <a:lnTo>
                    <a:pt x="4931" y="35161"/>
                  </a:lnTo>
                  <a:lnTo>
                    <a:pt x="869" y="39045"/>
                  </a:lnTo>
                  <a:lnTo>
                    <a:pt x="0" y="44658"/>
                  </a:lnTo>
                  <a:lnTo>
                    <a:pt x="5350" y="50647"/>
                  </a:lnTo>
                  <a:lnTo>
                    <a:pt x="6512" y="51192"/>
                  </a:lnTo>
                  <a:lnTo>
                    <a:pt x="30899" y="51192"/>
                  </a:lnTo>
                  <a:lnTo>
                    <a:pt x="32072" y="50647"/>
                  </a:lnTo>
                  <a:lnTo>
                    <a:pt x="32889" y="49726"/>
                  </a:lnTo>
                  <a:lnTo>
                    <a:pt x="37422" y="44658"/>
                  </a:lnTo>
                  <a:lnTo>
                    <a:pt x="36543" y="39045"/>
                  </a:lnTo>
                  <a:lnTo>
                    <a:pt x="32491" y="35161"/>
                  </a:lnTo>
                  <a:lnTo>
                    <a:pt x="32009" y="34156"/>
                  </a:lnTo>
                  <a:lnTo>
                    <a:pt x="30564" y="1780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5463916" y="2015645"/>
              <a:ext cx="15240" cy="598805"/>
            </a:xfrm>
            <a:custGeom>
              <a:avLst/>
              <a:gdLst/>
              <a:ahLst/>
              <a:cxnLst/>
              <a:rect l="l" t="t" r="r" b="b"/>
              <a:pathLst>
                <a:path w="15240" h="598805">
                  <a:moveTo>
                    <a:pt x="15151" y="0"/>
                  </a:moveTo>
                  <a:lnTo>
                    <a:pt x="0" y="0"/>
                  </a:lnTo>
                  <a:lnTo>
                    <a:pt x="0" y="598411"/>
                  </a:lnTo>
                  <a:lnTo>
                    <a:pt x="15151" y="598411"/>
                  </a:lnTo>
                  <a:lnTo>
                    <a:pt x="15151" y="0"/>
                  </a:lnTo>
                  <a:close/>
                </a:path>
              </a:pathLst>
            </a:custGeom>
            <a:solidFill>
              <a:srgbClr val="A9A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5463916" y="2015645"/>
              <a:ext cx="15240" cy="45085"/>
            </a:xfrm>
            <a:custGeom>
              <a:avLst/>
              <a:gdLst/>
              <a:ahLst/>
              <a:cxnLst/>
              <a:rect l="l" t="t" r="r" b="b"/>
              <a:pathLst>
                <a:path w="15240" h="45085">
                  <a:moveTo>
                    <a:pt x="15151" y="0"/>
                  </a:moveTo>
                  <a:lnTo>
                    <a:pt x="0" y="0"/>
                  </a:lnTo>
                  <a:lnTo>
                    <a:pt x="0" y="44742"/>
                  </a:lnTo>
                  <a:lnTo>
                    <a:pt x="15151" y="44742"/>
                  </a:lnTo>
                  <a:lnTo>
                    <a:pt x="15151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5283095" y="2656369"/>
              <a:ext cx="377190" cy="295275"/>
            </a:xfrm>
            <a:custGeom>
              <a:avLst/>
              <a:gdLst/>
              <a:ahLst/>
              <a:cxnLst/>
              <a:rect l="l" t="t" r="r" b="b"/>
              <a:pathLst>
                <a:path w="377190" h="295275">
                  <a:moveTo>
                    <a:pt x="208517" y="0"/>
                  </a:moveTo>
                  <a:lnTo>
                    <a:pt x="168288" y="0"/>
                  </a:lnTo>
                  <a:lnTo>
                    <a:pt x="161245" y="1094"/>
                  </a:lnTo>
                  <a:lnTo>
                    <a:pt x="138617" y="48823"/>
                  </a:lnTo>
                  <a:lnTo>
                    <a:pt x="135755" y="92740"/>
                  </a:lnTo>
                  <a:lnTo>
                    <a:pt x="135817" y="95190"/>
                  </a:lnTo>
                  <a:lnTo>
                    <a:pt x="135152" y="101918"/>
                  </a:lnTo>
                  <a:lnTo>
                    <a:pt x="132871" y="108161"/>
                  </a:lnTo>
                  <a:lnTo>
                    <a:pt x="129116" y="113646"/>
                  </a:lnTo>
                  <a:lnTo>
                    <a:pt x="124027" y="118101"/>
                  </a:lnTo>
                  <a:lnTo>
                    <a:pt x="92971" y="141314"/>
                  </a:lnTo>
                  <a:lnTo>
                    <a:pt x="61950" y="170500"/>
                  </a:lnTo>
                  <a:lnTo>
                    <a:pt x="34054" y="205743"/>
                  </a:lnTo>
                  <a:lnTo>
                    <a:pt x="12374" y="247130"/>
                  </a:lnTo>
                  <a:lnTo>
                    <a:pt x="0" y="294744"/>
                  </a:lnTo>
                  <a:lnTo>
                    <a:pt x="376794" y="294744"/>
                  </a:lnTo>
                  <a:lnTo>
                    <a:pt x="364424" y="247130"/>
                  </a:lnTo>
                  <a:lnTo>
                    <a:pt x="342744" y="205743"/>
                  </a:lnTo>
                  <a:lnTo>
                    <a:pt x="314847" y="170500"/>
                  </a:lnTo>
                  <a:lnTo>
                    <a:pt x="283824" y="141314"/>
                  </a:lnTo>
                  <a:lnTo>
                    <a:pt x="252767" y="118101"/>
                  </a:lnTo>
                  <a:lnTo>
                    <a:pt x="247682" y="113646"/>
                  </a:lnTo>
                  <a:lnTo>
                    <a:pt x="243927" y="108161"/>
                  </a:lnTo>
                  <a:lnTo>
                    <a:pt x="241644" y="101918"/>
                  </a:lnTo>
                  <a:lnTo>
                    <a:pt x="240976" y="95190"/>
                  </a:lnTo>
                  <a:lnTo>
                    <a:pt x="241081" y="87777"/>
                  </a:lnTo>
                  <a:lnTo>
                    <a:pt x="240336" y="67760"/>
                  </a:lnTo>
                  <a:lnTo>
                    <a:pt x="230150" y="15287"/>
                  </a:lnTo>
                  <a:lnTo>
                    <a:pt x="215553" y="1094"/>
                  </a:lnTo>
                  <a:lnTo>
                    <a:pt x="208517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9" name="object 279" descr=""/>
          <p:cNvSpPr/>
          <p:nvPr/>
        </p:nvSpPr>
        <p:spPr>
          <a:xfrm>
            <a:off x="14993537" y="1964458"/>
            <a:ext cx="37465" cy="51435"/>
          </a:xfrm>
          <a:custGeom>
            <a:avLst/>
            <a:gdLst/>
            <a:ahLst/>
            <a:cxnLst/>
            <a:rect l="l" t="t" r="r" b="b"/>
            <a:pathLst>
              <a:path w="37465" h="51435">
                <a:moveTo>
                  <a:pt x="30899" y="0"/>
                </a:moveTo>
                <a:lnTo>
                  <a:pt x="6512" y="0"/>
                </a:lnTo>
                <a:lnTo>
                  <a:pt x="5350" y="544"/>
                </a:lnTo>
                <a:lnTo>
                  <a:pt x="0" y="6533"/>
                </a:lnTo>
                <a:lnTo>
                  <a:pt x="869" y="12146"/>
                </a:lnTo>
                <a:lnTo>
                  <a:pt x="4931" y="16030"/>
                </a:lnTo>
                <a:lnTo>
                  <a:pt x="5402" y="17036"/>
                </a:lnTo>
                <a:lnTo>
                  <a:pt x="6858" y="49412"/>
                </a:lnTo>
                <a:lnTo>
                  <a:pt x="8711" y="51192"/>
                </a:lnTo>
                <a:lnTo>
                  <a:pt x="28711" y="51192"/>
                </a:lnTo>
                <a:lnTo>
                  <a:pt x="30564" y="49412"/>
                </a:lnTo>
                <a:lnTo>
                  <a:pt x="32009" y="17036"/>
                </a:lnTo>
                <a:lnTo>
                  <a:pt x="32491" y="16030"/>
                </a:lnTo>
                <a:lnTo>
                  <a:pt x="36543" y="12146"/>
                </a:lnTo>
                <a:lnTo>
                  <a:pt x="37422" y="6533"/>
                </a:lnTo>
                <a:lnTo>
                  <a:pt x="32889" y="1465"/>
                </a:lnTo>
                <a:lnTo>
                  <a:pt x="32072" y="544"/>
                </a:lnTo>
                <a:lnTo>
                  <a:pt x="30899" y="0"/>
                </a:lnTo>
                <a:close/>
              </a:path>
            </a:pathLst>
          </a:custGeom>
          <a:solidFill>
            <a:srgbClr val="6878A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0" name="object 280" descr=""/>
          <p:cNvGrpSpPr/>
          <p:nvPr/>
        </p:nvGrpSpPr>
        <p:grpSpPr>
          <a:xfrm>
            <a:off x="14823845" y="2015645"/>
            <a:ext cx="377190" cy="935990"/>
            <a:chOff x="14823845" y="2015645"/>
            <a:chExt cx="377190" cy="935990"/>
          </a:xfrm>
        </p:grpSpPr>
        <p:sp>
          <p:nvSpPr>
            <p:cNvPr id="281" name="object 281" descr=""/>
            <p:cNvSpPr/>
            <p:nvPr/>
          </p:nvSpPr>
          <p:spPr>
            <a:xfrm>
              <a:off x="14993536" y="2614049"/>
              <a:ext cx="37465" cy="51435"/>
            </a:xfrm>
            <a:custGeom>
              <a:avLst/>
              <a:gdLst/>
              <a:ahLst/>
              <a:cxnLst/>
              <a:rect l="l" t="t" r="r" b="b"/>
              <a:pathLst>
                <a:path w="37465" h="51435">
                  <a:moveTo>
                    <a:pt x="28711" y="0"/>
                  </a:moveTo>
                  <a:lnTo>
                    <a:pt x="8711" y="0"/>
                  </a:lnTo>
                  <a:lnTo>
                    <a:pt x="6858" y="1780"/>
                  </a:lnTo>
                  <a:lnTo>
                    <a:pt x="5402" y="34156"/>
                  </a:lnTo>
                  <a:lnTo>
                    <a:pt x="4931" y="35161"/>
                  </a:lnTo>
                  <a:lnTo>
                    <a:pt x="869" y="39045"/>
                  </a:lnTo>
                  <a:lnTo>
                    <a:pt x="0" y="44658"/>
                  </a:lnTo>
                  <a:lnTo>
                    <a:pt x="5350" y="50647"/>
                  </a:lnTo>
                  <a:lnTo>
                    <a:pt x="6512" y="51192"/>
                  </a:lnTo>
                  <a:lnTo>
                    <a:pt x="30899" y="51192"/>
                  </a:lnTo>
                  <a:lnTo>
                    <a:pt x="32072" y="50647"/>
                  </a:lnTo>
                  <a:lnTo>
                    <a:pt x="32889" y="49726"/>
                  </a:lnTo>
                  <a:lnTo>
                    <a:pt x="37422" y="44658"/>
                  </a:lnTo>
                  <a:lnTo>
                    <a:pt x="36543" y="39045"/>
                  </a:lnTo>
                  <a:lnTo>
                    <a:pt x="32491" y="35161"/>
                  </a:lnTo>
                  <a:lnTo>
                    <a:pt x="32009" y="34156"/>
                  </a:lnTo>
                  <a:lnTo>
                    <a:pt x="30564" y="1780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5004673" y="2015645"/>
              <a:ext cx="15240" cy="598805"/>
            </a:xfrm>
            <a:custGeom>
              <a:avLst/>
              <a:gdLst/>
              <a:ahLst/>
              <a:cxnLst/>
              <a:rect l="l" t="t" r="r" b="b"/>
              <a:pathLst>
                <a:path w="15240" h="598805">
                  <a:moveTo>
                    <a:pt x="15151" y="0"/>
                  </a:moveTo>
                  <a:lnTo>
                    <a:pt x="0" y="0"/>
                  </a:lnTo>
                  <a:lnTo>
                    <a:pt x="0" y="598411"/>
                  </a:lnTo>
                  <a:lnTo>
                    <a:pt x="15151" y="598411"/>
                  </a:lnTo>
                  <a:lnTo>
                    <a:pt x="15151" y="0"/>
                  </a:lnTo>
                  <a:close/>
                </a:path>
              </a:pathLst>
            </a:custGeom>
            <a:solidFill>
              <a:srgbClr val="A9A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5004673" y="2015645"/>
              <a:ext cx="15240" cy="45085"/>
            </a:xfrm>
            <a:custGeom>
              <a:avLst/>
              <a:gdLst/>
              <a:ahLst/>
              <a:cxnLst/>
              <a:rect l="l" t="t" r="r" b="b"/>
              <a:pathLst>
                <a:path w="15240" h="45085">
                  <a:moveTo>
                    <a:pt x="15151" y="0"/>
                  </a:moveTo>
                  <a:lnTo>
                    <a:pt x="0" y="0"/>
                  </a:lnTo>
                  <a:lnTo>
                    <a:pt x="0" y="44742"/>
                  </a:lnTo>
                  <a:lnTo>
                    <a:pt x="15151" y="44742"/>
                  </a:lnTo>
                  <a:lnTo>
                    <a:pt x="15151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4823845" y="2656369"/>
              <a:ext cx="377190" cy="295275"/>
            </a:xfrm>
            <a:custGeom>
              <a:avLst/>
              <a:gdLst/>
              <a:ahLst/>
              <a:cxnLst/>
              <a:rect l="l" t="t" r="r" b="b"/>
              <a:pathLst>
                <a:path w="377190" h="295275">
                  <a:moveTo>
                    <a:pt x="208517" y="0"/>
                  </a:moveTo>
                  <a:lnTo>
                    <a:pt x="168288" y="0"/>
                  </a:lnTo>
                  <a:lnTo>
                    <a:pt x="161245" y="1094"/>
                  </a:lnTo>
                  <a:lnTo>
                    <a:pt x="138617" y="48823"/>
                  </a:lnTo>
                  <a:lnTo>
                    <a:pt x="135755" y="92740"/>
                  </a:lnTo>
                  <a:lnTo>
                    <a:pt x="135828" y="95190"/>
                  </a:lnTo>
                  <a:lnTo>
                    <a:pt x="135156" y="101918"/>
                  </a:lnTo>
                  <a:lnTo>
                    <a:pt x="132872" y="108161"/>
                  </a:lnTo>
                  <a:lnTo>
                    <a:pt x="129116" y="113646"/>
                  </a:lnTo>
                  <a:lnTo>
                    <a:pt x="124027" y="118101"/>
                  </a:lnTo>
                  <a:lnTo>
                    <a:pt x="92971" y="141314"/>
                  </a:lnTo>
                  <a:lnTo>
                    <a:pt x="61950" y="170500"/>
                  </a:lnTo>
                  <a:lnTo>
                    <a:pt x="34054" y="205743"/>
                  </a:lnTo>
                  <a:lnTo>
                    <a:pt x="12374" y="247130"/>
                  </a:lnTo>
                  <a:lnTo>
                    <a:pt x="0" y="294744"/>
                  </a:lnTo>
                  <a:lnTo>
                    <a:pt x="376794" y="294744"/>
                  </a:lnTo>
                  <a:lnTo>
                    <a:pt x="364424" y="247130"/>
                  </a:lnTo>
                  <a:lnTo>
                    <a:pt x="342744" y="205743"/>
                  </a:lnTo>
                  <a:lnTo>
                    <a:pt x="314847" y="170500"/>
                  </a:lnTo>
                  <a:lnTo>
                    <a:pt x="283824" y="141314"/>
                  </a:lnTo>
                  <a:lnTo>
                    <a:pt x="252767" y="118101"/>
                  </a:lnTo>
                  <a:lnTo>
                    <a:pt x="247682" y="113646"/>
                  </a:lnTo>
                  <a:lnTo>
                    <a:pt x="243927" y="108161"/>
                  </a:lnTo>
                  <a:lnTo>
                    <a:pt x="241644" y="101918"/>
                  </a:lnTo>
                  <a:lnTo>
                    <a:pt x="240976" y="95190"/>
                  </a:lnTo>
                  <a:lnTo>
                    <a:pt x="241081" y="87777"/>
                  </a:lnTo>
                  <a:lnTo>
                    <a:pt x="240336" y="67760"/>
                  </a:lnTo>
                  <a:lnTo>
                    <a:pt x="230150" y="15287"/>
                  </a:lnTo>
                  <a:lnTo>
                    <a:pt x="215554" y="1094"/>
                  </a:lnTo>
                  <a:lnTo>
                    <a:pt x="208517" y="0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5" name="object 285" descr=""/>
          <p:cNvSpPr/>
          <p:nvPr/>
        </p:nvSpPr>
        <p:spPr>
          <a:xfrm>
            <a:off x="15912024" y="1964458"/>
            <a:ext cx="37465" cy="51435"/>
          </a:xfrm>
          <a:custGeom>
            <a:avLst/>
            <a:gdLst/>
            <a:ahLst/>
            <a:cxnLst/>
            <a:rect l="l" t="t" r="r" b="b"/>
            <a:pathLst>
              <a:path w="37465" h="51435">
                <a:moveTo>
                  <a:pt x="30910" y="0"/>
                </a:moveTo>
                <a:lnTo>
                  <a:pt x="6523" y="0"/>
                </a:lnTo>
                <a:lnTo>
                  <a:pt x="5361" y="544"/>
                </a:lnTo>
                <a:lnTo>
                  <a:pt x="0" y="6533"/>
                </a:lnTo>
                <a:lnTo>
                  <a:pt x="879" y="12146"/>
                </a:lnTo>
                <a:lnTo>
                  <a:pt x="4931" y="16030"/>
                </a:lnTo>
                <a:lnTo>
                  <a:pt x="5413" y="17036"/>
                </a:lnTo>
                <a:lnTo>
                  <a:pt x="6858" y="49412"/>
                </a:lnTo>
                <a:lnTo>
                  <a:pt x="8711" y="51192"/>
                </a:lnTo>
                <a:lnTo>
                  <a:pt x="28721" y="51192"/>
                </a:lnTo>
                <a:lnTo>
                  <a:pt x="30574" y="49412"/>
                </a:lnTo>
                <a:lnTo>
                  <a:pt x="32019" y="17036"/>
                </a:lnTo>
                <a:lnTo>
                  <a:pt x="32501" y="16030"/>
                </a:lnTo>
                <a:lnTo>
                  <a:pt x="36553" y="12146"/>
                </a:lnTo>
                <a:lnTo>
                  <a:pt x="37433" y="6533"/>
                </a:lnTo>
                <a:lnTo>
                  <a:pt x="32899" y="1465"/>
                </a:lnTo>
                <a:lnTo>
                  <a:pt x="32082" y="544"/>
                </a:lnTo>
                <a:lnTo>
                  <a:pt x="30910" y="0"/>
                </a:lnTo>
                <a:close/>
              </a:path>
            </a:pathLst>
          </a:custGeom>
          <a:solidFill>
            <a:srgbClr val="6878A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6" name="object 286" descr=""/>
          <p:cNvGrpSpPr/>
          <p:nvPr/>
        </p:nvGrpSpPr>
        <p:grpSpPr>
          <a:xfrm>
            <a:off x="14815918" y="1945997"/>
            <a:ext cx="1311275" cy="1013460"/>
            <a:chOff x="14815918" y="1945997"/>
            <a:chExt cx="1311275" cy="1013460"/>
          </a:xfrm>
        </p:grpSpPr>
        <p:sp>
          <p:nvSpPr>
            <p:cNvPr id="287" name="object 287" descr=""/>
            <p:cNvSpPr/>
            <p:nvPr/>
          </p:nvSpPr>
          <p:spPr>
            <a:xfrm>
              <a:off x="15912024" y="2614049"/>
              <a:ext cx="37465" cy="51435"/>
            </a:xfrm>
            <a:custGeom>
              <a:avLst/>
              <a:gdLst/>
              <a:ahLst/>
              <a:cxnLst/>
              <a:rect l="l" t="t" r="r" b="b"/>
              <a:pathLst>
                <a:path w="37465" h="51435">
                  <a:moveTo>
                    <a:pt x="28721" y="0"/>
                  </a:moveTo>
                  <a:lnTo>
                    <a:pt x="8711" y="0"/>
                  </a:lnTo>
                  <a:lnTo>
                    <a:pt x="6858" y="1780"/>
                  </a:lnTo>
                  <a:lnTo>
                    <a:pt x="5413" y="34156"/>
                  </a:lnTo>
                  <a:lnTo>
                    <a:pt x="4931" y="35161"/>
                  </a:lnTo>
                  <a:lnTo>
                    <a:pt x="879" y="39045"/>
                  </a:lnTo>
                  <a:lnTo>
                    <a:pt x="0" y="44658"/>
                  </a:lnTo>
                  <a:lnTo>
                    <a:pt x="5361" y="50647"/>
                  </a:lnTo>
                  <a:lnTo>
                    <a:pt x="6523" y="51192"/>
                  </a:lnTo>
                  <a:lnTo>
                    <a:pt x="30910" y="51192"/>
                  </a:lnTo>
                  <a:lnTo>
                    <a:pt x="32082" y="50647"/>
                  </a:lnTo>
                  <a:lnTo>
                    <a:pt x="32899" y="49726"/>
                  </a:lnTo>
                  <a:lnTo>
                    <a:pt x="37433" y="44658"/>
                  </a:lnTo>
                  <a:lnTo>
                    <a:pt x="36553" y="39045"/>
                  </a:lnTo>
                  <a:lnTo>
                    <a:pt x="32501" y="35161"/>
                  </a:lnTo>
                  <a:lnTo>
                    <a:pt x="32019" y="34156"/>
                  </a:lnTo>
                  <a:lnTo>
                    <a:pt x="30574" y="1780"/>
                  </a:lnTo>
                  <a:lnTo>
                    <a:pt x="28721" y="0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5923169" y="2015645"/>
              <a:ext cx="15240" cy="598805"/>
            </a:xfrm>
            <a:custGeom>
              <a:avLst/>
              <a:gdLst/>
              <a:ahLst/>
              <a:cxnLst/>
              <a:rect l="l" t="t" r="r" b="b"/>
              <a:pathLst>
                <a:path w="15240" h="598805">
                  <a:moveTo>
                    <a:pt x="15151" y="0"/>
                  </a:moveTo>
                  <a:lnTo>
                    <a:pt x="0" y="0"/>
                  </a:lnTo>
                  <a:lnTo>
                    <a:pt x="0" y="598411"/>
                  </a:lnTo>
                  <a:lnTo>
                    <a:pt x="15151" y="598411"/>
                  </a:lnTo>
                  <a:lnTo>
                    <a:pt x="15151" y="0"/>
                  </a:lnTo>
                  <a:close/>
                </a:path>
              </a:pathLst>
            </a:custGeom>
            <a:solidFill>
              <a:srgbClr val="A9A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5923169" y="2015645"/>
              <a:ext cx="15240" cy="45085"/>
            </a:xfrm>
            <a:custGeom>
              <a:avLst/>
              <a:gdLst/>
              <a:ahLst/>
              <a:cxnLst/>
              <a:rect l="l" t="t" r="r" b="b"/>
              <a:pathLst>
                <a:path w="15240" h="45085">
                  <a:moveTo>
                    <a:pt x="15151" y="0"/>
                  </a:moveTo>
                  <a:lnTo>
                    <a:pt x="0" y="0"/>
                  </a:lnTo>
                  <a:lnTo>
                    <a:pt x="0" y="44742"/>
                  </a:lnTo>
                  <a:lnTo>
                    <a:pt x="15151" y="44742"/>
                  </a:lnTo>
                  <a:lnTo>
                    <a:pt x="15151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15742343" y="2656369"/>
              <a:ext cx="377190" cy="295275"/>
            </a:xfrm>
            <a:custGeom>
              <a:avLst/>
              <a:gdLst/>
              <a:ahLst/>
              <a:cxnLst/>
              <a:rect l="l" t="t" r="r" b="b"/>
              <a:pathLst>
                <a:path w="377190" h="295275">
                  <a:moveTo>
                    <a:pt x="208517" y="0"/>
                  </a:moveTo>
                  <a:lnTo>
                    <a:pt x="168288" y="0"/>
                  </a:lnTo>
                  <a:lnTo>
                    <a:pt x="161245" y="1094"/>
                  </a:lnTo>
                  <a:lnTo>
                    <a:pt x="138617" y="48823"/>
                  </a:lnTo>
                  <a:lnTo>
                    <a:pt x="135755" y="92740"/>
                  </a:lnTo>
                  <a:lnTo>
                    <a:pt x="135828" y="95190"/>
                  </a:lnTo>
                  <a:lnTo>
                    <a:pt x="135156" y="101918"/>
                  </a:lnTo>
                  <a:lnTo>
                    <a:pt x="132872" y="108161"/>
                  </a:lnTo>
                  <a:lnTo>
                    <a:pt x="129116" y="113646"/>
                  </a:lnTo>
                  <a:lnTo>
                    <a:pt x="124027" y="118101"/>
                  </a:lnTo>
                  <a:lnTo>
                    <a:pt x="92971" y="141314"/>
                  </a:lnTo>
                  <a:lnTo>
                    <a:pt x="61950" y="170500"/>
                  </a:lnTo>
                  <a:lnTo>
                    <a:pt x="34054" y="205743"/>
                  </a:lnTo>
                  <a:lnTo>
                    <a:pt x="12374" y="247130"/>
                  </a:lnTo>
                  <a:lnTo>
                    <a:pt x="0" y="294744"/>
                  </a:lnTo>
                  <a:lnTo>
                    <a:pt x="376794" y="294744"/>
                  </a:lnTo>
                  <a:lnTo>
                    <a:pt x="364424" y="247130"/>
                  </a:lnTo>
                  <a:lnTo>
                    <a:pt x="342744" y="205743"/>
                  </a:lnTo>
                  <a:lnTo>
                    <a:pt x="314847" y="170500"/>
                  </a:lnTo>
                  <a:lnTo>
                    <a:pt x="283824" y="141314"/>
                  </a:lnTo>
                  <a:lnTo>
                    <a:pt x="252767" y="118101"/>
                  </a:lnTo>
                  <a:lnTo>
                    <a:pt x="247682" y="113646"/>
                  </a:lnTo>
                  <a:lnTo>
                    <a:pt x="243927" y="108161"/>
                  </a:lnTo>
                  <a:lnTo>
                    <a:pt x="241644" y="101918"/>
                  </a:lnTo>
                  <a:lnTo>
                    <a:pt x="240976" y="95190"/>
                  </a:lnTo>
                  <a:lnTo>
                    <a:pt x="241081" y="87777"/>
                  </a:lnTo>
                  <a:lnTo>
                    <a:pt x="240336" y="67760"/>
                  </a:lnTo>
                  <a:lnTo>
                    <a:pt x="230150" y="15287"/>
                  </a:lnTo>
                  <a:lnTo>
                    <a:pt x="215553" y="1094"/>
                  </a:lnTo>
                  <a:lnTo>
                    <a:pt x="208517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4928852" y="1945997"/>
              <a:ext cx="1085850" cy="27940"/>
            </a:xfrm>
            <a:custGeom>
              <a:avLst/>
              <a:gdLst/>
              <a:ahLst/>
              <a:cxnLst/>
              <a:rect l="l" t="t" r="r" b="b"/>
              <a:pathLst>
                <a:path w="1085850" h="27939">
                  <a:moveTo>
                    <a:pt x="1079171" y="0"/>
                  </a:moveTo>
                  <a:lnTo>
                    <a:pt x="6114" y="0"/>
                  </a:lnTo>
                  <a:lnTo>
                    <a:pt x="0" y="6114"/>
                  </a:lnTo>
                  <a:lnTo>
                    <a:pt x="0" y="21214"/>
                  </a:lnTo>
                  <a:lnTo>
                    <a:pt x="6114" y="27329"/>
                  </a:lnTo>
                  <a:lnTo>
                    <a:pt x="1071621" y="27329"/>
                  </a:lnTo>
                  <a:lnTo>
                    <a:pt x="1079171" y="27329"/>
                  </a:lnTo>
                  <a:lnTo>
                    <a:pt x="1085286" y="21214"/>
                  </a:lnTo>
                  <a:lnTo>
                    <a:pt x="1085286" y="6114"/>
                  </a:lnTo>
                  <a:lnTo>
                    <a:pt x="107917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4815909" y="2943180"/>
              <a:ext cx="1311275" cy="15875"/>
            </a:xfrm>
            <a:custGeom>
              <a:avLst/>
              <a:gdLst/>
              <a:ahLst/>
              <a:cxnLst/>
              <a:rect l="l" t="t" r="r" b="b"/>
              <a:pathLst>
                <a:path w="1311275" h="15875">
                  <a:moveTo>
                    <a:pt x="392658" y="3556"/>
                  </a:moveTo>
                  <a:lnTo>
                    <a:pt x="389102" y="0"/>
                  </a:lnTo>
                  <a:lnTo>
                    <a:pt x="3556" y="0"/>
                  </a:lnTo>
                  <a:lnTo>
                    <a:pt x="0" y="3556"/>
                  </a:lnTo>
                  <a:lnTo>
                    <a:pt x="0" y="12331"/>
                  </a:lnTo>
                  <a:lnTo>
                    <a:pt x="3556" y="15875"/>
                  </a:lnTo>
                  <a:lnTo>
                    <a:pt x="384721" y="15875"/>
                  </a:lnTo>
                  <a:lnTo>
                    <a:pt x="389102" y="15875"/>
                  </a:lnTo>
                  <a:lnTo>
                    <a:pt x="392658" y="12331"/>
                  </a:lnTo>
                  <a:lnTo>
                    <a:pt x="392658" y="3556"/>
                  </a:lnTo>
                  <a:close/>
                </a:path>
                <a:path w="1311275" h="15875">
                  <a:moveTo>
                    <a:pt x="851903" y="3556"/>
                  </a:moveTo>
                  <a:lnTo>
                    <a:pt x="848347" y="0"/>
                  </a:lnTo>
                  <a:lnTo>
                    <a:pt x="462800" y="0"/>
                  </a:lnTo>
                  <a:lnTo>
                    <a:pt x="459257" y="3556"/>
                  </a:lnTo>
                  <a:lnTo>
                    <a:pt x="459257" y="12331"/>
                  </a:lnTo>
                  <a:lnTo>
                    <a:pt x="462800" y="15875"/>
                  </a:lnTo>
                  <a:lnTo>
                    <a:pt x="843978" y="15875"/>
                  </a:lnTo>
                  <a:lnTo>
                    <a:pt x="848347" y="15875"/>
                  </a:lnTo>
                  <a:lnTo>
                    <a:pt x="851903" y="12331"/>
                  </a:lnTo>
                  <a:lnTo>
                    <a:pt x="851903" y="3556"/>
                  </a:lnTo>
                  <a:close/>
                </a:path>
                <a:path w="1311275" h="15875">
                  <a:moveTo>
                    <a:pt x="1311160" y="3556"/>
                  </a:moveTo>
                  <a:lnTo>
                    <a:pt x="1307604" y="0"/>
                  </a:lnTo>
                  <a:lnTo>
                    <a:pt x="922045" y="0"/>
                  </a:lnTo>
                  <a:lnTo>
                    <a:pt x="918502" y="3556"/>
                  </a:lnTo>
                  <a:lnTo>
                    <a:pt x="918502" y="12331"/>
                  </a:lnTo>
                  <a:lnTo>
                    <a:pt x="922045" y="15875"/>
                  </a:lnTo>
                  <a:lnTo>
                    <a:pt x="1303223" y="15875"/>
                  </a:lnTo>
                  <a:lnTo>
                    <a:pt x="1307604" y="15875"/>
                  </a:lnTo>
                  <a:lnTo>
                    <a:pt x="1311160" y="12331"/>
                  </a:lnTo>
                  <a:lnTo>
                    <a:pt x="1311160" y="3556"/>
                  </a:lnTo>
                  <a:close/>
                </a:path>
              </a:pathLst>
            </a:custGeom>
            <a:solidFill>
              <a:srgbClr val="6878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3" name="object 293" descr=""/>
          <p:cNvSpPr/>
          <p:nvPr/>
        </p:nvSpPr>
        <p:spPr>
          <a:xfrm>
            <a:off x="16605671" y="1933857"/>
            <a:ext cx="13970" cy="968375"/>
          </a:xfrm>
          <a:custGeom>
            <a:avLst/>
            <a:gdLst/>
            <a:ahLst/>
            <a:cxnLst/>
            <a:rect l="l" t="t" r="r" b="b"/>
            <a:pathLst>
              <a:path w="13969" h="968375">
                <a:moveTo>
                  <a:pt x="13926" y="0"/>
                </a:moveTo>
                <a:lnTo>
                  <a:pt x="0" y="0"/>
                </a:lnTo>
                <a:lnTo>
                  <a:pt x="0" y="967949"/>
                </a:lnTo>
                <a:lnTo>
                  <a:pt x="13926" y="967949"/>
                </a:lnTo>
                <a:lnTo>
                  <a:pt x="13926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4" name="object 294" descr=""/>
          <p:cNvGrpSpPr/>
          <p:nvPr/>
        </p:nvGrpSpPr>
        <p:grpSpPr>
          <a:xfrm>
            <a:off x="16175251" y="2776462"/>
            <a:ext cx="875030" cy="826769"/>
            <a:chOff x="16175251" y="2776462"/>
            <a:chExt cx="875030" cy="826769"/>
          </a:xfrm>
        </p:grpSpPr>
        <p:sp>
          <p:nvSpPr>
            <p:cNvPr id="295" name="object 295" descr=""/>
            <p:cNvSpPr/>
            <p:nvPr/>
          </p:nvSpPr>
          <p:spPr>
            <a:xfrm>
              <a:off x="16399089" y="317585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5" h="427354">
                  <a:moveTo>
                    <a:pt x="213543" y="0"/>
                  </a:moveTo>
                  <a:lnTo>
                    <a:pt x="164640" y="5649"/>
                  </a:lnTo>
                  <a:lnTo>
                    <a:pt x="119716" y="21738"/>
                  </a:lnTo>
                  <a:lnTo>
                    <a:pt x="80063" y="46972"/>
                  </a:lnTo>
                  <a:lnTo>
                    <a:pt x="46973" y="80061"/>
                  </a:lnTo>
                  <a:lnTo>
                    <a:pt x="21738" y="119712"/>
                  </a:lnTo>
                  <a:lnTo>
                    <a:pt x="5649" y="164633"/>
                  </a:lnTo>
                  <a:lnTo>
                    <a:pt x="0" y="213532"/>
                  </a:lnTo>
                  <a:lnTo>
                    <a:pt x="5649" y="262442"/>
                  </a:lnTo>
                  <a:lnTo>
                    <a:pt x="21738" y="307369"/>
                  </a:lnTo>
                  <a:lnTo>
                    <a:pt x="46973" y="347021"/>
                  </a:lnTo>
                  <a:lnTo>
                    <a:pt x="80063" y="380109"/>
                  </a:lnTo>
                  <a:lnTo>
                    <a:pt x="119716" y="405341"/>
                  </a:lnTo>
                  <a:lnTo>
                    <a:pt x="164640" y="421427"/>
                  </a:lnTo>
                  <a:lnTo>
                    <a:pt x="213543" y="427076"/>
                  </a:lnTo>
                  <a:lnTo>
                    <a:pt x="262446" y="421427"/>
                  </a:lnTo>
                  <a:lnTo>
                    <a:pt x="272579" y="417798"/>
                  </a:lnTo>
                  <a:lnTo>
                    <a:pt x="213543" y="417798"/>
                  </a:lnTo>
                  <a:lnTo>
                    <a:pt x="166766" y="412395"/>
                  </a:lnTo>
                  <a:lnTo>
                    <a:pt x="123796" y="397007"/>
                  </a:lnTo>
                  <a:lnTo>
                    <a:pt x="85868" y="372871"/>
                  </a:lnTo>
                  <a:lnTo>
                    <a:pt x="54217" y="341220"/>
                  </a:lnTo>
                  <a:lnTo>
                    <a:pt x="30080" y="303290"/>
                  </a:lnTo>
                  <a:lnTo>
                    <a:pt x="14691" y="260316"/>
                  </a:lnTo>
                  <a:lnTo>
                    <a:pt x="9287" y="213532"/>
                  </a:lnTo>
                  <a:lnTo>
                    <a:pt x="14691" y="166759"/>
                  </a:lnTo>
                  <a:lnTo>
                    <a:pt x="30080" y="123790"/>
                  </a:lnTo>
                  <a:lnTo>
                    <a:pt x="54217" y="85862"/>
                  </a:lnTo>
                  <a:lnTo>
                    <a:pt x="85868" y="54210"/>
                  </a:lnTo>
                  <a:lnTo>
                    <a:pt x="123796" y="30071"/>
                  </a:lnTo>
                  <a:lnTo>
                    <a:pt x="166766" y="14681"/>
                  </a:lnTo>
                  <a:lnTo>
                    <a:pt x="213543" y="9277"/>
                  </a:lnTo>
                  <a:lnTo>
                    <a:pt x="272575" y="9277"/>
                  </a:lnTo>
                  <a:lnTo>
                    <a:pt x="262446" y="5649"/>
                  </a:lnTo>
                  <a:lnTo>
                    <a:pt x="213543" y="0"/>
                  </a:lnTo>
                  <a:close/>
                </a:path>
                <a:path w="427355" h="427354">
                  <a:moveTo>
                    <a:pt x="272575" y="9277"/>
                  </a:moveTo>
                  <a:lnTo>
                    <a:pt x="213543" y="9277"/>
                  </a:lnTo>
                  <a:lnTo>
                    <a:pt x="260319" y="14681"/>
                  </a:lnTo>
                  <a:lnTo>
                    <a:pt x="303289" y="30071"/>
                  </a:lnTo>
                  <a:lnTo>
                    <a:pt x="341218" y="54210"/>
                  </a:lnTo>
                  <a:lnTo>
                    <a:pt x="372868" y="85862"/>
                  </a:lnTo>
                  <a:lnTo>
                    <a:pt x="397006" y="123790"/>
                  </a:lnTo>
                  <a:lnTo>
                    <a:pt x="412394" y="166759"/>
                  </a:lnTo>
                  <a:lnTo>
                    <a:pt x="417798" y="213532"/>
                  </a:lnTo>
                  <a:lnTo>
                    <a:pt x="412394" y="260316"/>
                  </a:lnTo>
                  <a:lnTo>
                    <a:pt x="397006" y="303290"/>
                  </a:lnTo>
                  <a:lnTo>
                    <a:pt x="372868" y="341220"/>
                  </a:lnTo>
                  <a:lnTo>
                    <a:pt x="341218" y="372871"/>
                  </a:lnTo>
                  <a:lnTo>
                    <a:pt x="303289" y="397007"/>
                  </a:lnTo>
                  <a:lnTo>
                    <a:pt x="260319" y="412395"/>
                  </a:lnTo>
                  <a:lnTo>
                    <a:pt x="213543" y="417798"/>
                  </a:lnTo>
                  <a:lnTo>
                    <a:pt x="272579" y="417798"/>
                  </a:lnTo>
                  <a:lnTo>
                    <a:pt x="347023" y="380109"/>
                  </a:lnTo>
                  <a:lnTo>
                    <a:pt x="380113" y="347021"/>
                  </a:lnTo>
                  <a:lnTo>
                    <a:pt x="405348" y="307369"/>
                  </a:lnTo>
                  <a:lnTo>
                    <a:pt x="421436" y="262442"/>
                  </a:lnTo>
                  <a:lnTo>
                    <a:pt x="427086" y="213532"/>
                  </a:lnTo>
                  <a:lnTo>
                    <a:pt x="421436" y="164633"/>
                  </a:lnTo>
                  <a:lnTo>
                    <a:pt x="405348" y="119712"/>
                  </a:lnTo>
                  <a:lnTo>
                    <a:pt x="380113" y="80061"/>
                  </a:lnTo>
                  <a:lnTo>
                    <a:pt x="347023" y="46972"/>
                  </a:lnTo>
                  <a:lnTo>
                    <a:pt x="307370" y="21738"/>
                  </a:lnTo>
                  <a:lnTo>
                    <a:pt x="272575" y="9277"/>
                  </a:lnTo>
                  <a:close/>
                </a:path>
              </a:pathLst>
            </a:custGeom>
            <a:solidFill>
              <a:srgbClr val="3B51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6" name="object 29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533711" y="3310486"/>
              <a:ext cx="157838" cy="157838"/>
            </a:xfrm>
            <a:prstGeom prst="rect">
              <a:avLst/>
            </a:prstGeom>
          </p:spPr>
        </p:pic>
        <p:sp>
          <p:nvSpPr>
            <p:cNvPr id="297" name="object 297" descr=""/>
            <p:cNvSpPr/>
            <p:nvPr/>
          </p:nvSpPr>
          <p:spPr>
            <a:xfrm>
              <a:off x="16175251" y="3352259"/>
              <a:ext cx="875030" cy="27305"/>
            </a:xfrm>
            <a:custGeom>
              <a:avLst/>
              <a:gdLst/>
              <a:ahLst/>
              <a:cxnLst/>
              <a:rect l="l" t="t" r="r" b="b"/>
              <a:pathLst>
                <a:path w="875030" h="27304">
                  <a:moveTo>
                    <a:pt x="861502" y="0"/>
                  </a:moveTo>
                  <a:lnTo>
                    <a:pt x="13266" y="0"/>
                  </a:lnTo>
                  <a:lnTo>
                    <a:pt x="2010" y="14962"/>
                  </a:lnTo>
                  <a:lnTo>
                    <a:pt x="282" y="17256"/>
                  </a:lnTo>
                  <a:lnTo>
                    <a:pt x="0" y="20334"/>
                  </a:lnTo>
                  <a:lnTo>
                    <a:pt x="2565" y="25475"/>
                  </a:lnTo>
                  <a:lnTo>
                    <a:pt x="5193" y="27077"/>
                  </a:lnTo>
                  <a:lnTo>
                    <a:pt x="869575" y="27077"/>
                  </a:lnTo>
                  <a:lnTo>
                    <a:pt x="872193" y="25465"/>
                  </a:lnTo>
                  <a:lnTo>
                    <a:pt x="874758" y="20334"/>
                  </a:lnTo>
                  <a:lnTo>
                    <a:pt x="874486" y="17256"/>
                  </a:lnTo>
                  <a:lnTo>
                    <a:pt x="861502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6188519" y="2894070"/>
              <a:ext cx="848360" cy="458470"/>
            </a:xfrm>
            <a:custGeom>
              <a:avLst/>
              <a:gdLst/>
              <a:ahLst/>
              <a:cxnLst/>
              <a:rect l="l" t="t" r="r" b="b"/>
              <a:pathLst>
                <a:path w="848359" h="458470">
                  <a:moveTo>
                    <a:pt x="464080" y="0"/>
                  </a:moveTo>
                  <a:lnTo>
                    <a:pt x="384155" y="0"/>
                  </a:lnTo>
                  <a:lnTo>
                    <a:pt x="377025" y="3423"/>
                  </a:lnTo>
                  <a:lnTo>
                    <a:pt x="358784" y="39433"/>
                  </a:lnTo>
                  <a:lnTo>
                    <a:pt x="329801" y="212035"/>
                  </a:lnTo>
                  <a:lnTo>
                    <a:pt x="317867" y="247486"/>
                  </a:lnTo>
                  <a:lnTo>
                    <a:pt x="296087" y="276838"/>
                  </a:lnTo>
                  <a:lnTo>
                    <a:pt x="266411" y="298170"/>
                  </a:lnTo>
                  <a:lnTo>
                    <a:pt x="230788" y="309561"/>
                  </a:lnTo>
                  <a:lnTo>
                    <a:pt x="140100" y="323382"/>
                  </a:lnTo>
                  <a:lnTo>
                    <a:pt x="110078" y="331433"/>
                  </a:lnTo>
                  <a:lnTo>
                    <a:pt x="82863" y="345681"/>
                  </a:lnTo>
                  <a:lnTo>
                    <a:pt x="59391" y="365499"/>
                  </a:lnTo>
                  <a:lnTo>
                    <a:pt x="40595" y="390260"/>
                  </a:lnTo>
                  <a:lnTo>
                    <a:pt x="0" y="458185"/>
                  </a:lnTo>
                  <a:lnTo>
                    <a:pt x="848235" y="458185"/>
                  </a:lnTo>
                  <a:lnTo>
                    <a:pt x="807629" y="390249"/>
                  </a:lnTo>
                  <a:lnTo>
                    <a:pt x="765361" y="345680"/>
                  </a:lnTo>
                  <a:lnTo>
                    <a:pt x="708125" y="323382"/>
                  </a:lnTo>
                  <a:lnTo>
                    <a:pt x="617447" y="309561"/>
                  </a:lnTo>
                  <a:lnTo>
                    <a:pt x="581819" y="298170"/>
                  </a:lnTo>
                  <a:lnTo>
                    <a:pt x="552144" y="276838"/>
                  </a:lnTo>
                  <a:lnTo>
                    <a:pt x="530366" y="247486"/>
                  </a:lnTo>
                  <a:lnTo>
                    <a:pt x="518434" y="212035"/>
                  </a:lnTo>
                  <a:lnTo>
                    <a:pt x="489440" y="39433"/>
                  </a:lnTo>
                  <a:lnTo>
                    <a:pt x="487509" y="31212"/>
                  </a:lnTo>
                  <a:lnTo>
                    <a:pt x="484569" y="23393"/>
                  </a:lnTo>
                  <a:lnTo>
                    <a:pt x="480682" y="16054"/>
                  </a:lnTo>
                  <a:lnTo>
                    <a:pt x="475912" y="9277"/>
                  </a:lnTo>
                  <a:lnTo>
                    <a:pt x="471200" y="3413"/>
                  </a:lnTo>
                  <a:lnTo>
                    <a:pt x="464080" y="0"/>
                  </a:lnTo>
                  <a:close/>
                </a:path>
              </a:pathLst>
            </a:custGeom>
            <a:solidFill>
              <a:srgbClr val="B0D27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9" name="object 29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80188" y="2776462"/>
              <a:ext cx="64888" cy="117608"/>
            </a:xfrm>
            <a:prstGeom prst="rect">
              <a:avLst/>
            </a:prstGeom>
          </p:spPr>
        </p:pic>
      </p:grpSp>
      <p:grpSp>
        <p:nvGrpSpPr>
          <p:cNvPr id="300" name="object 300" descr=""/>
          <p:cNvGrpSpPr/>
          <p:nvPr/>
        </p:nvGrpSpPr>
        <p:grpSpPr>
          <a:xfrm>
            <a:off x="17847319" y="3183096"/>
            <a:ext cx="783590" cy="1092835"/>
            <a:chOff x="17847319" y="3183096"/>
            <a:chExt cx="783590" cy="1092835"/>
          </a:xfrm>
        </p:grpSpPr>
        <p:sp>
          <p:nvSpPr>
            <p:cNvPr id="301" name="object 301" descr=""/>
            <p:cNvSpPr/>
            <p:nvPr/>
          </p:nvSpPr>
          <p:spPr>
            <a:xfrm>
              <a:off x="17847319" y="4243975"/>
              <a:ext cx="783590" cy="31750"/>
            </a:xfrm>
            <a:custGeom>
              <a:avLst/>
              <a:gdLst/>
              <a:ahLst/>
              <a:cxnLst/>
              <a:rect l="l" t="t" r="r" b="b"/>
              <a:pathLst>
                <a:path w="783590" h="31750">
                  <a:moveTo>
                    <a:pt x="783295" y="0"/>
                  </a:moveTo>
                  <a:lnTo>
                    <a:pt x="0" y="0"/>
                  </a:lnTo>
                  <a:lnTo>
                    <a:pt x="0" y="31475"/>
                  </a:lnTo>
                  <a:lnTo>
                    <a:pt x="783295" y="31475"/>
                  </a:lnTo>
                  <a:lnTo>
                    <a:pt x="783295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7862638" y="3198206"/>
              <a:ext cx="753110" cy="1030605"/>
            </a:xfrm>
            <a:custGeom>
              <a:avLst/>
              <a:gdLst/>
              <a:ahLst/>
              <a:cxnLst/>
              <a:rect l="l" t="t" r="r" b="b"/>
              <a:pathLst>
                <a:path w="753109" h="1030604">
                  <a:moveTo>
                    <a:pt x="752647" y="0"/>
                  </a:moveTo>
                  <a:lnTo>
                    <a:pt x="0" y="0"/>
                  </a:lnTo>
                  <a:lnTo>
                    <a:pt x="0" y="1030450"/>
                  </a:lnTo>
                  <a:lnTo>
                    <a:pt x="752647" y="1030450"/>
                  </a:lnTo>
                  <a:lnTo>
                    <a:pt x="752647" y="0"/>
                  </a:lnTo>
                  <a:close/>
                </a:path>
              </a:pathLst>
            </a:custGeom>
            <a:solidFill>
              <a:srgbClr val="3D8C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7947547" y="3283125"/>
              <a:ext cx="582930" cy="861060"/>
            </a:xfrm>
            <a:custGeom>
              <a:avLst/>
              <a:gdLst/>
              <a:ahLst/>
              <a:cxnLst/>
              <a:rect l="l" t="t" r="r" b="b"/>
              <a:pathLst>
                <a:path w="582930" h="861060">
                  <a:moveTo>
                    <a:pt x="582819" y="0"/>
                  </a:moveTo>
                  <a:lnTo>
                    <a:pt x="0" y="0"/>
                  </a:lnTo>
                  <a:lnTo>
                    <a:pt x="0" y="860623"/>
                  </a:lnTo>
                  <a:lnTo>
                    <a:pt x="582819" y="860623"/>
                  </a:lnTo>
                  <a:lnTo>
                    <a:pt x="582819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7847310" y="3183095"/>
              <a:ext cx="783590" cy="1060450"/>
            </a:xfrm>
            <a:custGeom>
              <a:avLst/>
              <a:gdLst/>
              <a:ahLst/>
              <a:cxnLst/>
              <a:rect l="l" t="t" r="r" b="b"/>
              <a:pathLst>
                <a:path w="783590" h="1060450">
                  <a:moveTo>
                    <a:pt x="783297" y="0"/>
                  </a:moveTo>
                  <a:lnTo>
                    <a:pt x="752678" y="0"/>
                  </a:lnTo>
                  <a:lnTo>
                    <a:pt x="752678" y="30480"/>
                  </a:lnTo>
                  <a:lnTo>
                    <a:pt x="752678" y="1029970"/>
                  </a:lnTo>
                  <a:lnTo>
                    <a:pt x="30645" y="1029970"/>
                  </a:lnTo>
                  <a:lnTo>
                    <a:pt x="30645" y="30480"/>
                  </a:lnTo>
                  <a:lnTo>
                    <a:pt x="752678" y="30480"/>
                  </a:lnTo>
                  <a:lnTo>
                    <a:pt x="752678" y="0"/>
                  </a:lnTo>
                  <a:lnTo>
                    <a:pt x="0" y="0"/>
                  </a:lnTo>
                  <a:lnTo>
                    <a:pt x="0" y="30480"/>
                  </a:lnTo>
                  <a:lnTo>
                    <a:pt x="0" y="1029970"/>
                  </a:lnTo>
                  <a:lnTo>
                    <a:pt x="0" y="1060450"/>
                  </a:lnTo>
                  <a:lnTo>
                    <a:pt x="783297" y="1060450"/>
                  </a:lnTo>
                  <a:lnTo>
                    <a:pt x="783297" y="1030249"/>
                  </a:lnTo>
                  <a:lnTo>
                    <a:pt x="783297" y="1029970"/>
                  </a:lnTo>
                  <a:lnTo>
                    <a:pt x="783297" y="30480"/>
                  </a:lnTo>
                  <a:lnTo>
                    <a:pt x="783297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5" name="object 305" descr=""/>
          <p:cNvGrpSpPr/>
          <p:nvPr/>
        </p:nvGrpSpPr>
        <p:grpSpPr>
          <a:xfrm>
            <a:off x="16453102" y="3988556"/>
            <a:ext cx="620395" cy="412115"/>
            <a:chOff x="16453102" y="3988556"/>
            <a:chExt cx="620395" cy="412115"/>
          </a:xfrm>
        </p:grpSpPr>
        <p:sp>
          <p:nvSpPr>
            <p:cNvPr id="306" name="object 306" descr=""/>
            <p:cNvSpPr/>
            <p:nvPr/>
          </p:nvSpPr>
          <p:spPr>
            <a:xfrm>
              <a:off x="16632382" y="4031216"/>
              <a:ext cx="262255" cy="76835"/>
            </a:xfrm>
            <a:custGeom>
              <a:avLst/>
              <a:gdLst/>
              <a:ahLst/>
              <a:cxnLst/>
              <a:rect l="l" t="t" r="r" b="b"/>
              <a:pathLst>
                <a:path w="262255" h="76835">
                  <a:moveTo>
                    <a:pt x="237793" y="0"/>
                  </a:moveTo>
                  <a:lnTo>
                    <a:pt x="23936" y="0"/>
                  </a:lnTo>
                  <a:lnTo>
                    <a:pt x="0" y="76552"/>
                  </a:lnTo>
                  <a:lnTo>
                    <a:pt x="261730" y="76552"/>
                  </a:lnTo>
                  <a:lnTo>
                    <a:pt x="237793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6453091" y="3988567"/>
              <a:ext cx="620395" cy="412115"/>
            </a:xfrm>
            <a:custGeom>
              <a:avLst/>
              <a:gdLst/>
              <a:ahLst/>
              <a:cxnLst/>
              <a:rect l="l" t="t" r="r" b="b"/>
              <a:pathLst>
                <a:path w="620394" h="412114">
                  <a:moveTo>
                    <a:pt x="620306" y="21323"/>
                  </a:moveTo>
                  <a:lnTo>
                    <a:pt x="618629" y="13017"/>
                  </a:lnTo>
                  <a:lnTo>
                    <a:pt x="614057" y="6248"/>
                  </a:lnTo>
                  <a:lnTo>
                    <a:pt x="607275" y="1676"/>
                  </a:lnTo>
                  <a:lnTo>
                    <a:pt x="598970" y="0"/>
                  </a:lnTo>
                  <a:lnTo>
                    <a:pt x="21336" y="0"/>
                  </a:lnTo>
                  <a:lnTo>
                    <a:pt x="13030" y="1676"/>
                  </a:lnTo>
                  <a:lnTo>
                    <a:pt x="6248" y="6248"/>
                  </a:lnTo>
                  <a:lnTo>
                    <a:pt x="1676" y="13017"/>
                  </a:lnTo>
                  <a:lnTo>
                    <a:pt x="0" y="21323"/>
                  </a:lnTo>
                  <a:lnTo>
                    <a:pt x="1676" y="29616"/>
                  </a:lnTo>
                  <a:lnTo>
                    <a:pt x="6248" y="36398"/>
                  </a:lnTo>
                  <a:lnTo>
                    <a:pt x="13030" y="40970"/>
                  </a:lnTo>
                  <a:lnTo>
                    <a:pt x="21336" y="42659"/>
                  </a:lnTo>
                  <a:lnTo>
                    <a:pt x="119418" y="42659"/>
                  </a:lnTo>
                  <a:lnTo>
                    <a:pt x="57238" y="405384"/>
                  </a:lnTo>
                  <a:lnTo>
                    <a:pt x="57848" y="407606"/>
                  </a:lnTo>
                  <a:lnTo>
                    <a:pt x="60693" y="410997"/>
                  </a:lnTo>
                  <a:lnTo>
                    <a:pt x="62788" y="411962"/>
                  </a:lnTo>
                  <a:lnTo>
                    <a:pt x="83896" y="411962"/>
                  </a:lnTo>
                  <a:lnTo>
                    <a:pt x="88925" y="408266"/>
                  </a:lnTo>
                  <a:lnTo>
                    <a:pt x="90614" y="402844"/>
                  </a:lnTo>
                  <a:lnTo>
                    <a:pt x="203225" y="42659"/>
                  </a:lnTo>
                  <a:lnTo>
                    <a:pt x="417080" y="42659"/>
                  </a:lnTo>
                  <a:lnTo>
                    <a:pt x="531393" y="408266"/>
                  </a:lnTo>
                  <a:lnTo>
                    <a:pt x="536422" y="411975"/>
                  </a:lnTo>
                  <a:lnTo>
                    <a:pt x="557517" y="411975"/>
                  </a:lnTo>
                  <a:lnTo>
                    <a:pt x="559625" y="410997"/>
                  </a:lnTo>
                  <a:lnTo>
                    <a:pt x="562470" y="407606"/>
                  </a:lnTo>
                  <a:lnTo>
                    <a:pt x="563067" y="405396"/>
                  </a:lnTo>
                  <a:lnTo>
                    <a:pt x="500888" y="42659"/>
                  </a:lnTo>
                  <a:lnTo>
                    <a:pt x="598970" y="42659"/>
                  </a:lnTo>
                  <a:lnTo>
                    <a:pt x="607275" y="40970"/>
                  </a:lnTo>
                  <a:lnTo>
                    <a:pt x="614057" y="36398"/>
                  </a:lnTo>
                  <a:lnTo>
                    <a:pt x="618629" y="29616"/>
                  </a:lnTo>
                  <a:lnTo>
                    <a:pt x="620306" y="21323"/>
                  </a:lnTo>
                  <a:close/>
                </a:path>
              </a:pathLst>
            </a:custGeom>
            <a:solidFill>
              <a:srgbClr val="C6CC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6563744" y="4031216"/>
              <a:ext cx="399415" cy="51435"/>
            </a:xfrm>
            <a:custGeom>
              <a:avLst/>
              <a:gdLst/>
              <a:ahLst/>
              <a:cxnLst/>
              <a:rect l="l" t="t" r="r" b="b"/>
              <a:pathLst>
                <a:path w="399415" h="51435">
                  <a:moveTo>
                    <a:pt x="390239" y="0"/>
                  </a:moveTo>
                  <a:lnTo>
                    <a:pt x="306430" y="0"/>
                  </a:lnTo>
                  <a:lnTo>
                    <a:pt x="8774" y="0"/>
                  </a:lnTo>
                  <a:lnTo>
                    <a:pt x="0" y="51202"/>
                  </a:lnTo>
                  <a:lnTo>
                    <a:pt x="399024" y="51202"/>
                  </a:lnTo>
                  <a:lnTo>
                    <a:pt x="390239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9" name="object 309" descr=""/>
          <p:cNvGrpSpPr/>
          <p:nvPr/>
        </p:nvGrpSpPr>
        <p:grpSpPr>
          <a:xfrm>
            <a:off x="8358691" y="3297923"/>
            <a:ext cx="614680" cy="650240"/>
            <a:chOff x="8358691" y="3297923"/>
            <a:chExt cx="614680" cy="650240"/>
          </a:xfrm>
        </p:grpSpPr>
        <p:sp>
          <p:nvSpPr>
            <p:cNvPr id="310" name="object 310" descr=""/>
            <p:cNvSpPr/>
            <p:nvPr/>
          </p:nvSpPr>
          <p:spPr>
            <a:xfrm>
              <a:off x="8358694" y="3297928"/>
              <a:ext cx="614680" cy="650240"/>
            </a:xfrm>
            <a:custGeom>
              <a:avLst/>
              <a:gdLst/>
              <a:ahLst/>
              <a:cxnLst/>
              <a:rect l="l" t="t" r="r" b="b"/>
              <a:pathLst>
                <a:path w="614679" h="650239">
                  <a:moveTo>
                    <a:pt x="307194" y="0"/>
                  </a:moveTo>
                  <a:lnTo>
                    <a:pt x="261799" y="3330"/>
                  </a:lnTo>
                  <a:lnTo>
                    <a:pt x="218472" y="13006"/>
                  </a:lnTo>
                  <a:lnTo>
                    <a:pt x="177688" y="28551"/>
                  </a:lnTo>
                  <a:lnTo>
                    <a:pt x="139923" y="49490"/>
                  </a:lnTo>
                  <a:lnTo>
                    <a:pt x="105652" y="75349"/>
                  </a:lnTo>
                  <a:lnTo>
                    <a:pt x="75349" y="105652"/>
                  </a:lnTo>
                  <a:lnTo>
                    <a:pt x="49490" y="139923"/>
                  </a:lnTo>
                  <a:lnTo>
                    <a:pt x="28551" y="177688"/>
                  </a:lnTo>
                  <a:lnTo>
                    <a:pt x="13006" y="218472"/>
                  </a:lnTo>
                  <a:lnTo>
                    <a:pt x="3330" y="261799"/>
                  </a:lnTo>
                  <a:lnTo>
                    <a:pt x="0" y="307194"/>
                  </a:lnTo>
                  <a:lnTo>
                    <a:pt x="0" y="342806"/>
                  </a:lnTo>
                  <a:lnTo>
                    <a:pt x="3330" y="388201"/>
                  </a:lnTo>
                  <a:lnTo>
                    <a:pt x="13006" y="431528"/>
                  </a:lnTo>
                  <a:lnTo>
                    <a:pt x="28551" y="472312"/>
                  </a:lnTo>
                  <a:lnTo>
                    <a:pt x="49490" y="510077"/>
                  </a:lnTo>
                  <a:lnTo>
                    <a:pt x="75349" y="544348"/>
                  </a:lnTo>
                  <a:lnTo>
                    <a:pt x="105652" y="574651"/>
                  </a:lnTo>
                  <a:lnTo>
                    <a:pt x="139923" y="600510"/>
                  </a:lnTo>
                  <a:lnTo>
                    <a:pt x="177688" y="621449"/>
                  </a:lnTo>
                  <a:lnTo>
                    <a:pt x="218472" y="636994"/>
                  </a:lnTo>
                  <a:lnTo>
                    <a:pt x="261799" y="646670"/>
                  </a:lnTo>
                  <a:lnTo>
                    <a:pt x="307194" y="650001"/>
                  </a:lnTo>
                  <a:lnTo>
                    <a:pt x="352590" y="646670"/>
                  </a:lnTo>
                  <a:lnTo>
                    <a:pt x="395917" y="636994"/>
                  </a:lnTo>
                  <a:lnTo>
                    <a:pt x="436700" y="621449"/>
                  </a:lnTo>
                  <a:lnTo>
                    <a:pt x="474465" y="600510"/>
                  </a:lnTo>
                  <a:lnTo>
                    <a:pt x="508737" y="574651"/>
                  </a:lnTo>
                  <a:lnTo>
                    <a:pt x="539040" y="544348"/>
                  </a:lnTo>
                  <a:lnTo>
                    <a:pt x="564898" y="510077"/>
                  </a:lnTo>
                  <a:lnTo>
                    <a:pt x="585838" y="472312"/>
                  </a:lnTo>
                  <a:lnTo>
                    <a:pt x="601383" y="431528"/>
                  </a:lnTo>
                  <a:lnTo>
                    <a:pt x="611058" y="388201"/>
                  </a:lnTo>
                  <a:lnTo>
                    <a:pt x="614389" y="342806"/>
                  </a:lnTo>
                  <a:lnTo>
                    <a:pt x="614389" y="307194"/>
                  </a:lnTo>
                  <a:lnTo>
                    <a:pt x="611058" y="261799"/>
                  </a:lnTo>
                  <a:lnTo>
                    <a:pt x="601383" y="218472"/>
                  </a:lnTo>
                  <a:lnTo>
                    <a:pt x="585838" y="177688"/>
                  </a:lnTo>
                  <a:lnTo>
                    <a:pt x="564898" y="139923"/>
                  </a:lnTo>
                  <a:lnTo>
                    <a:pt x="539040" y="105652"/>
                  </a:lnTo>
                  <a:lnTo>
                    <a:pt x="508737" y="75349"/>
                  </a:lnTo>
                  <a:lnTo>
                    <a:pt x="474465" y="49490"/>
                  </a:lnTo>
                  <a:lnTo>
                    <a:pt x="436700" y="28551"/>
                  </a:lnTo>
                  <a:lnTo>
                    <a:pt x="395917" y="13006"/>
                  </a:lnTo>
                  <a:lnTo>
                    <a:pt x="352590" y="3330"/>
                  </a:lnTo>
                  <a:lnTo>
                    <a:pt x="307194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8358691" y="3297923"/>
              <a:ext cx="614680" cy="614680"/>
            </a:xfrm>
            <a:custGeom>
              <a:avLst/>
              <a:gdLst/>
              <a:ahLst/>
              <a:cxnLst/>
              <a:rect l="l" t="t" r="r" b="b"/>
              <a:pathLst>
                <a:path w="614679" h="614679">
                  <a:moveTo>
                    <a:pt x="307194" y="0"/>
                  </a:moveTo>
                  <a:lnTo>
                    <a:pt x="261799" y="3330"/>
                  </a:lnTo>
                  <a:lnTo>
                    <a:pt x="218472" y="13006"/>
                  </a:lnTo>
                  <a:lnTo>
                    <a:pt x="177688" y="28551"/>
                  </a:lnTo>
                  <a:lnTo>
                    <a:pt x="139923" y="49490"/>
                  </a:lnTo>
                  <a:lnTo>
                    <a:pt x="105652" y="75349"/>
                  </a:lnTo>
                  <a:lnTo>
                    <a:pt x="75349" y="105652"/>
                  </a:lnTo>
                  <a:lnTo>
                    <a:pt x="49490" y="139923"/>
                  </a:lnTo>
                  <a:lnTo>
                    <a:pt x="28551" y="177688"/>
                  </a:lnTo>
                  <a:lnTo>
                    <a:pt x="13006" y="218472"/>
                  </a:lnTo>
                  <a:lnTo>
                    <a:pt x="3330" y="261799"/>
                  </a:lnTo>
                  <a:lnTo>
                    <a:pt x="0" y="307194"/>
                  </a:lnTo>
                  <a:lnTo>
                    <a:pt x="3330" y="352590"/>
                  </a:lnTo>
                  <a:lnTo>
                    <a:pt x="13006" y="395917"/>
                  </a:lnTo>
                  <a:lnTo>
                    <a:pt x="28551" y="436700"/>
                  </a:lnTo>
                  <a:lnTo>
                    <a:pt x="49490" y="474465"/>
                  </a:lnTo>
                  <a:lnTo>
                    <a:pt x="75349" y="508737"/>
                  </a:lnTo>
                  <a:lnTo>
                    <a:pt x="105652" y="539040"/>
                  </a:lnTo>
                  <a:lnTo>
                    <a:pt x="139923" y="564898"/>
                  </a:lnTo>
                  <a:lnTo>
                    <a:pt x="177688" y="585838"/>
                  </a:lnTo>
                  <a:lnTo>
                    <a:pt x="218472" y="601383"/>
                  </a:lnTo>
                  <a:lnTo>
                    <a:pt x="261799" y="611058"/>
                  </a:lnTo>
                  <a:lnTo>
                    <a:pt x="307194" y="614389"/>
                  </a:lnTo>
                  <a:lnTo>
                    <a:pt x="352590" y="611058"/>
                  </a:lnTo>
                  <a:lnTo>
                    <a:pt x="395917" y="601383"/>
                  </a:lnTo>
                  <a:lnTo>
                    <a:pt x="436700" y="585838"/>
                  </a:lnTo>
                  <a:lnTo>
                    <a:pt x="474465" y="564898"/>
                  </a:lnTo>
                  <a:lnTo>
                    <a:pt x="508737" y="539040"/>
                  </a:lnTo>
                  <a:lnTo>
                    <a:pt x="539040" y="508737"/>
                  </a:lnTo>
                  <a:lnTo>
                    <a:pt x="564898" y="474465"/>
                  </a:lnTo>
                  <a:lnTo>
                    <a:pt x="585838" y="436700"/>
                  </a:lnTo>
                  <a:lnTo>
                    <a:pt x="601383" y="395917"/>
                  </a:lnTo>
                  <a:lnTo>
                    <a:pt x="611058" y="352590"/>
                  </a:lnTo>
                  <a:lnTo>
                    <a:pt x="614389" y="307194"/>
                  </a:lnTo>
                  <a:lnTo>
                    <a:pt x="611058" y="261799"/>
                  </a:lnTo>
                  <a:lnTo>
                    <a:pt x="601383" y="218472"/>
                  </a:lnTo>
                  <a:lnTo>
                    <a:pt x="585838" y="177688"/>
                  </a:lnTo>
                  <a:lnTo>
                    <a:pt x="564898" y="139923"/>
                  </a:lnTo>
                  <a:lnTo>
                    <a:pt x="539040" y="105652"/>
                  </a:lnTo>
                  <a:lnTo>
                    <a:pt x="508737" y="75349"/>
                  </a:lnTo>
                  <a:lnTo>
                    <a:pt x="474465" y="49490"/>
                  </a:lnTo>
                  <a:lnTo>
                    <a:pt x="436700" y="28551"/>
                  </a:lnTo>
                  <a:lnTo>
                    <a:pt x="395917" y="13006"/>
                  </a:lnTo>
                  <a:lnTo>
                    <a:pt x="352590" y="3330"/>
                  </a:lnTo>
                  <a:lnTo>
                    <a:pt x="307194" y="0"/>
                  </a:lnTo>
                  <a:close/>
                </a:path>
              </a:pathLst>
            </a:custGeom>
            <a:solidFill>
              <a:srgbClr val="C6CC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8375451" y="3314687"/>
              <a:ext cx="581025" cy="581025"/>
            </a:xfrm>
            <a:custGeom>
              <a:avLst/>
              <a:gdLst/>
              <a:ahLst/>
              <a:cxnLst/>
              <a:rect l="l" t="t" r="r" b="b"/>
              <a:pathLst>
                <a:path w="581025" h="581025">
                  <a:moveTo>
                    <a:pt x="290430" y="0"/>
                  </a:moveTo>
                  <a:lnTo>
                    <a:pt x="243323" y="3801"/>
                  </a:lnTo>
                  <a:lnTo>
                    <a:pt x="198635" y="14806"/>
                  </a:lnTo>
                  <a:lnTo>
                    <a:pt x="156964" y="32416"/>
                  </a:lnTo>
                  <a:lnTo>
                    <a:pt x="118909" y="56035"/>
                  </a:lnTo>
                  <a:lnTo>
                    <a:pt x="85068" y="85064"/>
                  </a:lnTo>
                  <a:lnTo>
                    <a:pt x="56038" y="118904"/>
                  </a:lnTo>
                  <a:lnTo>
                    <a:pt x="32418" y="156959"/>
                  </a:lnTo>
                  <a:lnTo>
                    <a:pt x="14807" y="198631"/>
                  </a:lnTo>
                  <a:lnTo>
                    <a:pt x="3801" y="243320"/>
                  </a:lnTo>
                  <a:lnTo>
                    <a:pt x="0" y="290430"/>
                  </a:lnTo>
                  <a:lnTo>
                    <a:pt x="3801" y="337541"/>
                  </a:lnTo>
                  <a:lnTo>
                    <a:pt x="14807" y="382231"/>
                  </a:lnTo>
                  <a:lnTo>
                    <a:pt x="32418" y="423904"/>
                  </a:lnTo>
                  <a:lnTo>
                    <a:pt x="56038" y="461960"/>
                  </a:lnTo>
                  <a:lnTo>
                    <a:pt x="85068" y="495802"/>
                  </a:lnTo>
                  <a:lnTo>
                    <a:pt x="118909" y="524833"/>
                  </a:lnTo>
                  <a:lnTo>
                    <a:pt x="156964" y="548453"/>
                  </a:lnTo>
                  <a:lnTo>
                    <a:pt x="198635" y="566065"/>
                  </a:lnTo>
                  <a:lnTo>
                    <a:pt x="243323" y="577070"/>
                  </a:lnTo>
                  <a:lnTo>
                    <a:pt x="290430" y="580872"/>
                  </a:lnTo>
                  <a:lnTo>
                    <a:pt x="337543" y="577070"/>
                  </a:lnTo>
                  <a:lnTo>
                    <a:pt x="382235" y="566065"/>
                  </a:lnTo>
                  <a:lnTo>
                    <a:pt x="423908" y="548453"/>
                  </a:lnTo>
                  <a:lnTo>
                    <a:pt x="461965" y="524833"/>
                  </a:lnTo>
                  <a:lnTo>
                    <a:pt x="495806" y="495802"/>
                  </a:lnTo>
                  <a:lnTo>
                    <a:pt x="524836" y="461960"/>
                  </a:lnTo>
                  <a:lnTo>
                    <a:pt x="548455" y="423904"/>
                  </a:lnTo>
                  <a:lnTo>
                    <a:pt x="566066" y="382231"/>
                  </a:lnTo>
                  <a:lnTo>
                    <a:pt x="577071" y="337541"/>
                  </a:lnTo>
                  <a:lnTo>
                    <a:pt x="580872" y="290430"/>
                  </a:lnTo>
                  <a:lnTo>
                    <a:pt x="577071" y="243320"/>
                  </a:lnTo>
                  <a:lnTo>
                    <a:pt x="566066" y="198631"/>
                  </a:lnTo>
                  <a:lnTo>
                    <a:pt x="548455" y="156959"/>
                  </a:lnTo>
                  <a:lnTo>
                    <a:pt x="524836" y="118904"/>
                  </a:lnTo>
                  <a:lnTo>
                    <a:pt x="495806" y="85064"/>
                  </a:lnTo>
                  <a:lnTo>
                    <a:pt x="461965" y="56035"/>
                  </a:lnTo>
                  <a:lnTo>
                    <a:pt x="423908" y="32416"/>
                  </a:lnTo>
                  <a:lnTo>
                    <a:pt x="382235" y="14806"/>
                  </a:lnTo>
                  <a:lnTo>
                    <a:pt x="337543" y="3801"/>
                  </a:lnTo>
                  <a:lnTo>
                    <a:pt x="290430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8395348" y="3334593"/>
              <a:ext cx="541655" cy="541655"/>
            </a:xfrm>
            <a:custGeom>
              <a:avLst/>
              <a:gdLst/>
              <a:ahLst/>
              <a:cxnLst/>
              <a:rect l="l" t="t" r="r" b="b"/>
              <a:pathLst>
                <a:path w="541654" h="541654">
                  <a:moveTo>
                    <a:pt x="37668" y="265747"/>
                  </a:moveTo>
                  <a:lnTo>
                    <a:pt x="0" y="265747"/>
                  </a:lnTo>
                  <a:lnTo>
                    <a:pt x="0" y="275310"/>
                  </a:lnTo>
                  <a:lnTo>
                    <a:pt x="37668" y="275310"/>
                  </a:lnTo>
                  <a:lnTo>
                    <a:pt x="37668" y="265747"/>
                  </a:lnTo>
                  <a:close/>
                </a:path>
                <a:path w="541654" h="541654">
                  <a:moveTo>
                    <a:pt x="71285" y="391096"/>
                  </a:moveTo>
                  <a:lnTo>
                    <a:pt x="66497" y="382803"/>
                  </a:lnTo>
                  <a:lnTo>
                    <a:pt x="33883" y="401624"/>
                  </a:lnTo>
                  <a:lnTo>
                    <a:pt x="38671" y="409917"/>
                  </a:lnTo>
                  <a:lnTo>
                    <a:pt x="71285" y="391096"/>
                  </a:lnTo>
                  <a:close/>
                </a:path>
                <a:path w="541654" h="541654">
                  <a:moveTo>
                    <a:pt x="71285" y="149974"/>
                  </a:moveTo>
                  <a:lnTo>
                    <a:pt x="38658" y="131127"/>
                  </a:lnTo>
                  <a:lnTo>
                    <a:pt x="33883" y="139420"/>
                  </a:lnTo>
                  <a:lnTo>
                    <a:pt x="66497" y="158267"/>
                  </a:lnTo>
                  <a:lnTo>
                    <a:pt x="71285" y="149974"/>
                  </a:lnTo>
                  <a:close/>
                </a:path>
                <a:path w="541654" h="541654">
                  <a:moveTo>
                    <a:pt x="158254" y="474573"/>
                  </a:moveTo>
                  <a:lnTo>
                    <a:pt x="149961" y="469773"/>
                  </a:lnTo>
                  <a:lnTo>
                    <a:pt x="131127" y="502399"/>
                  </a:lnTo>
                  <a:lnTo>
                    <a:pt x="139433" y="507187"/>
                  </a:lnTo>
                  <a:lnTo>
                    <a:pt x="158254" y="474573"/>
                  </a:lnTo>
                  <a:close/>
                </a:path>
                <a:path w="541654" h="541654">
                  <a:moveTo>
                    <a:pt x="158254" y="66497"/>
                  </a:moveTo>
                  <a:lnTo>
                    <a:pt x="139433" y="33870"/>
                  </a:lnTo>
                  <a:lnTo>
                    <a:pt x="131127" y="38671"/>
                  </a:lnTo>
                  <a:lnTo>
                    <a:pt x="149974" y="71285"/>
                  </a:lnTo>
                  <a:lnTo>
                    <a:pt x="158254" y="66497"/>
                  </a:lnTo>
                  <a:close/>
                </a:path>
                <a:path w="541654" h="541654">
                  <a:moveTo>
                    <a:pt x="275323" y="503389"/>
                  </a:moveTo>
                  <a:lnTo>
                    <a:pt x="265747" y="503389"/>
                  </a:lnTo>
                  <a:lnTo>
                    <a:pt x="265747" y="541058"/>
                  </a:lnTo>
                  <a:lnTo>
                    <a:pt x="275323" y="541058"/>
                  </a:lnTo>
                  <a:lnTo>
                    <a:pt x="275323" y="503389"/>
                  </a:lnTo>
                  <a:close/>
                </a:path>
                <a:path w="541654" h="541654">
                  <a:moveTo>
                    <a:pt x="275323" y="0"/>
                  </a:moveTo>
                  <a:lnTo>
                    <a:pt x="265747" y="0"/>
                  </a:lnTo>
                  <a:lnTo>
                    <a:pt x="265747" y="37668"/>
                  </a:lnTo>
                  <a:lnTo>
                    <a:pt x="275323" y="37668"/>
                  </a:lnTo>
                  <a:lnTo>
                    <a:pt x="275323" y="0"/>
                  </a:lnTo>
                  <a:close/>
                </a:path>
                <a:path w="541654" h="541654">
                  <a:moveTo>
                    <a:pt x="409930" y="502399"/>
                  </a:moveTo>
                  <a:lnTo>
                    <a:pt x="391109" y="469773"/>
                  </a:lnTo>
                  <a:lnTo>
                    <a:pt x="382816" y="474573"/>
                  </a:lnTo>
                  <a:lnTo>
                    <a:pt x="401637" y="507187"/>
                  </a:lnTo>
                  <a:lnTo>
                    <a:pt x="409930" y="502399"/>
                  </a:lnTo>
                  <a:close/>
                </a:path>
                <a:path w="541654" h="541654">
                  <a:moveTo>
                    <a:pt x="409930" y="38671"/>
                  </a:moveTo>
                  <a:lnTo>
                    <a:pt x="401637" y="33870"/>
                  </a:lnTo>
                  <a:lnTo>
                    <a:pt x="382803" y="66497"/>
                  </a:lnTo>
                  <a:lnTo>
                    <a:pt x="391096" y="71285"/>
                  </a:lnTo>
                  <a:lnTo>
                    <a:pt x="409930" y="38671"/>
                  </a:lnTo>
                  <a:close/>
                </a:path>
                <a:path w="541654" h="541654">
                  <a:moveTo>
                    <a:pt x="507187" y="401624"/>
                  </a:moveTo>
                  <a:lnTo>
                    <a:pt x="474560" y="382803"/>
                  </a:lnTo>
                  <a:lnTo>
                    <a:pt x="469773" y="391096"/>
                  </a:lnTo>
                  <a:lnTo>
                    <a:pt x="502399" y="409917"/>
                  </a:lnTo>
                  <a:lnTo>
                    <a:pt x="507187" y="401624"/>
                  </a:lnTo>
                  <a:close/>
                </a:path>
                <a:path w="541654" h="541654">
                  <a:moveTo>
                    <a:pt x="507187" y="139420"/>
                  </a:moveTo>
                  <a:lnTo>
                    <a:pt x="502399" y="131127"/>
                  </a:lnTo>
                  <a:lnTo>
                    <a:pt x="469785" y="149974"/>
                  </a:lnTo>
                  <a:lnTo>
                    <a:pt x="474573" y="158267"/>
                  </a:lnTo>
                  <a:lnTo>
                    <a:pt x="507187" y="139420"/>
                  </a:lnTo>
                  <a:close/>
                </a:path>
                <a:path w="541654" h="541654">
                  <a:moveTo>
                    <a:pt x="541070" y="265747"/>
                  </a:moveTo>
                  <a:lnTo>
                    <a:pt x="503389" y="265747"/>
                  </a:lnTo>
                  <a:lnTo>
                    <a:pt x="503389" y="275310"/>
                  </a:lnTo>
                  <a:lnTo>
                    <a:pt x="541070" y="275310"/>
                  </a:lnTo>
                  <a:lnTo>
                    <a:pt x="541070" y="265747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4" name="object 31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537722" y="3445713"/>
              <a:ext cx="284930" cy="205218"/>
            </a:xfrm>
            <a:prstGeom prst="rect">
              <a:avLst/>
            </a:prstGeom>
          </p:spPr>
        </p:pic>
        <p:sp>
          <p:nvSpPr>
            <p:cNvPr id="315" name="object 315" descr=""/>
            <p:cNvSpPr/>
            <p:nvPr/>
          </p:nvSpPr>
          <p:spPr>
            <a:xfrm>
              <a:off x="8584171" y="3401332"/>
              <a:ext cx="142240" cy="330200"/>
            </a:xfrm>
            <a:custGeom>
              <a:avLst/>
              <a:gdLst/>
              <a:ahLst/>
              <a:cxnLst/>
              <a:rect l="l" t="t" r="r" b="b"/>
              <a:pathLst>
                <a:path w="142240" h="330200">
                  <a:moveTo>
                    <a:pt x="141998" y="315239"/>
                  </a:moveTo>
                  <a:lnTo>
                    <a:pt x="136575" y="301536"/>
                  </a:lnTo>
                  <a:lnTo>
                    <a:pt x="130746" y="297980"/>
                  </a:lnTo>
                  <a:lnTo>
                    <a:pt x="122301" y="298221"/>
                  </a:lnTo>
                  <a:lnTo>
                    <a:pt x="120192" y="296811"/>
                  </a:lnTo>
                  <a:lnTo>
                    <a:pt x="87249" y="213614"/>
                  </a:lnTo>
                  <a:lnTo>
                    <a:pt x="91605" y="209257"/>
                  </a:lnTo>
                  <a:lnTo>
                    <a:pt x="91605" y="203796"/>
                  </a:lnTo>
                  <a:lnTo>
                    <a:pt x="91605" y="198323"/>
                  </a:lnTo>
                  <a:lnTo>
                    <a:pt x="87172" y="193890"/>
                  </a:lnTo>
                  <a:lnTo>
                    <a:pt x="79451" y="193890"/>
                  </a:lnTo>
                  <a:lnTo>
                    <a:pt x="2870" y="381"/>
                  </a:lnTo>
                  <a:lnTo>
                    <a:pt x="1981" y="0"/>
                  </a:lnTo>
                  <a:lnTo>
                    <a:pt x="393" y="622"/>
                  </a:lnTo>
                  <a:lnTo>
                    <a:pt x="0" y="1524"/>
                  </a:lnTo>
                  <a:lnTo>
                    <a:pt x="317" y="2324"/>
                  </a:lnTo>
                  <a:lnTo>
                    <a:pt x="76149" y="193979"/>
                  </a:lnTo>
                  <a:lnTo>
                    <a:pt x="71805" y="198323"/>
                  </a:lnTo>
                  <a:lnTo>
                    <a:pt x="71805" y="209257"/>
                  </a:lnTo>
                  <a:lnTo>
                    <a:pt x="76238" y="213690"/>
                  </a:lnTo>
                  <a:lnTo>
                    <a:pt x="83959" y="213690"/>
                  </a:lnTo>
                  <a:lnTo>
                    <a:pt x="117322" y="297980"/>
                  </a:lnTo>
                  <a:lnTo>
                    <a:pt x="116738" y="300443"/>
                  </a:lnTo>
                  <a:lnTo>
                    <a:pt x="110502" y="306044"/>
                  </a:lnTo>
                  <a:lnTo>
                    <a:pt x="108712" y="312597"/>
                  </a:lnTo>
                  <a:lnTo>
                    <a:pt x="114134" y="326263"/>
                  </a:lnTo>
                  <a:lnTo>
                    <a:pt x="122834" y="330034"/>
                  </a:lnTo>
                  <a:lnTo>
                    <a:pt x="138214" y="323938"/>
                  </a:lnTo>
                  <a:lnTo>
                    <a:pt x="141998" y="315239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6" name="object 316" descr=""/>
          <p:cNvGrpSpPr/>
          <p:nvPr/>
        </p:nvGrpSpPr>
        <p:grpSpPr>
          <a:xfrm>
            <a:off x="10902101" y="7882449"/>
            <a:ext cx="1486535" cy="1176020"/>
            <a:chOff x="10902101" y="7882449"/>
            <a:chExt cx="1486535" cy="1176020"/>
          </a:xfrm>
        </p:grpSpPr>
        <p:sp>
          <p:nvSpPr>
            <p:cNvPr id="317" name="object 317" descr=""/>
            <p:cNvSpPr/>
            <p:nvPr/>
          </p:nvSpPr>
          <p:spPr>
            <a:xfrm>
              <a:off x="12281636" y="8129794"/>
              <a:ext cx="107314" cy="46355"/>
            </a:xfrm>
            <a:custGeom>
              <a:avLst/>
              <a:gdLst/>
              <a:ahLst/>
              <a:cxnLst/>
              <a:rect l="l" t="t" r="r" b="b"/>
              <a:pathLst>
                <a:path w="107315" h="46354">
                  <a:moveTo>
                    <a:pt x="106813" y="0"/>
                  </a:moveTo>
                  <a:lnTo>
                    <a:pt x="0" y="0"/>
                  </a:lnTo>
                  <a:lnTo>
                    <a:pt x="0" y="46030"/>
                  </a:lnTo>
                  <a:lnTo>
                    <a:pt x="106813" y="46030"/>
                  </a:lnTo>
                  <a:lnTo>
                    <a:pt x="106813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1630278" y="8175819"/>
              <a:ext cx="758190" cy="85725"/>
            </a:xfrm>
            <a:custGeom>
              <a:avLst/>
              <a:gdLst/>
              <a:ahLst/>
              <a:cxnLst/>
              <a:rect l="l" t="t" r="r" b="b"/>
              <a:pathLst>
                <a:path w="758190" h="85725">
                  <a:moveTo>
                    <a:pt x="758175" y="0"/>
                  </a:moveTo>
                  <a:lnTo>
                    <a:pt x="651362" y="0"/>
                  </a:lnTo>
                  <a:lnTo>
                    <a:pt x="0" y="85725"/>
                  </a:lnTo>
                  <a:lnTo>
                    <a:pt x="106719" y="85725"/>
                  </a:lnTo>
                  <a:lnTo>
                    <a:pt x="758175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1595304" y="8129788"/>
              <a:ext cx="686435" cy="132080"/>
            </a:xfrm>
            <a:custGeom>
              <a:avLst/>
              <a:gdLst/>
              <a:ahLst/>
              <a:cxnLst/>
              <a:rect l="l" t="t" r="r" b="b"/>
              <a:pathLst>
                <a:path w="686434" h="132079">
                  <a:moveTo>
                    <a:pt x="686335" y="0"/>
                  </a:moveTo>
                  <a:lnTo>
                    <a:pt x="0" y="67715"/>
                  </a:lnTo>
                  <a:lnTo>
                    <a:pt x="2094" y="90112"/>
                  </a:lnTo>
                  <a:lnTo>
                    <a:pt x="6003" y="107708"/>
                  </a:lnTo>
                  <a:lnTo>
                    <a:pt x="13428" y="121327"/>
                  </a:lnTo>
                  <a:lnTo>
                    <a:pt x="23406" y="129749"/>
                  </a:lnTo>
                  <a:lnTo>
                    <a:pt x="34972" y="131755"/>
                  </a:lnTo>
                  <a:lnTo>
                    <a:pt x="686335" y="46030"/>
                  </a:lnTo>
                  <a:lnTo>
                    <a:pt x="686335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2191019" y="8193112"/>
              <a:ext cx="158750" cy="865505"/>
            </a:xfrm>
            <a:custGeom>
              <a:avLst/>
              <a:gdLst/>
              <a:ahLst/>
              <a:cxnLst/>
              <a:rect l="l" t="t" r="r" b="b"/>
              <a:pathLst>
                <a:path w="158750" h="865504">
                  <a:moveTo>
                    <a:pt x="25747" y="0"/>
                  </a:moveTo>
                  <a:lnTo>
                    <a:pt x="0" y="0"/>
                  </a:lnTo>
                  <a:lnTo>
                    <a:pt x="132561" y="864947"/>
                  </a:lnTo>
                  <a:lnTo>
                    <a:pt x="158319" y="864947"/>
                  </a:lnTo>
                  <a:lnTo>
                    <a:pt x="25747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2142958" y="8193112"/>
              <a:ext cx="180975" cy="865505"/>
            </a:xfrm>
            <a:custGeom>
              <a:avLst/>
              <a:gdLst/>
              <a:ahLst/>
              <a:cxnLst/>
              <a:rect l="l" t="t" r="r" b="b"/>
              <a:pathLst>
                <a:path w="180975" h="865504">
                  <a:moveTo>
                    <a:pt x="48061" y="0"/>
                  </a:moveTo>
                  <a:lnTo>
                    <a:pt x="0" y="6083"/>
                  </a:lnTo>
                  <a:lnTo>
                    <a:pt x="147492" y="864947"/>
                  </a:lnTo>
                  <a:lnTo>
                    <a:pt x="180622" y="864947"/>
                  </a:lnTo>
                  <a:lnTo>
                    <a:pt x="48061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2320561" y="850073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10" y="0"/>
                  </a:moveTo>
                  <a:lnTo>
                    <a:pt x="0" y="10"/>
                  </a:lnTo>
                </a:path>
              </a:pathLst>
            </a:custGeom>
            <a:solidFill>
              <a:srgbClr val="2E83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1548305" y="7882978"/>
              <a:ext cx="286385" cy="780415"/>
            </a:xfrm>
            <a:custGeom>
              <a:avLst/>
              <a:gdLst/>
              <a:ahLst/>
              <a:cxnLst/>
              <a:rect l="l" t="t" r="r" b="b"/>
              <a:pathLst>
                <a:path w="286384" h="780415">
                  <a:moveTo>
                    <a:pt x="34690" y="0"/>
                  </a:moveTo>
                  <a:lnTo>
                    <a:pt x="0" y="0"/>
                  </a:lnTo>
                  <a:lnTo>
                    <a:pt x="239458" y="754469"/>
                  </a:lnTo>
                  <a:lnTo>
                    <a:pt x="245111" y="766965"/>
                  </a:lnTo>
                  <a:lnTo>
                    <a:pt x="252619" y="775653"/>
                  </a:lnTo>
                  <a:lnTo>
                    <a:pt x="261349" y="780023"/>
                  </a:lnTo>
                  <a:lnTo>
                    <a:pt x="270672" y="779567"/>
                  </a:lnTo>
                  <a:lnTo>
                    <a:pt x="286190" y="774562"/>
                  </a:lnTo>
                  <a:lnTo>
                    <a:pt x="281206" y="770091"/>
                  </a:lnTo>
                  <a:lnTo>
                    <a:pt x="276944" y="763275"/>
                  </a:lnTo>
                  <a:lnTo>
                    <a:pt x="34690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1539957" y="8500735"/>
              <a:ext cx="817880" cy="557530"/>
            </a:xfrm>
            <a:custGeom>
              <a:avLst/>
              <a:gdLst/>
              <a:ahLst/>
              <a:cxnLst/>
              <a:rect l="l" t="t" r="r" b="b"/>
              <a:pathLst>
                <a:path w="817879" h="557529">
                  <a:moveTo>
                    <a:pt x="815294" y="0"/>
                  </a:moveTo>
                  <a:lnTo>
                    <a:pt x="780614" y="0"/>
                  </a:lnTo>
                  <a:lnTo>
                    <a:pt x="782981" y="23067"/>
                  </a:lnTo>
                  <a:lnTo>
                    <a:pt x="782842" y="41164"/>
                  </a:lnTo>
                  <a:lnTo>
                    <a:pt x="778999" y="57473"/>
                  </a:lnTo>
                  <a:lnTo>
                    <a:pt x="772011" y="70482"/>
                  </a:lnTo>
                  <a:lnTo>
                    <a:pt x="762437" y="78678"/>
                  </a:lnTo>
                  <a:lnTo>
                    <a:pt x="315990" y="299331"/>
                  </a:lnTo>
                  <a:lnTo>
                    <a:pt x="299633" y="308107"/>
                  </a:lnTo>
                  <a:lnTo>
                    <a:pt x="283546" y="318136"/>
                  </a:lnTo>
                  <a:lnTo>
                    <a:pt x="267749" y="329399"/>
                  </a:lnTo>
                  <a:lnTo>
                    <a:pt x="252264" y="341874"/>
                  </a:lnTo>
                  <a:lnTo>
                    <a:pt x="0" y="557323"/>
                  </a:lnTo>
                  <a:lnTo>
                    <a:pt x="34690" y="557323"/>
                  </a:lnTo>
                  <a:lnTo>
                    <a:pt x="286944" y="341874"/>
                  </a:lnTo>
                  <a:lnTo>
                    <a:pt x="302430" y="329399"/>
                  </a:lnTo>
                  <a:lnTo>
                    <a:pt x="318231" y="318136"/>
                  </a:lnTo>
                  <a:lnTo>
                    <a:pt x="334322" y="308107"/>
                  </a:lnTo>
                  <a:lnTo>
                    <a:pt x="350680" y="299331"/>
                  </a:lnTo>
                  <a:lnTo>
                    <a:pt x="797138" y="78678"/>
                  </a:lnTo>
                  <a:lnTo>
                    <a:pt x="806705" y="70482"/>
                  </a:lnTo>
                  <a:lnTo>
                    <a:pt x="813691" y="57473"/>
                  </a:lnTo>
                  <a:lnTo>
                    <a:pt x="817533" y="41164"/>
                  </a:lnTo>
                  <a:lnTo>
                    <a:pt x="817671" y="23067"/>
                  </a:lnTo>
                  <a:lnTo>
                    <a:pt x="815294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1501674" y="7882976"/>
              <a:ext cx="821690" cy="1175385"/>
            </a:xfrm>
            <a:custGeom>
              <a:avLst/>
              <a:gdLst/>
              <a:ahLst/>
              <a:cxnLst/>
              <a:rect l="l" t="t" r="r" b="b"/>
              <a:pathLst>
                <a:path w="821690" h="1175384">
                  <a:moveTo>
                    <a:pt x="46637" y="0"/>
                  </a:moveTo>
                  <a:lnTo>
                    <a:pt x="14418" y="31559"/>
                  </a:lnTo>
                  <a:lnTo>
                    <a:pt x="5997" y="43976"/>
                  </a:lnTo>
                  <a:lnTo>
                    <a:pt x="1078" y="60228"/>
                  </a:lnTo>
                  <a:lnTo>
                    <a:pt x="0" y="78380"/>
                  </a:lnTo>
                  <a:lnTo>
                    <a:pt x="3099" y="96499"/>
                  </a:lnTo>
                  <a:lnTo>
                    <a:pt x="225815" y="830016"/>
                  </a:lnTo>
                  <a:lnTo>
                    <a:pt x="228879" y="847490"/>
                  </a:lnTo>
                  <a:lnTo>
                    <a:pt x="228036" y="865096"/>
                  </a:lnTo>
                  <a:lnTo>
                    <a:pt x="223566" y="881072"/>
                  </a:lnTo>
                  <a:lnTo>
                    <a:pt x="215752" y="893658"/>
                  </a:lnTo>
                  <a:lnTo>
                    <a:pt x="27077" y="1100469"/>
                  </a:lnTo>
                  <a:lnTo>
                    <a:pt x="19389" y="1112748"/>
                  </a:lnTo>
                  <a:lnTo>
                    <a:pt x="14901" y="1128334"/>
                  </a:lnTo>
                  <a:lnTo>
                    <a:pt x="13885" y="1145573"/>
                  </a:lnTo>
                  <a:lnTo>
                    <a:pt x="16617" y="1162812"/>
                  </a:lnTo>
                  <a:lnTo>
                    <a:pt x="20072" y="1175084"/>
                  </a:lnTo>
                  <a:lnTo>
                    <a:pt x="38292" y="1175084"/>
                  </a:lnTo>
                  <a:lnTo>
                    <a:pt x="290546" y="959635"/>
                  </a:lnTo>
                  <a:lnTo>
                    <a:pt x="306030" y="947160"/>
                  </a:lnTo>
                  <a:lnTo>
                    <a:pt x="321827" y="935898"/>
                  </a:lnTo>
                  <a:lnTo>
                    <a:pt x="337915" y="925869"/>
                  </a:lnTo>
                  <a:lnTo>
                    <a:pt x="354271" y="917092"/>
                  </a:lnTo>
                  <a:lnTo>
                    <a:pt x="800729" y="696439"/>
                  </a:lnTo>
                  <a:lnTo>
                    <a:pt x="810298" y="688242"/>
                  </a:lnTo>
                  <a:lnTo>
                    <a:pt x="817286" y="675230"/>
                  </a:lnTo>
                  <a:lnTo>
                    <a:pt x="821129" y="658921"/>
                  </a:lnTo>
                  <a:lnTo>
                    <a:pt x="821262" y="640828"/>
                  </a:lnTo>
                  <a:lnTo>
                    <a:pt x="818896" y="617761"/>
                  </a:lnTo>
                  <a:lnTo>
                    <a:pt x="317299" y="779567"/>
                  </a:lnTo>
                  <a:lnTo>
                    <a:pt x="307981" y="780025"/>
                  </a:lnTo>
                  <a:lnTo>
                    <a:pt x="299250" y="775657"/>
                  </a:lnTo>
                  <a:lnTo>
                    <a:pt x="291740" y="766969"/>
                  </a:lnTo>
                  <a:lnTo>
                    <a:pt x="286085" y="754469"/>
                  </a:lnTo>
                  <a:lnTo>
                    <a:pt x="46637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1807559" y="8451702"/>
              <a:ext cx="559435" cy="145415"/>
            </a:xfrm>
            <a:custGeom>
              <a:avLst/>
              <a:gdLst/>
              <a:ahLst/>
              <a:cxnLst/>
              <a:rect l="l" t="t" r="r" b="b"/>
              <a:pathLst>
                <a:path w="559434" h="145415">
                  <a:moveTo>
                    <a:pt x="529805" y="0"/>
                  </a:moveTo>
                  <a:lnTo>
                    <a:pt x="0" y="0"/>
                  </a:lnTo>
                  <a:lnTo>
                    <a:pt x="7156" y="2299"/>
                  </a:lnTo>
                  <a:lnTo>
                    <a:pt x="13346" y="8350"/>
                  </a:lnTo>
                  <a:lnTo>
                    <a:pt x="18030" y="17566"/>
                  </a:lnTo>
                  <a:lnTo>
                    <a:pt x="20669" y="29360"/>
                  </a:lnTo>
                  <a:lnTo>
                    <a:pt x="29119" y="102698"/>
                  </a:lnTo>
                  <a:lnTo>
                    <a:pt x="29208" y="115926"/>
                  </a:lnTo>
                  <a:lnTo>
                    <a:pt x="26615" y="127900"/>
                  </a:lnTo>
                  <a:lnTo>
                    <a:pt x="21767" y="137556"/>
                  </a:lnTo>
                  <a:lnTo>
                    <a:pt x="15088" y="143828"/>
                  </a:lnTo>
                  <a:lnTo>
                    <a:pt x="15695" y="145252"/>
                  </a:lnTo>
                  <a:lnTo>
                    <a:pt x="541847" y="145252"/>
                  </a:lnTo>
                  <a:lnTo>
                    <a:pt x="549699" y="139770"/>
                  </a:lnTo>
                  <a:lnTo>
                    <a:pt x="555507" y="129924"/>
                  </a:lnTo>
                  <a:lnTo>
                    <a:pt x="558735" y="117102"/>
                  </a:lnTo>
                  <a:lnTo>
                    <a:pt x="558841" y="102698"/>
                  </a:lnTo>
                  <a:lnTo>
                    <a:pt x="550381" y="29360"/>
                  </a:lnTo>
                  <a:lnTo>
                    <a:pt x="547708" y="17621"/>
                  </a:lnTo>
                  <a:lnTo>
                    <a:pt x="543038" y="8425"/>
                  </a:lnTo>
                  <a:lnTo>
                    <a:pt x="536896" y="2356"/>
                  </a:lnTo>
                  <a:lnTo>
                    <a:pt x="529805" y="0"/>
                  </a:lnTo>
                  <a:close/>
                </a:path>
              </a:pathLst>
            </a:custGeom>
            <a:solidFill>
              <a:srgbClr val="ABC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1245669" y="8595531"/>
              <a:ext cx="1104265" cy="190500"/>
            </a:xfrm>
            <a:custGeom>
              <a:avLst/>
              <a:gdLst/>
              <a:ahLst/>
              <a:cxnLst/>
              <a:rect l="l" t="t" r="r" b="b"/>
              <a:pathLst>
                <a:path w="1104265" h="190500">
                  <a:moveTo>
                    <a:pt x="576977" y="0"/>
                  </a:moveTo>
                  <a:lnTo>
                    <a:pt x="576013" y="701"/>
                  </a:lnTo>
                  <a:lnTo>
                    <a:pt x="0" y="189941"/>
                  </a:lnTo>
                  <a:lnTo>
                    <a:pt x="527627" y="189941"/>
                  </a:lnTo>
                  <a:lnTo>
                    <a:pt x="1103736" y="1424"/>
                  </a:lnTo>
                  <a:lnTo>
                    <a:pt x="577594" y="1424"/>
                  </a:lnTo>
                  <a:lnTo>
                    <a:pt x="576977" y="0"/>
                  </a:lnTo>
                  <a:close/>
                </a:path>
              </a:pathLst>
            </a:custGeom>
            <a:solidFill>
              <a:srgbClr val="9EC6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0982506" y="7882453"/>
              <a:ext cx="854710" cy="903605"/>
            </a:xfrm>
            <a:custGeom>
              <a:avLst/>
              <a:gdLst/>
              <a:ahLst/>
              <a:cxnLst/>
              <a:rect l="l" t="t" r="r" b="b"/>
              <a:pathLst>
                <a:path w="854709" h="903604">
                  <a:moveTo>
                    <a:pt x="71411" y="0"/>
                  </a:moveTo>
                  <a:lnTo>
                    <a:pt x="68008" y="0"/>
                  </a:lnTo>
                  <a:lnTo>
                    <a:pt x="64521" y="1329"/>
                  </a:lnTo>
                  <a:lnTo>
                    <a:pt x="0" y="59736"/>
                  </a:lnTo>
                  <a:lnTo>
                    <a:pt x="229930" y="785389"/>
                  </a:lnTo>
                  <a:lnTo>
                    <a:pt x="263164" y="903019"/>
                  </a:lnTo>
                  <a:lnTo>
                    <a:pt x="839178" y="713779"/>
                  </a:lnTo>
                  <a:lnTo>
                    <a:pt x="854261" y="685175"/>
                  </a:lnTo>
                  <a:lnTo>
                    <a:pt x="854172" y="671948"/>
                  </a:lnTo>
                  <a:lnTo>
                    <a:pt x="845722" y="598610"/>
                  </a:lnTo>
                  <a:lnTo>
                    <a:pt x="825053" y="569249"/>
                  </a:lnTo>
                  <a:lnTo>
                    <a:pt x="821650" y="569553"/>
                  </a:lnTo>
                  <a:lnTo>
                    <a:pt x="267175" y="751736"/>
                  </a:lnTo>
                  <a:lnTo>
                    <a:pt x="291237" y="729852"/>
                  </a:lnTo>
                  <a:lnTo>
                    <a:pt x="297809" y="720696"/>
                  </a:lnTo>
                  <a:lnTo>
                    <a:pt x="301651" y="708405"/>
                  </a:lnTo>
                  <a:lnTo>
                    <a:pt x="302488" y="694562"/>
                  </a:lnTo>
                  <a:lnTo>
                    <a:pt x="300043" y="680754"/>
                  </a:lnTo>
                  <a:lnTo>
                    <a:pt x="90416" y="19119"/>
                  </a:lnTo>
                  <a:lnTo>
                    <a:pt x="86873" y="10999"/>
                  </a:lnTo>
                  <a:lnTo>
                    <a:pt x="82323" y="4997"/>
                  </a:lnTo>
                  <a:lnTo>
                    <a:pt x="77068" y="1276"/>
                  </a:lnTo>
                  <a:lnTo>
                    <a:pt x="71411" y="0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1053922" y="7882449"/>
              <a:ext cx="725805" cy="751840"/>
            </a:xfrm>
            <a:custGeom>
              <a:avLst/>
              <a:gdLst/>
              <a:ahLst/>
              <a:cxnLst/>
              <a:rect l="l" t="t" r="r" b="b"/>
              <a:pathLst>
                <a:path w="725804" h="751840">
                  <a:moveTo>
                    <a:pt x="529188" y="0"/>
                  </a:moveTo>
                  <a:lnTo>
                    <a:pt x="0" y="0"/>
                  </a:lnTo>
                  <a:lnTo>
                    <a:pt x="5652" y="1276"/>
                  </a:lnTo>
                  <a:lnTo>
                    <a:pt x="10908" y="4997"/>
                  </a:lnTo>
                  <a:lnTo>
                    <a:pt x="15460" y="10999"/>
                  </a:lnTo>
                  <a:lnTo>
                    <a:pt x="19004" y="19119"/>
                  </a:lnTo>
                  <a:lnTo>
                    <a:pt x="228621" y="680754"/>
                  </a:lnTo>
                  <a:lnTo>
                    <a:pt x="231072" y="694562"/>
                  </a:lnTo>
                  <a:lnTo>
                    <a:pt x="230237" y="708405"/>
                  </a:lnTo>
                  <a:lnTo>
                    <a:pt x="226393" y="720696"/>
                  </a:lnTo>
                  <a:lnTo>
                    <a:pt x="219815" y="729852"/>
                  </a:lnTo>
                  <a:lnTo>
                    <a:pt x="195753" y="751736"/>
                  </a:lnTo>
                  <a:lnTo>
                    <a:pt x="725642" y="577636"/>
                  </a:lnTo>
                  <a:lnTo>
                    <a:pt x="548642" y="19119"/>
                  </a:lnTo>
                  <a:lnTo>
                    <a:pt x="545050" y="10813"/>
                  </a:lnTo>
                  <a:lnTo>
                    <a:pt x="540387" y="4730"/>
                  </a:lnTo>
                  <a:lnTo>
                    <a:pt x="534988" y="1061"/>
                  </a:lnTo>
                  <a:lnTo>
                    <a:pt x="529188" y="0"/>
                  </a:lnTo>
                  <a:close/>
                </a:path>
              </a:pathLst>
            </a:custGeom>
            <a:solidFill>
              <a:srgbClr val="B0D2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1721136" y="850073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0"/>
                  </a:moveTo>
                  <a:lnTo>
                    <a:pt x="0" y="10"/>
                  </a:lnTo>
                </a:path>
              </a:pathLst>
            </a:custGeom>
            <a:solidFill>
              <a:srgbClr val="2E83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0948879" y="7882978"/>
              <a:ext cx="286385" cy="780415"/>
            </a:xfrm>
            <a:custGeom>
              <a:avLst/>
              <a:gdLst/>
              <a:ahLst/>
              <a:cxnLst/>
              <a:rect l="l" t="t" r="r" b="b"/>
              <a:pathLst>
                <a:path w="286384" h="780415">
                  <a:moveTo>
                    <a:pt x="34690" y="0"/>
                  </a:moveTo>
                  <a:lnTo>
                    <a:pt x="0" y="0"/>
                  </a:lnTo>
                  <a:lnTo>
                    <a:pt x="239458" y="754469"/>
                  </a:lnTo>
                  <a:lnTo>
                    <a:pt x="245110" y="766965"/>
                  </a:lnTo>
                  <a:lnTo>
                    <a:pt x="252614" y="775653"/>
                  </a:lnTo>
                  <a:lnTo>
                    <a:pt x="261341" y="780023"/>
                  </a:lnTo>
                  <a:lnTo>
                    <a:pt x="270661" y="779567"/>
                  </a:lnTo>
                  <a:lnTo>
                    <a:pt x="286179" y="774562"/>
                  </a:lnTo>
                  <a:lnTo>
                    <a:pt x="281195" y="770091"/>
                  </a:lnTo>
                  <a:lnTo>
                    <a:pt x="276933" y="763275"/>
                  </a:lnTo>
                  <a:lnTo>
                    <a:pt x="34690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0940534" y="8500735"/>
              <a:ext cx="817880" cy="557530"/>
            </a:xfrm>
            <a:custGeom>
              <a:avLst/>
              <a:gdLst/>
              <a:ahLst/>
              <a:cxnLst/>
              <a:rect l="l" t="t" r="r" b="b"/>
              <a:pathLst>
                <a:path w="817879" h="557529">
                  <a:moveTo>
                    <a:pt x="815284" y="0"/>
                  </a:moveTo>
                  <a:lnTo>
                    <a:pt x="780604" y="0"/>
                  </a:lnTo>
                  <a:lnTo>
                    <a:pt x="782981" y="23067"/>
                  </a:lnTo>
                  <a:lnTo>
                    <a:pt x="782842" y="41164"/>
                  </a:lnTo>
                  <a:lnTo>
                    <a:pt x="778999" y="57473"/>
                  </a:lnTo>
                  <a:lnTo>
                    <a:pt x="772011" y="70482"/>
                  </a:lnTo>
                  <a:lnTo>
                    <a:pt x="762437" y="78678"/>
                  </a:lnTo>
                  <a:lnTo>
                    <a:pt x="315979" y="299331"/>
                  </a:lnTo>
                  <a:lnTo>
                    <a:pt x="299627" y="308107"/>
                  </a:lnTo>
                  <a:lnTo>
                    <a:pt x="283539" y="318136"/>
                  </a:lnTo>
                  <a:lnTo>
                    <a:pt x="267740" y="329399"/>
                  </a:lnTo>
                  <a:lnTo>
                    <a:pt x="252254" y="341874"/>
                  </a:lnTo>
                  <a:lnTo>
                    <a:pt x="0" y="557323"/>
                  </a:lnTo>
                  <a:lnTo>
                    <a:pt x="34690" y="557323"/>
                  </a:lnTo>
                  <a:lnTo>
                    <a:pt x="286944" y="341874"/>
                  </a:lnTo>
                  <a:lnTo>
                    <a:pt x="302424" y="329399"/>
                  </a:lnTo>
                  <a:lnTo>
                    <a:pt x="318221" y="318136"/>
                  </a:lnTo>
                  <a:lnTo>
                    <a:pt x="334311" y="308107"/>
                  </a:lnTo>
                  <a:lnTo>
                    <a:pt x="350669" y="299331"/>
                  </a:lnTo>
                  <a:lnTo>
                    <a:pt x="797117" y="78678"/>
                  </a:lnTo>
                  <a:lnTo>
                    <a:pt x="806695" y="70482"/>
                  </a:lnTo>
                  <a:lnTo>
                    <a:pt x="813683" y="57473"/>
                  </a:lnTo>
                  <a:lnTo>
                    <a:pt x="817524" y="41164"/>
                  </a:lnTo>
                  <a:lnTo>
                    <a:pt x="817660" y="23067"/>
                  </a:lnTo>
                  <a:lnTo>
                    <a:pt x="815284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0902246" y="7882976"/>
              <a:ext cx="821690" cy="1175385"/>
            </a:xfrm>
            <a:custGeom>
              <a:avLst/>
              <a:gdLst/>
              <a:ahLst/>
              <a:cxnLst/>
              <a:rect l="l" t="t" r="r" b="b"/>
              <a:pathLst>
                <a:path w="821690" h="1175384">
                  <a:moveTo>
                    <a:pt x="46631" y="0"/>
                  </a:moveTo>
                  <a:lnTo>
                    <a:pt x="14412" y="31559"/>
                  </a:lnTo>
                  <a:lnTo>
                    <a:pt x="5997" y="43976"/>
                  </a:lnTo>
                  <a:lnTo>
                    <a:pt x="1080" y="60228"/>
                  </a:lnTo>
                  <a:lnTo>
                    <a:pt x="0" y="78380"/>
                  </a:lnTo>
                  <a:lnTo>
                    <a:pt x="3093" y="96499"/>
                  </a:lnTo>
                  <a:lnTo>
                    <a:pt x="225819" y="830016"/>
                  </a:lnTo>
                  <a:lnTo>
                    <a:pt x="228879" y="847490"/>
                  </a:lnTo>
                  <a:lnTo>
                    <a:pt x="228035" y="865096"/>
                  </a:lnTo>
                  <a:lnTo>
                    <a:pt x="223565" y="881072"/>
                  </a:lnTo>
                  <a:lnTo>
                    <a:pt x="215746" y="893658"/>
                  </a:lnTo>
                  <a:lnTo>
                    <a:pt x="27071" y="1100469"/>
                  </a:lnTo>
                  <a:lnTo>
                    <a:pt x="19384" y="1112748"/>
                  </a:lnTo>
                  <a:lnTo>
                    <a:pt x="14896" y="1128334"/>
                  </a:lnTo>
                  <a:lnTo>
                    <a:pt x="13884" y="1145573"/>
                  </a:lnTo>
                  <a:lnTo>
                    <a:pt x="16621" y="1162812"/>
                  </a:lnTo>
                  <a:lnTo>
                    <a:pt x="20077" y="1175084"/>
                  </a:lnTo>
                  <a:lnTo>
                    <a:pt x="38286" y="1175084"/>
                  </a:lnTo>
                  <a:lnTo>
                    <a:pt x="290550" y="959635"/>
                  </a:lnTo>
                  <a:lnTo>
                    <a:pt x="306030" y="947160"/>
                  </a:lnTo>
                  <a:lnTo>
                    <a:pt x="321827" y="935898"/>
                  </a:lnTo>
                  <a:lnTo>
                    <a:pt x="337914" y="925869"/>
                  </a:lnTo>
                  <a:lnTo>
                    <a:pt x="354266" y="917092"/>
                  </a:lnTo>
                  <a:lnTo>
                    <a:pt x="800723" y="696439"/>
                  </a:lnTo>
                  <a:lnTo>
                    <a:pt x="810297" y="688242"/>
                  </a:lnTo>
                  <a:lnTo>
                    <a:pt x="817285" y="675230"/>
                  </a:lnTo>
                  <a:lnTo>
                    <a:pt x="821129" y="658921"/>
                  </a:lnTo>
                  <a:lnTo>
                    <a:pt x="821267" y="640828"/>
                  </a:lnTo>
                  <a:lnTo>
                    <a:pt x="818890" y="617761"/>
                  </a:lnTo>
                  <a:lnTo>
                    <a:pt x="317293" y="779567"/>
                  </a:lnTo>
                  <a:lnTo>
                    <a:pt x="307976" y="780025"/>
                  </a:lnTo>
                  <a:lnTo>
                    <a:pt x="299248" y="775657"/>
                  </a:lnTo>
                  <a:lnTo>
                    <a:pt x="291738" y="766969"/>
                  </a:lnTo>
                  <a:lnTo>
                    <a:pt x="286079" y="754469"/>
                  </a:lnTo>
                  <a:lnTo>
                    <a:pt x="46631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1606616" y="8663428"/>
              <a:ext cx="657225" cy="116205"/>
            </a:xfrm>
            <a:custGeom>
              <a:avLst/>
              <a:gdLst/>
              <a:ahLst/>
              <a:cxnLst/>
              <a:rect l="l" t="t" r="r" b="b"/>
              <a:pathLst>
                <a:path w="657225" h="116204">
                  <a:moveTo>
                    <a:pt x="637519" y="0"/>
                  </a:moveTo>
                  <a:lnTo>
                    <a:pt x="0" y="0"/>
                  </a:lnTo>
                  <a:lnTo>
                    <a:pt x="17769" y="115975"/>
                  </a:lnTo>
                  <a:lnTo>
                    <a:pt x="656995" y="115975"/>
                  </a:lnTo>
                  <a:lnTo>
                    <a:pt x="637519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1624385" y="8779403"/>
              <a:ext cx="639445" cy="6350"/>
            </a:xfrm>
            <a:custGeom>
              <a:avLst/>
              <a:gdLst/>
              <a:ahLst/>
              <a:cxnLst/>
              <a:rect l="l" t="t" r="r" b="b"/>
              <a:pathLst>
                <a:path w="639445" h="6350">
                  <a:moveTo>
                    <a:pt x="639226" y="0"/>
                  </a:moveTo>
                  <a:lnTo>
                    <a:pt x="0" y="0"/>
                  </a:lnTo>
                  <a:lnTo>
                    <a:pt x="942" y="6073"/>
                  </a:lnTo>
                  <a:lnTo>
                    <a:pt x="619258" y="6073"/>
                  </a:lnTo>
                  <a:lnTo>
                    <a:pt x="639226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1510290" y="8193112"/>
              <a:ext cx="158750" cy="865505"/>
            </a:xfrm>
            <a:custGeom>
              <a:avLst/>
              <a:gdLst/>
              <a:ahLst/>
              <a:cxnLst/>
              <a:rect l="l" t="t" r="r" b="b"/>
              <a:pathLst>
                <a:path w="158750" h="865504">
                  <a:moveTo>
                    <a:pt x="25747" y="0"/>
                  </a:moveTo>
                  <a:lnTo>
                    <a:pt x="0" y="0"/>
                  </a:lnTo>
                  <a:lnTo>
                    <a:pt x="132561" y="864947"/>
                  </a:lnTo>
                  <a:lnTo>
                    <a:pt x="158319" y="864947"/>
                  </a:lnTo>
                  <a:lnTo>
                    <a:pt x="25747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1462227" y="8193112"/>
              <a:ext cx="180975" cy="865505"/>
            </a:xfrm>
            <a:custGeom>
              <a:avLst/>
              <a:gdLst/>
              <a:ahLst/>
              <a:cxnLst/>
              <a:rect l="l" t="t" r="r" b="b"/>
              <a:pathLst>
                <a:path w="180975" h="865504">
                  <a:moveTo>
                    <a:pt x="48061" y="0"/>
                  </a:moveTo>
                  <a:lnTo>
                    <a:pt x="0" y="6083"/>
                  </a:lnTo>
                  <a:lnTo>
                    <a:pt x="147492" y="864947"/>
                  </a:lnTo>
                  <a:lnTo>
                    <a:pt x="180633" y="864947"/>
                  </a:lnTo>
                  <a:lnTo>
                    <a:pt x="48061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0988904" y="8193118"/>
              <a:ext cx="558165" cy="140970"/>
            </a:xfrm>
            <a:custGeom>
              <a:avLst/>
              <a:gdLst/>
              <a:ahLst/>
              <a:cxnLst/>
              <a:rect l="l" t="t" r="r" b="b"/>
              <a:pathLst>
                <a:path w="558165" h="140970">
                  <a:moveTo>
                    <a:pt x="134378" y="130098"/>
                  </a:moveTo>
                  <a:lnTo>
                    <a:pt x="108559" y="48780"/>
                  </a:lnTo>
                  <a:lnTo>
                    <a:pt x="73888" y="48780"/>
                  </a:lnTo>
                  <a:lnTo>
                    <a:pt x="75133" y="52730"/>
                  </a:lnTo>
                  <a:lnTo>
                    <a:pt x="0" y="61607"/>
                  </a:lnTo>
                  <a:lnTo>
                    <a:pt x="24066" y="140843"/>
                  </a:lnTo>
                  <a:lnTo>
                    <a:pt x="99682" y="130098"/>
                  </a:lnTo>
                  <a:lnTo>
                    <a:pt x="134378" y="130098"/>
                  </a:lnTo>
                  <a:close/>
                </a:path>
                <a:path w="558165" h="140970">
                  <a:moveTo>
                    <a:pt x="531901" y="68592"/>
                  </a:moveTo>
                  <a:lnTo>
                    <a:pt x="521373" y="0"/>
                  </a:lnTo>
                  <a:lnTo>
                    <a:pt x="473316" y="6083"/>
                  </a:lnTo>
                  <a:lnTo>
                    <a:pt x="485190" y="75234"/>
                  </a:lnTo>
                  <a:lnTo>
                    <a:pt x="531901" y="68592"/>
                  </a:lnTo>
                  <a:close/>
                </a:path>
                <a:path w="558165" h="140970">
                  <a:moveTo>
                    <a:pt x="557923" y="68592"/>
                  </a:moveTo>
                  <a:lnTo>
                    <a:pt x="547128" y="0"/>
                  </a:lnTo>
                  <a:lnTo>
                    <a:pt x="521385" y="0"/>
                  </a:lnTo>
                  <a:lnTo>
                    <a:pt x="531901" y="68592"/>
                  </a:lnTo>
                  <a:lnTo>
                    <a:pt x="557923" y="68592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9" name="object 33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142953" y="8193109"/>
              <a:ext cx="84613" cy="75243"/>
            </a:xfrm>
            <a:prstGeom prst="rect">
              <a:avLst/>
            </a:prstGeom>
          </p:spPr>
        </p:pic>
        <p:sp>
          <p:nvSpPr>
            <p:cNvPr id="340" name="object 340" descr=""/>
            <p:cNvSpPr/>
            <p:nvPr/>
          </p:nvSpPr>
          <p:spPr>
            <a:xfrm>
              <a:off x="11606616" y="8663425"/>
              <a:ext cx="650875" cy="79375"/>
            </a:xfrm>
            <a:custGeom>
              <a:avLst/>
              <a:gdLst/>
              <a:ahLst/>
              <a:cxnLst/>
              <a:rect l="l" t="t" r="r" b="b"/>
              <a:pathLst>
                <a:path w="650875" h="79375">
                  <a:moveTo>
                    <a:pt x="637519" y="0"/>
                  </a:moveTo>
                  <a:lnTo>
                    <a:pt x="0" y="0"/>
                  </a:lnTo>
                  <a:lnTo>
                    <a:pt x="12093" y="78887"/>
                  </a:lnTo>
                  <a:lnTo>
                    <a:pt x="650775" y="78887"/>
                  </a:lnTo>
                  <a:lnTo>
                    <a:pt x="637519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1588422" y="8129794"/>
              <a:ext cx="107314" cy="46355"/>
            </a:xfrm>
            <a:custGeom>
              <a:avLst/>
              <a:gdLst/>
              <a:ahLst/>
              <a:cxnLst/>
              <a:rect l="l" t="t" r="r" b="b"/>
              <a:pathLst>
                <a:path w="107315" h="46354">
                  <a:moveTo>
                    <a:pt x="106813" y="0"/>
                  </a:moveTo>
                  <a:lnTo>
                    <a:pt x="0" y="0"/>
                  </a:lnTo>
                  <a:lnTo>
                    <a:pt x="0" y="46030"/>
                  </a:lnTo>
                  <a:lnTo>
                    <a:pt x="106813" y="46030"/>
                  </a:lnTo>
                  <a:lnTo>
                    <a:pt x="106813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0937064" y="8175819"/>
              <a:ext cx="758190" cy="85725"/>
            </a:xfrm>
            <a:custGeom>
              <a:avLst/>
              <a:gdLst/>
              <a:ahLst/>
              <a:cxnLst/>
              <a:rect l="l" t="t" r="r" b="b"/>
              <a:pathLst>
                <a:path w="758190" h="85725">
                  <a:moveTo>
                    <a:pt x="758175" y="0"/>
                  </a:moveTo>
                  <a:lnTo>
                    <a:pt x="651362" y="0"/>
                  </a:lnTo>
                  <a:lnTo>
                    <a:pt x="0" y="85725"/>
                  </a:lnTo>
                  <a:lnTo>
                    <a:pt x="106729" y="85725"/>
                  </a:lnTo>
                  <a:lnTo>
                    <a:pt x="758175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0902101" y="8129788"/>
              <a:ext cx="686435" cy="132080"/>
            </a:xfrm>
            <a:custGeom>
              <a:avLst/>
              <a:gdLst/>
              <a:ahLst/>
              <a:cxnLst/>
              <a:rect l="l" t="t" r="r" b="b"/>
              <a:pathLst>
                <a:path w="686434" h="132079">
                  <a:moveTo>
                    <a:pt x="686324" y="0"/>
                  </a:moveTo>
                  <a:lnTo>
                    <a:pt x="0" y="67715"/>
                  </a:lnTo>
                  <a:lnTo>
                    <a:pt x="2094" y="90112"/>
                  </a:lnTo>
                  <a:lnTo>
                    <a:pt x="6003" y="107708"/>
                  </a:lnTo>
                  <a:lnTo>
                    <a:pt x="13427" y="121327"/>
                  </a:lnTo>
                  <a:lnTo>
                    <a:pt x="23402" y="129749"/>
                  </a:lnTo>
                  <a:lnTo>
                    <a:pt x="34962" y="131755"/>
                  </a:lnTo>
                  <a:lnTo>
                    <a:pt x="686324" y="46030"/>
                  </a:lnTo>
                  <a:lnTo>
                    <a:pt x="686324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4" name="object 344" descr=""/>
          <p:cNvGrpSpPr/>
          <p:nvPr/>
        </p:nvGrpSpPr>
        <p:grpSpPr>
          <a:xfrm>
            <a:off x="13567021" y="6041650"/>
            <a:ext cx="2776220" cy="1190625"/>
            <a:chOff x="13567021" y="6041650"/>
            <a:chExt cx="2776220" cy="1190625"/>
          </a:xfrm>
        </p:grpSpPr>
        <p:sp>
          <p:nvSpPr>
            <p:cNvPr id="345" name="object 345" descr=""/>
            <p:cNvSpPr/>
            <p:nvPr/>
          </p:nvSpPr>
          <p:spPr>
            <a:xfrm>
              <a:off x="13747953" y="6762819"/>
              <a:ext cx="2414905" cy="74930"/>
            </a:xfrm>
            <a:custGeom>
              <a:avLst/>
              <a:gdLst/>
              <a:ahLst/>
              <a:cxnLst/>
              <a:rect l="l" t="t" r="r" b="b"/>
              <a:pathLst>
                <a:path w="2414905" h="74929">
                  <a:moveTo>
                    <a:pt x="804735" y="34480"/>
                  </a:moveTo>
                  <a:lnTo>
                    <a:pt x="801916" y="20967"/>
                  </a:lnTo>
                  <a:lnTo>
                    <a:pt x="795223" y="10020"/>
                  </a:lnTo>
                  <a:lnTo>
                    <a:pt x="785571" y="2679"/>
                  </a:lnTo>
                  <a:lnTo>
                    <a:pt x="773874" y="0"/>
                  </a:lnTo>
                  <a:lnTo>
                    <a:pt x="30949" y="0"/>
                  </a:lnTo>
                  <a:lnTo>
                    <a:pt x="18910" y="2844"/>
                  </a:lnTo>
                  <a:lnTo>
                    <a:pt x="9067" y="10629"/>
                  </a:lnTo>
                  <a:lnTo>
                    <a:pt x="2438" y="22174"/>
                  </a:lnTo>
                  <a:lnTo>
                    <a:pt x="0" y="36309"/>
                  </a:lnTo>
                  <a:lnTo>
                    <a:pt x="0" y="74663"/>
                  </a:lnTo>
                  <a:lnTo>
                    <a:pt x="804735" y="74663"/>
                  </a:lnTo>
                  <a:lnTo>
                    <a:pt x="804735" y="36309"/>
                  </a:lnTo>
                  <a:lnTo>
                    <a:pt x="804735" y="34480"/>
                  </a:lnTo>
                  <a:close/>
                </a:path>
                <a:path w="2414905" h="74929">
                  <a:moveTo>
                    <a:pt x="2414308" y="36309"/>
                  </a:moveTo>
                  <a:lnTo>
                    <a:pt x="2411869" y="22174"/>
                  </a:lnTo>
                  <a:lnTo>
                    <a:pt x="2405240" y="10629"/>
                  </a:lnTo>
                  <a:lnTo>
                    <a:pt x="2395397" y="2844"/>
                  </a:lnTo>
                  <a:lnTo>
                    <a:pt x="2383345" y="0"/>
                  </a:lnTo>
                  <a:lnTo>
                    <a:pt x="1640433" y="0"/>
                  </a:lnTo>
                  <a:lnTo>
                    <a:pt x="1628394" y="2844"/>
                  </a:lnTo>
                  <a:lnTo>
                    <a:pt x="1618589" y="10629"/>
                  </a:lnTo>
                  <a:lnTo>
                    <a:pt x="1611985" y="22174"/>
                  </a:lnTo>
                  <a:lnTo>
                    <a:pt x="1609559" y="36309"/>
                  </a:lnTo>
                  <a:lnTo>
                    <a:pt x="1607134" y="22174"/>
                  </a:lnTo>
                  <a:lnTo>
                    <a:pt x="1600492" y="10629"/>
                  </a:lnTo>
                  <a:lnTo>
                    <a:pt x="1590662" y="2844"/>
                  </a:lnTo>
                  <a:lnTo>
                    <a:pt x="1578610" y="0"/>
                  </a:lnTo>
                  <a:lnTo>
                    <a:pt x="835685" y="0"/>
                  </a:lnTo>
                  <a:lnTo>
                    <a:pt x="823988" y="2679"/>
                  </a:lnTo>
                  <a:lnTo>
                    <a:pt x="814336" y="10020"/>
                  </a:lnTo>
                  <a:lnTo>
                    <a:pt x="807643" y="20967"/>
                  </a:lnTo>
                  <a:lnTo>
                    <a:pt x="804824" y="34480"/>
                  </a:lnTo>
                  <a:lnTo>
                    <a:pt x="804824" y="74663"/>
                  </a:lnTo>
                  <a:lnTo>
                    <a:pt x="1609559" y="74663"/>
                  </a:lnTo>
                  <a:lnTo>
                    <a:pt x="2414308" y="74663"/>
                  </a:lnTo>
                  <a:lnTo>
                    <a:pt x="2414308" y="36309"/>
                  </a:lnTo>
                  <a:close/>
                </a:path>
              </a:pathLst>
            </a:custGeom>
            <a:solidFill>
              <a:srgbClr val="9EC6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3747953" y="6630650"/>
              <a:ext cx="2414905" cy="168910"/>
            </a:xfrm>
            <a:custGeom>
              <a:avLst/>
              <a:gdLst/>
              <a:ahLst/>
              <a:cxnLst/>
              <a:rect l="l" t="t" r="r" b="b"/>
              <a:pathLst>
                <a:path w="2414905" h="168909">
                  <a:moveTo>
                    <a:pt x="804735" y="34467"/>
                  </a:moveTo>
                  <a:lnTo>
                    <a:pt x="801916" y="20967"/>
                  </a:lnTo>
                  <a:lnTo>
                    <a:pt x="795223" y="10020"/>
                  </a:lnTo>
                  <a:lnTo>
                    <a:pt x="785571" y="2679"/>
                  </a:lnTo>
                  <a:lnTo>
                    <a:pt x="773874" y="0"/>
                  </a:lnTo>
                  <a:lnTo>
                    <a:pt x="30949" y="0"/>
                  </a:lnTo>
                  <a:lnTo>
                    <a:pt x="18910" y="2857"/>
                  </a:lnTo>
                  <a:lnTo>
                    <a:pt x="9067" y="10642"/>
                  </a:lnTo>
                  <a:lnTo>
                    <a:pt x="2438" y="22186"/>
                  </a:lnTo>
                  <a:lnTo>
                    <a:pt x="0" y="36322"/>
                  </a:lnTo>
                  <a:lnTo>
                    <a:pt x="0" y="168478"/>
                  </a:lnTo>
                  <a:lnTo>
                    <a:pt x="2438" y="154343"/>
                  </a:lnTo>
                  <a:lnTo>
                    <a:pt x="9067" y="142798"/>
                  </a:lnTo>
                  <a:lnTo>
                    <a:pt x="18910" y="135026"/>
                  </a:lnTo>
                  <a:lnTo>
                    <a:pt x="30949" y="132168"/>
                  </a:lnTo>
                  <a:lnTo>
                    <a:pt x="773874" y="132168"/>
                  </a:lnTo>
                  <a:lnTo>
                    <a:pt x="785571" y="134848"/>
                  </a:lnTo>
                  <a:lnTo>
                    <a:pt x="795223" y="142189"/>
                  </a:lnTo>
                  <a:lnTo>
                    <a:pt x="801916" y="153136"/>
                  </a:lnTo>
                  <a:lnTo>
                    <a:pt x="804735" y="166636"/>
                  </a:lnTo>
                  <a:lnTo>
                    <a:pt x="804735" y="36322"/>
                  </a:lnTo>
                  <a:lnTo>
                    <a:pt x="804735" y="34467"/>
                  </a:lnTo>
                  <a:close/>
                </a:path>
                <a:path w="2414905" h="168909">
                  <a:moveTo>
                    <a:pt x="2414308" y="36309"/>
                  </a:moveTo>
                  <a:lnTo>
                    <a:pt x="2411869" y="22186"/>
                  </a:lnTo>
                  <a:lnTo>
                    <a:pt x="2405240" y="10642"/>
                  </a:lnTo>
                  <a:lnTo>
                    <a:pt x="2395397" y="2857"/>
                  </a:lnTo>
                  <a:lnTo>
                    <a:pt x="2383345" y="0"/>
                  </a:lnTo>
                  <a:lnTo>
                    <a:pt x="1640433" y="0"/>
                  </a:lnTo>
                  <a:lnTo>
                    <a:pt x="1628394" y="2857"/>
                  </a:lnTo>
                  <a:lnTo>
                    <a:pt x="1618589" y="10642"/>
                  </a:lnTo>
                  <a:lnTo>
                    <a:pt x="1611985" y="22186"/>
                  </a:lnTo>
                  <a:lnTo>
                    <a:pt x="1609559" y="36309"/>
                  </a:lnTo>
                  <a:lnTo>
                    <a:pt x="1607134" y="22186"/>
                  </a:lnTo>
                  <a:lnTo>
                    <a:pt x="1600492" y="10642"/>
                  </a:lnTo>
                  <a:lnTo>
                    <a:pt x="1590662" y="2857"/>
                  </a:lnTo>
                  <a:lnTo>
                    <a:pt x="1578610" y="0"/>
                  </a:lnTo>
                  <a:lnTo>
                    <a:pt x="835685" y="0"/>
                  </a:lnTo>
                  <a:lnTo>
                    <a:pt x="823988" y="2679"/>
                  </a:lnTo>
                  <a:lnTo>
                    <a:pt x="814336" y="10020"/>
                  </a:lnTo>
                  <a:lnTo>
                    <a:pt x="807643" y="20967"/>
                  </a:lnTo>
                  <a:lnTo>
                    <a:pt x="804824" y="34467"/>
                  </a:lnTo>
                  <a:lnTo>
                    <a:pt x="804824" y="166636"/>
                  </a:lnTo>
                  <a:lnTo>
                    <a:pt x="807643" y="153136"/>
                  </a:lnTo>
                  <a:lnTo>
                    <a:pt x="814336" y="142189"/>
                  </a:lnTo>
                  <a:lnTo>
                    <a:pt x="823988" y="134848"/>
                  </a:lnTo>
                  <a:lnTo>
                    <a:pt x="835685" y="132168"/>
                  </a:lnTo>
                  <a:lnTo>
                    <a:pt x="1578610" y="132168"/>
                  </a:lnTo>
                  <a:lnTo>
                    <a:pt x="1590662" y="135026"/>
                  </a:lnTo>
                  <a:lnTo>
                    <a:pt x="1600492" y="142798"/>
                  </a:lnTo>
                  <a:lnTo>
                    <a:pt x="1607134" y="154343"/>
                  </a:lnTo>
                  <a:lnTo>
                    <a:pt x="1609559" y="168478"/>
                  </a:lnTo>
                  <a:lnTo>
                    <a:pt x="1611985" y="154343"/>
                  </a:lnTo>
                  <a:lnTo>
                    <a:pt x="1618589" y="142798"/>
                  </a:lnTo>
                  <a:lnTo>
                    <a:pt x="1628394" y="135013"/>
                  </a:lnTo>
                  <a:lnTo>
                    <a:pt x="1640433" y="132168"/>
                  </a:lnTo>
                  <a:lnTo>
                    <a:pt x="2383345" y="132168"/>
                  </a:lnTo>
                  <a:lnTo>
                    <a:pt x="2395397" y="135013"/>
                  </a:lnTo>
                  <a:lnTo>
                    <a:pt x="2405240" y="142798"/>
                  </a:lnTo>
                  <a:lnTo>
                    <a:pt x="2411869" y="154343"/>
                  </a:lnTo>
                  <a:lnTo>
                    <a:pt x="2414308" y="168478"/>
                  </a:lnTo>
                  <a:lnTo>
                    <a:pt x="2414308" y="36309"/>
                  </a:lnTo>
                  <a:close/>
                </a:path>
              </a:pathLst>
            </a:custGeom>
            <a:solidFill>
              <a:srgbClr val="ABC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3747953" y="6041662"/>
              <a:ext cx="2414905" cy="625475"/>
            </a:xfrm>
            <a:custGeom>
              <a:avLst/>
              <a:gdLst/>
              <a:ahLst/>
              <a:cxnLst/>
              <a:rect l="l" t="t" r="r" b="b"/>
              <a:pathLst>
                <a:path w="2414905" h="625475">
                  <a:moveTo>
                    <a:pt x="804824" y="35382"/>
                  </a:moveTo>
                  <a:lnTo>
                    <a:pt x="802170" y="21564"/>
                  </a:lnTo>
                  <a:lnTo>
                    <a:pt x="795502" y="10325"/>
                  </a:lnTo>
                  <a:lnTo>
                    <a:pt x="785749" y="2768"/>
                  </a:lnTo>
                  <a:lnTo>
                    <a:pt x="773874" y="0"/>
                  </a:lnTo>
                  <a:lnTo>
                    <a:pt x="30949" y="0"/>
                  </a:lnTo>
                  <a:lnTo>
                    <a:pt x="18910" y="2844"/>
                  </a:lnTo>
                  <a:lnTo>
                    <a:pt x="9067" y="10629"/>
                  </a:lnTo>
                  <a:lnTo>
                    <a:pt x="2438" y="22174"/>
                  </a:lnTo>
                  <a:lnTo>
                    <a:pt x="0" y="36309"/>
                  </a:lnTo>
                  <a:lnTo>
                    <a:pt x="0" y="625309"/>
                  </a:lnTo>
                  <a:lnTo>
                    <a:pt x="2438" y="611174"/>
                  </a:lnTo>
                  <a:lnTo>
                    <a:pt x="9067" y="599630"/>
                  </a:lnTo>
                  <a:lnTo>
                    <a:pt x="18910" y="591845"/>
                  </a:lnTo>
                  <a:lnTo>
                    <a:pt x="30949" y="588987"/>
                  </a:lnTo>
                  <a:lnTo>
                    <a:pt x="773874" y="588987"/>
                  </a:lnTo>
                  <a:lnTo>
                    <a:pt x="785571" y="591667"/>
                  </a:lnTo>
                  <a:lnTo>
                    <a:pt x="795223" y="599020"/>
                  </a:lnTo>
                  <a:lnTo>
                    <a:pt x="801916" y="609968"/>
                  </a:lnTo>
                  <a:lnTo>
                    <a:pt x="804735" y="623468"/>
                  </a:lnTo>
                  <a:lnTo>
                    <a:pt x="804824" y="35382"/>
                  </a:lnTo>
                  <a:close/>
                </a:path>
                <a:path w="2414905" h="625475">
                  <a:moveTo>
                    <a:pt x="2414308" y="36309"/>
                  </a:moveTo>
                  <a:lnTo>
                    <a:pt x="2411869" y="22174"/>
                  </a:lnTo>
                  <a:lnTo>
                    <a:pt x="2405240" y="10629"/>
                  </a:lnTo>
                  <a:lnTo>
                    <a:pt x="2395397" y="2844"/>
                  </a:lnTo>
                  <a:lnTo>
                    <a:pt x="2383345" y="0"/>
                  </a:lnTo>
                  <a:lnTo>
                    <a:pt x="1640433" y="0"/>
                  </a:lnTo>
                  <a:lnTo>
                    <a:pt x="1628394" y="2844"/>
                  </a:lnTo>
                  <a:lnTo>
                    <a:pt x="1618589" y="10629"/>
                  </a:lnTo>
                  <a:lnTo>
                    <a:pt x="1611985" y="22174"/>
                  </a:lnTo>
                  <a:lnTo>
                    <a:pt x="1609559" y="36309"/>
                  </a:lnTo>
                  <a:lnTo>
                    <a:pt x="1607134" y="22174"/>
                  </a:lnTo>
                  <a:lnTo>
                    <a:pt x="1600492" y="10629"/>
                  </a:lnTo>
                  <a:lnTo>
                    <a:pt x="1590662" y="2844"/>
                  </a:lnTo>
                  <a:lnTo>
                    <a:pt x="1578610" y="0"/>
                  </a:lnTo>
                  <a:lnTo>
                    <a:pt x="835685" y="0"/>
                  </a:lnTo>
                  <a:lnTo>
                    <a:pt x="823823" y="2768"/>
                  </a:lnTo>
                  <a:lnTo>
                    <a:pt x="814082" y="10325"/>
                  </a:lnTo>
                  <a:lnTo>
                    <a:pt x="807427" y="21577"/>
                  </a:lnTo>
                  <a:lnTo>
                    <a:pt x="804824" y="35382"/>
                  </a:lnTo>
                  <a:lnTo>
                    <a:pt x="804824" y="623455"/>
                  </a:lnTo>
                  <a:lnTo>
                    <a:pt x="807643" y="609955"/>
                  </a:lnTo>
                  <a:lnTo>
                    <a:pt x="814336" y="599008"/>
                  </a:lnTo>
                  <a:lnTo>
                    <a:pt x="823988" y="591667"/>
                  </a:lnTo>
                  <a:lnTo>
                    <a:pt x="835685" y="588987"/>
                  </a:lnTo>
                  <a:lnTo>
                    <a:pt x="1578610" y="588987"/>
                  </a:lnTo>
                  <a:lnTo>
                    <a:pt x="1590662" y="591845"/>
                  </a:lnTo>
                  <a:lnTo>
                    <a:pt x="1600492" y="599630"/>
                  </a:lnTo>
                  <a:lnTo>
                    <a:pt x="1607134" y="611174"/>
                  </a:lnTo>
                  <a:lnTo>
                    <a:pt x="1609559" y="625309"/>
                  </a:lnTo>
                  <a:lnTo>
                    <a:pt x="1611985" y="611174"/>
                  </a:lnTo>
                  <a:lnTo>
                    <a:pt x="1618589" y="599630"/>
                  </a:lnTo>
                  <a:lnTo>
                    <a:pt x="1628394" y="591845"/>
                  </a:lnTo>
                  <a:lnTo>
                    <a:pt x="1640433" y="588987"/>
                  </a:lnTo>
                  <a:lnTo>
                    <a:pt x="2383345" y="588987"/>
                  </a:lnTo>
                  <a:lnTo>
                    <a:pt x="2395397" y="591845"/>
                  </a:lnTo>
                  <a:lnTo>
                    <a:pt x="2405240" y="599630"/>
                  </a:lnTo>
                  <a:lnTo>
                    <a:pt x="2411869" y="611174"/>
                  </a:lnTo>
                  <a:lnTo>
                    <a:pt x="2414308" y="625309"/>
                  </a:lnTo>
                  <a:lnTo>
                    <a:pt x="2414308" y="36309"/>
                  </a:lnTo>
                  <a:close/>
                </a:path>
              </a:pathLst>
            </a:custGeom>
            <a:solidFill>
              <a:srgbClr val="B0D2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3707999" y="6062135"/>
              <a:ext cx="2494280" cy="892175"/>
            </a:xfrm>
            <a:custGeom>
              <a:avLst/>
              <a:gdLst/>
              <a:ahLst/>
              <a:cxnLst/>
              <a:rect l="l" t="t" r="r" b="b"/>
              <a:pathLst>
                <a:path w="2494280" h="892175">
                  <a:moveTo>
                    <a:pt x="39954" y="367830"/>
                  </a:moveTo>
                  <a:lnTo>
                    <a:pt x="0" y="367830"/>
                  </a:lnTo>
                  <a:lnTo>
                    <a:pt x="0" y="604799"/>
                  </a:lnTo>
                  <a:lnTo>
                    <a:pt x="39954" y="604799"/>
                  </a:lnTo>
                  <a:lnTo>
                    <a:pt x="39954" y="367830"/>
                  </a:lnTo>
                  <a:close/>
                </a:path>
                <a:path w="2494280" h="892175">
                  <a:moveTo>
                    <a:pt x="39954" y="0"/>
                  </a:moveTo>
                  <a:lnTo>
                    <a:pt x="0" y="0"/>
                  </a:lnTo>
                  <a:lnTo>
                    <a:pt x="0" y="286854"/>
                  </a:lnTo>
                  <a:lnTo>
                    <a:pt x="39954" y="286854"/>
                  </a:lnTo>
                  <a:lnTo>
                    <a:pt x="39954" y="0"/>
                  </a:lnTo>
                  <a:close/>
                </a:path>
                <a:path w="2494280" h="892175">
                  <a:moveTo>
                    <a:pt x="2494229" y="775335"/>
                  </a:moveTo>
                  <a:lnTo>
                    <a:pt x="0" y="775335"/>
                  </a:lnTo>
                  <a:lnTo>
                    <a:pt x="0" y="891730"/>
                  </a:lnTo>
                  <a:lnTo>
                    <a:pt x="2494229" y="891730"/>
                  </a:lnTo>
                  <a:lnTo>
                    <a:pt x="2494229" y="775335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3707999" y="6666947"/>
              <a:ext cx="40005" cy="565150"/>
            </a:xfrm>
            <a:custGeom>
              <a:avLst/>
              <a:gdLst/>
              <a:ahLst/>
              <a:cxnLst/>
              <a:rect l="l" t="t" r="r" b="b"/>
              <a:pathLst>
                <a:path w="40005" h="565150">
                  <a:moveTo>
                    <a:pt x="39954" y="286918"/>
                  </a:moveTo>
                  <a:lnTo>
                    <a:pt x="0" y="286918"/>
                  </a:lnTo>
                  <a:lnTo>
                    <a:pt x="0" y="565150"/>
                  </a:lnTo>
                  <a:lnTo>
                    <a:pt x="39954" y="565150"/>
                  </a:lnTo>
                  <a:lnTo>
                    <a:pt x="39954" y="286918"/>
                  </a:lnTo>
                  <a:close/>
                </a:path>
                <a:path w="40005" h="565150">
                  <a:moveTo>
                    <a:pt x="39954" y="0"/>
                  </a:moveTo>
                  <a:lnTo>
                    <a:pt x="0" y="0"/>
                  </a:lnTo>
                  <a:lnTo>
                    <a:pt x="0" y="139357"/>
                  </a:lnTo>
                  <a:lnTo>
                    <a:pt x="0" y="170510"/>
                  </a:lnTo>
                  <a:lnTo>
                    <a:pt x="39954" y="170510"/>
                  </a:lnTo>
                  <a:lnTo>
                    <a:pt x="39954" y="139369"/>
                  </a:lnTo>
                  <a:lnTo>
                    <a:pt x="39954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6162262" y="6062135"/>
              <a:ext cx="40005" cy="605155"/>
            </a:xfrm>
            <a:custGeom>
              <a:avLst/>
              <a:gdLst/>
              <a:ahLst/>
              <a:cxnLst/>
              <a:rect l="l" t="t" r="r" b="b"/>
              <a:pathLst>
                <a:path w="40005" h="605154">
                  <a:moveTo>
                    <a:pt x="39966" y="367830"/>
                  </a:moveTo>
                  <a:lnTo>
                    <a:pt x="0" y="367830"/>
                  </a:lnTo>
                  <a:lnTo>
                    <a:pt x="0" y="604799"/>
                  </a:lnTo>
                  <a:lnTo>
                    <a:pt x="39966" y="604799"/>
                  </a:lnTo>
                  <a:lnTo>
                    <a:pt x="39966" y="367830"/>
                  </a:lnTo>
                  <a:close/>
                </a:path>
                <a:path w="40005" h="605154">
                  <a:moveTo>
                    <a:pt x="39966" y="0"/>
                  </a:moveTo>
                  <a:lnTo>
                    <a:pt x="0" y="0"/>
                  </a:lnTo>
                  <a:lnTo>
                    <a:pt x="0" y="286854"/>
                  </a:lnTo>
                  <a:lnTo>
                    <a:pt x="39966" y="286854"/>
                  </a:lnTo>
                  <a:lnTo>
                    <a:pt x="39966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6162261" y="6348979"/>
              <a:ext cx="180975" cy="81280"/>
            </a:xfrm>
            <a:custGeom>
              <a:avLst/>
              <a:gdLst/>
              <a:ahLst/>
              <a:cxnLst/>
              <a:rect l="l" t="t" r="r" b="b"/>
              <a:pathLst>
                <a:path w="180975" h="81279">
                  <a:moveTo>
                    <a:pt x="180936" y="0"/>
                  </a:moveTo>
                  <a:lnTo>
                    <a:pt x="0" y="0"/>
                  </a:lnTo>
                  <a:lnTo>
                    <a:pt x="0" y="80981"/>
                  </a:lnTo>
                  <a:lnTo>
                    <a:pt x="180936" y="80981"/>
                  </a:lnTo>
                  <a:lnTo>
                    <a:pt x="180936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6162261" y="6306352"/>
              <a:ext cx="180975" cy="43180"/>
            </a:xfrm>
            <a:custGeom>
              <a:avLst/>
              <a:gdLst/>
              <a:ahLst/>
              <a:cxnLst/>
              <a:rect l="l" t="t" r="r" b="b"/>
              <a:pathLst>
                <a:path w="180975" h="43179">
                  <a:moveTo>
                    <a:pt x="180936" y="0"/>
                  </a:moveTo>
                  <a:lnTo>
                    <a:pt x="0" y="0"/>
                  </a:lnTo>
                  <a:lnTo>
                    <a:pt x="0" y="42626"/>
                  </a:lnTo>
                  <a:lnTo>
                    <a:pt x="180936" y="42626"/>
                  </a:lnTo>
                  <a:lnTo>
                    <a:pt x="180936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3567016" y="6348990"/>
              <a:ext cx="2635250" cy="883285"/>
            </a:xfrm>
            <a:custGeom>
              <a:avLst/>
              <a:gdLst/>
              <a:ahLst/>
              <a:cxnLst/>
              <a:rect l="l" t="t" r="r" b="b"/>
              <a:pathLst>
                <a:path w="2635250" h="883284">
                  <a:moveTo>
                    <a:pt x="180936" y="0"/>
                  </a:moveTo>
                  <a:lnTo>
                    <a:pt x="0" y="0"/>
                  </a:lnTo>
                  <a:lnTo>
                    <a:pt x="0" y="80975"/>
                  </a:lnTo>
                  <a:lnTo>
                    <a:pt x="180936" y="80975"/>
                  </a:lnTo>
                  <a:lnTo>
                    <a:pt x="180936" y="0"/>
                  </a:lnTo>
                  <a:close/>
                </a:path>
                <a:path w="2635250" h="883284">
                  <a:moveTo>
                    <a:pt x="2635212" y="604875"/>
                  </a:moveTo>
                  <a:lnTo>
                    <a:pt x="2595245" y="604875"/>
                  </a:lnTo>
                  <a:lnTo>
                    <a:pt x="2595245" y="883107"/>
                  </a:lnTo>
                  <a:lnTo>
                    <a:pt x="2635212" y="883107"/>
                  </a:lnTo>
                  <a:lnTo>
                    <a:pt x="2635212" y="604875"/>
                  </a:lnTo>
                  <a:close/>
                </a:path>
                <a:path w="2635250" h="883284">
                  <a:moveTo>
                    <a:pt x="2635212" y="317957"/>
                  </a:moveTo>
                  <a:lnTo>
                    <a:pt x="2595245" y="317957"/>
                  </a:lnTo>
                  <a:lnTo>
                    <a:pt x="2595245" y="457314"/>
                  </a:lnTo>
                  <a:lnTo>
                    <a:pt x="2595245" y="488467"/>
                  </a:lnTo>
                  <a:lnTo>
                    <a:pt x="2635212" y="488467"/>
                  </a:lnTo>
                  <a:lnTo>
                    <a:pt x="2635212" y="457327"/>
                  </a:lnTo>
                  <a:lnTo>
                    <a:pt x="2635212" y="317957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3567021" y="6306352"/>
              <a:ext cx="180975" cy="43180"/>
            </a:xfrm>
            <a:custGeom>
              <a:avLst/>
              <a:gdLst/>
              <a:ahLst/>
              <a:cxnLst/>
              <a:rect l="l" t="t" r="r" b="b"/>
              <a:pathLst>
                <a:path w="180975" h="43179">
                  <a:moveTo>
                    <a:pt x="180936" y="0"/>
                  </a:moveTo>
                  <a:lnTo>
                    <a:pt x="0" y="0"/>
                  </a:lnTo>
                  <a:lnTo>
                    <a:pt x="0" y="42626"/>
                  </a:lnTo>
                  <a:lnTo>
                    <a:pt x="180936" y="42626"/>
                  </a:lnTo>
                  <a:lnTo>
                    <a:pt x="180936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3614984" y="6369767"/>
              <a:ext cx="2680335" cy="862330"/>
            </a:xfrm>
            <a:custGeom>
              <a:avLst/>
              <a:gdLst/>
              <a:ahLst/>
              <a:cxnLst/>
              <a:rect l="l" t="t" r="r" b="b"/>
              <a:pathLst>
                <a:path w="2680334" h="862329">
                  <a:moveTo>
                    <a:pt x="93014" y="0"/>
                  </a:moveTo>
                  <a:lnTo>
                    <a:pt x="0" y="0"/>
                  </a:lnTo>
                  <a:lnTo>
                    <a:pt x="24409" y="862330"/>
                  </a:lnTo>
                  <a:lnTo>
                    <a:pt x="93014" y="862330"/>
                  </a:lnTo>
                  <a:lnTo>
                    <a:pt x="93014" y="0"/>
                  </a:lnTo>
                  <a:close/>
                </a:path>
                <a:path w="2680334" h="862329">
                  <a:moveTo>
                    <a:pt x="2680246" y="0"/>
                  </a:moveTo>
                  <a:lnTo>
                    <a:pt x="2587231" y="0"/>
                  </a:lnTo>
                  <a:lnTo>
                    <a:pt x="2587231" y="862330"/>
                  </a:lnTo>
                  <a:lnTo>
                    <a:pt x="2655824" y="862330"/>
                  </a:lnTo>
                  <a:lnTo>
                    <a:pt x="2680246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3614984" y="6369767"/>
              <a:ext cx="2680335" cy="546735"/>
            </a:xfrm>
            <a:custGeom>
              <a:avLst/>
              <a:gdLst/>
              <a:ahLst/>
              <a:cxnLst/>
              <a:rect l="l" t="t" r="r" b="b"/>
              <a:pathLst>
                <a:path w="2680334" h="546734">
                  <a:moveTo>
                    <a:pt x="132969" y="60198"/>
                  </a:moveTo>
                  <a:lnTo>
                    <a:pt x="93002" y="60198"/>
                  </a:lnTo>
                  <a:lnTo>
                    <a:pt x="93002" y="0"/>
                  </a:lnTo>
                  <a:lnTo>
                    <a:pt x="0" y="0"/>
                  </a:lnTo>
                  <a:lnTo>
                    <a:pt x="1854" y="65989"/>
                  </a:lnTo>
                  <a:lnTo>
                    <a:pt x="92278" y="65989"/>
                  </a:lnTo>
                  <a:lnTo>
                    <a:pt x="93014" y="121348"/>
                  </a:lnTo>
                  <a:lnTo>
                    <a:pt x="132969" y="121348"/>
                  </a:lnTo>
                  <a:lnTo>
                    <a:pt x="132969" y="60198"/>
                  </a:lnTo>
                  <a:close/>
                </a:path>
                <a:path w="2680334" h="546734">
                  <a:moveTo>
                    <a:pt x="2587244" y="467690"/>
                  </a:moveTo>
                  <a:lnTo>
                    <a:pt x="93002" y="467690"/>
                  </a:lnTo>
                  <a:lnTo>
                    <a:pt x="93002" y="546582"/>
                  </a:lnTo>
                  <a:lnTo>
                    <a:pt x="2587244" y="546582"/>
                  </a:lnTo>
                  <a:lnTo>
                    <a:pt x="2587244" y="467690"/>
                  </a:lnTo>
                  <a:close/>
                </a:path>
                <a:path w="2680334" h="546734">
                  <a:moveTo>
                    <a:pt x="2680246" y="0"/>
                  </a:moveTo>
                  <a:lnTo>
                    <a:pt x="2587231" y="0"/>
                  </a:lnTo>
                  <a:lnTo>
                    <a:pt x="2587231" y="60198"/>
                  </a:lnTo>
                  <a:lnTo>
                    <a:pt x="2547264" y="60198"/>
                  </a:lnTo>
                  <a:lnTo>
                    <a:pt x="2547264" y="121348"/>
                  </a:lnTo>
                  <a:lnTo>
                    <a:pt x="2587231" y="121348"/>
                  </a:lnTo>
                  <a:lnTo>
                    <a:pt x="2587955" y="65989"/>
                  </a:lnTo>
                  <a:lnTo>
                    <a:pt x="2678379" y="65989"/>
                  </a:lnTo>
                  <a:lnTo>
                    <a:pt x="2680246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7" name="object 357" descr=""/>
          <p:cNvGrpSpPr/>
          <p:nvPr/>
        </p:nvGrpSpPr>
        <p:grpSpPr>
          <a:xfrm>
            <a:off x="10691217" y="6056484"/>
            <a:ext cx="2609850" cy="1176020"/>
            <a:chOff x="10691217" y="6056484"/>
            <a:chExt cx="2609850" cy="1176020"/>
          </a:xfrm>
        </p:grpSpPr>
        <p:sp>
          <p:nvSpPr>
            <p:cNvPr id="358" name="object 358" descr=""/>
            <p:cNvSpPr/>
            <p:nvPr/>
          </p:nvSpPr>
          <p:spPr>
            <a:xfrm>
              <a:off x="13193965" y="6303828"/>
              <a:ext cx="107314" cy="46355"/>
            </a:xfrm>
            <a:custGeom>
              <a:avLst/>
              <a:gdLst/>
              <a:ahLst/>
              <a:cxnLst/>
              <a:rect l="l" t="t" r="r" b="b"/>
              <a:pathLst>
                <a:path w="107315" h="46354">
                  <a:moveTo>
                    <a:pt x="106813" y="0"/>
                  </a:moveTo>
                  <a:lnTo>
                    <a:pt x="0" y="0"/>
                  </a:lnTo>
                  <a:lnTo>
                    <a:pt x="0" y="46030"/>
                  </a:lnTo>
                  <a:lnTo>
                    <a:pt x="106813" y="46030"/>
                  </a:lnTo>
                  <a:lnTo>
                    <a:pt x="106813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2542605" y="6349855"/>
              <a:ext cx="758190" cy="85725"/>
            </a:xfrm>
            <a:custGeom>
              <a:avLst/>
              <a:gdLst/>
              <a:ahLst/>
              <a:cxnLst/>
              <a:rect l="l" t="t" r="r" b="b"/>
              <a:pathLst>
                <a:path w="758190" h="85725">
                  <a:moveTo>
                    <a:pt x="758175" y="0"/>
                  </a:moveTo>
                  <a:lnTo>
                    <a:pt x="651362" y="0"/>
                  </a:lnTo>
                  <a:lnTo>
                    <a:pt x="0" y="85725"/>
                  </a:lnTo>
                  <a:lnTo>
                    <a:pt x="106729" y="85725"/>
                  </a:lnTo>
                  <a:lnTo>
                    <a:pt x="758175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2507640" y="6303824"/>
              <a:ext cx="686435" cy="132080"/>
            </a:xfrm>
            <a:custGeom>
              <a:avLst/>
              <a:gdLst/>
              <a:ahLst/>
              <a:cxnLst/>
              <a:rect l="l" t="t" r="r" b="b"/>
              <a:pathLst>
                <a:path w="686434" h="132079">
                  <a:moveTo>
                    <a:pt x="686324" y="0"/>
                  </a:moveTo>
                  <a:lnTo>
                    <a:pt x="0" y="67715"/>
                  </a:lnTo>
                  <a:lnTo>
                    <a:pt x="2094" y="90112"/>
                  </a:lnTo>
                  <a:lnTo>
                    <a:pt x="6003" y="107708"/>
                  </a:lnTo>
                  <a:lnTo>
                    <a:pt x="13427" y="121327"/>
                  </a:lnTo>
                  <a:lnTo>
                    <a:pt x="23402" y="129749"/>
                  </a:lnTo>
                  <a:lnTo>
                    <a:pt x="34962" y="131755"/>
                  </a:lnTo>
                  <a:lnTo>
                    <a:pt x="686324" y="46030"/>
                  </a:lnTo>
                  <a:lnTo>
                    <a:pt x="686324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3103347" y="6367148"/>
              <a:ext cx="158750" cy="865505"/>
            </a:xfrm>
            <a:custGeom>
              <a:avLst/>
              <a:gdLst/>
              <a:ahLst/>
              <a:cxnLst/>
              <a:rect l="l" t="t" r="r" b="b"/>
              <a:pathLst>
                <a:path w="158750" h="865504">
                  <a:moveTo>
                    <a:pt x="25747" y="0"/>
                  </a:moveTo>
                  <a:lnTo>
                    <a:pt x="0" y="0"/>
                  </a:lnTo>
                  <a:lnTo>
                    <a:pt x="132571" y="864947"/>
                  </a:lnTo>
                  <a:lnTo>
                    <a:pt x="158319" y="864947"/>
                  </a:lnTo>
                  <a:lnTo>
                    <a:pt x="25747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3055284" y="6367148"/>
              <a:ext cx="180975" cy="865505"/>
            </a:xfrm>
            <a:custGeom>
              <a:avLst/>
              <a:gdLst/>
              <a:ahLst/>
              <a:cxnLst/>
              <a:rect l="l" t="t" r="r" b="b"/>
              <a:pathLst>
                <a:path w="180975" h="865504">
                  <a:moveTo>
                    <a:pt x="48061" y="0"/>
                  </a:moveTo>
                  <a:lnTo>
                    <a:pt x="0" y="6083"/>
                  </a:lnTo>
                  <a:lnTo>
                    <a:pt x="147503" y="864947"/>
                  </a:lnTo>
                  <a:lnTo>
                    <a:pt x="180633" y="864947"/>
                  </a:lnTo>
                  <a:lnTo>
                    <a:pt x="48061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13232890" y="667477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10" y="0"/>
                  </a:moveTo>
                  <a:lnTo>
                    <a:pt x="0" y="10"/>
                  </a:lnTo>
                </a:path>
              </a:pathLst>
            </a:custGeom>
            <a:solidFill>
              <a:srgbClr val="2E83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2460641" y="6057013"/>
              <a:ext cx="286385" cy="780415"/>
            </a:xfrm>
            <a:custGeom>
              <a:avLst/>
              <a:gdLst/>
              <a:ahLst/>
              <a:cxnLst/>
              <a:rect l="l" t="t" r="r" b="b"/>
              <a:pathLst>
                <a:path w="286384" h="780415">
                  <a:moveTo>
                    <a:pt x="34679" y="0"/>
                  </a:moveTo>
                  <a:lnTo>
                    <a:pt x="0" y="0"/>
                  </a:lnTo>
                  <a:lnTo>
                    <a:pt x="239448" y="754469"/>
                  </a:lnTo>
                  <a:lnTo>
                    <a:pt x="245101" y="766965"/>
                  </a:lnTo>
                  <a:lnTo>
                    <a:pt x="252608" y="775653"/>
                  </a:lnTo>
                  <a:lnTo>
                    <a:pt x="261339" y="780023"/>
                  </a:lnTo>
                  <a:lnTo>
                    <a:pt x="270661" y="779567"/>
                  </a:lnTo>
                  <a:lnTo>
                    <a:pt x="286179" y="774562"/>
                  </a:lnTo>
                  <a:lnTo>
                    <a:pt x="281195" y="770091"/>
                  </a:lnTo>
                  <a:lnTo>
                    <a:pt x="276933" y="763275"/>
                  </a:lnTo>
                  <a:lnTo>
                    <a:pt x="34679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12452296" y="6674771"/>
              <a:ext cx="817880" cy="557530"/>
            </a:xfrm>
            <a:custGeom>
              <a:avLst/>
              <a:gdLst/>
              <a:ahLst/>
              <a:cxnLst/>
              <a:rect l="l" t="t" r="r" b="b"/>
              <a:pathLst>
                <a:path w="817880" h="557529">
                  <a:moveTo>
                    <a:pt x="815284" y="0"/>
                  </a:moveTo>
                  <a:lnTo>
                    <a:pt x="780604" y="0"/>
                  </a:lnTo>
                  <a:lnTo>
                    <a:pt x="782981" y="23067"/>
                  </a:lnTo>
                  <a:lnTo>
                    <a:pt x="782842" y="41164"/>
                  </a:lnTo>
                  <a:lnTo>
                    <a:pt x="778998" y="57473"/>
                  </a:lnTo>
                  <a:lnTo>
                    <a:pt x="772007" y="70482"/>
                  </a:lnTo>
                  <a:lnTo>
                    <a:pt x="762427" y="78678"/>
                  </a:lnTo>
                  <a:lnTo>
                    <a:pt x="315979" y="299331"/>
                  </a:lnTo>
                  <a:lnTo>
                    <a:pt x="299627" y="308107"/>
                  </a:lnTo>
                  <a:lnTo>
                    <a:pt x="283539" y="318136"/>
                  </a:lnTo>
                  <a:lnTo>
                    <a:pt x="267740" y="329399"/>
                  </a:lnTo>
                  <a:lnTo>
                    <a:pt x="252254" y="341874"/>
                  </a:lnTo>
                  <a:lnTo>
                    <a:pt x="0" y="557323"/>
                  </a:lnTo>
                  <a:lnTo>
                    <a:pt x="34679" y="557323"/>
                  </a:lnTo>
                  <a:lnTo>
                    <a:pt x="286944" y="341874"/>
                  </a:lnTo>
                  <a:lnTo>
                    <a:pt x="302424" y="329399"/>
                  </a:lnTo>
                  <a:lnTo>
                    <a:pt x="318221" y="318136"/>
                  </a:lnTo>
                  <a:lnTo>
                    <a:pt x="334311" y="308107"/>
                  </a:lnTo>
                  <a:lnTo>
                    <a:pt x="350669" y="299331"/>
                  </a:lnTo>
                  <a:lnTo>
                    <a:pt x="797127" y="78678"/>
                  </a:lnTo>
                  <a:lnTo>
                    <a:pt x="806695" y="70482"/>
                  </a:lnTo>
                  <a:lnTo>
                    <a:pt x="813680" y="57473"/>
                  </a:lnTo>
                  <a:lnTo>
                    <a:pt x="817522" y="41164"/>
                  </a:lnTo>
                  <a:lnTo>
                    <a:pt x="817660" y="23067"/>
                  </a:lnTo>
                  <a:lnTo>
                    <a:pt x="815284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12414011" y="6057011"/>
              <a:ext cx="821690" cy="1175385"/>
            </a:xfrm>
            <a:custGeom>
              <a:avLst/>
              <a:gdLst/>
              <a:ahLst/>
              <a:cxnLst/>
              <a:rect l="l" t="t" r="r" b="b"/>
              <a:pathLst>
                <a:path w="821690" h="1175384">
                  <a:moveTo>
                    <a:pt x="46627" y="0"/>
                  </a:moveTo>
                  <a:lnTo>
                    <a:pt x="14408" y="31559"/>
                  </a:lnTo>
                  <a:lnTo>
                    <a:pt x="5992" y="43976"/>
                  </a:lnTo>
                  <a:lnTo>
                    <a:pt x="1077" y="60228"/>
                  </a:lnTo>
                  <a:lnTo>
                    <a:pt x="0" y="78380"/>
                  </a:lnTo>
                  <a:lnTo>
                    <a:pt x="3099" y="96499"/>
                  </a:lnTo>
                  <a:lnTo>
                    <a:pt x="225804" y="830016"/>
                  </a:lnTo>
                  <a:lnTo>
                    <a:pt x="228870" y="847490"/>
                  </a:lnTo>
                  <a:lnTo>
                    <a:pt x="228029" y="865096"/>
                  </a:lnTo>
                  <a:lnTo>
                    <a:pt x="223560" y="881072"/>
                  </a:lnTo>
                  <a:lnTo>
                    <a:pt x="215742" y="893658"/>
                  </a:lnTo>
                  <a:lnTo>
                    <a:pt x="27067" y="1100469"/>
                  </a:lnTo>
                  <a:lnTo>
                    <a:pt x="19384" y="1112753"/>
                  </a:lnTo>
                  <a:lnTo>
                    <a:pt x="14896" y="1128338"/>
                  </a:lnTo>
                  <a:lnTo>
                    <a:pt x="13881" y="1145575"/>
                  </a:lnTo>
                  <a:lnTo>
                    <a:pt x="16617" y="1162812"/>
                  </a:lnTo>
                  <a:lnTo>
                    <a:pt x="20072" y="1175084"/>
                  </a:lnTo>
                  <a:lnTo>
                    <a:pt x="38281" y="1175084"/>
                  </a:lnTo>
                  <a:lnTo>
                    <a:pt x="290535" y="959635"/>
                  </a:lnTo>
                  <a:lnTo>
                    <a:pt x="306022" y="947160"/>
                  </a:lnTo>
                  <a:lnTo>
                    <a:pt x="321821" y="935898"/>
                  </a:lnTo>
                  <a:lnTo>
                    <a:pt x="337909" y="925869"/>
                  </a:lnTo>
                  <a:lnTo>
                    <a:pt x="354261" y="917092"/>
                  </a:lnTo>
                  <a:lnTo>
                    <a:pt x="800719" y="696439"/>
                  </a:lnTo>
                  <a:lnTo>
                    <a:pt x="810293" y="688242"/>
                  </a:lnTo>
                  <a:lnTo>
                    <a:pt x="817281" y="675230"/>
                  </a:lnTo>
                  <a:lnTo>
                    <a:pt x="821124" y="658921"/>
                  </a:lnTo>
                  <a:lnTo>
                    <a:pt x="821263" y="640828"/>
                  </a:lnTo>
                  <a:lnTo>
                    <a:pt x="818886" y="617761"/>
                  </a:lnTo>
                  <a:lnTo>
                    <a:pt x="317288" y="779567"/>
                  </a:lnTo>
                  <a:lnTo>
                    <a:pt x="307967" y="780025"/>
                  </a:lnTo>
                  <a:lnTo>
                    <a:pt x="299239" y="775657"/>
                  </a:lnTo>
                  <a:lnTo>
                    <a:pt x="291732" y="766969"/>
                  </a:lnTo>
                  <a:lnTo>
                    <a:pt x="286075" y="754469"/>
                  </a:lnTo>
                  <a:lnTo>
                    <a:pt x="46627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1898978" y="6056484"/>
              <a:ext cx="854710" cy="903605"/>
            </a:xfrm>
            <a:custGeom>
              <a:avLst/>
              <a:gdLst/>
              <a:ahLst/>
              <a:cxnLst/>
              <a:rect l="l" t="t" r="r" b="b"/>
              <a:pathLst>
                <a:path w="854709" h="903604">
                  <a:moveTo>
                    <a:pt x="71411" y="0"/>
                  </a:moveTo>
                  <a:lnTo>
                    <a:pt x="68008" y="0"/>
                  </a:lnTo>
                  <a:lnTo>
                    <a:pt x="64521" y="1329"/>
                  </a:lnTo>
                  <a:lnTo>
                    <a:pt x="0" y="59736"/>
                  </a:lnTo>
                  <a:lnTo>
                    <a:pt x="229940" y="785389"/>
                  </a:lnTo>
                  <a:lnTo>
                    <a:pt x="263154" y="903030"/>
                  </a:lnTo>
                  <a:lnTo>
                    <a:pt x="839178" y="713789"/>
                  </a:lnTo>
                  <a:lnTo>
                    <a:pt x="854261" y="685180"/>
                  </a:lnTo>
                  <a:lnTo>
                    <a:pt x="854172" y="671948"/>
                  </a:lnTo>
                  <a:lnTo>
                    <a:pt x="845722" y="598610"/>
                  </a:lnTo>
                  <a:lnTo>
                    <a:pt x="825053" y="569249"/>
                  </a:lnTo>
                  <a:lnTo>
                    <a:pt x="821650" y="569563"/>
                  </a:lnTo>
                  <a:lnTo>
                    <a:pt x="267164" y="751736"/>
                  </a:lnTo>
                  <a:lnTo>
                    <a:pt x="291226" y="729852"/>
                  </a:lnTo>
                  <a:lnTo>
                    <a:pt x="297806" y="720696"/>
                  </a:lnTo>
                  <a:lnTo>
                    <a:pt x="301654" y="708405"/>
                  </a:lnTo>
                  <a:lnTo>
                    <a:pt x="302492" y="694562"/>
                  </a:lnTo>
                  <a:lnTo>
                    <a:pt x="300043" y="680754"/>
                  </a:lnTo>
                  <a:lnTo>
                    <a:pt x="90426" y="19119"/>
                  </a:lnTo>
                  <a:lnTo>
                    <a:pt x="86876" y="10999"/>
                  </a:lnTo>
                  <a:lnTo>
                    <a:pt x="82320" y="4997"/>
                  </a:lnTo>
                  <a:lnTo>
                    <a:pt x="77063" y="1276"/>
                  </a:lnTo>
                  <a:lnTo>
                    <a:pt x="71411" y="0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12162131" y="6769566"/>
              <a:ext cx="1104265" cy="190500"/>
            </a:xfrm>
            <a:custGeom>
              <a:avLst/>
              <a:gdLst/>
              <a:ahLst/>
              <a:cxnLst/>
              <a:rect l="l" t="t" r="r" b="b"/>
              <a:pathLst>
                <a:path w="1104265" h="190500">
                  <a:moveTo>
                    <a:pt x="576977" y="0"/>
                  </a:moveTo>
                  <a:lnTo>
                    <a:pt x="576024" y="701"/>
                  </a:lnTo>
                  <a:lnTo>
                    <a:pt x="0" y="189941"/>
                  </a:lnTo>
                  <a:lnTo>
                    <a:pt x="527627" y="189941"/>
                  </a:lnTo>
                  <a:lnTo>
                    <a:pt x="1103736" y="1424"/>
                  </a:lnTo>
                  <a:lnTo>
                    <a:pt x="577594" y="1424"/>
                  </a:lnTo>
                  <a:lnTo>
                    <a:pt x="576977" y="0"/>
                  </a:lnTo>
                  <a:close/>
                </a:path>
              </a:pathLst>
            </a:custGeom>
            <a:solidFill>
              <a:srgbClr val="9EC6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12724031" y="6625734"/>
              <a:ext cx="559435" cy="145415"/>
            </a:xfrm>
            <a:custGeom>
              <a:avLst/>
              <a:gdLst/>
              <a:ahLst/>
              <a:cxnLst/>
              <a:rect l="l" t="t" r="r" b="b"/>
              <a:pathLst>
                <a:path w="559434" h="145415">
                  <a:moveTo>
                    <a:pt x="529805" y="0"/>
                  </a:moveTo>
                  <a:lnTo>
                    <a:pt x="0" y="0"/>
                  </a:lnTo>
                  <a:lnTo>
                    <a:pt x="7150" y="2303"/>
                  </a:lnTo>
                  <a:lnTo>
                    <a:pt x="13338" y="8354"/>
                  </a:lnTo>
                  <a:lnTo>
                    <a:pt x="18024" y="17568"/>
                  </a:lnTo>
                  <a:lnTo>
                    <a:pt x="20669" y="29360"/>
                  </a:lnTo>
                  <a:lnTo>
                    <a:pt x="29119" y="102698"/>
                  </a:lnTo>
                  <a:lnTo>
                    <a:pt x="29207" y="115930"/>
                  </a:lnTo>
                  <a:lnTo>
                    <a:pt x="26614" y="127904"/>
                  </a:lnTo>
                  <a:lnTo>
                    <a:pt x="21763" y="137557"/>
                  </a:lnTo>
                  <a:lnTo>
                    <a:pt x="15078" y="143828"/>
                  </a:lnTo>
                  <a:lnTo>
                    <a:pt x="15695" y="145252"/>
                  </a:lnTo>
                  <a:lnTo>
                    <a:pt x="541836" y="145252"/>
                  </a:lnTo>
                  <a:lnTo>
                    <a:pt x="549694" y="139770"/>
                  </a:lnTo>
                  <a:lnTo>
                    <a:pt x="555506" y="129924"/>
                  </a:lnTo>
                  <a:lnTo>
                    <a:pt x="558734" y="117102"/>
                  </a:lnTo>
                  <a:lnTo>
                    <a:pt x="558841" y="102698"/>
                  </a:lnTo>
                  <a:lnTo>
                    <a:pt x="550391" y="29360"/>
                  </a:lnTo>
                  <a:lnTo>
                    <a:pt x="547712" y="17625"/>
                  </a:lnTo>
                  <a:lnTo>
                    <a:pt x="543039" y="8429"/>
                  </a:lnTo>
                  <a:lnTo>
                    <a:pt x="536896" y="2358"/>
                  </a:lnTo>
                  <a:lnTo>
                    <a:pt x="529805" y="0"/>
                  </a:lnTo>
                  <a:close/>
                </a:path>
              </a:pathLst>
            </a:custGeom>
            <a:solidFill>
              <a:srgbClr val="ABC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1970387" y="6056485"/>
              <a:ext cx="725805" cy="751840"/>
            </a:xfrm>
            <a:custGeom>
              <a:avLst/>
              <a:gdLst/>
              <a:ahLst/>
              <a:cxnLst/>
              <a:rect l="l" t="t" r="r" b="b"/>
              <a:pathLst>
                <a:path w="725804" h="751840">
                  <a:moveTo>
                    <a:pt x="529198" y="0"/>
                  </a:moveTo>
                  <a:lnTo>
                    <a:pt x="0" y="0"/>
                  </a:lnTo>
                  <a:lnTo>
                    <a:pt x="5656" y="1276"/>
                  </a:lnTo>
                  <a:lnTo>
                    <a:pt x="10913" y="4997"/>
                  </a:lnTo>
                  <a:lnTo>
                    <a:pt x="15466" y="10999"/>
                  </a:lnTo>
                  <a:lnTo>
                    <a:pt x="19015" y="19119"/>
                  </a:lnTo>
                  <a:lnTo>
                    <a:pt x="228631" y="680754"/>
                  </a:lnTo>
                  <a:lnTo>
                    <a:pt x="231081" y="694562"/>
                  </a:lnTo>
                  <a:lnTo>
                    <a:pt x="230242" y="708405"/>
                  </a:lnTo>
                  <a:lnTo>
                    <a:pt x="226395" y="720696"/>
                  </a:lnTo>
                  <a:lnTo>
                    <a:pt x="219815" y="729852"/>
                  </a:lnTo>
                  <a:lnTo>
                    <a:pt x="195753" y="751736"/>
                  </a:lnTo>
                  <a:lnTo>
                    <a:pt x="725653" y="577636"/>
                  </a:lnTo>
                  <a:lnTo>
                    <a:pt x="548642" y="19119"/>
                  </a:lnTo>
                  <a:lnTo>
                    <a:pt x="545057" y="10813"/>
                  </a:lnTo>
                  <a:lnTo>
                    <a:pt x="540397" y="4730"/>
                  </a:lnTo>
                  <a:lnTo>
                    <a:pt x="534999" y="1061"/>
                  </a:lnTo>
                  <a:lnTo>
                    <a:pt x="529198" y="0"/>
                  </a:lnTo>
                  <a:close/>
                </a:path>
              </a:pathLst>
            </a:custGeom>
            <a:solidFill>
              <a:srgbClr val="B0D2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2161588" y="6625737"/>
              <a:ext cx="559435" cy="145415"/>
            </a:xfrm>
            <a:custGeom>
              <a:avLst/>
              <a:gdLst/>
              <a:ahLst/>
              <a:cxnLst/>
              <a:rect l="l" t="t" r="r" b="b"/>
              <a:pathLst>
                <a:path w="559434" h="145415">
                  <a:moveTo>
                    <a:pt x="529805" y="0"/>
                  </a:moveTo>
                  <a:lnTo>
                    <a:pt x="0" y="0"/>
                  </a:lnTo>
                  <a:lnTo>
                    <a:pt x="7150" y="2299"/>
                  </a:lnTo>
                  <a:lnTo>
                    <a:pt x="13338" y="8350"/>
                  </a:lnTo>
                  <a:lnTo>
                    <a:pt x="18024" y="17566"/>
                  </a:lnTo>
                  <a:lnTo>
                    <a:pt x="20669" y="29360"/>
                  </a:lnTo>
                  <a:lnTo>
                    <a:pt x="29119" y="102698"/>
                  </a:lnTo>
                  <a:lnTo>
                    <a:pt x="29207" y="115926"/>
                  </a:lnTo>
                  <a:lnTo>
                    <a:pt x="26614" y="127900"/>
                  </a:lnTo>
                  <a:lnTo>
                    <a:pt x="21763" y="137556"/>
                  </a:lnTo>
                  <a:lnTo>
                    <a:pt x="15078" y="143828"/>
                  </a:lnTo>
                  <a:lnTo>
                    <a:pt x="15695" y="145252"/>
                  </a:lnTo>
                  <a:lnTo>
                    <a:pt x="541836" y="145252"/>
                  </a:lnTo>
                  <a:lnTo>
                    <a:pt x="549694" y="139770"/>
                  </a:lnTo>
                  <a:lnTo>
                    <a:pt x="555506" y="129924"/>
                  </a:lnTo>
                  <a:lnTo>
                    <a:pt x="558734" y="117102"/>
                  </a:lnTo>
                  <a:lnTo>
                    <a:pt x="558841" y="102698"/>
                  </a:lnTo>
                  <a:lnTo>
                    <a:pt x="550391" y="29360"/>
                  </a:lnTo>
                  <a:lnTo>
                    <a:pt x="547712" y="17621"/>
                  </a:lnTo>
                  <a:lnTo>
                    <a:pt x="543039" y="8425"/>
                  </a:lnTo>
                  <a:lnTo>
                    <a:pt x="536896" y="2356"/>
                  </a:lnTo>
                  <a:lnTo>
                    <a:pt x="529805" y="0"/>
                  </a:lnTo>
                  <a:close/>
                </a:path>
              </a:pathLst>
            </a:custGeom>
            <a:solidFill>
              <a:srgbClr val="ABC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11599690" y="6769566"/>
              <a:ext cx="1104265" cy="190500"/>
            </a:xfrm>
            <a:custGeom>
              <a:avLst/>
              <a:gdLst/>
              <a:ahLst/>
              <a:cxnLst/>
              <a:rect l="l" t="t" r="r" b="b"/>
              <a:pathLst>
                <a:path w="1104265" h="190500">
                  <a:moveTo>
                    <a:pt x="576977" y="0"/>
                  </a:moveTo>
                  <a:lnTo>
                    <a:pt x="576024" y="701"/>
                  </a:lnTo>
                  <a:lnTo>
                    <a:pt x="0" y="189941"/>
                  </a:lnTo>
                  <a:lnTo>
                    <a:pt x="527627" y="189941"/>
                  </a:lnTo>
                  <a:lnTo>
                    <a:pt x="1103736" y="1424"/>
                  </a:lnTo>
                  <a:lnTo>
                    <a:pt x="577594" y="1424"/>
                  </a:lnTo>
                  <a:lnTo>
                    <a:pt x="576977" y="0"/>
                  </a:lnTo>
                  <a:close/>
                </a:path>
              </a:pathLst>
            </a:custGeom>
            <a:solidFill>
              <a:srgbClr val="9EC6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1336536" y="6056487"/>
              <a:ext cx="854710" cy="903605"/>
            </a:xfrm>
            <a:custGeom>
              <a:avLst/>
              <a:gdLst/>
              <a:ahLst/>
              <a:cxnLst/>
              <a:rect l="l" t="t" r="r" b="b"/>
              <a:pathLst>
                <a:path w="854709" h="903604">
                  <a:moveTo>
                    <a:pt x="71411" y="0"/>
                  </a:moveTo>
                  <a:lnTo>
                    <a:pt x="68008" y="0"/>
                  </a:lnTo>
                  <a:lnTo>
                    <a:pt x="64521" y="1329"/>
                  </a:lnTo>
                  <a:lnTo>
                    <a:pt x="0" y="59736"/>
                  </a:lnTo>
                  <a:lnTo>
                    <a:pt x="229930" y="785389"/>
                  </a:lnTo>
                  <a:lnTo>
                    <a:pt x="263154" y="903019"/>
                  </a:lnTo>
                  <a:lnTo>
                    <a:pt x="839178" y="713779"/>
                  </a:lnTo>
                  <a:lnTo>
                    <a:pt x="854261" y="685175"/>
                  </a:lnTo>
                  <a:lnTo>
                    <a:pt x="854172" y="671948"/>
                  </a:lnTo>
                  <a:lnTo>
                    <a:pt x="845722" y="598610"/>
                  </a:lnTo>
                  <a:lnTo>
                    <a:pt x="825053" y="569249"/>
                  </a:lnTo>
                  <a:lnTo>
                    <a:pt x="821650" y="569553"/>
                  </a:lnTo>
                  <a:lnTo>
                    <a:pt x="267175" y="751736"/>
                  </a:lnTo>
                  <a:lnTo>
                    <a:pt x="291237" y="729852"/>
                  </a:lnTo>
                  <a:lnTo>
                    <a:pt x="297805" y="720696"/>
                  </a:lnTo>
                  <a:lnTo>
                    <a:pt x="301647" y="708405"/>
                  </a:lnTo>
                  <a:lnTo>
                    <a:pt x="302486" y="694562"/>
                  </a:lnTo>
                  <a:lnTo>
                    <a:pt x="300043" y="680754"/>
                  </a:lnTo>
                  <a:lnTo>
                    <a:pt x="90416" y="19119"/>
                  </a:lnTo>
                  <a:lnTo>
                    <a:pt x="86873" y="10999"/>
                  </a:lnTo>
                  <a:lnTo>
                    <a:pt x="82323" y="4997"/>
                  </a:lnTo>
                  <a:lnTo>
                    <a:pt x="77068" y="1276"/>
                  </a:lnTo>
                  <a:lnTo>
                    <a:pt x="71411" y="0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1407955" y="6056485"/>
              <a:ext cx="725805" cy="751840"/>
            </a:xfrm>
            <a:custGeom>
              <a:avLst/>
              <a:gdLst/>
              <a:ahLst/>
              <a:cxnLst/>
              <a:rect l="l" t="t" r="r" b="b"/>
              <a:pathLst>
                <a:path w="725804" h="751840">
                  <a:moveTo>
                    <a:pt x="529188" y="0"/>
                  </a:moveTo>
                  <a:lnTo>
                    <a:pt x="0" y="0"/>
                  </a:lnTo>
                  <a:lnTo>
                    <a:pt x="5650" y="1276"/>
                  </a:lnTo>
                  <a:lnTo>
                    <a:pt x="10904" y="4997"/>
                  </a:lnTo>
                  <a:lnTo>
                    <a:pt x="15456" y="10999"/>
                  </a:lnTo>
                  <a:lnTo>
                    <a:pt x="19004" y="19119"/>
                  </a:lnTo>
                  <a:lnTo>
                    <a:pt x="228621" y="680754"/>
                  </a:lnTo>
                  <a:lnTo>
                    <a:pt x="231070" y="694562"/>
                  </a:lnTo>
                  <a:lnTo>
                    <a:pt x="230233" y="708405"/>
                  </a:lnTo>
                  <a:lnTo>
                    <a:pt x="226389" y="720696"/>
                  </a:lnTo>
                  <a:lnTo>
                    <a:pt x="219815" y="729852"/>
                  </a:lnTo>
                  <a:lnTo>
                    <a:pt x="195753" y="751736"/>
                  </a:lnTo>
                  <a:lnTo>
                    <a:pt x="725642" y="577636"/>
                  </a:lnTo>
                  <a:lnTo>
                    <a:pt x="548632" y="19119"/>
                  </a:lnTo>
                  <a:lnTo>
                    <a:pt x="545042" y="10813"/>
                  </a:lnTo>
                  <a:lnTo>
                    <a:pt x="540382" y="4730"/>
                  </a:lnTo>
                  <a:lnTo>
                    <a:pt x="534987" y="1061"/>
                  </a:lnTo>
                  <a:lnTo>
                    <a:pt x="529188" y="0"/>
                  </a:lnTo>
                  <a:close/>
                </a:path>
              </a:pathLst>
            </a:custGeom>
            <a:solidFill>
              <a:srgbClr val="B0D2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1590646" y="6625737"/>
              <a:ext cx="559435" cy="145415"/>
            </a:xfrm>
            <a:custGeom>
              <a:avLst/>
              <a:gdLst/>
              <a:ahLst/>
              <a:cxnLst/>
              <a:rect l="l" t="t" r="r" b="b"/>
              <a:pathLst>
                <a:path w="559434" h="145415">
                  <a:moveTo>
                    <a:pt x="529805" y="0"/>
                  </a:moveTo>
                  <a:lnTo>
                    <a:pt x="0" y="0"/>
                  </a:lnTo>
                  <a:lnTo>
                    <a:pt x="7150" y="2299"/>
                  </a:lnTo>
                  <a:lnTo>
                    <a:pt x="13338" y="8350"/>
                  </a:lnTo>
                  <a:lnTo>
                    <a:pt x="18024" y="17566"/>
                  </a:lnTo>
                  <a:lnTo>
                    <a:pt x="20669" y="29360"/>
                  </a:lnTo>
                  <a:lnTo>
                    <a:pt x="29119" y="102698"/>
                  </a:lnTo>
                  <a:lnTo>
                    <a:pt x="29207" y="115926"/>
                  </a:lnTo>
                  <a:lnTo>
                    <a:pt x="26614" y="127900"/>
                  </a:lnTo>
                  <a:lnTo>
                    <a:pt x="21763" y="137556"/>
                  </a:lnTo>
                  <a:lnTo>
                    <a:pt x="15078" y="143828"/>
                  </a:lnTo>
                  <a:lnTo>
                    <a:pt x="15695" y="145252"/>
                  </a:lnTo>
                  <a:lnTo>
                    <a:pt x="541836" y="145252"/>
                  </a:lnTo>
                  <a:lnTo>
                    <a:pt x="549694" y="139770"/>
                  </a:lnTo>
                  <a:lnTo>
                    <a:pt x="555506" y="129924"/>
                  </a:lnTo>
                  <a:lnTo>
                    <a:pt x="558734" y="117102"/>
                  </a:lnTo>
                  <a:lnTo>
                    <a:pt x="558841" y="102698"/>
                  </a:lnTo>
                  <a:lnTo>
                    <a:pt x="550381" y="29360"/>
                  </a:lnTo>
                  <a:lnTo>
                    <a:pt x="547703" y="17621"/>
                  </a:lnTo>
                  <a:lnTo>
                    <a:pt x="543034" y="8425"/>
                  </a:lnTo>
                  <a:lnTo>
                    <a:pt x="536894" y="2356"/>
                  </a:lnTo>
                  <a:lnTo>
                    <a:pt x="529805" y="0"/>
                  </a:lnTo>
                  <a:close/>
                </a:path>
              </a:pathLst>
            </a:custGeom>
            <a:solidFill>
              <a:srgbClr val="ABC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1028747" y="6769566"/>
              <a:ext cx="1104265" cy="190500"/>
            </a:xfrm>
            <a:custGeom>
              <a:avLst/>
              <a:gdLst/>
              <a:ahLst/>
              <a:cxnLst/>
              <a:rect l="l" t="t" r="r" b="b"/>
              <a:pathLst>
                <a:path w="1104265" h="190500">
                  <a:moveTo>
                    <a:pt x="576977" y="0"/>
                  </a:moveTo>
                  <a:lnTo>
                    <a:pt x="576024" y="701"/>
                  </a:lnTo>
                  <a:lnTo>
                    <a:pt x="0" y="189941"/>
                  </a:lnTo>
                  <a:lnTo>
                    <a:pt x="527627" y="189941"/>
                  </a:lnTo>
                  <a:lnTo>
                    <a:pt x="1103736" y="1424"/>
                  </a:lnTo>
                  <a:lnTo>
                    <a:pt x="577594" y="1424"/>
                  </a:lnTo>
                  <a:lnTo>
                    <a:pt x="576977" y="0"/>
                  </a:lnTo>
                  <a:close/>
                </a:path>
              </a:pathLst>
            </a:custGeom>
            <a:solidFill>
              <a:srgbClr val="9EC6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0765585" y="6056487"/>
              <a:ext cx="854710" cy="903605"/>
            </a:xfrm>
            <a:custGeom>
              <a:avLst/>
              <a:gdLst/>
              <a:ahLst/>
              <a:cxnLst/>
              <a:rect l="l" t="t" r="r" b="b"/>
              <a:pathLst>
                <a:path w="854709" h="903604">
                  <a:moveTo>
                    <a:pt x="71411" y="0"/>
                  </a:moveTo>
                  <a:lnTo>
                    <a:pt x="68018" y="0"/>
                  </a:lnTo>
                  <a:lnTo>
                    <a:pt x="64521" y="1329"/>
                  </a:lnTo>
                  <a:lnTo>
                    <a:pt x="0" y="59736"/>
                  </a:lnTo>
                  <a:lnTo>
                    <a:pt x="229940" y="785389"/>
                  </a:lnTo>
                  <a:lnTo>
                    <a:pt x="263164" y="903019"/>
                  </a:lnTo>
                  <a:lnTo>
                    <a:pt x="839189" y="713779"/>
                  </a:lnTo>
                  <a:lnTo>
                    <a:pt x="854271" y="685175"/>
                  </a:lnTo>
                  <a:lnTo>
                    <a:pt x="854183" y="671948"/>
                  </a:lnTo>
                  <a:lnTo>
                    <a:pt x="845722" y="598610"/>
                  </a:lnTo>
                  <a:lnTo>
                    <a:pt x="825063" y="569249"/>
                  </a:lnTo>
                  <a:lnTo>
                    <a:pt x="821650" y="569553"/>
                  </a:lnTo>
                  <a:lnTo>
                    <a:pt x="267175" y="751736"/>
                  </a:lnTo>
                  <a:lnTo>
                    <a:pt x="291237" y="729852"/>
                  </a:lnTo>
                  <a:lnTo>
                    <a:pt x="297811" y="720696"/>
                  </a:lnTo>
                  <a:lnTo>
                    <a:pt x="301657" y="708405"/>
                  </a:lnTo>
                  <a:lnTo>
                    <a:pt x="302497" y="694562"/>
                  </a:lnTo>
                  <a:lnTo>
                    <a:pt x="300053" y="680754"/>
                  </a:lnTo>
                  <a:lnTo>
                    <a:pt x="90426" y="19119"/>
                  </a:lnTo>
                  <a:lnTo>
                    <a:pt x="86878" y="10999"/>
                  </a:lnTo>
                  <a:lnTo>
                    <a:pt x="82324" y="4997"/>
                  </a:lnTo>
                  <a:lnTo>
                    <a:pt x="77068" y="1276"/>
                  </a:lnTo>
                  <a:lnTo>
                    <a:pt x="71411" y="0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0837001" y="6056485"/>
              <a:ext cx="725805" cy="751840"/>
            </a:xfrm>
            <a:custGeom>
              <a:avLst/>
              <a:gdLst/>
              <a:ahLst/>
              <a:cxnLst/>
              <a:rect l="l" t="t" r="r" b="b"/>
              <a:pathLst>
                <a:path w="725804" h="751840">
                  <a:moveTo>
                    <a:pt x="529198" y="0"/>
                  </a:moveTo>
                  <a:lnTo>
                    <a:pt x="0" y="0"/>
                  </a:lnTo>
                  <a:lnTo>
                    <a:pt x="5656" y="1276"/>
                  </a:lnTo>
                  <a:lnTo>
                    <a:pt x="10913" y="4997"/>
                  </a:lnTo>
                  <a:lnTo>
                    <a:pt x="15466" y="10999"/>
                  </a:lnTo>
                  <a:lnTo>
                    <a:pt x="19015" y="19119"/>
                  </a:lnTo>
                  <a:lnTo>
                    <a:pt x="228631" y="680754"/>
                  </a:lnTo>
                  <a:lnTo>
                    <a:pt x="231081" y="694562"/>
                  </a:lnTo>
                  <a:lnTo>
                    <a:pt x="230242" y="708405"/>
                  </a:lnTo>
                  <a:lnTo>
                    <a:pt x="226395" y="720696"/>
                  </a:lnTo>
                  <a:lnTo>
                    <a:pt x="219815" y="729852"/>
                  </a:lnTo>
                  <a:lnTo>
                    <a:pt x="195753" y="751736"/>
                  </a:lnTo>
                  <a:lnTo>
                    <a:pt x="725653" y="577636"/>
                  </a:lnTo>
                  <a:lnTo>
                    <a:pt x="548642" y="19119"/>
                  </a:lnTo>
                  <a:lnTo>
                    <a:pt x="545057" y="10813"/>
                  </a:lnTo>
                  <a:lnTo>
                    <a:pt x="540397" y="4730"/>
                  </a:lnTo>
                  <a:lnTo>
                    <a:pt x="534999" y="1061"/>
                  </a:lnTo>
                  <a:lnTo>
                    <a:pt x="529198" y="0"/>
                  </a:lnTo>
                  <a:close/>
                </a:path>
              </a:pathLst>
            </a:custGeom>
            <a:solidFill>
              <a:srgbClr val="B0D2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1510244" y="667477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10" y="0"/>
                  </a:moveTo>
                  <a:lnTo>
                    <a:pt x="0" y="10"/>
                  </a:lnTo>
                </a:path>
              </a:pathLst>
            </a:custGeom>
            <a:solidFill>
              <a:srgbClr val="2E83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10737996" y="6057013"/>
              <a:ext cx="286385" cy="780415"/>
            </a:xfrm>
            <a:custGeom>
              <a:avLst/>
              <a:gdLst/>
              <a:ahLst/>
              <a:cxnLst/>
              <a:rect l="l" t="t" r="r" b="b"/>
              <a:pathLst>
                <a:path w="286384" h="780415">
                  <a:moveTo>
                    <a:pt x="34679" y="0"/>
                  </a:moveTo>
                  <a:lnTo>
                    <a:pt x="0" y="0"/>
                  </a:lnTo>
                  <a:lnTo>
                    <a:pt x="239448" y="754469"/>
                  </a:lnTo>
                  <a:lnTo>
                    <a:pt x="245101" y="766965"/>
                  </a:lnTo>
                  <a:lnTo>
                    <a:pt x="252608" y="775653"/>
                  </a:lnTo>
                  <a:lnTo>
                    <a:pt x="261339" y="780023"/>
                  </a:lnTo>
                  <a:lnTo>
                    <a:pt x="270661" y="779567"/>
                  </a:lnTo>
                  <a:lnTo>
                    <a:pt x="286179" y="774562"/>
                  </a:lnTo>
                  <a:lnTo>
                    <a:pt x="281195" y="770091"/>
                  </a:lnTo>
                  <a:lnTo>
                    <a:pt x="276933" y="763275"/>
                  </a:lnTo>
                  <a:lnTo>
                    <a:pt x="34679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0729651" y="6674771"/>
              <a:ext cx="817880" cy="557530"/>
            </a:xfrm>
            <a:custGeom>
              <a:avLst/>
              <a:gdLst/>
              <a:ahLst/>
              <a:cxnLst/>
              <a:rect l="l" t="t" r="r" b="b"/>
              <a:pathLst>
                <a:path w="817879" h="557529">
                  <a:moveTo>
                    <a:pt x="815284" y="0"/>
                  </a:moveTo>
                  <a:lnTo>
                    <a:pt x="780604" y="0"/>
                  </a:lnTo>
                  <a:lnTo>
                    <a:pt x="782981" y="23067"/>
                  </a:lnTo>
                  <a:lnTo>
                    <a:pt x="782842" y="41164"/>
                  </a:lnTo>
                  <a:lnTo>
                    <a:pt x="778998" y="57473"/>
                  </a:lnTo>
                  <a:lnTo>
                    <a:pt x="772007" y="70482"/>
                  </a:lnTo>
                  <a:lnTo>
                    <a:pt x="762427" y="78678"/>
                  </a:lnTo>
                  <a:lnTo>
                    <a:pt x="315979" y="299331"/>
                  </a:lnTo>
                  <a:lnTo>
                    <a:pt x="299627" y="308107"/>
                  </a:lnTo>
                  <a:lnTo>
                    <a:pt x="283539" y="318136"/>
                  </a:lnTo>
                  <a:lnTo>
                    <a:pt x="267740" y="329399"/>
                  </a:lnTo>
                  <a:lnTo>
                    <a:pt x="252254" y="341874"/>
                  </a:lnTo>
                  <a:lnTo>
                    <a:pt x="0" y="557323"/>
                  </a:lnTo>
                  <a:lnTo>
                    <a:pt x="34679" y="557323"/>
                  </a:lnTo>
                  <a:lnTo>
                    <a:pt x="286944" y="341874"/>
                  </a:lnTo>
                  <a:lnTo>
                    <a:pt x="302424" y="329399"/>
                  </a:lnTo>
                  <a:lnTo>
                    <a:pt x="318221" y="318136"/>
                  </a:lnTo>
                  <a:lnTo>
                    <a:pt x="334311" y="308107"/>
                  </a:lnTo>
                  <a:lnTo>
                    <a:pt x="350669" y="299331"/>
                  </a:lnTo>
                  <a:lnTo>
                    <a:pt x="797117" y="78678"/>
                  </a:lnTo>
                  <a:lnTo>
                    <a:pt x="806691" y="70482"/>
                  </a:lnTo>
                  <a:lnTo>
                    <a:pt x="813679" y="57473"/>
                  </a:lnTo>
                  <a:lnTo>
                    <a:pt x="817522" y="41164"/>
                  </a:lnTo>
                  <a:lnTo>
                    <a:pt x="817660" y="23067"/>
                  </a:lnTo>
                  <a:lnTo>
                    <a:pt x="815284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0691360" y="6057011"/>
              <a:ext cx="821690" cy="1175385"/>
            </a:xfrm>
            <a:custGeom>
              <a:avLst/>
              <a:gdLst/>
              <a:ahLst/>
              <a:cxnLst/>
              <a:rect l="l" t="t" r="r" b="b"/>
              <a:pathLst>
                <a:path w="821690" h="1175384">
                  <a:moveTo>
                    <a:pt x="46632" y="0"/>
                  </a:moveTo>
                  <a:lnTo>
                    <a:pt x="14413" y="31559"/>
                  </a:lnTo>
                  <a:lnTo>
                    <a:pt x="5994" y="43976"/>
                  </a:lnTo>
                  <a:lnTo>
                    <a:pt x="1078" y="60228"/>
                  </a:lnTo>
                  <a:lnTo>
                    <a:pt x="0" y="78380"/>
                  </a:lnTo>
                  <a:lnTo>
                    <a:pt x="3094" y="96499"/>
                  </a:lnTo>
                  <a:lnTo>
                    <a:pt x="225810" y="830016"/>
                  </a:lnTo>
                  <a:lnTo>
                    <a:pt x="228872" y="847490"/>
                  </a:lnTo>
                  <a:lnTo>
                    <a:pt x="228031" y="865096"/>
                  </a:lnTo>
                  <a:lnTo>
                    <a:pt x="223565" y="881072"/>
                  </a:lnTo>
                  <a:lnTo>
                    <a:pt x="215748" y="893658"/>
                  </a:lnTo>
                  <a:lnTo>
                    <a:pt x="27073" y="1100469"/>
                  </a:lnTo>
                  <a:lnTo>
                    <a:pt x="19390" y="1112753"/>
                  </a:lnTo>
                  <a:lnTo>
                    <a:pt x="14902" y="1128338"/>
                  </a:lnTo>
                  <a:lnTo>
                    <a:pt x="13887" y="1145575"/>
                  </a:lnTo>
                  <a:lnTo>
                    <a:pt x="16623" y="1162812"/>
                  </a:lnTo>
                  <a:lnTo>
                    <a:pt x="20078" y="1175084"/>
                  </a:lnTo>
                  <a:lnTo>
                    <a:pt x="38287" y="1175084"/>
                  </a:lnTo>
                  <a:lnTo>
                    <a:pt x="290541" y="959635"/>
                  </a:lnTo>
                  <a:lnTo>
                    <a:pt x="306027" y="947160"/>
                  </a:lnTo>
                  <a:lnTo>
                    <a:pt x="321827" y="935898"/>
                  </a:lnTo>
                  <a:lnTo>
                    <a:pt x="337915" y="925869"/>
                  </a:lnTo>
                  <a:lnTo>
                    <a:pt x="354267" y="917092"/>
                  </a:lnTo>
                  <a:lnTo>
                    <a:pt x="800725" y="696439"/>
                  </a:lnTo>
                  <a:lnTo>
                    <a:pt x="810299" y="688242"/>
                  </a:lnTo>
                  <a:lnTo>
                    <a:pt x="817287" y="675230"/>
                  </a:lnTo>
                  <a:lnTo>
                    <a:pt x="821130" y="658921"/>
                  </a:lnTo>
                  <a:lnTo>
                    <a:pt x="821269" y="640828"/>
                  </a:lnTo>
                  <a:lnTo>
                    <a:pt x="818892" y="617761"/>
                  </a:lnTo>
                  <a:lnTo>
                    <a:pt x="317294" y="779567"/>
                  </a:lnTo>
                  <a:lnTo>
                    <a:pt x="307973" y="780025"/>
                  </a:lnTo>
                  <a:lnTo>
                    <a:pt x="299245" y="775657"/>
                  </a:lnTo>
                  <a:lnTo>
                    <a:pt x="291738" y="766969"/>
                  </a:lnTo>
                  <a:lnTo>
                    <a:pt x="286081" y="754469"/>
                  </a:lnTo>
                  <a:lnTo>
                    <a:pt x="46632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1397239" y="6837462"/>
              <a:ext cx="1779270" cy="116205"/>
            </a:xfrm>
            <a:custGeom>
              <a:avLst/>
              <a:gdLst/>
              <a:ahLst/>
              <a:cxnLst/>
              <a:rect l="l" t="t" r="r" b="b"/>
              <a:pathLst>
                <a:path w="1779269" h="116204">
                  <a:moveTo>
                    <a:pt x="1759223" y="0"/>
                  </a:moveTo>
                  <a:lnTo>
                    <a:pt x="0" y="0"/>
                  </a:lnTo>
                  <a:lnTo>
                    <a:pt x="17769" y="115975"/>
                  </a:lnTo>
                  <a:lnTo>
                    <a:pt x="1778699" y="115975"/>
                  </a:lnTo>
                  <a:lnTo>
                    <a:pt x="1759223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11415008" y="6953438"/>
              <a:ext cx="1761489" cy="6350"/>
            </a:xfrm>
            <a:custGeom>
              <a:avLst/>
              <a:gdLst/>
              <a:ahLst/>
              <a:cxnLst/>
              <a:rect l="l" t="t" r="r" b="b"/>
              <a:pathLst>
                <a:path w="1761490" h="6350">
                  <a:moveTo>
                    <a:pt x="1760930" y="0"/>
                  </a:moveTo>
                  <a:lnTo>
                    <a:pt x="0" y="0"/>
                  </a:lnTo>
                  <a:lnTo>
                    <a:pt x="942" y="6073"/>
                  </a:lnTo>
                  <a:lnTo>
                    <a:pt x="1740962" y="6073"/>
                  </a:lnTo>
                  <a:lnTo>
                    <a:pt x="1760930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1299408" y="6367148"/>
              <a:ext cx="158750" cy="865505"/>
            </a:xfrm>
            <a:custGeom>
              <a:avLst/>
              <a:gdLst/>
              <a:ahLst/>
              <a:cxnLst/>
              <a:rect l="l" t="t" r="r" b="b"/>
              <a:pathLst>
                <a:path w="158750" h="865504">
                  <a:moveTo>
                    <a:pt x="25747" y="0"/>
                  </a:moveTo>
                  <a:lnTo>
                    <a:pt x="0" y="0"/>
                  </a:lnTo>
                  <a:lnTo>
                    <a:pt x="132561" y="864947"/>
                  </a:lnTo>
                  <a:lnTo>
                    <a:pt x="158309" y="864947"/>
                  </a:lnTo>
                  <a:lnTo>
                    <a:pt x="25747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1251343" y="6367148"/>
              <a:ext cx="180975" cy="865505"/>
            </a:xfrm>
            <a:custGeom>
              <a:avLst/>
              <a:gdLst/>
              <a:ahLst/>
              <a:cxnLst/>
              <a:rect l="l" t="t" r="r" b="b"/>
              <a:pathLst>
                <a:path w="180975" h="865504">
                  <a:moveTo>
                    <a:pt x="48061" y="0"/>
                  </a:moveTo>
                  <a:lnTo>
                    <a:pt x="0" y="6083"/>
                  </a:lnTo>
                  <a:lnTo>
                    <a:pt x="147492" y="864947"/>
                  </a:lnTo>
                  <a:lnTo>
                    <a:pt x="180633" y="864947"/>
                  </a:lnTo>
                  <a:lnTo>
                    <a:pt x="48061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0777766" y="6367150"/>
              <a:ext cx="558165" cy="140970"/>
            </a:xfrm>
            <a:custGeom>
              <a:avLst/>
              <a:gdLst/>
              <a:ahLst/>
              <a:cxnLst/>
              <a:rect l="l" t="t" r="r" b="b"/>
              <a:pathLst>
                <a:path w="558165" h="140970">
                  <a:moveTo>
                    <a:pt x="134366" y="130098"/>
                  </a:moveTo>
                  <a:lnTo>
                    <a:pt x="108546" y="48780"/>
                  </a:lnTo>
                  <a:lnTo>
                    <a:pt x="73875" y="48780"/>
                  </a:lnTo>
                  <a:lnTo>
                    <a:pt x="75120" y="52730"/>
                  </a:lnTo>
                  <a:lnTo>
                    <a:pt x="0" y="61607"/>
                  </a:lnTo>
                  <a:lnTo>
                    <a:pt x="24066" y="140855"/>
                  </a:lnTo>
                  <a:lnTo>
                    <a:pt x="99682" y="130098"/>
                  </a:lnTo>
                  <a:lnTo>
                    <a:pt x="134366" y="130098"/>
                  </a:lnTo>
                  <a:close/>
                </a:path>
                <a:path w="558165" h="140970">
                  <a:moveTo>
                    <a:pt x="557911" y="68605"/>
                  </a:moveTo>
                  <a:lnTo>
                    <a:pt x="547128" y="0"/>
                  </a:lnTo>
                  <a:lnTo>
                    <a:pt x="521373" y="0"/>
                  </a:lnTo>
                  <a:lnTo>
                    <a:pt x="473316" y="6083"/>
                  </a:lnTo>
                  <a:lnTo>
                    <a:pt x="485190" y="75247"/>
                  </a:lnTo>
                  <a:lnTo>
                    <a:pt x="531876" y="68605"/>
                  </a:lnTo>
                  <a:lnTo>
                    <a:pt x="557911" y="68605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8" name="object 38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055281" y="6367144"/>
              <a:ext cx="84612" cy="75243"/>
            </a:xfrm>
            <a:prstGeom prst="rect">
              <a:avLst/>
            </a:prstGeom>
          </p:spPr>
        </p:pic>
        <p:sp>
          <p:nvSpPr>
            <p:cNvPr id="389" name="object 389" descr=""/>
            <p:cNvSpPr/>
            <p:nvPr/>
          </p:nvSpPr>
          <p:spPr>
            <a:xfrm>
              <a:off x="11397240" y="6837459"/>
              <a:ext cx="1772920" cy="79375"/>
            </a:xfrm>
            <a:custGeom>
              <a:avLst/>
              <a:gdLst/>
              <a:ahLst/>
              <a:cxnLst/>
              <a:rect l="l" t="t" r="r" b="b"/>
              <a:pathLst>
                <a:path w="1772919" h="79375">
                  <a:moveTo>
                    <a:pt x="1759223" y="0"/>
                  </a:moveTo>
                  <a:lnTo>
                    <a:pt x="0" y="0"/>
                  </a:lnTo>
                  <a:lnTo>
                    <a:pt x="12093" y="78887"/>
                  </a:lnTo>
                  <a:lnTo>
                    <a:pt x="1772469" y="78887"/>
                  </a:lnTo>
                  <a:lnTo>
                    <a:pt x="1759223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0691217" y="6303824"/>
              <a:ext cx="686435" cy="132080"/>
            </a:xfrm>
            <a:custGeom>
              <a:avLst/>
              <a:gdLst/>
              <a:ahLst/>
              <a:cxnLst/>
              <a:rect l="l" t="t" r="r" b="b"/>
              <a:pathLst>
                <a:path w="686434" h="132079">
                  <a:moveTo>
                    <a:pt x="686324" y="0"/>
                  </a:moveTo>
                  <a:lnTo>
                    <a:pt x="0" y="67715"/>
                  </a:lnTo>
                  <a:lnTo>
                    <a:pt x="2083" y="90112"/>
                  </a:lnTo>
                  <a:lnTo>
                    <a:pt x="5998" y="107708"/>
                  </a:lnTo>
                  <a:lnTo>
                    <a:pt x="13426" y="121327"/>
                  </a:lnTo>
                  <a:lnTo>
                    <a:pt x="23402" y="129749"/>
                  </a:lnTo>
                  <a:lnTo>
                    <a:pt x="34962" y="131755"/>
                  </a:lnTo>
                  <a:lnTo>
                    <a:pt x="686324" y="46030"/>
                  </a:lnTo>
                  <a:lnTo>
                    <a:pt x="686324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0726182" y="6349855"/>
              <a:ext cx="758190" cy="85725"/>
            </a:xfrm>
            <a:custGeom>
              <a:avLst/>
              <a:gdLst/>
              <a:ahLst/>
              <a:cxnLst/>
              <a:rect l="l" t="t" r="r" b="b"/>
              <a:pathLst>
                <a:path w="758190" h="85725">
                  <a:moveTo>
                    <a:pt x="758175" y="0"/>
                  </a:moveTo>
                  <a:lnTo>
                    <a:pt x="651362" y="0"/>
                  </a:lnTo>
                  <a:lnTo>
                    <a:pt x="0" y="85725"/>
                  </a:lnTo>
                  <a:lnTo>
                    <a:pt x="106729" y="85725"/>
                  </a:lnTo>
                  <a:lnTo>
                    <a:pt x="758175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11377549" y="6303828"/>
              <a:ext cx="107314" cy="46355"/>
            </a:xfrm>
            <a:custGeom>
              <a:avLst/>
              <a:gdLst/>
              <a:ahLst/>
              <a:cxnLst/>
              <a:rect l="l" t="t" r="r" b="b"/>
              <a:pathLst>
                <a:path w="107315" h="46354">
                  <a:moveTo>
                    <a:pt x="106813" y="0"/>
                  </a:moveTo>
                  <a:lnTo>
                    <a:pt x="0" y="0"/>
                  </a:lnTo>
                  <a:lnTo>
                    <a:pt x="0" y="46030"/>
                  </a:lnTo>
                  <a:lnTo>
                    <a:pt x="106813" y="46030"/>
                  </a:lnTo>
                  <a:lnTo>
                    <a:pt x="106813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3" name="object 393" descr=""/>
          <p:cNvGrpSpPr/>
          <p:nvPr/>
        </p:nvGrpSpPr>
        <p:grpSpPr>
          <a:xfrm>
            <a:off x="17112944" y="4672806"/>
            <a:ext cx="1511935" cy="747395"/>
            <a:chOff x="17112944" y="4672806"/>
            <a:chExt cx="1511935" cy="747395"/>
          </a:xfrm>
        </p:grpSpPr>
        <p:sp>
          <p:nvSpPr>
            <p:cNvPr id="394" name="object 394" descr=""/>
            <p:cNvSpPr/>
            <p:nvPr/>
          </p:nvSpPr>
          <p:spPr>
            <a:xfrm>
              <a:off x="17112944" y="5385741"/>
              <a:ext cx="1511935" cy="34925"/>
            </a:xfrm>
            <a:custGeom>
              <a:avLst/>
              <a:gdLst/>
              <a:ahLst/>
              <a:cxnLst/>
              <a:rect l="l" t="t" r="r" b="b"/>
              <a:pathLst>
                <a:path w="1511934" h="34925">
                  <a:moveTo>
                    <a:pt x="1511482" y="0"/>
                  </a:moveTo>
                  <a:lnTo>
                    <a:pt x="0" y="0"/>
                  </a:lnTo>
                  <a:lnTo>
                    <a:pt x="0" y="34417"/>
                  </a:lnTo>
                  <a:lnTo>
                    <a:pt x="1511482" y="34417"/>
                  </a:lnTo>
                  <a:lnTo>
                    <a:pt x="1511482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7129677" y="4689878"/>
              <a:ext cx="1478280" cy="679450"/>
            </a:xfrm>
            <a:custGeom>
              <a:avLst/>
              <a:gdLst/>
              <a:ahLst/>
              <a:cxnLst/>
              <a:rect l="l" t="t" r="r" b="b"/>
              <a:pathLst>
                <a:path w="1478280" h="679450">
                  <a:moveTo>
                    <a:pt x="1477986" y="0"/>
                  </a:moveTo>
                  <a:lnTo>
                    <a:pt x="0" y="0"/>
                  </a:lnTo>
                  <a:lnTo>
                    <a:pt x="0" y="679110"/>
                  </a:lnTo>
                  <a:lnTo>
                    <a:pt x="1477986" y="679110"/>
                  </a:lnTo>
                  <a:lnTo>
                    <a:pt x="1477986" y="0"/>
                  </a:lnTo>
                  <a:close/>
                </a:path>
              </a:pathLst>
            </a:custGeom>
            <a:solidFill>
              <a:srgbClr val="3D8C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7222522" y="4782723"/>
              <a:ext cx="1292860" cy="494030"/>
            </a:xfrm>
            <a:custGeom>
              <a:avLst/>
              <a:gdLst/>
              <a:ahLst/>
              <a:cxnLst/>
              <a:rect l="l" t="t" r="r" b="b"/>
              <a:pathLst>
                <a:path w="1292859" h="494029">
                  <a:moveTo>
                    <a:pt x="1292295" y="0"/>
                  </a:moveTo>
                  <a:lnTo>
                    <a:pt x="0" y="0"/>
                  </a:lnTo>
                  <a:lnTo>
                    <a:pt x="0" y="493419"/>
                  </a:lnTo>
                  <a:lnTo>
                    <a:pt x="1292295" y="493419"/>
                  </a:lnTo>
                  <a:lnTo>
                    <a:pt x="1292295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7112945" y="4672805"/>
              <a:ext cx="1511935" cy="712470"/>
            </a:xfrm>
            <a:custGeom>
              <a:avLst/>
              <a:gdLst/>
              <a:ahLst/>
              <a:cxnLst/>
              <a:rect l="l" t="t" r="r" b="b"/>
              <a:pathLst>
                <a:path w="1511934" h="712470">
                  <a:moveTo>
                    <a:pt x="1511477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0" y="679450"/>
                  </a:lnTo>
                  <a:lnTo>
                    <a:pt x="0" y="712470"/>
                  </a:lnTo>
                  <a:lnTo>
                    <a:pt x="1511477" y="712470"/>
                  </a:lnTo>
                  <a:lnTo>
                    <a:pt x="1511477" y="679450"/>
                  </a:lnTo>
                  <a:lnTo>
                    <a:pt x="33502" y="679450"/>
                  </a:lnTo>
                  <a:lnTo>
                    <a:pt x="33502" y="34290"/>
                  </a:lnTo>
                  <a:lnTo>
                    <a:pt x="1477987" y="34290"/>
                  </a:lnTo>
                  <a:lnTo>
                    <a:pt x="1477987" y="679437"/>
                  </a:lnTo>
                  <a:lnTo>
                    <a:pt x="1511477" y="679437"/>
                  </a:lnTo>
                  <a:lnTo>
                    <a:pt x="1511477" y="34290"/>
                  </a:lnTo>
                  <a:lnTo>
                    <a:pt x="1511477" y="33820"/>
                  </a:lnTo>
                  <a:lnTo>
                    <a:pt x="1511477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8" name="object 398" descr=""/>
          <p:cNvGrpSpPr/>
          <p:nvPr/>
        </p:nvGrpSpPr>
        <p:grpSpPr>
          <a:xfrm>
            <a:off x="17112944" y="5653246"/>
            <a:ext cx="426084" cy="604520"/>
            <a:chOff x="17112944" y="5653246"/>
            <a:chExt cx="426084" cy="604520"/>
          </a:xfrm>
        </p:grpSpPr>
        <p:sp>
          <p:nvSpPr>
            <p:cNvPr id="399" name="object 399" descr=""/>
            <p:cNvSpPr/>
            <p:nvPr/>
          </p:nvSpPr>
          <p:spPr>
            <a:xfrm>
              <a:off x="17112944" y="6223255"/>
              <a:ext cx="426084" cy="34925"/>
            </a:xfrm>
            <a:custGeom>
              <a:avLst/>
              <a:gdLst/>
              <a:ahLst/>
              <a:cxnLst/>
              <a:rect l="l" t="t" r="r" b="b"/>
              <a:pathLst>
                <a:path w="426084" h="34925">
                  <a:moveTo>
                    <a:pt x="425641" y="0"/>
                  </a:moveTo>
                  <a:lnTo>
                    <a:pt x="0" y="0"/>
                  </a:lnTo>
                  <a:lnTo>
                    <a:pt x="0" y="34417"/>
                  </a:lnTo>
                  <a:lnTo>
                    <a:pt x="425641" y="34417"/>
                  </a:lnTo>
                  <a:lnTo>
                    <a:pt x="425641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7129677" y="5669607"/>
              <a:ext cx="392430" cy="537210"/>
            </a:xfrm>
            <a:custGeom>
              <a:avLst/>
              <a:gdLst/>
              <a:ahLst/>
              <a:cxnLst/>
              <a:rect l="l" t="t" r="r" b="b"/>
              <a:pathLst>
                <a:path w="392430" h="537210">
                  <a:moveTo>
                    <a:pt x="392155" y="0"/>
                  </a:moveTo>
                  <a:lnTo>
                    <a:pt x="0" y="0"/>
                  </a:lnTo>
                  <a:lnTo>
                    <a:pt x="0" y="536894"/>
                  </a:lnTo>
                  <a:lnTo>
                    <a:pt x="392155" y="536894"/>
                  </a:lnTo>
                  <a:lnTo>
                    <a:pt x="392155" y="0"/>
                  </a:lnTo>
                  <a:close/>
                </a:path>
              </a:pathLst>
            </a:custGeom>
            <a:solidFill>
              <a:srgbClr val="3D8C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7222532" y="5762453"/>
              <a:ext cx="207010" cy="351790"/>
            </a:xfrm>
            <a:custGeom>
              <a:avLst/>
              <a:gdLst/>
              <a:ahLst/>
              <a:cxnLst/>
              <a:rect l="l" t="t" r="r" b="b"/>
              <a:pathLst>
                <a:path w="207009" h="351789">
                  <a:moveTo>
                    <a:pt x="206464" y="0"/>
                  </a:moveTo>
                  <a:lnTo>
                    <a:pt x="0" y="0"/>
                  </a:lnTo>
                  <a:lnTo>
                    <a:pt x="0" y="351203"/>
                  </a:lnTo>
                  <a:lnTo>
                    <a:pt x="206464" y="351203"/>
                  </a:lnTo>
                  <a:lnTo>
                    <a:pt x="206464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7112945" y="5653246"/>
              <a:ext cx="426084" cy="570230"/>
            </a:xfrm>
            <a:custGeom>
              <a:avLst/>
              <a:gdLst/>
              <a:ahLst/>
              <a:cxnLst/>
              <a:rect l="l" t="t" r="r" b="b"/>
              <a:pathLst>
                <a:path w="426084" h="570229">
                  <a:moveTo>
                    <a:pt x="42564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535940"/>
                  </a:lnTo>
                  <a:lnTo>
                    <a:pt x="0" y="570230"/>
                  </a:lnTo>
                  <a:lnTo>
                    <a:pt x="425640" y="570230"/>
                  </a:lnTo>
                  <a:lnTo>
                    <a:pt x="425640" y="536511"/>
                  </a:lnTo>
                  <a:lnTo>
                    <a:pt x="425640" y="535940"/>
                  </a:lnTo>
                  <a:lnTo>
                    <a:pt x="425640" y="33108"/>
                  </a:lnTo>
                  <a:lnTo>
                    <a:pt x="392137" y="33108"/>
                  </a:lnTo>
                  <a:lnTo>
                    <a:pt x="392137" y="535940"/>
                  </a:lnTo>
                  <a:lnTo>
                    <a:pt x="33502" y="535940"/>
                  </a:lnTo>
                  <a:lnTo>
                    <a:pt x="33502" y="33020"/>
                  </a:lnTo>
                  <a:lnTo>
                    <a:pt x="425640" y="33020"/>
                  </a:lnTo>
                  <a:lnTo>
                    <a:pt x="42564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3" name="object 403" descr=""/>
          <p:cNvSpPr/>
          <p:nvPr/>
        </p:nvSpPr>
        <p:spPr>
          <a:xfrm>
            <a:off x="8809597" y="8686636"/>
            <a:ext cx="245110" cy="1238885"/>
          </a:xfrm>
          <a:custGeom>
            <a:avLst/>
            <a:gdLst/>
            <a:ahLst/>
            <a:cxnLst/>
            <a:rect l="l" t="t" r="r" b="b"/>
            <a:pathLst>
              <a:path w="245109" h="1238884">
                <a:moveTo>
                  <a:pt x="234547" y="0"/>
                </a:moveTo>
                <a:lnTo>
                  <a:pt x="151670" y="0"/>
                </a:lnTo>
                <a:lnTo>
                  <a:pt x="145765" y="5245"/>
                </a:lnTo>
                <a:lnTo>
                  <a:pt x="0" y="1233407"/>
                </a:lnTo>
                <a:lnTo>
                  <a:pt x="586" y="1235260"/>
                </a:lnTo>
                <a:lnTo>
                  <a:pt x="3057" y="1238035"/>
                </a:lnTo>
                <a:lnTo>
                  <a:pt x="4827" y="1238831"/>
                </a:lnTo>
                <a:lnTo>
                  <a:pt x="17413" y="1238831"/>
                </a:lnTo>
                <a:lnTo>
                  <a:pt x="20135" y="1236496"/>
                </a:lnTo>
                <a:lnTo>
                  <a:pt x="155754" y="364313"/>
                </a:lnTo>
                <a:lnTo>
                  <a:pt x="162247" y="339428"/>
                </a:lnTo>
                <a:lnTo>
                  <a:pt x="173471" y="316572"/>
                </a:lnTo>
                <a:lnTo>
                  <a:pt x="189014" y="296404"/>
                </a:lnTo>
                <a:lnTo>
                  <a:pt x="214415" y="274346"/>
                </a:lnTo>
                <a:lnTo>
                  <a:pt x="219040" y="268020"/>
                </a:lnTo>
                <a:lnTo>
                  <a:pt x="222197" y="260850"/>
                </a:lnTo>
                <a:lnTo>
                  <a:pt x="223741" y="253081"/>
                </a:lnTo>
                <a:lnTo>
                  <a:pt x="244453" y="15036"/>
                </a:lnTo>
                <a:lnTo>
                  <a:pt x="244788" y="11172"/>
                </a:lnTo>
                <a:lnTo>
                  <a:pt x="243489" y="7350"/>
                </a:lnTo>
                <a:lnTo>
                  <a:pt x="238254" y="1622"/>
                </a:lnTo>
                <a:lnTo>
                  <a:pt x="23454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4" name="object 404" descr=""/>
          <p:cNvGrpSpPr/>
          <p:nvPr/>
        </p:nvGrpSpPr>
        <p:grpSpPr>
          <a:xfrm>
            <a:off x="8988032" y="7364759"/>
            <a:ext cx="452120" cy="2560955"/>
            <a:chOff x="8988032" y="7364759"/>
            <a:chExt cx="452120" cy="2560955"/>
          </a:xfrm>
        </p:grpSpPr>
        <p:sp>
          <p:nvSpPr>
            <p:cNvPr id="405" name="object 405" descr=""/>
            <p:cNvSpPr/>
            <p:nvPr/>
          </p:nvSpPr>
          <p:spPr>
            <a:xfrm>
              <a:off x="9195105" y="8686635"/>
              <a:ext cx="245110" cy="1238885"/>
            </a:xfrm>
            <a:custGeom>
              <a:avLst/>
              <a:gdLst/>
              <a:ahLst/>
              <a:cxnLst/>
              <a:rect l="l" t="t" r="r" b="b"/>
              <a:pathLst>
                <a:path w="245109" h="1238884">
                  <a:moveTo>
                    <a:pt x="93128" y="0"/>
                  </a:moveTo>
                  <a:lnTo>
                    <a:pt x="10250" y="0"/>
                  </a:lnTo>
                  <a:lnTo>
                    <a:pt x="6544" y="1622"/>
                  </a:lnTo>
                  <a:lnTo>
                    <a:pt x="1308" y="7350"/>
                  </a:lnTo>
                  <a:lnTo>
                    <a:pt x="0" y="11172"/>
                  </a:lnTo>
                  <a:lnTo>
                    <a:pt x="335" y="15036"/>
                  </a:lnTo>
                  <a:lnTo>
                    <a:pt x="21046" y="253081"/>
                  </a:lnTo>
                  <a:lnTo>
                    <a:pt x="55784" y="296404"/>
                  </a:lnTo>
                  <a:lnTo>
                    <a:pt x="71327" y="316572"/>
                  </a:lnTo>
                  <a:lnTo>
                    <a:pt x="82551" y="339428"/>
                  </a:lnTo>
                  <a:lnTo>
                    <a:pt x="89044" y="364313"/>
                  </a:lnTo>
                  <a:lnTo>
                    <a:pt x="224652" y="1236496"/>
                  </a:lnTo>
                  <a:lnTo>
                    <a:pt x="227385" y="1238831"/>
                  </a:lnTo>
                  <a:lnTo>
                    <a:pt x="239971" y="1238831"/>
                  </a:lnTo>
                  <a:lnTo>
                    <a:pt x="241741" y="1238035"/>
                  </a:lnTo>
                  <a:lnTo>
                    <a:pt x="244212" y="1235260"/>
                  </a:lnTo>
                  <a:lnTo>
                    <a:pt x="244788" y="1233407"/>
                  </a:lnTo>
                  <a:lnTo>
                    <a:pt x="99033" y="5245"/>
                  </a:lnTo>
                  <a:lnTo>
                    <a:pt x="9312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8988032" y="7364759"/>
              <a:ext cx="273685" cy="1519555"/>
            </a:xfrm>
            <a:custGeom>
              <a:avLst/>
              <a:gdLst/>
              <a:ahLst/>
              <a:cxnLst/>
              <a:rect l="l" t="t" r="r" b="b"/>
              <a:pathLst>
                <a:path w="273684" h="1519554">
                  <a:moveTo>
                    <a:pt x="248107" y="0"/>
                  </a:moveTo>
                  <a:lnTo>
                    <a:pt x="25318" y="0"/>
                  </a:lnTo>
                  <a:lnTo>
                    <a:pt x="15465" y="1990"/>
                  </a:lnTo>
                  <a:lnTo>
                    <a:pt x="7417" y="7417"/>
                  </a:lnTo>
                  <a:lnTo>
                    <a:pt x="1990" y="15465"/>
                  </a:lnTo>
                  <a:lnTo>
                    <a:pt x="0" y="25318"/>
                  </a:lnTo>
                  <a:lnTo>
                    <a:pt x="0" y="1493954"/>
                  </a:lnTo>
                  <a:lnTo>
                    <a:pt x="1990" y="1503807"/>
                  </a:lnTo>
                  <a:lnTo>
                    <a:pt x="7417" y="1511855"/>
                  </a:lnTo>
                  <a:lnTo>
                    <a:pt x="15465" y="1517282"/>
                  </a:lnTo>
                  <a:lnTo>
                    <a:pt x="25318" y="1519273"/>
                  </a:lnTo>
                  <a:lnTo>
                    <a:pt x="248107" y="1519273"/>
                  </a:lnTo>
                  <a:lnTo>
                    <a:pt x="257966" y="1517282"/>
                  </a:lnTo>
                  <a:lnTo>
                    <a:pt x="266018" y="1511855"/>
                  </a:lnTo>
                  <a:lnTo>
                    <a:pt x="271446" y="1503807"/>
                  </a:lnTo>
                  <a:lnTo>
                    <a:pt x="273436" y="1493954"/>
                  </a:lnTo>
                  <a:lnTo>
                    <a:pt x="273436" y="25318"/>
                  </a:lnTo>
                  <a:lnTo>
                    <a:pt x="271446" y="15465"/>
                  </a:lnTo>
                  <a:lnTo>
                    <a:pt x="266018" y="7417"/>
                  </a:lnTo>
                  <a:lnTo>
                    <a:pt x="257966" y="1990"/>
                  </a:lnTo>
                  <a:lnTo>
                    <a:pt x="248107" y="0"/>
                  </a:lnTo>
                  <a:close/>
                </a:path>
              </a:pathLst>
            </a:custGeom>
            <a:solidFill>
              <a:srgbClr val="DCEA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9112503" y="8686633"/>
              <a:ext cx="24765" cy="1238885"/>
            </a:xfrm>
            <a:custGeom>
              <a:avLst/>
              <a:gdLst/>
              <a:ahLst/>
              <a:cxnLst/>
              <a:rect l="l" t="t" r="r" b="b"/>
              <a:pathLst>
                <a:path w="24765" h="1238884">
                  <a:moveTo>
                    <a:pt x="21590" y="0"/>
                  </a:moveTo>
                  <a:lnTo>
                    <a:pt x="17988" y="0"/>
                  </a:lnTo>
                  <a:lnTo>
                    <a:pt x="2910" y="0"/>
                  </a:lnTo>
                  <a:lnTo>
                    <a:pt x="0" y="2910"/>
                  </a:lnTo>
                  <a:lnTo>
                    <a:pt x="0" y="1235920"/>
                  </a:lnTo>
                  <a:lnTo>
                    <a:pt x="2910" y="1238831"/>
                  </a:lnTo>
                  <a:lnTo>
                    <a:pt x="21590" y="1238831"/>
                  </a:lnTo>
                  <a:lnTo>
                    <a:pt x="24501" y="1235920"/>
                  </a:lnTo>
                  <a:lnTo>
                    <a:pt x="24501" y="2910"/>
                  </a:lnTo>
                  <a:lnTo>
                    <a:pt x="2159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8" name="object 408" descr=""/>
          <p:cNvGrpSpPr/>
          <p:nvPr/>
        </p:nvGrpSpPr>
        <p:grpSpPr>
          <a:xfrm>
            <a:off x="7138034" y="7930639"/>
            <a:ext cx="438150" cy="1995170"/>
            <a:chOff x="7138034" y="7930639"/>
            <a:chExt cx="438150" cy="1995170"/>
          </a:xfrm>
        </p:grpSpPr>
        <p:sp>
          <p:nvSpPr>
            <p:cNvPr id="409" name="object 409" descr=""/>
            <p:cNvSpPr/>
            <p:nvPr/>
          </p:nvSpPr>
          <p:spPr>
            <a:xfrm>
              <a:off x="7292823" y="8732919"/>
              <a:ext cx="29845" cy="274955"/>
            </a:xfrm>
            <a:custGeom>
              <a:avLst/>
              <a:gdLst/>
              <a:ahLst/>
              <a:cxnLst/>
              <a:rect l="l" t="t" r="r" b="b"/>
              <a:pathLst>
                <a:path w="29845" h="274954">
                  <a:moveTo>
                    <a:pt x="29337" y="252018"/>
                  </a:moveTo>
                  <a:lnTo>
                    <a:pt x="22771" y="245452"/>
                  </a:lnTo>
                  <a:lnTo>
                    <a:pt x="19431" y="245452"/>
                  </a:lnTo>
                  <a:lnTo>
                    <a:pt x="19431" y="2120"/>
                  </a:lnTo>
                  <a:lnTo>
                    <a:pt x="17297" y="0"/>
                  </a:lnTo>
                  <a:lnTo>
                    <a:pt x="12039" y="0"/>
                  </a:lnTo>
                  <a:lnTo>
                    <a:pt x="9906" y="2120"/>
                  </a:lnTo>
                  <a:lnTo>
                    <a:pt x="9906" y="245452"/>
                  </a:lnTo>
                  <a:lnTo>
                    <a:pt x="6565" y="245452"/>
                  </a:lnTo>
                  <a:lnTo>
                    <a:pt x="0" y="252018"/>
                  </a:lnTo>
                  <a:lnTo>
                    <a:pt x="0" y="260121"/>
                  </a:lnTo>
                  <a:lnTo>
                    <a:pt x="0" y="268211"/>
                  </a:lnTo>
                  <a:lnTo>
                    <a:pt x="6565" y="274777"/>
                  </a:lnTo>
                  <a:lnTo>
                    <a:pt x="22771" y="274777"/>
                  </a:lnTo>
                  <a:lnTo>
                    <a:pt x="29337" y="268211"/>
                  </a:lnTo>
                  <a:lnTo>
                    <a:pt x="29337" y="252018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7342722" y="8086305"/>
              <a:ext cx="29209" cy="1818639"/>
            </a:xfrm>
            <a:custGeom>
              <a:avLst/>
              <a:gdLst/>
              <a:ahLst/>
              <a:cxnLst/>
              <a:rect l="l" t="t" r="r" b="b"/>
              <a:pathLst>
                <a:path w="29209" h="1818640">
                  <a:moveTo>
                    <a:pt x="22240" y="0"/>
                  </a:moveTo>
                  <a:lnTo>
                    <a:pt x="6408" y="0"/>
                  </a:lnTo>
                  <a:lnTo>
                    <a:pt x="0" y="6418"/>
                  </a:lnTo>
                  <a:lnTo>
                    <a:pt x="0" y="1811892"/>
                  </a:lnTo>
                  <a:lnTo>
                    <a:pt x="6408" y="1818300"/>
                  </a:lnTo>
                  <a:lnTo>
                    <a:pt x="14324" y="1818300"/>
                  </a:lnTo>
                  <a:lnTo>
                    <a:pt x="22240" y="1818300"/>
                  </a:lnTo>
                  <a:lnTo>
                    <a:pt x="28648" y="1811892"/>
                  </a:lnTo>
                  <a:lnTo>
                    <a:pt x="28648" y="6418"/>
                  </a:lnTo>
                  <a:lnTo>
                    <a:pt x="22240" y="0"/>
                  </a:lnTo>
                  <a:close/>
                </a:path>
              </a:pathLst>
            </a:custGeom>
            <a:solidFill>
              <a:srgbClr val="A2C9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7138034" y="7930639"/>
              <a:ext cx="438150" cy="833755"/>
            </a:xfrm>
            <a:custGeom>
              <a:avLst/>
              <a:gdLst/>
              <a:ahLst/>
              <a:cxnLst/>
              <a:rect l="l" t="t" r="r" b="b"/>
              <a:pathLst>
                <a:path w="438150" h="833754">
                  <a:moveTo>
                    <a:pt x="412699" y="0"/>
                  </a:moveTo>
                  <a:lnTo>
                    <a:pt x="25329" y="0"/>
                  </a:lnTo>
                  <a:lnTo>
                    <a:pt x="15469" y="1992"/>
                  </a:lnTo>
                  <a:lnTo>
                    <a:pt x="7418" y="7423"/>
                  </a:lnTo>
                  <a:lnTo>
                    <a:pt x="1990" y="15478"/>
                  </a:lnTo>
                  <a:lnTo>
                    <a:pt x="0" y="25339"/>
                  </a:lnTo>
                  <a:lnTo>
                    <a:pt x="0" y="808216"/>
                  </a:lnTo>
                  <a:lnTo>
                    <a:pt x="1990" y="818077"/>
                  </a:lnTo>
                  <a:lnTo>
                    <a:pt x="7418" y="826131"/>
                  </a:lnTo>
                  <a:lnTo>
                    <a:pt x="15469" y="831563"/>
                  </a:lnTo>
                  <a:lnTo>
                    <a:pt x="25329" y="833555"/>
                  </a:lnTo>
                  <a:lnTo>
                    <a:pt x="412699" y="833555"/>
                  </a:lnTo>
                  <a:lnTo>
                    <a:pt x="422558" y="831563"/>
                  </a:lnTo>
                  <a:lnTo>
                    <a:pt x="430609" y="826131"/>
                  </a:lnTo>
                  <a:lnTo>
                    <a:pt x="436038" y="818077"/>
                  </a:lnTo>
                  <a:lnTo>
                    <a:pt x="438028" y="808216"/>
                  </a:lnTo>
                  <a:lnTo>
                    <a:pt x="438028" y="25339"/>
                  </a:lnTo>
                  <a:lnTo>
                    <a:pt x="436038" y="15478"/>
                  </a:lnTo>
                  <a:lnTo>
                    <a:pt x="430609" y="7423"/>
                  </a:lnTo>
                  <a:lnTo>
                    <a:pt x="422558" y="1992"/>
                  </a:lnTo>
                  <a:lnTo>
                    <a:pt x="412699" y="0"/>
                  </a:lnTo>
                  <a:close/>
                </a:path>
              </a:pathLst>
            </a:custGeom>
            <a:solidFill>
              <a:srgbClr val="DCEA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7174694" y="9875331"/>
              <a:ext cx="365125" cy="50165"/>
            </a:xfrm>
            <a:custGeom>
              <a:avLst/>
              <a:gdLst/>
              <a:ahLst/>
              <a:cxnLst/>
              <a:rect l="l" t="t" r="r" b="b"/>
              <a:pathLst>
                <a:path w="365125" h="50165">
                  <a:moveTo>
                    <a:pt x="333351" y="0"/>
                  </a:moveTo>
                  <a:lnTo>
                    <a:pt x="31349" y="0"/>
                  </a:lnTo>
                  <a:lnTo>
                    <a:pt x="19149" y="2464"/>
                  </a:lnTo>
                  <a:lnTo>
                    <a:pt x="9184" y="9184"/>
                  </a:lnTo>
                  <a:lnTo>
                    <a:pt x="2464" y="19149"/>
                  </a:lnTo>
                  <a:lnTo>
                    <a:pt x="0" y="31349"/>
                  </a:lnTo>
                  <a:lnTo>
                    <a:pt x="0" y="50134"/>
                  </a:lnTo>
                  <a:lnTo>
                    <a:pt x="364700" y="50134"/>
                  </a:lnTo>
                  <a:lnTo>
                    <a:pt x="364700" y="31349"/>
                  </a:lnTo>
                  <a:lnTo>
                    <a:pt x="362237" y="19149"/>
                  </a:lnTo>
                  <a:lnTo>
                    <a:pt x="355520" y="9184"/>
                  </a:lnTo>
                  <a:lnTo>
                    <a:pt x="345555" y="2464"/>
                  </a:lnTo>
                  <a:lnTo>
                    <a:pt x="33335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7138022" y="7992713"/>
              <a:ext cx="438150" cy="718820"/>
            </a:xfrm>
            <a:custGeom>
              <a:avLst/>
              <a:gdLst/>
              <a:ahLst/>
              <a:cxnLst/>
              <a:rect l="l" t="t" r="r" b="b"/>
              <a:pathLst>
                <a:path w="438150" h="718820">
                  <a:moveTo>
                    <a:pt x="438035" y="708787"/>
                  </a:moveTo>
                  <a:lnTo>
                    <a:pt x="0" y="684707"/>
                  </a:lnTo>
                  <a:lnTo>
                    <a:pt x="0" y="694448"/>
                  </a:lnTo>
                  <a:lnTo>
                    <a:pt x="438035" y="718515"/>
                  </a:lnTo>
                  <a:lnTo>
                    <a:pt x="438035" y="708787"/>
                  </a:lnTo>
                  <a:close/>
                </a:path>
                <a:path w="438150" h="718820">
                  <a:moveTo>
                    <a:pt x="438035" y="0"/>
                  </a:moveTo>
                  <a:lnTo>
                    <a:pt x="423202" y="939"/>
                  </a:lnTo>
                  <a:lnTo>
                    <a:pt x="423202" y="10160"/>
                  </a:lnTo>
                  <a:lnTo>
                    <a:pt x="240245" y="48260"/>
                  </a:lnTo>
                  <a:lnTo>
                    <a:pt x="203454" y="46012"/>
                  </a:lnTo>
                  <a:lnTo>
                    <a:pt x="203454" y="55880"/>
                  </a:lnTo>
                  <a:lnTo>
                    <a:pt x="108458" y="74930"/>
                  </a:lnTo>
                  <a:lnTo>
                    <a:pt x="69164" y="48260"/>
                  </a:lnTo>
                  <a:lnTo>
                    <a:pt x="203454" y="55880"/>
                  </a:lnTo>
                  <a:lnTo>
                    <a:pt x="203454" y="46012"/>
                  </a:lnTo>
                  <a:lnTo>
                    <a:pt x="53962" y="36830"/>
                  </a:lnTo>
                  <a:lnTo>
                    <a:pt x="49517" y="34290"/>
                  </a:lnTo>
                  <a:lnTo>
                    <a:pt x="187198" y="25400"/>
                  </a:lnTo>
                  <a:lnTo>
                    <a:pt x="423202" y="10160"/>
                  </a:lnTo>
                  <a:lnTo>
                    <a:pt x="423202" y="939"/>
                  </a:lnTo>
                  <a:lnTo>
                    <a:pt x="36753" y="25400"/>
                  </a:lnTo>
                  <a:lnTo>
                    <a:pt x="12" y="0"/>
                  </a:lnTo>
                  <a:lnTo>
                    <a:pt x="12" y="11430"/>
                  </a:lnTo>
                  <a:lnTo>
                    <a:pt x="21183" y="26670"/>
                  </a:lnTo>
                  <a:lnTo>
                    <a:pt x="12" y="27940"/>
                  </a:lnTo>
                  <a:lnTo>
                    <a:pt x="12" y="43180"/>
                  </a:lnTo>
                  <a:lnTo>
                    <a:pt x="50647" y="46990"/>
                  </a:lnTo>
                  <a:lnTo>
                    <a:pt x="95351" y="77470"/>
                  </a:lnTo>
                  <a:lnTo>
                    <a:pt x="12" y="97790"/>
                  </a:lnTo>
                  <a:lnTo>
                    <a:pt x="12" y="107950"/>
                  </a:lnTo>
                  <a:lnTo>
                    <a:pt x="106311" y="85090"/>
                  </a:lnTo>
                  <a:lnTo>
                    <a:pt x="172135" y="130810"/>
                  </a:lnTo>
                  <a:lnTo>
                    <a:pt x="127749" y="140970"/>
                  </a:lnTo>
                  <a:lnTo>
                    <a:pt x="12" y="113030"/>
                  </a:lnTo>
                  <a:lnTo>
                    <a:pt x="12" y="123190"/>
                  </a:lnTo>
                  <a:lnTo>
                    <a:pt x="103873" y="146050"/>
                  </a:lnTo>
                  <a:lnTo>
                    <a:pt x="12" y="166370"/>
                  </a:lnTo>
                  <a:lnTo>
                    <a:pt x="12" y="176530"/>
                  </a:lnTo>
                  <a:lnTo>
                    <a:pt x="127736" y="149860"/>
                  </a:lnTo>
                  <a:lnTo>
                    <a:pt x="228219" y="171450"/>
                  </a:lnTo>
                  <a:lnTo>
                    <a:pt x="13792" y="204470"/>
                  </a:lnTo>
                  <a:lnTo>
                    <a:pt x="12" y="199390"/>
                  </a:lnTo>
                  <a:lnTo>
                    <a:pt x="12" y="217170"/>
                  </a:lnTo>
                  <a:lnTo>
                    <a:pt x="12623" y="214630"/>
                  </a:lnTo>
                  <a:lnTo>
                    <a:pt x="136804" y="265430"/>
                  </a:lnTo>
                  <a:lnTo>
                    <a:pt x="56324" y="269240"/>
                  </a:lnTo>
                  <a:lnTo>
                    <a:pt x="12" y="233680"/>
                  </a:lnTo>
                  <a:lnTo>
                    <a:pt x="12" y="245110"/>
                  </a:lnTo>
                  <a:lnTo>
                    <a:pt x="38925" y="269240"/>
                  </a:lnTo>
                  <a:lnTo>
                    <a:pt x="12" y="270510"/>
                  </a:lnTo>
                  <a:lnTo>
                    <a:pt x="12" y="280670"/>
                  </a:lnTo>
                  <a:lnTo>
                    <a:pt x="53759" y="278130"/>
                  </a:lnTo>
                  <a:lnTo>
                    <a:pt x="131419" y="326390"/>
                  </a:lnTo>
                  <a:lnTo>
                    <a:pt x="98259" y="358140"/>
                  </a:lnTo>
                  <a:lnTo>
                    <a:pt x="12" y="345440"/>
                  </a:lnTo>
                  <a:lnTo>
                    <a:pt x="12" y="354330"/>
                  </a:lnTo>
                  <a:lnTo>
                    <a:pt x="89369" y="367030"/>
                  </a:lnTo>
                  <a:lnTo>
                    <a:pt x="63080" y="392430"/>
                  </a:lnTo>
                  <a:lnTo>
                    <a:pt x="12" y="361950"/>
                  </a:lnTo>
                  <a:lnTo>
                    <a:pt x="12" y="373380"/>
                  </a:lnTo>
                  <a:lnTo>
                    <a:pt x="52997" y="398780"/>
                  </a:lnTo>
                  <a:lnTo>
                    <a:pt x="12" y="421640"/>
                  </a:lnTo>
                  <a:lnTo>
                    <a:pt x="12" y="431800"/>
                  </a:lnTo>
                  <a:lnTo>
                    <a:pt x="40411" y="414020"/>
                  </a:lnTo>
                  <a:lnTo>
                    <a:pt x="12" y="453390"/>
                  </a:lnTo>
                  <a:lnTo>
                    <a:pt x="12" y="477520"/>
                  </a:lnTo>
                  <a:lnTo>
                    <a:pt x="102108" y="520700"/>
                  </a:lnTo>
                  <a:lnTo>
                    <a:pt x="12" y="529590"/>
                  </a:lnTo>
                  <a:lnTo>
                    <a:pt x="12" y="539750"/>
                  </a:lnTo>
                  <a:lnTo>
                    <a:pt x="121119" y="528320"/>
                  </a:lnTo>
                  <a:lnTo>
                    <a:pt x="175145" y="551180"/>
                  </a:lnTo>
                  <a:lnTo>
                    <a:pt x="141211" y="574040"/>
                  </a:lnTo>
                  <a:lnTo>
                    <a:pt x="12" y="591820"/>
                  </a:lnTo>
                  <a:lnTo>
                    <a:pt x="12" y="601980"/>
                  </a:lnTo>
                  <a:lnTo>
                    <a:pt x="124155" y="586740"/>
                  </a:lnTo>
                  <a:lnTo>
                    <a:pt x="79057" y="618490"/>
                  </a:lnTo>
                  <a:lnTo>
                    <a:pt x="12" y="607060"/>
                  </a:lnTo>
                  <a:lnTo>
                    <a:pt x="12" y="615950"/>
                  </a:lnTo>
                  <a:lnTo>
                    <a:pt x="67424" y="626110"/>
                  </a:lnTo>
                  <a:lnTo>
                    <a:pt x="11645" y="665480"/>
                  </a:lnTo>
                  <a:lnTo>
                    <a:pt x="12" y="666750"/>
                  </a:lnTo>
                  <a:lnTo>
                    <a:pt x="12" y="684530"/>
                  </a:lnTo>
                  <a:lnTo>
                    <a:pt x="15163" y="674370"/>
                  </a:lnTo>
                  <a:lnTo>
                    <a:pt x="119138" y="662940"/>
                  </a:lnTo>
                  <a:lnTo>
                    <a:pt x="234645" y="650240"/>
                  </a:lnTo>
                  <a:lnTo>
                    <a:pt x="438035" y="679450"/>
                  </a:lnTo>
                  <a:lnTo>
                    <a:pt x="438035" y="669290"/>
                  </a:lnTo>
                  <a:lnTo>
                    <a:pt x="300659" y="650240"/>
                  </a:lnTo>
                  <a:lnTo>
                    <a:pt x="273177" y="646430"/>
                  </a:lnTo>
                  <a:lnTo>
                    <a:pt x="329488" y="640080"/>
                  </a:lnTo>
                  <a:lnTo>
                    <a:pt x="374523" y="635000"/>
                  </a:lnTo>
                  <a:lnTo>
                    <a:pt x="438035" y="661670"/>
                  </a:lnTo>
                  <a:lnTo>
                    <a:pt x="438035" y="650240"/>
                  </a:lnTo>
                  <a:lnTo>
                    <a:pt x="400596" y="635000"/>
                  </a:lnTo>
                  <a:lnTo>
                    <a:pt x="394360" y="632460"/>
                  </a:lnTo>
                  <a:lnTo>
                    <a:pt x="438035" y="627380"/>
                  </a:lnTo>
                  <a:lnTo>
                    <a:pt x="438035" y="624840"/>
                  </a:lnTo>
                  <a:lnTo>
                    <a:pt x="438035" y="617220"/>
                  </a:lnTo>
                  <a:lnTo>
                    <a:pt x="375958" y="624840"/>
                  </a:lnTo>
                  <a:lnTo>
                    <a:pt x="356133" y="616572"/>
                  </a:lnTo>
                  <a:lnTo>
                    <a:pt x="356133" y="627380"/>
                  </a:lnTo>
                  <a:lnTo>
                    <a:pt x="234810" y="640080"/>
                  </a:lnTo>
                  <a:lnTo>
                    <a:pt x="196278" y="634555"/>
                  </a:lnTo>
                  <a:lnTo>
                    <a:pt x="196278" y="645160"/>
                  </a:lnTo>
                  <a:lnTo>
                    <a:pt x="31788" y="662940"/>
                  </a:lnTo>
                  <a:lnTo>
                    <a:pt x="81483" y="628650"/>
                  </a:lnTo>
                  <a:lnTo>
                    <a:pt x="196278" y="645160"/>
                  </a:lnTo>
                  <a:lnTo>
                    <a:pt x="196278" y="634555"/>
                  </a:lnTo>
                  <a:lnTo>
                    <a:pt x="155105" y="628650"/>
                  </a:lnTo>
                  <a:lnTo>
                    <a:pt x="93129" y="619760"/>
                  </a:lnTo>
                  <a:lnTo>
                    <a:pt x="94970" y="618490"/>
                  </a:lnTo>
                  <a:lnTo>
                    <a:pt x="141122" y="586740"/>
                  </a:lnTo>
                  <a:lnTo>
                    <a:pt x="144805" y="584200"/>
                  </a:lnTo>
                  <a:lnTo>
                    <a:pt x="228752" y="572770"/>
                  </a:lnTo>
                  <a:lnTo>
                    <a:pt x="356133" y="627380"/>
                  </a:lnTo>
                  <a:lnTo>
                    <a:pt x="356133" y="616572"/>
                  </a:lnTo>
                  <a:lnTo>
                    <a:pt x="251104" y="572770"/>
                  </a:lnTo>
                  <a:lnTo>
                    <a:pt x="248056" y="571500"/>
                  </a:lnTo>
                  <a:lnTo>
                    <a:pt x="304812" y="563880"/>
                  </a:lnTo>
                  <a:lnTo>
                    <a:pt x="380492" y="553720"/>
                  </a:lnTo>
                  <a:lnTo>
                    <a:pt x="438035" y="581660"/>
                  </a:lnTo>
                  <a:lnTo>
                    <a:pt x="438035" y="570230"/>
                  </a:lnTo>
                  <a:lnTo>
                    <a:pt x="401218" y="553720"/>
                  </a:lnTo>
                  <a:lnTo>
                    <a:pt x="398386" y="552450"/>
                  </a:lnTo>
                  <a:lnTo>
                    <a:pt x="438035" y="547370"/>
                  </a:lnTo>
                  <a:lnTo>
                    <a:pt x="438035" y="544830"/>
                  </a:lnTo>
                  <a:lnTo>
                    <a:pt x="438035" y="537210"/>
                  </a:lnTo>
                  <a:lnTo>
                    <a:pt x="382104" y="544830"/>
                  </a:lnTo>
                  <a:lnTo>
                    <a:pt x="364197" y="536206"/>
                  </a:lnTo>
                  <a:lnTo>
                    <a:pt x="364197" y="546100"/>
                  </a:lnTo>
                  <a:lnTo>
                    <a:pt x="230124" y="563880"/>
                  </a:lnTo>
                  <a:lnTo>
                    <a:pt x="210820" y="555472"/>
                  </a:lnTo>
                  <a:lnTo>
                    <a:pt x="210820" y="565150"/>
                  </a:lnTo>
                  <a:lnTo>
                    <a:pt x="161874" y="571500"/>
                  </a:lnTo>
                  <a:lnTo>
                    <a:pt x="185724" y="554990"/>
                  </a:lnTo>
                  <a:lnTo>
                    <a:pt x="210820" y="565150"/>
                  </a:lnTo>
                  <a:lnTo>
                    <a:pt x="210820" y="555472"/>
                  </a:lnTo>
                  <a:lnTo>
                    <a:pt x="209715" y="554990"/>
                  </a:lnTo>
                  <a:lnTo>
                    <a:pt x="195135" y="548640"/>
                  </a:lnTo>
                  <a:lnTo>
                    <a:pt x="202387" y="543560"/>
                  </a:lnTo>
                  <a:lnTo>
                    <a:pt x="240398" y="516890"/>
                  </a:lnTo>
                  <a:lnTo>
                    <a:pt x="292011" y="511810"/>
                  </a:lnTo>
                  <a:lnTo>
                    <a:pt x="364197" y="546100"/>
                  </a:lnTo>
                  <a:lnTo>
                    <a:pt x="364197" y="536206"/>
                  </a:lnTo>
                  <a:lnTo>
                    <a:pt x="313563" y="511810"/>
                  </a:lnTo>
                  <a:lnTo>
                    <a:pt x="310934" y="510540"/>
                  </a:lnTo>
                  <a:lnTo>
                    <a:pt x="362800" y="505460"/>
                  </a:lnTo>
                  <a:lnTo>
                    <a:pt x="401701" y="501650"/>
                  </a:lnTo>
                  <a:lnTo>
                    <a:pt x="414667" y="500380"/>
                  </a:lnTo>
                  <a:lnTo>
                    <a:pt x="438035" y="515620"/>
                  </a:lnTo>
                  <a:lnTo>
                    <a:pt x="438035" y="504190"/>
                  </a:lnTo>
                  <a:lnTo>
                    <a:pt x="432587" y="500380"/>
                  </a:lnTo>
                  <a:lnTo>
                    <a:pt x="430771" y="499110"/>
                  </a:lnTo>
                  <a:lnTo>
                    <a:pt x="438035" y="499110"/>
                  </a:lnTo>
                  <a:lnTo>
                    <a:pt x="438035" y="490220"/>
                  </a:lnTo>
                  <a:lnTo>
                    <a:pt x="438035" y="488950"/>
                  </a:lnTo>
                  <a:lnTo>
                    <a:pt x="416991" y="490220"/>
                  </a:lnTo>
                  <a:lnTo>
                    <a:pt x="400900" y="480568"/>
                  </a:lnTo>
                  <a:lnTo>
                    <a:pt x="400900" y="492760"/>
                  </a:lnTo>
                  <a:lnTo>
                    <a:pt x="293763" y="501650"/>
                  </a:lnTo>
                  <a:lnTo>
                    <a:pt x="288277" y="499110"/>
                  </a:lnTo>
                  <a:lnTo>
                    <a:pt x="274840" y="492912"/>
                  </a:lnTo>
                  <a:lnTo>
                    <a:pt x="274840" y="504190"/>
                  </a:lnTo>
                  <a:lnTo>
                    <a:pt x="256476" y="505460"/>
                  </a:lnTo>
                  <a:lnTo>
                    <a:pt x="265366" y="499110"/>
                  </a:lnTo>
                  <a:lnTo>
                    <a:pt x="274840" y="504190"/>
                  </a:lnTo>
                  <a:lnTo>
                    <a:pt x="274840" y="492912"/>
                  </a:lnTo>
                  <a:lnTo>
                    <a:pt x="274535" y="492760"/>
                  </a:lnTo>
                  <a:lnTo>
                    <a:pt x="281774" y="487680"/>
                  </a:lnTo>
                  <a:lnTo>
                    <a:pt x="334276" y="450850"/>
                  </a:lnTo>
                  <a:lnTo>
                    <a:pt x="400900" y="492760"/>
                  </a:lnTo>
                  <a:lnTo>
                    <a:pt x="400900" y="480568"/>
                  </a:lnTo>
                  <a:lnTo>
                    <a:pt x="351409" y="450850"/>
                  </a:lnTo>
                  <a:lnTo>
                    <a:pt x="342950" y="445770"/>
                  </a:lnTo>
                  <a:lnTo>
                    <a:pt x="351802" y="439420"/>
                  </a:lnTo>
                  <a:lnTo>
                    <a:pt x="394309" y="408940"/>
                  </a:lnTo>
                  <a:lnTo>
                    <a:pt x="438035" y="415290"/>
                  </a:lnTo>
                  <a:lnTo>
                    <a:pt x="438035" y="408940"/>
                  </a:lnTo>
                  <a:lnTo>
                    <a:pt x="438035" y="405130"/>
                  </a:lnTo>
                  <a:lnTo>
                    <a:pt x="406031" y="401320"/>
                  </a:lnTo>
                  <a:lnTo>
                    <a:pt x="409600" y="398780"/>
                  </a:lnTo>
                  <a:lnTo>
                    <a:pt x="429298" y="384810"/>
                  </a:lnTo>
                  <a:lnTo>
                    <a:pt x="438035" y="388620"/>
                  </a:lnTo>
                  <a:lnTo>
                    <a:pt x="438035" y="384810"/>
                  </a:lnTo>
                  <a:lnTo>
                    <a:pt x="438035" y="373380"/>
                  </a:lnTo>
                  <a:lnTo>
                    <a:pt x="438035" y="367030"/>
                  </a:lnTo>
                  <a:lnTo>
                    <a:pt x="428066" y="373380"/>
                  </a:lnTo>
                  <a:lnTo>
                    <a:pt x="418592" y="369531"/>
                  </a:lnTo>
                  <a:lnTo>
                    <a:pt x="418592" y="381000"/>
                  </a:lnTo>
                  <a:lnTo>
                    <a:pt x="391871" y="398780"/>
                  </a:lnTo>
                  <a:lnTo>
                    <a:pt x="380161" y="397205"/>
                  </a:lnTo>
                  <a:lnTo>
                    <a:pt x="380161" y="407670"/>
                  </a:lnTo>
                  <a:lnTo>
                    <a:pt x="333933" y="439420"/>
                  </a:lnTo>
                  <a:lnTo>
                    <a:pt x="325259" y="434136"/>
                  </a:lnTo>
                  <a:lnTo>
                    <a:pt x="325259" y="445770"/>
                  </a:lnTo>
                  <a:lnTo>
                    <a:pt x="264439" y="487680"/>
                  </a:lnTo>
                  <a:lnTo>
                    <a:pt x="255270" y="483349"/>
                  </a:lnTo>
                  <a:lnTo>
                    <a:pt x="255270" y="495300"/>
                  </a:lnTo>
                  <a:lnTo>
                    <a:pt x="236943" y="508000"/>
                  </a:lnTo>
                  <a:lnTo>
                    <a:pt x="220853" y="509435"/>
                  </a:lnTo>
                  <a:lnTo>
                    <a:pt x="220853" y="518160"/>
                  </a:lnTo>
                  <a:lnTo>
                    <a:pt x="184556" y="543560"/>
                  </a:lnTo>
                  <a:lnTo>
                    <a:pt x="147789" y="528320"/>
                  </a:lnTo>
                  <a:lnTo>
                    <a:pt x="141655" y="525780"/>
                  </a:lnTo>
                  <a:lnTo>
                    <a:pt x="220853" y="518160"/>
                  </a:lnTo>
                  <a:lnTo>
                    <a:pt x="220853" y="509435"/>
                  </a:lnTo>
                  <a:lnTo>
                    <a:pt x="122643" y="518160"/>
                  </a:lnTo>
                  <a:lnTo>
                    <a:pt x="304" y="467360"/>
                  </a:lnTo>
                  <a:lnTo>
                    <a:pt x="54648" y="414020"/>
                  </a:lnTo>
                  <a:lnTo>
                    <a:pt x="64998" y="403860"/>
                  </a:lnTo>
                  <a:lnTo>
                    <a:pt x="255270" y="495300"/>
                  </a:lnTo>
                  <a:lnTo>
                    <a:pt x="255270" y="483349"/>
                  </a:lnTo>
                  <a:lnTo>
                    <a:pt x="87337" y="403860"/>
                  </a:lnTo>
                  <a:lnTo>
                    <a:pt x="76606" y="398780"/>
                  </a:lnTo>
                  <a:lnTo>
                    <a:pt x="91452" y="392430"/>
                  </a:lnTo>
                  <a:lnTo>
                    <a:pt x="109270" y="384810"/>
                  </a:lnTo>
                  <a:lnTo>
                    <a:pt x="135991" y="373380"/>
                  </a:lnTo>
                  <a:lnTo>
                    <a:pt x="228803" y="386080"/>
                  </a:lnTo>
                  <a:lnTo>
                    <a:pt x="325259" y="445770"/>
                  </a:lnTo>
                  <a:lnTo>
                    <a:pt x="325259" y="434136"/>
                  </a:lnTo>
                  <a:lnTo>
                    <a:pt x="252730" y="389890"/>
                  </a:lnTo>
                  <a:lnTo>
                    <a:pt x="380161" y="407670"/>
                  </a:lnTo>
                  <a:lnTo>
                    <a:pt x="380161" y="397205"/>
                  </a:lnTo>
                  <a:lnTo>
                    <a:pt x="326110" y="389890"/>
                  </a:lnTo>
                  <a:lnTo>
                    <a:pt x="232168" y="377190"/>
                  </a:lnTo>
                  <a:lnTo>
                    <a:pt x="208241" y="362280"/>
                  </a:lnTo>
                  <a:lnTo>
                    <a:pt x="208241" y="373380"/>
                  </a:lnTo>
                  <a:lnTo>
                    <a:pt x="171615" y="368300"/>
                  </a:lnTo>
                  <a:lnTo>
                    <a:pt x="153314" y="365760"/>
                  </a:lnTo>
                  <a:lnTo>
                    <a:pt x="159588" y="363220"/>
                  </a:lnTo>
                  <a:lnTo>
                    <a:pt x="178435" y="355600"/>
                  </a:lnTo>
                  <a:lnTo>
                    <a:pt x="208241" y="373380"/>
                  </a:lnTo>
                  <a:lnTo>
                    <a:pt x="208241" y="362280"/>
                  </a:lnTo>
                  <a:lnTo>
                    <a:pt x="197523" y="355600"/>
                  </a:lnTo>
                  <a:lnTo>
                    <a:pt x="189369" y="350520"/>
                  </a:lnTo>
                  <a:lnTo>
                    <a:pt x="204025" y="344170"/>
                  </a:lnTo>
                  <a:lnTo>
                    <a:pt x="265595" y="317500"/>
                  </a:lnTo>
                  <a:lnTo>
                    <a:pt x="418592" y="381000"/>
                  </a:lnTo>
                  <a:lnTo>
                    <a:pt x="418592" y="369531"/>
                  </a:lnTo>
                  <a:lnTo>
                    <a:pt x="290652" y="317500"/>
                  </a:lnTo>
                  <a:lnTo>
                    <a:pt x="278155" y="312420"/>
                  </a:lnTo>
                  <a:lnTo>
                    <a:pt x="290068" y="307340"/>
                  </a:lnTo>
                  <a:lnTo>
                    <a:pt x="373456" y="271780"/>
                  </a:lnTo>
                  <a:lnTo>
                    <a:pt x="438035" y="317500"/>
                  </a:lnTo>
                  <a:lnTo>
                    <a:pt x="438035" y="304800"/>
                  </a:lnTo>
                  <a:lnTo>
                    <a:pt x="389572" y="271780"/>
                  </a:lnTo>
                  <a:lnTo>
                    <a:pt x="383971" y="267970"/>
                  </a:lnTo>
                  <a:lnTo>
                    <a:pt x="386638" y="266700"/>
                  </a:lnTo>
                  <a:lnTo>
                    <a:pt x="389318" y="265430"/>
                  </a:lnTo>
                  <a:lnTo>
                    <a:pt x="413677" y="264160"/>
                  </a:lnTo>
                  <a:lnTo>
                    <a:pt x="438035" y="262890"/>
                  </a:lnTo>
                  <a:lnTo>
                    <a:pt x="438035" y="256540"/>
                  </a:lnTo>
                  <a:lnTo>
                    <a:pt x="438035" y="254000"/>
                  </a:lnTo>
                  <a:lnTo>
                    <a:pt x="414401" y="254000"/>
                  </a:lnTo>
                  <a:lnTo>
                    <a:pt x="438035" y="243840"/>
                  </a:lnTo>
                  <a:lnTo>
                    <a:pt x="438035" y="233680"/>
                  </a:lnTo>
                  <a:lnTo>
                    <a:pt x="387134" y="255270"/>
                  </a:lnTo>
                  <a:lnTo>
                    <a:pt x="367982" y="256540"/>
                  </a:lnTo>
                  <a:lnTo>
                    <a:pt x="362051" y="252399"/>
                  </a:lnTo>
                  <a:lnTo>
                    <a:pt x="362051" y="266700"/>
                  </a:lnTo>
                  <a:lnTo>
                    <a:pt x="265506" y="307340"/>
                  </a:lnTo>
                  <a:lnTo>
                    <a:pt x="252945" y="302158"/>
                  </a:lnTo>
                  <a:lnTo>
                    <a:pt x="252945" y="312420"/>
                  </a:lnTo>
                  <a:lnTo>
                    <a:pt x="179235" y="344170"/>
                  </a:lnTo>
                  <a:lnTo>
                    <a:pt x="168300" y="337680"/>
                  </a:lnTo>
                  <a:lnTo>
                    <a:pt x="168300" y="349250"/>
                  </a:lnTo>
                  <a:lnTo>
                    <a:pt x="134645" y="363220"/>
                  </a:lnTo>
                  <a:lnTo>
                    <a:pt x="117322" y="361403"/>
                  </a:lnTo>
                  <a:lnTo>
                    <a:pt x="117322" y="370840"/>
                  </a:lnTo>
                  <a:lnTo>
                    <a:pt x="85102" y="384810"/>
                  </a:lnTo>
                  <a:lnTo>
                    <a:pt x="101600" y="368300"/>
                  </a:lnTo>
                  <a:lnTo>
                    <a:pt x="117322" y="370840"/>
                  </a:lnTo>
                  <a:lnTo>
                    <a:pt x="117322" y="361403"/>
                  </a:lnTo>
                  <a:lnTo>
                    <a:pt x="110490" y="360680"/>
                  </a:lnTo>
                  <a:lnTo>
                    <a:pt x="113042" y="358140"/>
                  </a:lnTo>
                  <a:lnTo>
                    <a:pt x="139954" y="331470"/>
                  </a:lnTo>
                  <a:lnTo>
                    <a:pt x="168300" y="349250"/>
                  </a:lnTo>
                  <a:lnTo>
                    <a:pt x="168300" y="337680"/>
                  </a:lnTo>
                  <a:lnTo>
                    <a:pt x="157861" y="331470"/>
                  </a:lnTo>
                  <a:lnTo>
                    <a:pt x="147167" y="325120"/>
                  </a:lnTo>
                  <a:lnTo>
                    <a:pt x="152323" y="320040"/>
                  </a:lnTo>
                  <a:lnTo>
                    <a:pt x="187121" y="285750"/>
                  </a:lnTo>
                  <a:lnTo>
                    <a:pt x="252945" y="312420"/>
                  </a:lnTo>
                  <a:lnTo>
                    <a:pt x="252945" y="302158"/>
                  </a:lnTo>
                  <a:lnTo>
                    <a:pt x="213207" y="285750"/>
                  </a:lnTo>
                  <a:lnTo>
                    <a:pt x="194754" y="278130"/>
                  </a:lnTo>
                  <a:lnTo>
                    <a:pt x="199390" y="274320"/>
                  </a:lnTo>
                  <a:lnTo>
                    <a:pt x="200939" y="273050"/>
                  </a:lnTo>
                  <a:lnTo>
                    <a:pt x="297611" y="269240"/>
                  </a:lnTo>
                  <a:lnTo>
                    <a:pt x="362051" y="266700"/>
                  </a:lnTo>
                  <a:lnTo>
                    <a:pt x="362051" y="252399"/>
                  </a:lnTo>
                  <a:lnTo>
                    <a:pt x="351917" y="245300"/>
                  </a:lnTo>
                  <a:lnTo>
                    <a:pt x="351917" y="256540"/>
                  </a:lnTo>
                  <a:lnTo>
                    <a:pt x="211442" y="262890"/>
                  </a:lnTo>
                  <a:lnTo>
                    <a:pt x="273735" y="201930"/>
                  </a:lnTo>
                  <a:lnTo>
                    <a:pt x="351917" y="256540"/>
                  </a:lnTo>
                  <a:lnTo>
                    <a:pt x="351917" y="245300"/>
                  </a:lnTo>
                  <a:lnTo>
                    <a:pt x="289928" y="201930"/>
                  </a:lnTo>
                  <a:lnTo>
                    <a:pt x="280847" y="195580"/>
                  </a:lnTo>
                  <a:lnTo>
                    <a:pt x="287616" y="189230"/>
                  </a:lnTo>
                  <a:lnTo>
                    <a:pt x="291680" y="185420"/>
                  </a:lnTo>
                  <a:lnTo>
                    <a:pt x="438035" y="215900"/>
                  </a:lnTo>
                  <a:lnTo>
                    <a:pt x="438035" y="205740"/>
                  </a:lnTo>
                  <a:lnTo>
                    <a:pt x="342099" y="185420"/>
                  </a:lnTo>
                  <a:lnTo>
                    <a:pt x="306120" y="177800"/>
                  </a:lnTo>
                  <a:lnTo>
                    <a:pt x="300126" y="176530"/>
                  </a:lnTo>
                  <a:lnTo>
                    <a:pt x="302806" y="173990"/>
                  </a:lnTo>
                  <a:lnTo>
                    <a:pt x="305498" y="171450"/>
                  </a:lnTo>
                  <a:lnTo>
                    <a:pt x="308190" y="168910"/>
                  </a:lnTo>
                  <a:lnTo>
                    <a:pt x="316306" y="167640"/>
                  </a:lnTo>
                  <a:lnTo>
                    <a:pt x="381228" y="157480"/>
                  </a:lnTo>
                  <a:lnTo>
                    <a:pt x="438035" y="148590"/>
                  </a:lnTo>
                  <a:lnTo>
                    <a:pt x="438035" y="138430"/>
                  </a:lnTo>
                  <a:lnTo>
                    <a:pt x="320306" y="157480"/>
                  </a:lnTo>
                  <a:lnTo>
                    <a:pt x="377329" y="101600"/>
                  </a:lnTo>
                  <a:lnTo>
                    <a:pt x="381215" y="97790"/>
                  </a:lnTo>
                  <a:lnTo>
                    <a:pt x="438035" y="86360"/>
                  </a:lnTo>
                  <a:lnTo>
                    <a:pt x="438035" y="76200"/>
                  </a:lnTo>
                  <a:lnTo>
                    <a:pt x="394246" y="86360"/>
                  </a:lnTo>
                  <a:lnTo>
                    <a:pt x="413016" y="67310"/>
                  </a:lnTo>
                  <a:lnTo>
                    <a:pt x="438035" y="68580"/>
                  </a:lnTo>
                  <a:lnTo>
                    <a:pt x="438035" y="67310"/>
                  </a:lnTo>
                  <a:lnTo>
                    <a:pt x="438035" y="59690"/>
                  </a:lnTo>
                  <a:lnTo>
                    <a:pt x="422503" y="58420"/>
                  </a:lnTo>
                  <a:lnTo>
                    <a:pt x="438035" y="43180"/>
                  </a:lnTo>
                  <a:lnTo>
                    <a:pt x="438035" y="30480"/>
                  </a:lnTo>
                  <a:lnTo>
                    <a:pt x="409321" y="57150"/>
                  </a:lnTo>
                  <a:lnTo>
                    <a:pt x="399821" y="56603"/>
                  </a:lnTo>
                  <a:lnTo>
                    <a:pt x="399821" y="67310"/>
                  </a:lnTo>
                  <a:lnTo>
                    <a:pt x="376491" y="88900"/>
                  </a:lnTo>
                  <a:lnTo>
                    <a:pt x="363474" y="91592"/>
                  </a:lnTo>
                  <a:lnTo>
                    <a:pt x="363474" y="101600"/>
                  </a:lnTo>
                  <a:lnTo>
                    <a:pt x="303657" y="160020"/>
                  </a:lnTo>
                  <a:lnTo>
                    <a:pt x="291541" y="161937"/>
                  </a:lnTo>
                  <a:lnTo>
                    <a:pt x="291541" y="171450"/>
                  </a:lnTo>
                  <a:lnTo>
                    <a:pt x="288632" y="173990"/>
                  </a:lnTo>
                  <a:lnTo>
                    <a:pt x="282232" y="172720"/>
                  </a:lnTo>
                  <a:lnTo>
                    <a:pt x="291541" y="171450"/>
                  </a:lnTo>
                  <a:lnTo>
                    <a:pt x="291541" y="161937"/>
                  </a:lnTo>
                  <a:lnTo>
                    <a:pt x="280212" y="163728"/>
                  </a:lnTo>
                  <a:lnTo>
                    <a:pt x="280212" y="182880"/>
                  </a:lnTo>
                  <a:lnTo>
                    <a:pt x="272732" y="189230"/>
                  </a:lnTo>
                  <a:lnTo>
                    <a:pt x="265607" y="184683"/>
                  </a:lnTo>
                  <a:lnTo>
                    <a:pt x="265607" y="196850"/>
                  </a:lnTo>
                  <a:lnTo>
                    <a:pt x="196862" y="262890"/>
                  </a:lnTo>
                  <a:lnTo>
                    <a:pt x="177292" y="263575"/>
                  </a:lnTo>
                  <a:lnTo>
                    <a:pt x="177292" y="281940"/>
                  </a:lnTo>
                  <a:lnTo>
                    <a:pt x="138633" y="320040"/>
                  </a:lnTo>
                  <a:lnTo>
                    <a:pt x="71170" y="278130"/>
                  </a:lnTo>
                  <a:lnTo>
                    <a:pt x="158508" y="274320"/>
                  </a:lnTo>
                  <a:lnTo>
                    <a:pt x="177292" y="281940"/>
                  </a:lnTo>
                  <a:lnTo>
                    <a:pt x="177292" y="263575"/>
                  </a:lnTo>
                  <a:lnTo>
                    <a:pt x="160235" y="264160"/>
                  </a:lnTo>
                  <a:lnTo>
                    <a:pt x="37553" y="214630"/>
                  </a:lnTo>
                  <a:lnTo>
                    <a:pt x="31267" y="212090"/>
                  </a:lnTo>
                  <a:lnTo>
                    <a:pt x="79654" y="204470"/>
                  </a:lnTo>
                  <a:lnTo>
                    <a:pt x="240969" y="179070"/>
                  </a:lnTo>
                  <a:lnTo>
                    <a:pt x="265607" y="196850"/>
                  </a:lnTo>
                  <a:lnTo>
                    <a:pt x="265607" y="184683"/>
                  </a:lnTo>
                  <a:lnTo>
                    <a:pt x="256844" y="179070"/>
                  </a:lnTo>
                  <a:lnTo>
                    <a:pt x="254863" y="177800"/>
                  </a:lnTo>
                  <a:lnTo>
                    <a:pt x="255092" y="177800"/>
                  </a:lnTo>
                  <a:lnTo>
                    <a:pt x="280212" y="182880"/>
                  </a:lnTo>
                  <a:lnTo>
                    <a:pt x="280212" y="163728"/>
                  </a:lnTo>
                  <a:lnTo>
                    <a:pt x="255358" y="167640"/>
                  </a:lnTo>
                  <a:lnTo>
                    <a:pt x="234315" y="162560"/>
                  </a:lnTo>
                  <a:lnTo>
                    <a:pt x="227063" y="157480"/>
                  </a:lnTo>
                  <a:lnTo>
                    <a:pt x="209994" y="145529"/>
                  </a:lnTo>
                  <a:lnTo>
                    <a:pt x="209994" y="157480"/>
                  </a:lnTo>
                  <a:lnTo>
                    <a:pt x="171069" y="149860"/>
                  </a:lnTo>
                  <a:lnTo>
                    <a:pt x="151612" y="146050"/>
                  </a:lnTo>
                  <a:lnTo>
                    <a:pt x="176809" y="140970"/>
                  </a:lnTo>
                  <a:lnTo>
                    <a:pt x="183108" y="139700"/>
                  </a:lnTo>
                  <a:lnTo>
                    <a:pt x="209994" y="157480"/>
                  </a:lnTo>
                  <a:lnTo>
                    <a:pt x="209994" y="145529"/>
                  </a:lnTo>
                  <a:lnTo>
                    <a:pt x="201676" y="139700"/>
                  </a:lnTo>
                  <a:lnTo>
                    <a:pt x="196240" y="135890"/>
                  </a:lnTo>
                  <a:lnTo>
                    <a:pt x="233400" y="128270"/>
                  </a:lnTo>
                  <a:lnTo>
                    <a:pt x="363474" y="101600"/>
                  </a:lnTo>
                  <a:lnTo>
                    <a:pt x="363474" y="91592"/>
                  </a:lnTo>
                  <a:lnTo>
                    <a:pt x="185254" y="128270"/>
                  </a:lnTo>
                  <a:lnTo>
                    <a:pt x="123088" y="85090"/>
                  </a:lnTo>
                  <a:lnTo>
                    <a:pt x="119430" y="82550"/>
                  </a:lnTo>
                  <a:lnTo>
                    <a:pt x="155892" y="74930"/>
                  </a:lnTo>
                  <a:lnTo>
                    <a:pt x="240957" y="57150"/>
                  </a:lnTo>
                  <a:lnTo>
                    <a:pt x="399821" y="67310"/>
                  </a:lnTo>
                  <a:lnTo>
                    <a:pt x="399821" y="56603"/>
                  </a:lnTo>
                  <a:lnTo>
                    <a:pt x="277749" y="49530"/>
                  </a:lnTo>
                  <a:lnTo>
                    <a:pt x="438035" y="16510"/>
                  </a:lnTo>
                  <a:lnTo>
                    <a:pt x="438035" y="10160"/>
                  </a:lnTo>
                  <a:lnTo>
                    <a:pt x="438035" y="0"/>
                  </a:lnTo>
                  <a:close/>
                </a:path>
              </a:pathLst>
            </a:custGeom>
            <a:solidFill>
              <a:srgbClr val="C0DAC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4" name="object 414" descr=""/>
          <p:cNvGrpSpPr/>
          <p:nvPr/>
        </p:nvGrpSpPr>
        <p:grpSpPr>
          <a:xfrm>
            <a:off x="7818596" y="7930644"/>
            <a:ext cx="761365" cy="1995170"/>
            <a:chOff x="7818596" y="7930644"/>
            <a:chExt cx="761365" cy="1995170"/>
          </a:xfrm>
        </p:grpSpPr>
        <p:sp>
          <p:nvSpPr>
            <p:cNvPr id="415" name="object 415" descr=""/>
            <p:cNvSpPr/>
            <p:nvPr/>
          </p:nvSpPr>
          <p:spPr>
            <a:xfrm>
              <a:off x="7818590" y="8389004"/>
              <a:ext cx="761365" cy="1536700"/>
            </a:xfrm>
            <a:custGeom>
              <a:avLst/>
              <a:gdLst/>
              <a:ahLst/>
              <a:cxnLst/>
              <a:rect l="l" t="t" r="r" b="b"/>
              <a:pathLst>
                <a:path w="761365" h="1536700">
                  <a:moveTo>
                    <a:pt x="380428" y="0"/>
                  </a:moveTo>
                  <a:lnTo>
                    <a:pt x="326631" y="0"/>
                  </a:lnTo>
                  <a:lnTo>
                    <a:pt x="319836" y="5524"/>
                  </a:lnTo>
                  <a:lnTo>
                    <a:pt x="0" y="1530705"/>
                  </a:lnTo>
                  <a:lnTo>
                    <a:pt x="469" y="1532648"/>
                  </a:lnTo>
                  <a:lnTo>
                    <a:pt x="2882" y="1535607"/>
                  </a:lnTo>
                  <a:lnTo>
                    <a:pt x="4686" y="1536471"/>
                  </a:lnTo>
                  <a:lnTo>
                    <a:pt x="18389" y="1536471"/>
                  </a:lnTo>
                  <a:lnTo>
                    <a:pt x="20942" y="1534452"/>
                  </a:lnTo>
                  <a:lnTo>
                    <a:pt x="380428" y="0"/>
                  </a:lnTo>
                  <a:close/>
                </a:path>
                <a:path w="761365" h="1536700">
                  <a:moveTo>
                    <a:pt x="760844" y="1530705"/>
                  </a:moveTo>
                  <a:lnTo>
                    <a:pt x="441007" y="5524"/>
                  </a:lnTo>
                  <a:lnTo>
                    <a:pt x="434213" y="0"/>
                  </a:lnTo>
                  <a:lnTo>
                    <a:pt x="380428" y="0"/>
                  </a:lnTo>
                  <a:lnTo>
                    <a:pt x="739241" y="1531581"/>
                  </a:lnTo>
                  <a:lnTo>
                    <a:pt x="739914" y="1534452"/>
                  </a:lnTo>
                  <a:lnTo>
                    <a:pt x="742467" y="1536471"/>
                  </a:lnTo>
                  <a:lnTo>
                    <a:pt x="756158" y="1536471"/>
                  </a:lnTo>
                  <a:lnTo>
                    <a:pt x="757974" y="1535607"/>
                  </a:lnTo>
                  <a:lnTo>
                    <a:pt x="760374" y="1532648"/>
                  </a:lnTo>
                  <a:lnTo>
                    <a:pt x="760844" y="1530705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8154848" y="8341340"/>
              <a:ext cx="88900" cy="276860"/>
            </a:xfrm>
            <a:custGeom>
              <a:avLst/>
              <a:gdLst/>
              <a:ahLst/>
              <a:cxnLst/>
              <a:rect l="l" t="t" r="r" b="b"/>
              <a:pathLst>
                <a:path w="88900" h="276859">
                  <a:moveTo>
                    <a:pt x="88328" y="0"/>
                  </a:moveTo>
                  <a:lnTo>
                    <a:pt x="0" y="0"/>
                  </a:lnTo>
                  <a:lnTo>
                    <a:pt x="0" y="270510"/>
                  </a:lnTo>
                  <a:lnTo>
                    <a:pt x="3479" y="270510"/>
                  </a:lnTo>
                  <a:lnTo>
                    <a:pt x="3479" y="276860"/>
                  </a:lnTo>
                  <a:lnTo>
                    <a:pt x="84848" y="276860"/>
                  </a:lnTo>
                  <a:lnTo>
                    <a:pt x="84848" y="270510"/>
                  </a:lnTo>
                  <a:lnTo>
                    <a:pt x="88328" y="270510"/>
                  </a:lnTo>
                  <a:lnTo>
                    <a:pt x="88328" y="0"/>
                  </a:lnTo>
                  <a:close/>
                </a:path>
              </a:pathLst>
            </a:custGeom>
            <a:solidFill>
              <a:srgbClr val="A2C9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7833506" y="7930644"/>
              <a:ext cx="731520" cy="410845"/>
            </a:xfrm>
            <a:custGeom>
              <a:avLst/>
              <a:gdLst/>
              <a:ahLst/>
              <a:cxnLst/>
              <a:rect l="l" t="t" r="r" b="b"/>
              <a:pathLst>
                <a:path w="731520" h="410845">
                  <a:moveTo>
                    <a:pt x="706093" y="0"/>
                  </a:moveTo>
                  <a:lnTo>
                    <a:pt x="24931" y="0"/>
                  </a:lnTo>
                  <a:lnTo>
                    <a:pt x="15226" y="1959"/>
                  </a:lnTo>
                  <a:lnTo>
                    <a:pt x="7302" y="7302"/>
                  </a:lnTo>
                  <a:lnTo>
                    <a:pt x="1959" y="15226"/>
                  </a:lnTo>
                  <a:lnTo>
                    <a:pt x="0" y="24931"/>
                  </a:lnTo>
                  <a:lnTo>
                    <a:pt x="0" y="385757"/>
                  </a:lnTo>
                  <a:lnTo>
                    <a:pt x="1959" y="395468"/>
                  </a:lnTo>
                  <a:lnTo>
                    <a:pt x="7302" y="403396"/>
                  </a:lnTo>
                  <a:lnTo>
                    <a:pt x="15226" y="408740"/>
                  </a:lnTo>
                  <a:lnTo>
                    <a:pt x="24931" y="410699"/>
                  </a:lnTo>
                  <a:lnTo>
                    <a:pt x="706093" y="410699"/>
                  </a:lnTo>
                  <a:lnTo>
                    <a:pt x="715802" y="408740"/>
                  </a:lnTo>
                  <a:lnTo>
                    <a:pt x="723726" y="403396"/>
                  </a:lnTo>
                  <a:lnTo>
                    <a:pt x="729067" y="395468"/>
                  </a:lnTo>
                  <a:lnTo>
                    <a:pt x="731024" y="385757"/>
                  </a:lnTo>
                  <a:lnTo>
                    <a:pt x="731024" y="24931"/>
                  </a:lnTo>
                  <a:lnTo>
                    <a:pt x="729067" y="15226"/>
                  </a:lnTo>
                  <a:lnTo>
                    <a:pt x="723726" y="7302"/>
                  </a:lnTo>
                  <a:lnTo>
                    <a:pt x="715802" y="1959"/>
                  </a:lnTo>
                  <a:lnTo>
                    <a:pt x="706093" y="0"/>
                  </a:lnTo>
                  <a:close/>
                </a:path>
              </a:pathLst>
            </a:custGeom>
            <a:solidFill>
              <a:srgbClr val="DCEA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8170069" y="8389001"/>
              <a:ext cx="58419" cy="1536700"/>
            </a:xfrm>
            <a:custGeom>
              <a:avLst/>
              <a:gdLst/>
              <a:ahLst/>
              <a:cxnLst/>
              <a:rect l="l" t="t" r="r" b="b"/>
              <a:pathLst>
                <a:path w="58420" h="1536700">
                  <a:moveTo>
                    <a:pt x="53244" y="0"/>
                  </a:moveTo>
                  <a:lnTo>
                    <a:pt x="6355" y="0"/>
                  </a:lnTo>
                  <a:lnTo>
                    <a:pt x="4659" y="0"/>
                  </a:lnTo>
                  <a:lnTo>
                    <a:pt x="3036" y="680"/>
                  </a:lnTo>
                  <a:lnTo>
                    <a:pt x="659" y="3088"/>
                  </a:lnTo>
                  <a:lnTo>
                    <a:pt x="0" y="4722"/>
                  </a:lnTo>
                  <a:lnTo>
                    <a:pt x="18334" y="1533681"/>
                  </a:lnTo>
                  <a:lnTo>
                    <a:pt x="21161" y="1536466"/>
                  </a:lnTo>
                  <a:lnTo>
                    <a:pt x="36742" y="1536466"/>
                  </a:lnTo>
                  <a:lnTo>
                    <a:pt x="39569" y="1533681"/>
                  </a:lnTo>
                  <a:lnTo>
                    <a:pt x="57903" y="4722"/>
                  </a:lnTo>
                  <a:lnTo>
                    <a:pt x="57244" y="3088"/>
                  </a:lnTo>
                  <a:lnTo>
                    <a:pt x="54867" y="680"/>
                  </a:lnTo>
                  <a:lnTo>
                    <a:pt x="5324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7833499" y="7966549"/>
              <a:ext cx="731520" cy="332740"/>
            </a:xfrm>
            <a:custGeom>
              <a:avLst/>
              <a:gdLst/>
              <a:ahLst/>
              <a:cxnLst/>
              <a:rect l="l" t="t" r="r" b="b"/>
              <a:pathLst>
                <a:path w="731520" h="332740">
                  <a:moveTo>
                    <a:pt x="731035" y="0"/>
                  </a:moveTo>
                  <a:lnTo>
                    <a:pt x="381894" y="30124"/>
                  </a:lnTo>
                  <a:lnTo>
                    <a:pt x="0" y="10397"/>
                  </a:lnTo>
                  <a:lnTo>
                    <a:pt x="0" y="22344"/>
                  </a:lnTo>
                  <a:lnTo>
                    <a:pt x="295320" y="37600"/>
                  </a:lnTo>
                  <a:lnTo>
                    <a:pt x="0" y="63087"/>
                  </a:lnTo>
                  <a:lnTo>
                    <a:pt x="0" y="75065"/>
                  </a:lnTo>
                  <a:lnTo>
                    <a:pt x="382103" y="42082"/>
                  </a:lnTo>
                  <a:lnTo>
                    <a:pt x="727925" y="59956"/>
                  </a:lnTo>
                  <a:lnTo>
                    <a:pt x="306587" y="103839"/>
                  </a:lnTo>
                  <a:lnTo>
                    <a:pt x="0" y="77830"/>
                  </a:lnTo>
                  <a:lnTo>
                    <a:pt x="0" y="89798"/>
                  </a:lnTo>
                  <a:lnTo>
                    <a:pt x="243238" y="110446"/>
                  </a:lnTo>
                  <a:lnTo>
                    <a:pt x="0" y="135786"/>
                  </a:lnTo>
                  <a:lnTo>
                    <a:pt x="0" y="147775"/>
                  </a:lnTo>
                  <a:lnTo>
                    <a:pt x="306702" y="115828"/>
                  </a:lnTo>
                  <a:lnTo>
                    <a:pt x="516172" y="133608"/>
                  </a:lnTo>
                  <a:lnTo>
                    <a:pt x="168497" y="180895"/>
                  </a:lnTo>
                  <a:lnTo>
                    <a:pt x="0" y="156958"/>
                  </a:lnTo>
                  <a:lnTo>
                    <a:pt x="0" y="169010"/>
                  </a:lnTo>
                  <a:lnTo>
                    <a:pt x="125168" y="186790"/>
                  </a:lnTo>
                  <a:lnTo>
                    <a:pt x="0" y="203805"/>
                  </a:lnTo>
                  <a:lnTo>
                    <a:pt x="0" y="215857"/>
                  </a:lnTo>
                  <a:lnTo>
                    <a:pt x="168466" y="192936"/>
                  </a:lnTo>
                  <a:lnTo>
                    <a:pt x="378574" y="222789"/>
                  </a:lnTo>
                  <a:lnTo>
                    <a:pt x="0" y="244557"/>
                  </a:lnTo>
                  <a:lnTo>
                    <a:pt x="0" y="256505"/>
                  </a:lnTo>
                  <a:lnTo>
                    <a:pt x="335455" y="237217"/>
                  </a:lnTo>
                  <a:lnTo>
                    <a:pt x="136948" y="277740"/>
                  </a:lnTo>
                  <a:lnTo>
                    <a:pt x="0" y="267949"/>
                  </a:lnTo>
                  <a:lnTo>
                    <a:pt x="0" y="279918"/>
                  </a:lnTo>
                  <a:lnTo>
                    <a:pt x="93536" y="286598"/>
                  </a:lnTo>
                  <a:lnTo>
                    <a:pt x="0" y="305697"/>
                  </a:lnTo>
                  <a:lnTo>
                    <a:pt x="0" y="317875"/>
                  </a:lnTo>
                  <a:lnTo>
                    <a:pt x="137734" y="289760"/>
                  </a:lnTo>
                  <a:lnTo>
                    <a:pt x="299687" y="301320"/>
                  </a:lnTo>
                  <a:lnTo>
                    <a:pt x="0" y="320765"/>
                  </a:lnTo>
                  <a:lnTo>
                    <a:pt x="0" y="332722"/>
                  </a:lnTo>
                  <a:lnTo>
                    <a:pt x="387433" y="307592"/>
                  </a:lnTo>
                  <a:lnTo>
                    <a:pt x="731035" y="332136"/>
                  </a:lnTo>
                  <a:lnTo>
                    <a:pt x="731035" y="320178"/>
                  </a:lnTo>
                  <a:lnTo>
                    <a:pt x="475210" y="301896"/>
                  </a:lnTo>
                  <a:lnTo>
                    <a:pt x="731035" y="285310"/>
                  </a:lnTo>
                  <a:lnTo>
                    <a:pt x="731035" y="273363"/>
                  </a:lnTo>
                  <a:lnTo>
                    <a:pt x="387464" y="295634"/>
                  </a:lnTo>
                  <a:lnTo>
                    <a:pt x="181135" y="280891"/>
                  </a:lnTo>
                  <a:lnTo>
                    <a:pt x="418500" y="232443"/>
                  </a:lnTo>
                  <a:lnTo>
                    <a:pt x="438457" y="231291"/>
                  </a:lnTo>
                  <a:lnTo>
                    <a:pt x="731035" y="272860"/>
                  </a:lnTo>
                  <a:lnTo>
                    <a:pt x="731035" y="260808"/>
                  </a:lnTo>
                  <a:lnTo>
                    <a:pt x="498853" y="227825"/>
                  </a:lnTo>
                  <a:lnTo>
                    <a:pt x="731035" y="214475"/>
                  </a:lnTo>
                  <a:lnTo>
                    <a:pt x="731035" y="202517"/>
                  </a:lnTo>
                  <a:lnTo>
                    <a:pt x="499995" y="215804"/>
                  </a:lnTo>
                  <a:lnTo>
                    <a:pt x="731035" y="168633"/>
                  </a:lnTo>
                  <a:lnTo>
                    <a:pt x="731035" y="156466"/>
                  </a:lnTo>
                  <a:lnTo>
                    <a:pt x="429641" y="217982"/>
                  </a:lnTo>
                  <a:lnTo>
                    <a:pt x="211805" y="187041"/>
                  </a:lnTo>
                  <a:lnTo>
                    <a:pt x="570705" y="138226"/>
                  </a:lnTo>
                  <a:lnTo>
                    <a:pt x="731035" y="151838"/>
                  </a:lnTo>
                  <a:lnTo>
                    <a:pt x="731035" y="139859"/>
                  </a:lnTo>
                  <a:lnTo>
                    <a:pt x="624912" y="130854"/>
                  </a:lnTo>
                  <a:lnTo>
                    <a:pt x="731035" y="116415"/>
                  </a:lnTo>
                  <a:lnTo>
                    <a:pt x="731035" y="104384"/>
                  </a:lnTo>
                  <a:lnTo>
                    <a:pt x="570391" y="126226"/>
                  </a:lnTo>
                  <a:lnTo>
                    <a:pt x="370051" y="109232"/>
                  </a:lnTo>
                  <a:lnTo>
                    <a:pt x="731035" y="71631"/>
                  </a:lnTo>
                  <a:lnTo>
                    <a:pt x="731035" y="48166"/>
                  </a:lnTo>
                  <a:lnTo>
                    <a:pt x="468697" y="34606"/>
                  </a:lnTo>
                  <a:lnTo>
                    <a:pt x="731035" y="11978"/>
                  </a:lnTo>
                  <a:lnTo>
                    <a:pt x="731035" y="0"/>
                  </a:lnTo>
                  <a:close/>
                </a:path>
              </a:pathLst>
            </a:custGeom>
            <a:solidFill>
              <a:srgbClr val="C0DA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7833499" y="7930648"/>
              <a:ext cx="731520" cy="411480"/>
            </a:xfrm>
            <a:custGeom>
              <a:avLst/>
              <a:gdLst/>
              <a:ahLst/>
              <a:cxnLst/>
              <a:rect l="l" t="t" r="r" b="b"/>
              <a:pathLst>
                <a:path w="731520" h="411479">
                  <a:moveTo>
                    <a:pt x="731037" y="388327"/>
                  </a:moveTo>
                  <a:lnTo>
                    <a:pt x="0" y="388327"/>
                  </a:lnTo>
                  <a:lnTo>
                    <a:pt x="0" y="404837"/>
                  </a:lnTo>
                  <a:lnTo>
                    <a:pt x="3352" y="404837"/>
                  </a:lnTo>
                  <a:lnTo>
                    <a:pt x="3352" y="411187"/>
                  </a:lnTo>
                  <a:lnTo>
                    <a:pt x="727684" y="411187"/>
                  </a:lnTo>
                  <a:lnTo>
                    <a:pt x="727684" y="404837"/>
                  </a:lnTo>
                  <a:lnTo>
                    <a:pt x="731037" y="404837"/>
                  </a:lnTo>
                  <a:lnTo>
                    <a:pt x="731037" y="388327"/>
                  </a:lnTo>
                  <a:close/>
                </a:path>
                <a:path w="731520" h="411479">
                  <a:moveTo>
                    <a:pt x="731037" y="6045"/>
                  </a:moveTo>
                  <a:lnTo>
                    <a:pt x="725004" y="0"/>
                  </a:lnTo>
                  <a:lnTo>
                    <a:pt x="717562" y="0"/>
                  </a:lnTo>
                  <a:lnTo>
                    <a:pt x="6045" y="0"/>
                  </a:lnTo>
                  <a:lnTo>
                    <a:pt x="0" y="6045"/>
                  </a:lnTo>
                  <a:lnTo>
                    <a:pt x="0" y="22364"/>
                  </a:lnTo>
                  <a:lnTo>
                    <a:pt x="731037" y="22364"/>
                  </a:lnTo>
                  <a:lnTo>
                    <a:pt x="731037" y="6045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1" name="object 421" descr=""/>
          <p:cNvGrpSpPr/>
          <p:nvPr/>
        </p:nvGrpSpPr>
        <p:grpSpPr>
          <a:xfrm>
            <a:off x="14420758" y="3811600"/>
            <a:ext cx="1930400" cy="589280"/>
            <a:chOff x="14420758" y="3811600"/>
            <a:chExt cx="1930400" cy="589280"/>
          </a:xfrm>
        </p:grpSpPr>
        <p:sp>
          <p:nvSpPr>
            <p:cNvPr id="422" name="object 422" descr=""/>
            <p:cNvSpPr/>
            <p:nvPr/>
          </p:nvSpPr>
          <p:spPr>
            <a:xfrm>
              <a:off x="14786712" y="3872575"/>
              <a:ext cx="1198245" cy="109855"/>
            </a:xfrm>
            <a:custGeom>
              <a:avLst/>
              <a:gdLst/>
              <a:ahLst/>
              <a:cxnLst/>
              <a:rect l="l" t="t" r="r" b="b"/>
              <a:pathLst>
                <a:path w="1198244" h="109854">
                  <a:moveTo>
                    <a:pt x="1165870" y="0"/>
                  </a:moveTo>
                  <a:lnTo>
                    <a:pt x="32250" y="0"/>
                  </a:lnTo>
                  <a:lnTo>
                    <a:pt x="0" y="109441"/>
                  </a:lnTo>
                  <a:lnTo>
                    <a:pt x="1198110" y="109441"/>
                  </a:lnTo>
                  <a:lnTo>
                    <a:pt x="1165870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4420748" y="3811606"/>
              <a:ext cx="1930400" cy="589280"/>
            </a:xfrm>
            <a:custGeom>
              <a:avLst/>
              <a:gdLst/>
              <a:ahLst/>
              <a:cxnLst/>
              <a:rect l="l" t="t" r="r" b="b"/>
              <a:pathLst>
                <a:path w="1930400" h="589279">
                  <a:moveTo>
                    <a:pt x="1930019" y="30492"/>
                  </a:moveTo>
                  <a:lnTo>
                    <a:pt x="1927758" y="18618"/>
                  </a:lnTo>
                  <a:lnTo>
                    <a:pt x="1921611" y="8928"/>
                  </a:lnTo>
                  <a:lnTo>
                    <a:pt x="1912467" y="2400"/>
                  </a:lnTo>
                  <a:lnTo>
                    <a:pt x="1901291" y="0"/>
                  </a:lnTo>
                  <a:lnTo>
                    <a:pt x="28752" y="0"/>
                  </a:lnTo>
                  <a:lnTo>
                    <a:pt x="17564" y="2400"/>
                  </a:lnTo>
                  <a:lnTo>
                    <a:pt x="8420" y="8928"/>
                  </a:lnTo>
                  <a:lnTo>
                    <a:pt x="2260" y="18618"/>
                  </a:lnTo>
                  <a:lnTo>
                    <a:pt x="0" y="30492"/>
                  </a:lnTo>
                  <a:lnTo>
                    <a:pt x="2260" y="42354"/>
                  </a:lnTo>
                  <a:lnTo>
                    <a:pt x="8420" y="52044"/>
                  </a:lnTo>
                  <a:lnTo>
                    <a:pt x="17564" y="58572"/>
                  </a:lnTo>
                  <a:lnTo>
                    <a:pt x="28752" y="60972"/>
                  </a:lnTo>
                  <a:lnTo>
                    <a:pt x="285292" y="60972"/>
                  </a:lnTo>
                  <a:lnTo>
                    <a:pt x="201523" y="579513"/>
                  </a:lnTo>
                  <a:lnTo>
                    <a:pt x="202336" y="582714"/>
                  </a:lnTo>
                  <a:lnTo>
                    <a:pt x="206159" y="587540"/>
                  </a:lnTo>
                  <a:lnTo>
                    <a:pt x="208991" y="588924"/>
                  </a:lnTo>
                  <a:lnTo>
                    <a:pt x="237426" y="588924"/>
                  </a:lnTo>
                  <a:lnTo>
                    <a:pt x="244208" y="583653"/>
                  </a:lnTo>
                  <a:lnTo>
                    <a:pt x="398208" y="60972"/>
                  </a:lnTo>
                  <a:lnTo>
                    <a:pt x="1531823" y="60972"/>
                  </a:lnTo>
                  <a:lnTo>
                    <a:pt x="1683537" y="575894"/>
                  </a:lnTo>
                  <a:lnTo>
                    <a:pt x="1685823" y="583641"/>
                  </a:lnTo>
                  <a:lnTo>
                    <a:pt x="1692592" y="588937"/>
                  </a:lnTo>
                  <a:lnTo>
                    <a:pt x="1721040" y="588937"/>
                  </a:lnTo>
                  <a:lnTo>
                    <a:pt x="1723859" y="587540"/>
                  </a:lnTo>
                  <a:lnTo>
                    <a:pt x="1727695" y="582701"/>
                  </a:lnTo>
                  <a:lnTo>
                    <a:pt x="1728508" y="579513"/>
                  </a:lnTo>
                  <a:lnTo>
                    <a:pt x="1644738" y="60972"/>
                  </a:lnTo>
                  <a:lnTo>
                    <a:pt x="1901291" y="60972"/>
                  </a:lnTo>
                  <a:lnTo>
                    <a:pt x="1912467" y="58572"/>
                  </a:lnTo>
                  <a:lnTo>
                    <a:pt x="1921611" y="52044"/>
                  </a:lnTo>
                  <a:lnTo>
                    <a:pt x="1927758" y="42354"/>
                  </a:lnTo>
                  <a:lnTo>
                    <a:pt x="1930019" y="30492"/>
                  </a:lnTo>
                  <a:close/>
                </a:path>
              </a:pathLst>
            </a:custGeom>
            <a:solidFill>
              <a:srgbClr val="C6CC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4694226" y="3872575"/>
              <a:ext cx="1383665" cy="73660"/>
            </a:xfrm>
            <a:custGeom>
              <a:avLst/>
              <a:gdLst/>
              <a:ahLst/>
              <a:cxnLst/>
              <a:rect l="l" t="t" r="r" b="b"/>
              <a:pathLst>
                <a:path w="1383665" h="73660">
                  <a:moveTo>
                    <a:pt x="1371256" y="0"/>
                  </a:moveTo>
                  <a:lnTo>
                    <a:pt x="124739" y="0"/>
                  </a:lnTo>
                  <a:lnTo>
                    <a:pt x="11821" y="0"/>
                  </a:lnTo>
                  <a:lnTo>
                    <a:pt x="0" y="73212"/>
                  </a:lnTo>
                  <a:lnTo>
                    <a:pt x="1383088" y="73212"/>
                  </a:lnTo>
                  <a:lnTo>
                    <a:pt x="1371256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5" name="object 425" descr=""/>
          <p:cNvGrpSpPr/>
          <p:nvPr/>
        </p:nvGrpSpPr>
        <p:grpSpPr>
          <a:xfrm>
            <a:off x="9348927" y="3292925"/>
            <a:ext cx="614680" cy="650240"/>
            <a:chOff x="9348927" y="3292925"/>
            <a:chExt cx="614680" cy="650240"/>
          </a:xfrm>
        </p:grpSpPr>
        <p:sp>
          <p:nvSpPr>
            <p:cNvPr id="426" name="object 426" descr=""/>
            <p:cNvSpPr/>
            <p:nvPr/>
          </p:nvSpPr>
          <p:spPr>
            <a:xfrm>
              <a:off x="9348928" y="3292925"/>
              <a:ext cx="614680" cy="650240"/>
            </a:xfrm>
            <a:custGeom>
              <a:avLst/>
              <a:gdLst/>
              <a:ahLst/>
              <a:cxnLst/>
              <a:rect l="l" t="t" r="r" b="b"/>
              <a:pathLst>
                <a:path w="614679" h="650239">
                  <a:moveTo>
                    <a:pt x="307194" y="0"/>
                  </a:moveTo>
                  <a:lnTo>
                    <a:pt x="261799" y="3330"/>
                  </a:lnTo>
                  <a:lnTo>
                    <a:pt x="218472" y="13006"/>
                  </a:lnTo>
                  <a:lnTo>
                    <a:pt x="177688" y="28551"/>
                  </a:lnTo>
                  <a:lnTo>
                    <a:pt x="139923" y="49490"/>
                  </a:lnTo>
                  <a:lnTo>
                    <a:pt x="105652" y="75349"/>
                  </a:lnTo>
                  <a:lnTo>
                    <a:pt x="75349" y="105652"/>
                  </a:lnTo>
                  <a:lnTo>
                    <a:pt x="49490" y="139923"/>
                  </a:lnTo>
                  <a:lnTo>
                    <a:pt x="28551" y="177688"/>
                  </a:lnTo>
                  <a:lnTo>
                    <a:pt x="13006" y="218472"/>
                  </a:lnTo>
                  <a:lnTo>
                    <a:pt x="3330" y="261799"/>
                  </a:lnTo>
                  <a:lnTo>
                    <a:pt x="0" y="307194"/>
                  </a:lnTo>
                  <a:lnTo>
                    <a:pt x="0" y="342806"/>
                  </a:lnTo>
                  <a:lnTo>
                    <a:pt x="3330" y="388201"/>
                  </a:lnTo>
                  <a:lnTo>
                    <a:pt x="13006" y="431528"/>
                  </a:lnTo>
                  <a:lnTo>
                    <a:pt x="28551" y="472312"/>
                  </a:lnTo>
                  <a:lnTo>
                    <a:pt x="49490" y="510077"/>
                  </a:lnTo>
                  <a:lnTo>
                    <a:pt x="75349" y="544348"/>
                  </a:lnTo>
                  <a:lnTo>
                    <a:pt x="105652" y="574651"/>
                  </a:lnTo>
                  <a:lnTo>
                    <a:pt x="139923" y="600510"/>
                  </a:lnTo>
                  <a:lnTo>
                    <a:pt x="177688" y="621449"/>
                  </a:lnTo>
                  <a:lnTo>
                    <a:pt x="218472" y="636994"/>
                  </a:lnTo>
                  <a:lnTo>
                    <a:pt x="261799" y="646670"/>
                  </a:lnTo>
                  <a:lnTo>
                    <a:pt x="307194" y="650001"/>
                  </a:lnTo>
                  <a:lnTo>
                    <a:pt x="352590" y="646670"/>
                  </a:lnTo>
                  <a:lnTo>
                    <a:pt x="395917" y="636994"/>
                  </a:lnTo>
                  <a:lnTo>
                    <a:pt x="436700" y="621449"/>
                  </a:lnTo>
                  <a:lnTo>
                    <a:pt x="474465" y="600510"/>
                  </a:lnTo>
                  <a:lnTo>
                    <a:pt x="508737" y="574651"/>
                  </a:lnTo>
                  <a:lnTo>
                    <a:pt x="539040" y="544348"/>
                  </a:lnTo>
                  <a:lnTo>
                    <a:pt x="564898" y="510077"/>
                  </a:lnTo>
                  <a:lnTo>
                    <a:pt x="585838" y="472312"/>
                  </a:lnTo>
                  <a:lnTo>
                    <a:pt x="601383" y="431528"/>
                  </a:lnTo>
                  <a:lnTo>
                    <a:pt x="611058" y="388201"/>
                  </a:lnTo>
                  <a:lnTo>
                    <a:pt x="614389" y="342806"/>
                  </a:lnTo>
                  <a:lnTo>
                    <a:pt x="614389" y="307194"/>
                  </a:lnTo>
                  <a:lnTo>
                    <a:pt x="611058" y="261799"/>
                  </a:lnTo>
                  <a:lnTo>
                    <a:pt x="601383" y="218472"/>
                  </a:lnTo>
                  <a:lnTo>
                    <a:pt x="585838" y="177688"/>
                  </a:lnTo>
                  <a:lnTo>
                    <a:pt x="564898" y="139923"/>
                  </a:lnTo>
                  <a:lnTo>
                    <a:pt x="539040" y="105652"/>
                  </a:lnTo>
                  <a:lnTo>
                    <a:pt x="508737" y="75349"/>
                  </a:lnTo>
                  <a:lnTo>
                    <a:pt x="474465" y="49490"/>
                  </a:lnTo>
                  <a:lnTo>
                    <a:pt x="436700" y="28551"/>
                  </a:lnTo>
                  <a:lnTo>
                    <a:pt x="395917" y="13006"/>
                  </a:lnTo>
                  <a:lnTo>
                    <a:pt x="352590" y="3330"/>
                  </a:lnTo>
                  <a:lnTo>
                    <a:pt x="307194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9348927" y="3292925"/>
              <a:ext cx="614680" cy="614680"/>
            </a:xfrm>
            <a:custGeom>
              <a:avLst/>
              <a:gdLst/>
              <a:ahLst/>
              <a:cxnLst/>
              <a:rect l="l" t="t" r="r" b="b"/>
              <a:pathLst>
                <a:path w="614679" h="614679">
                  <a:moveTo>
                    <a:pt x="307163" y="0"/>
                  </a:moveTo>
                  <a:lnTo>
                    <a:pt x="261773" y="3330"/>
                  </a:lnTo>
                  <a:lnTo>
                    <a:pt x="218451" y="13005"/>
                  </a:lnTo>
                  <a:lnTo>
                    <a:pt x="177672" y="28549"/>
                  </a:lnTo>
                  <a:lnTo>
                    <a:pt x="139910" y="49486"/>
                  </a:lnTo>
                  <a:lnTo>
                    <a:pt x="105642" y="75342"/>
                  </a:lnTo>
                  <a:lnTo>
                    <a:pt x="75342" y="105642"/>
                  </a:lnTo>
                  <a:lnTo>
                    <a:pt x="49486" y="139910"/>
                  </a:lnTo>
                  <a:lnTo>
                    <a:pt x="28549" y="177672"/>
                  </a:lnTo>
                  <a:lnTo>
                    <a:pt x="13005" y="218451"/>
                  </a:lnTo>
                  <a:lnTo>
                    <a:pt x="3330" y="261773"/>
                  </a:lnTo>
                  <a:lnTo>
                    <a:pt x="0" y="307163"/>
                  </a:lnTo>
                  <a:lnTo>
                    <a:pt x="3330" y="352553"/>
                  </a:lnTo>
                  <a:lnTo>
                    <a:pt x="13005" y="395876"/>
                  </a:lnTo>
                  <a:lnTo>
                    <a:pt x="28549" y="436656"/>
                  </a:lnTo>
                  <a:lnTo>
                    <a:pt x="49486" y="474419"/>
                  </a:lnTo>
                  <a:lnTo>
                    <a:pt x="75342" y="508688"/>
                  </a:lnTo>
                  <a:lnTo>
                    <a:pt x="105642" y="538989"/>
                  </a:lnTo>
                  <a:lnTo>
                    <a:pt x="139910" y="564847"/>
                  </a:lnTo>
                  <a:lnTo>
                    <a:pt x="177672" y="585786"/>
                  </a:lnTo>
                  <a:lnTo>
                    <a:pt x="218451" y="601331"/>
                  </a:lnTo>
                  <a:lnTo>
                    <a:pt x="261773" y="611006"/>
                  </a:lnTo>
                  <a:lnTo>
                    <a:pt x="307163" y="614337"/>
                  </a:lnTo>
                  <a:lnTo>
                    <a:pt x="352555" y="611006"/>
                  </a:lnTo>
                  <a:lnTo>
                    <a:pt x="395879" y="601331"/>
                  </a:lnTo>
                  <a:lnTo>
                    <a:pt x="436660" y="585786"/>
                  </a:lnTo>
                  <a:lnTo>
                    <a:pt x="474423" y="564847"/>
                  </a:lnTo>
                  <a:lnTo>
                    <a:pt x="508692" y="538989"/>
                  </a:lnTo>
                  <a:lnTo>
                    <a:pt x="538993" y="508688"/>
                  </a:lnTo>
                  <a:lnTo>
                    <a:pt x="564850" y="474419"/>
                  </a:lnTo>
                  <a:lnTo>
                    <a:pt x="585788" y="436656"/>
                  </a:lnTo>
                  <a:lnTo>
                    <a:pt x="601332" y="395876"/>
                  </a:lnTo>
                  <a:lnTo>
                    <a:pt x="611006" y="352553"/>
                  </a:lnTo>
                  <a:lnTo>
                    <a:pt x="614337" y="307163"/>
                  </a:lnTo>
                  <a:lnTo>
                    <a:pt x="611006" y="261773"/>
                  </a:lnTo>
                  <a:lnTo>
                    <a:pt x="601332" y="218451"/>
                  </a:lnTo>
                  <a:lnTo>
                    <a:pt x="585788" y="177672"/>
                  </a:lnTo>
                  <a:lnTo>
                    <a:pt x="564850" y="139910"/>
                  </a:lnTo>
                  <a:lnTo>
                    <a:pt x="538993" y="105642"/>
                  </a:lnTo>
                  <a:lnTo>
                    <a:pt x="508692" y="75342"/>
                  </a:lnTo>
                  <a:lnTo>
                    <a:pt x="474423" y="49486"/>
                  </a:lnTo>
                  <a:lnTo>
                    <a:pt x="436660" y="28549"/>
                  </a:lnTo>
                  <a:lnTo>
                    <a:pt x="395879" y="13005"/>
                  </a:lnTo>
                  <a:lnTo>
                    <a:pt x="352555" y="3330"/>
                  </a:lnTo>
                  <a:lnTo>
                    <a:pt x="307163" y="0"/>
                  </a:lnTo>
                  <a:close/>
                </a:path>
              </a:pathLst>
            </a:custGeom>
            <a:solidFill>
              <a:srgbClr val="C6CC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9365689" y="3309679"/>
              <a:ext cx="581025" cy="581025"/>
            </a:xfrm>
            <a:custGeom>
              <a:avLst/>
              <a:gdLst/>
              <a:ahLst/>
              <a:cxnLst/>
              <a:rect l="l" t="t" r="r" b="b"/>
              <a:pathLst>
                <a:path w="581025" h="581025">
                  <a:moveTo>
                    <a:pt x="290410" y="0"/>
                  </a:moveTo>
                  <a:lnTo>
                    <a:pt x="243303" y="3800"/>
                  </a:lnTo>
                  <a:lnTo>
                    <a:pt x="198616" y="14804"/>
                  </a:lnTo>
                  <a:lnTo>
                    <a:pt x="156948" y="32414"/>
                  </a:lnTo>
                  <a:lnTo>
                    <a:pt x="118895" y="56031"/>
                  </a:lnTo>
                  <a:lnTo>
                    <a:pt x="85057" y="85057"/>
                  </a:lnTo>
                  <a:lnTo>
                    <a:pt x="56031" y="118895"/>
                  </a:lnTo>
                  <a:lnTo>
                    <a:pt x="32414" y="156948"/>
                  </a:lnTo>
                  <a:lnTo>
                    <a:pt x="14804" y="198616"/>
                  </a:lnTo>
                  <a:lnTo>
                    <a:pt x="3800" y="243303"/>
                  </a:lnTo>
                  <a:lnTo>
                    <a:pt x="0" y="290410"/>
                  </a:lnTo>
                  <a:lnTo>
                    <a:pt x="3800" y="337516"/>
                  </a:lnTo>
                  <a:lnTo>
                    <a:pt x="14804" y="382203"/>
                  </a:lnTo>
                  <a:lnTo>
                    <a:pt x="32414" y="423871"/>
                  </a:lnTo>
                  <a:lnTo>
                    <a:pt x="56031" y="461924"/>
                  </a:lnTo>
                  <a:lnTo>
                    <a:pt x="85057" y="495762"/>
                  </a:lnTo>
                  <a:lnTo>
                    <a:pt x="118895" y="524788"/>
                  </a:lnTo>
                  <a:lnTo>
                    <a:pt x="156948" y="548405"/>
                  </a:lnTo>
                  <a:lnTo>
                    <a:pt x="198616" y="566015"/>
                  </a:lnTo>
                  <a:lnTo>
                    <a:pt x="243303" y="577019"/>
                  </a:lnTo>
                  <a:lnTo>
                    <a:pt x="290410" y="580820"/>
                  </a:lnTo>
                  <a:lnTo>
                    <a:pt x="337516" y="577019"/>
                  </a:lnTo>
                  <a:lnTo>
                    <a:pt x="382203" y="566015"/>
                  </a:lnTo>
                  <a:lnTo>
                    <a:pt x="423871" y="548405"/>
                  </a:lnTo>
                  <a:lnTo>
                    <a:pt x="461924" y="524788"/>
                  </a:lnTo>
                  <a:lnTo>
                    <a:pt x="495762" y="495762"/>
                  </a:lnTo>
                  <a:lnTo>
                    <a:pt x="524788" y="461924"/>
                  </a:lnTo>
                  <a:lnTo>
                    <a:pt x="548405" y="423871"/>
                  </a:lnTo>
                  <a:lnTo>
                    <a:pt x="566015" y="382203"/>
                  </a:lnTo>
                  <a:lnTo>
                    <a:pt x="577019" y="337516"/>
                  </a:lnTo>
                  <a:lnTo>
                    <a:pt x="580820" y="290410"/>
                  </a:lnTo>
                  <a:lnTo>
                    <a:pt x="577019" y="243303"/>
                  </a:lnTo>
                  <a:lnTo>
                    <a:pt x="566015" y="198616"/>
                  </a:lnTo>
                  <a:lnTo>
                    <a:pt x="548405" y="156948"/>
                  </a:lnTo>
                  <a:lnTo>
                    <a:pt x="524788" y="118895"/>
                  </a:lnTo>
                  <a:lnTo>
                    <a:pt x="495762" y="85057"/>
                  </a:lnTo>
                  <a:lnTo>
                    <a:pt x="461924" y="56031"/>
                  </a:lnTo>
                  <a:lnTo>
                    <a:pt x="423871" y="32414"/>
                  </a:lnTo>
                  <a:lnTo>
                    <a:pt x="382203" y="14804"/>
                  </a:lnTo>
                  <a:lnTo>
                    <a:pt x="337516" y="3800"/>
                  </a:lnTo>
                  <a:lnTo>
                    <a:pt x="290410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9401505" y="3339331"/>
              <a:ext cx="508634" cy="522605"/>
            </a:xfrm>
            <a:custGeom>
              <a:avLst/>
              <a:gdLst/>
              <a:ahLst/>
              <a:cxnLst/>
              <a:rect l="l" t="t" r="r" b="b"/>
              <a:pathLst>
                <a:path w="508634" h="522604">
                  <a:moveTo>
                    <a:pt x="38061" y="259613"/>
                  </a:moveTo>
                  <a:lnTo>
                    <a:pt x="37922" y="258572"/>
                  </a:lnTo>
                  <a:lnTo>
                    <a:pt x="36664" y="248894"/>
                  </a:lnTo>
                  <a:lnTo>
                    <a:pt x="32639" y="240982"/>
                  </a:lnTo>
                  <a:lnTo>
                    <a:pt x="31242" y="239903"/>
                  </a:lnTo>
                  <a:lnTo>
                    <a:pt x="30835" y="239598"/>
                  </a:lnTo>
                  <a:lnTo>
                    <a:pt x="30835" y="246329"/>
                  </a:lnTo>
                  <a:lnTo>
                    <a:pt x="30835" y="257517"/>
                  </a:lnTo>
                  <a:lnTo>
                    <a:pt x="25895" y="263042"/>
                  </a:lnTo>
                  <a:lnTo>
                    <a:pt x="10223" y="263042"/>
                  </a:lnTo>
                  <a:lnTo>
                    <a:pt x="5600" y="258711"/>
                  </a:lnTo>
                  <a:lnTo>
                    <a:pt x="5600" y="244309"/>
                  </a:lnTo>
                  <a:lnTo>
                    <a:pt x="10680" y="239903"/>
                  </a:lnTo>
                  <a:lnTo>
                    <a:pt x="27025" y="239903"/>
                  </a:lnTo>
                  <a:lnTo>
                    <a:pt x="30835" y="246329"/>
                  </a:lnTo>
                  <a:lnTo>
                    <a:pt x="30835" y="239598"/>
                  </a:lnTo>
                  <a:lnTo>
                    <a:pt x="26225" y="236067"/>
                  </a:lnTo>
                  <a:lnTo>
                    <a:pt x="17691" y="234378"/>
                  </a:lnTo>
                  <a:lnTo>
                    <a:pt x="6946" y="234378"/>
                  </a:lnTo>
                  <a:lnTo>
                    <a:pt x="50" y="240982"/>
                  </a:lnTo>
                  <a:lnTo>
                    <a:pt x="0" y="261772"/>
                  </a:lnTo>
                  <a:lnTo>
                    <a:pt x="6350" y="268122"/>
                  </a:lnTo>
                  <a:lnTo>
                    <a:pt x="24269" y="268122"/>
                  </a:lnTo>
                  <a:lnTo>
                    <a:pt x="29857" y="264680"/>
                  </a:lnTo>
                  <a:lnTo>
                    <a:pt x="30480" y="263042"/>
                  </a:lnTo>
                  <a:lnTo>
                    <a:pt x="32169" y="258572"/>
                  </a:lnTo>
                  <a:lnTo>
                    <a:pt x="31597" y="268160"/>
                  </a:lnTo>
                  <a:lnTo>
                    <a:pt x="28689" y="275501"/>
                  </a:lnTo>
                  <a:lnTo>
                    <a:pt x="23533" y="280200"/>
                  </a:lnTo>
                  <a:lnTo>
                    <a:pt x="16205" y="281851"/>
                  </a:lnTo>
                  <a:lnTo>
                    <a:pt x="12166" y="281851"/>
                  </a:lnTo>
                  <a:lnTo>
                    <a:pt x="7620" y="280644"/>
                  </a:lnTo>
                  <a:lnTo>
                    <a:pt x="4178" y="278638"/>
                  </a:lnTo>
                  <a:lnTo>
                    <a:pt x="1790" y="283413"/>
                  </a:lnTo>
                  <a:lnTo>
                    <a:pt x="6045" y="285661"/>
                  </a:lnTo>
                  <a:lnTo>
                    <a:pt x="11798" y="287147"/>
                  </a:lnTo>
                  <a:lnTo>
                    <a:pt x="16573" y="287147"/>
                  </a:lnTo>
                  <a:lnTo>
                    <a:pt x="25539" y="285191"/>
                  </a:lnTo>
                  <a:lnTo>
                    <a:pt x="29591" y="281851"/>
                  </a:lnTo>
                  <a:lnTo>
                    <a:pt x="32296" y="279628"/>
                  </a:lnTo>
                  <a:lnTo>
                    <a:pt x="36576" y="270941"/>
                  </a:lnTo>
                  <a:lnTo>
                    <a:pt x="38061" y="259613"/>
                  </a:lnTo>
                  <a:close/>
                </a:path>
                <a:path w="508634" h="522604">
                  <a:moveTo>
                    <a:pt x="38874" y="119748"/>
                  </a:moveTo>
                  <a:lnTo>
                    <a:pt x="22390" y="119748"/>
                  </a:lnTo>
                  <a:lnTo>
                    <a:pt x="22390" y="125425"/>
                  </a:lnTo>
                  <a:lnTo>
                    <a:pt x="32981" y="125425"/>
                  </a:lnTo>
                  <a:lnTo>
                    <a:pt x="32981" y="171996"/>
                  </a:lnTo>
                  <a:lnTo>
                    <a:pt x="38874" y="171996"/>
                  </a:lnTo>
                  <a:lnTo>
                    <a:pt x="38874" y="119748"/>
                  </a:lnTo>
                  <a:close/>
                </a:path>
                <a:path w="508634" h="522604">
                  <a:moveTo>
                    <a:pt x="69875" y="383413"/>
                  </a:moveTo>
                  <a:lnTo>
                    <a:pt x="66421" y="379539"/>
                  </a:lnTo>
                  <a:lnTo>
                    <a:pt x="65684" y="378714"/>
                  </a:lnTo>
                  <a:lnTo>
                    <a:pt x="64274" y="378294"/>
                  </a:lnTo>
                  <a:lnTo>
                    <a:pt x="64274" y="383273"/>
                  </a:lnTo>
                  <a:lnTo>
                    <a:pt x="64274" y="396024"/>
                  </a:lnTo>
                  <a:lnTo>
                    <a:pt x="59131" y="399834"/>
                  </a:lnTo>
                  <a:lnTo>
                    <a:pt x="42113" y="399834"/>
                  </a:lnTo>
                  <a:lnTo>
                    <a:pt x="37045" y="396024"/>
                  </a:lnTo>
                  <a:lnTo>
                    <a:pt x="37045" y="383273"/>
                  </a:lnTo>
                  <a:lnTo>
                    <a:pt x="42113" y="379539"/>
                  </a:lnTo>
                  <a:lnTo>
                    <a:pt x="59207" y="379539"/>
                  </a:lnTo>
                  <a:lnTo>
                    <a:pt x="64274" y="383273"/>
                  </a:lnTo>
                  <a:lnTo>
                    <a:pt x="64274" y="378294"/>
                  </a:lnTo>
                  <a:lnTo>
                    <a:pt x="58902" y="376694"/>
                  </a:lnTo>
                  <a:lnTo>
                    <a:pt x="64198" y="374611"/>
                  </a:lnTo>
                  <a:lnTo>
                    <a:pt x="67411" y="370649"/>
                  </a:lnTo>
                  <a:lnTo>
                    <a:pt x="67322" y="356997"/>
                  </a:lnTo>
                  <a:lnTo>
                    <a:pt x="67017" y="356768"/>
                  </a:lnTo>
                  <a:lnTo>
                    <a:pt x="62268" y="353123"/>
                  </a:lnTo>
                  <a:lnTo>
                    <a:pt x="62268" y="360057"/>
                  </a:lnTo>
                  <a:lnTo>
                    <a:pt x="62268" y="371246"/>
                  </a:lnTo>
                  <a:lnTo>
                    <a:pt x="57924" y="374535"/>
                  </a:lnTo>
                  <a:lnTo>
                    <a:pt x="43370" y="374535"/>
                  </a:lnTo>
                  <a:lnTo>
                    <a:pt x="39052" y="371246"/>
                  </a:lnTo>
                  <a:lnTo>
                    <a:pt x="39052" y="360057"/>
                  </a:lnTo>
                  <a:lnTo>
                    <a:pt x="43370" y="356768"/>
                  </a:lnTo>
                  <a:lnTo>
                    <a:pt x="57924" y="356768"/>
                  </a:lnTo>
                  <a:lnTo>
                    <a:pt x="62268" y="360057"/>
                  </a:lnTo>
                  <a:lnTo>
                    <a:pt x="62268" y="353123"/>
                  </a:lnTo>
                  <a:lnTo>
                    <a:pt x="60998" y="352145"/>
                  </a:lnTo>
                  <a:lnTo>
                    <a:pt x="40386" y="352145"/>
                  </a:lnTo>
                  <a:lnTo>
                    <a:pt x="33909" y="356997"/>
                  </a:lnTo>
                  <a:lnTo>
                    <a:pt x="33909" y="370497"/>
                  </a:lnTo>
                  <a:lnTo>
                    <a:pt x="37185" y="374535"/>
                  </a:lnTo>
                  <a:lnTo>
                    <a:pt x="42646" y="376694"/>
                  </a:lnTo>
                  <a:lnTo>
                    <a:pt x="35687" y="378714"/>
                  </a:lnTo>
                  <a:lnTo>
                    <a:pt x="31432" y="383413"/>
                  </a:lnTo>
                  <a:lnTo>
                    <a:pt x="31369" y="399313"/>
                  </a:lnTo>
                  <a:lnTo>
                    <a:pt x="38760" y="404914"/>
                  </a:lnTo>
                  <a:lnTo>
                    <a:pt x="62484" y="404914"/>
                  </a:lnTo>
                  <a:lnTo>
                    <a:pt x="69189" y="399834"/>
                  </a:lnTo>
                  <a:lnTo>
                    <a:pt x="69875" y="399313"/>
                  </a:lnTo>
                  <a:lnTo>
                    <a:pt x="69875" y="383413"/>
                  </a:lnTo>
                  <a:close/>
                </a:path>
                <a:path w="508634" h="522604">
                  <a:moveTo>
                    <a:pt x="96710" y="145872"/>
                  </a:moveTo>
                  <a:lnTo>
                    <a:pt x="95300" y="134658"/>
                  </a:lnTo>
                  <a:lnTo>
                    <a:pt x="91135" y="126415"/>
                  </a:lnTo>
                  <a:lnTo>
                    <a:pt x="90665" y="126072"/>
                  </a:lnTo>
                  <a:lnTo>
                    <a:pt x="90665" y="145872"/>
                  </a:lnTo>
                  <a:lnTo>
                    <a:pt x="89674" y="155143"/>
                  </a:lnTo>
                  <a:lnTo>
                    <a:pt x="86715" y="161759"/>
                  </a:lnTo>
                  <a:lnTo>
                    <a:pt x="81851" y="165747"/>
                  </a:lnTo>
                  <a:lnTo>
                    <a:pt x="75145" y="167068"/>
                  </a:lnTo>
                  <a:lnTo>
                    <a:pt x="68440" y="165747"/>
                  </a:lnTo>
                  <a:lnTo>
                    <a:pt x="63576" y="161759"/>
                  </a:lnTo>
                  <a:lnTo>
                    <a:pt x="60617" y="155143"/>
                  </a:lnTo>
                  <a:lnTo>
                    <a:pt x="59626" y="145872"/>
                  </a:lnTo>
                  <a:lnTo>
                    <a:pt x="60617" y="136588"/>
                  </a:lnTo>
                  <a:lnTo>
                    <a:pt x="63576" y="129959"/>
                  </a:lnTo>
                  <a:lnTo>
                    <a:pt x="68440" y="125996"/>
                  </a:lnTo>
                  <a:lnTo>
                    <a:pt x="75145" y="124675"/>
                  </a:lnTo>
                  <a:lnTo>
                    <a:pt x="81851" y="125996"/>
                  </a:lnTo>
                  <a:lnTo>
                    <a:pt x="86715" y="129959"/>
                  </a:lnTo>
                  <a:lnTo>
                    <a:pt x="89674" y="136588"/>
                  </a:lnTo>
                  <a:lnTo>
                    <a:pt x="90665" y="145872"/>
                  </a:lnTo>
                  <a:lnTo>
                    <a:pt x="90665" y="126072"/>
                  </a:lnTo>
                  <a:lnTo>
                    <a:pt x="88811" y="124675"/>
                  </a:lnTo>
                  <a:lnTo>
                    <a:pt x="84366" y="121335"/>
                  </a:lnTo>
                  <a:lnTo>
                    <a:pt x="75145" y="119608"/>
                  </a:lnTo>
                  <a:lnTo>
                    <a:pt x="65913" y="121335"/>
                  </a:lnTo>
                  <a:lnTo>
                    <a:pt x="59156" y="126415"/>
                  </a:lnTo>
                  <a:lnTo>
                    <a:pt x="54991" y="134658"/>
                  </a:lnTo>
                  <a:lnTo>
                    <a:pt x="53568" y="145872"/>
                  </a:lnTo>
                  <a:lnTo>
                    <a:pt x="54991" y="157099"/>
                  </a:lnTo>
                  <a:lnTo>
                    <a:pt x="59156" y="165341"/>
                  </a:lnTo>
                  <a:lnTo>
                    <a:pt x="65913" y="170421"/>
                  </a:lnTo>
                  <a:lnTo>
                    <a:pt x="75145" y="172148"/>
                  </a:lnTo>
                  <a:lnTo>
                    <a:pt x="84366" y="170421"/>
                  </a:lnTo>
                  <a:lnTo>
                    <a:pt x="88823" y="167068"/>
                  </a:lnTo>
                  <a:lnTo>
                    <a:pt x="91135" y="165341"/>
                  </a:lnTo>
                  <a:lnTo>
                    <a:pt x="95300" y="157099"/>
                  </a:lnTo>
                  <a:lnTo>
                    <a:pt x="96710" y="145872"/>
                  </a:lnTo>
                  <a:close/>
                </a:path>
                <a:path w="508634" h="522604">
                  <a:moveTo>
                    <a:pt x="126619" y="34023"/>
                  </a:moveTo>
                  <a:lnTo>
                    <a:pt x="110121" y="34023"/>
                  </a:lnTo>
                  <a:lnTo>
                    <a:pt x="110121" y="39700"/>
                  </a:lnTo>
                  <a:lnTo>
                    <a:pt x="120726" y="39700"/>
                  </a:lnTo>
                  <a:lnTo>
                    <a:pt x="120726" y="86271"/>
                  </a:lnTo>
                  <a:lnTo>
                    <a:pt x="126619" y="86271"/>
                  </a:lnTo>
                  <a:lnTo>
                    <a:pt x="126619" y="34023"/>
                  </a:lnTo>
                  <a:close/>
                </a:path>
                <a:path w="508634" h="522604">
                  <a:moveTo>
                    <a:pt x="154965" y="438619"/>
                  </a:moveTo>
                  <a:lnTo>
                    <a:pt x="118694" y="438619"/>
                  </a:lnTo>
                  <a:lnTo>
                    <a:pt x="118694" y="451967"/>
                  </a:lnTo>
                  <a:lnTo>
                    <a:pt x="124066" y="451967"/>
                  </a:lnTo>
                  <a:lnTo>
                    <a:pt x="124066" y="444360"/>
                  </a:lnTo>
                  <a:lnTo>
                    <a:pt x="148399" y="444360"/>
                  </a:lnTo>
                  <a:lnTo>
                    <a:pt x="126898" y="490855"/>
                  </a:lnTo>
                  <a:lnTo>
                    <a:pt x="133248" y="490855"/>
                  </a:lnTo>
                  <a:lnTo>
                    <a:pt x="154965" y="443611"/>
                  </a:lnTo>
                  <a:lnTo>
                    <a:pt x="154965" y="438619"/>
                  </a:lnTo>
                  <a:close/>
                </a:path>
                <a:path w="508634" h="522604">
                  <a:moveTo>
                    <a:pt x="163525" y="34023"/>
                  </a:moveTo>
                  <a:lnTo>
                    <a:pt x="147027" y="34023"/>
                  </a:lnTo>
                  <a:lnTo>
                    <a:pt x="147027" y="39700"/>
                  </a:lnTo>
                  <a:lnTo>
                    <a:pt x="157632" y="39700"/>
                  </a:lnTo>
                  <a:lnTo>
                    <a:pt x="157632" y="86271"/>
                  </a:lnTo>
                  <a:lnTo>
                    <a:pt x="163525" y="86271"/>
                  </a:lnTo>
                  <a:lnTo>
                    <a:pt x="163525" y="34023"/>
                  </a:lnTo>
                  <a:close/>
                </a:path>
                <a:path w="508634" h="522604">
                  <a:moveTo>
                    <a:pt x="237109" y="215"/>
                  </a:moveTo>
                  <a:lnTo>
                    <a:pt x="220611" y="215"/>
                  </a:lnTo>
                  <a:lnTo>
                    <a:pt x="220611" y="5892"/>
                  </a:lnTo>
                  <a:lnTo>
                    <a:pt x="231216" y="5892"/>
                  </a:lnTo>
                  <a:lnTo>
                    <a:pt x="231216" y="52476"/>
                  </a:lnTo>
                  <a:lnTo>
                    <a:pt x="237109" y="52476"/>
                  </a:lnTo>
                  <a:lnTo>
                    <a:pt x="237109" y="215"/>
                  </a:lnTo>
                  <a:close/>
                </a:path>
                <a:path w="508634" h="522604">
                  <a:moveTo>
                    <a:pt x="272669" y="494830"/>
                  </a:moveTo>
                  <a:lnTo>
                    <a:pt x="271386" y="493560"/>
                  </a:lnTo>
                  <a:lnTo>
                    <a:pt x="267068" y="489242"/>
                  </a:lnTo>
                  <a:lnTo>
                    <a:pt x="267068" y="497890"/>
                  </a:lnTo>
                  <a:lnTo>
                    <a:pt x="267068" y="512216"/>
                  </a:lnTo>
                  <a:lnTo>
                    <a:pt x="261988" y="516699"/>
                  </a:lnTo>
                  <a:lnTo>
                    <a:pt x="245706" y="516699"/>
                  </a:lnTo>
                  <a:lnTo>
                    <a:pt x="241833" y="510286"/>
                  </a:lnTo>
                  <a:lnTo>
                    <a:pt x="241833" y="499084"/>
                  </a:lnTo>
                  <a:lnTo>
                    <a:pt x="242773" y="498043"/>
                  </a:lnTo>
                  <a:lnTo>
                    <a:pt x="246761" y="493560"/>
                  </a:lnTo>
                  <a:lnTo>
                    <a:pt x="262432" y="493560"/>
                  </a:lnTo>
                  <a:lnTo>
                    <a:pt x="267068" y="497890"/>
                  </a:lnTo>
                  <a:lnTo>
                    <a:pt x="267068" y="489242"/>
                  </a:lnTo>
                  <a:lnTo>
                    <a:pt x="266319" y="488492"/>
                  </a:lnTo>
                  <a:lnTo>
                    <a:pt x="248399" y="488492"/>
                  </a:lnTo>
                  <a:lnTo>
                    <a:pt x="242798" y="491921"/>
                  </a:lnTo>
                  <a:lnTo>
                    <a:pt x="240499" y="498043"/>
                  </a:lnTo>
                  <a:lnTo>
                    <a:pt x="241071" y="488454"/>
                  </a:lnTo>
                  <a:lnTo>
                    <a:pt x="243979" y="481101"/>
                  </a:lnTo>
                  <a:lnTo>
                    <a:pt x="249135" y="476402"/>
                  </a:lnTo>
                  <a:lnTo>
                    <a:pt x="256463" y="474751"/>
                  </a:lnTo>
                  <a:lnTo>
                    <a:pt x="260502" y="474751"/>
                  </a:lnTo>
                  <a:lnTo>
                    <a:pt x="265049" y="475945"/>
                  </a:lnTo>
                  <a:lnTo>
                    <a:pt x="268490" y="477964"/>
                  </a:lnTo>
                  <a:lnTo>
                    <a:pt x="270090" y="474751"/>
                  </a:lnTo>
                  <a:lnTo>
                    <a:pt x="270878" y="473176"/>
                  </a:lnTo>
                  <a:lnTo>
                    <a:pt x="266611" y="470954"/>
                  </a:lnTo>
                  <a:lnTo>
                    <a:pt x="260870" y="469455"/>
                  </a:lnTo>
                  <a:lnTo>
                    <a:pt x="256082" y="469455"/>
                  </a:lnTo>
                  <a:lnTo>
                    <a:pt x="247129" y="471411"/>
                  </a:lnTo>
                  <a:lnTo>
                    <a:pt x="240360" y="476973"/>
                  </a:lnTo>
                  <a:lnTo>
                    <a:pt x="236093" y="485635"/>
                  </a:lnTo>
                  <a:lnTo>
                    <a:pt x="234607" y="496912"/>
                  </a:lnTo>
                  <a:lnTo>
                    <a:pt x="236004" y="507682"/>
                  </a:lnTo>
                  <a:lnTo>
                    <a:pt x="240030" y="515620"/>
                  </a:lnTo>
                  <a:lnTo>
                    <a:pt x="246430" y="520534"/>
                  </a:lnTo>
                  <a:lnTo>
                    <a:pt x="254965" y="522224"/>
                  </a:lnTo>
                  <a:lnTo>
                    <a:pt x="265722" y="522224"/>
                  </a:lnTo>
                  <a:lnTo>
                    <a:pt x="271500" y="516699"/>
                  </a:lnTo>
                  <a:lnTo>
                    <a:pt x="272618" y="515620"/>
                  </a:lnTo>
                  <a:lnTo>
                    <a:pt x="272669" y="494830"/>
                  </a:lnTo>
                  <a:close/>
                </a:path>
                <a:path w="508634" h="522604">
                  <a:moveTo>
                    <a:pt x="288569" y="46799"/>
                  </a:moveTo>
                  <a:lnTo>
                    <a:pt x="260273" y="46799"/>
                  </a:lnTo>
                  <a:lnTo>
                    <a:pt x="281838" y="23888"/>
                  </a:lnTo>
                  <a:lnTo>
                    <a:pt x="285584" y="17830"/>
                  </a:lnTo>
                  <a:lnTo>
                    <a:pt x="285584" y="12839"/>
                  </a:lnTo>
                  <a:lnTo>
                    <a:pt x="285584" y="5003"/>
                  </a:lnTo>
                  <a:lnTo>
                    <a:pt x="279298" y="0"/>
                  </a:lnTo>
                  <a:lnTo>
                    <a:pt x="263486" y="0"/>
                  </a:lnTo>
                  <a:lnTo>
                    <a:pt x="257136" y="2679"/>
                  </a:lnTo>
                  <a:lnTo>
                    <a:pt x="252069" y="7239"/>
                  </a:lnTo>
                  <a:lnTo>
                    <a:pt x="254673" y="12014"/>
                  </a:lnTo>
                  <a:lnTo>
                    <a:pt x="258851" y="7988"/>
                  </a:lnTo>
                  <a:lnTo>
                    <a:pt x="264160" y="5524"/>
                  </a:lnTo>
                  <a:lnTo>
                    <a:pt x="275501" y="5524"/>
                  </a:lnTo>
                  <a:lnTo>
                    <a:pt x="279387" y="8585"/>
                  </a:lnTo>
                  <a:lnTo>
                    <a:pt x="279387" y="17018"/>
                  </a:lnTo>
                  <a:lnTo>
                    <a:pt x="276618" y="21869"/>
                  </a:lnTo>
                  <a:lnTo>
                    <a:pt x="272211" y="26276"/>
                  </a:lnTo>
                  <a:lnTo>
                    <a:pt x="252666" y="47536"/>
                  </a:lnTo>
                  <a:lnTo>
                    <a:pt x="252666" y="52476"/>
                  </a:lnTo>
                  <a:lnTo>
                    <a:pt x="288569" y="52476"/>
                  </a:lnTo>
                  <a:lnTo>
                    <a:pt x="288569" y="46799"/>
                  </a:lnTo>
                  <a:close/>
                </a:path>
                <a:path w="508634" h="522604">
                  <a:moveTo>
                    <a:pt x="377139" y="26238"/>
                  </a:moveTo>
                  <a:lnTo>
                    <a:pt x="360641" y="26238"/>
                  </a:lnTo>
                  <a:lnTo>
                    <a:pt x="360641" y="31902"/>
                  </a:lnTo>
                  <a:lnTo>
                    <a:pt x="371246" y="31902"/>
                  </a:lnTo>
                  <a:lnTo>
                    <a:pt x="371246" y="78473"/>
                  </a:lnTo>
                  <a:lnTo>
                    <a:pt x="377139" y="78473"/>
                  </a:lnTo>
                  <a:lnTo>
                    <a:pt x="377139" y="26238"/>
                  </a:lnTo>
                  <a:close/>
                </a:path>
                <a:path w="508634" h="522604">
                  <a:moveTo>
                    <a:pt x="390372" y="464731"/>
                  </a:moveTo>
                  <a:lnTo>
                    <a:pt x="383362" y="458241"/>
                  </a:lnTo>
                  <a:lnTo>
                    <a:pt x="370001" y="458241"/>
                  </a:lnTo>
                  <a:lnTo>
                    <a:pt x="366268" y="458533"/>
                  </a:lnTo>
                  <a:lnTo>
                    <a:pt x="363575" y="458978"/>
                  </a:lnTo>
                  <a:lnTo>
                    <a:pt x="363575" y="444284"/>
                  </a:lnTo>
                  <a:lnTo>
                    <a:pt x="388366" y="444284"/>
                  </a:lnTo>
                  <a:lnTo>
                    <a:pt x="388366" y="438531"/>
                  </a:lnTo>
                  <a:lnTo>
                    <a:pt x="358063" y="438531"/>
                  </a:lnTo>
                  <a:lnTo>
                    <a:pt x="358063" y="465251"/>
                  </a:lnTo>
                  <a:lnTo>
                    <a:pt x="361784" y="464515"/>
                  </a:lnTo>
                  <a:lnTo>
                    <a:pt x="368058" y="463994"/>
                  </a:lnTo>
                  <a:lnTo>
                    <a:pt x="379183" y="463994"/>
                  </a:lnTo>
                  <a:lnTo>
                    <a:pt x="384022" y="467868"/>
                  </a:lnTo>
                  <a:lnTo>
                    <a:pt x="384022" y="481088"/>
                  </a:lnTo>
                  <a:lnTo>
                    <a:pt x="379183" y="485406"/>
                  </a:lnTo>
                  <a:lnTo>
                    <a:pt x="366649" y="485406"/>
                  </a:lnTo>
                  <a:lnTo>
                    <a:pt x="361111" y="483463"/>
                  </a:lnTo>
                  <a:lnTo>
                    <a:pt x="356793" y="480187"/>
                  </a:lnTo>
                  <a:lnTo>
                    <a:pt x="354317" y="485254"/>
                  </a:lnTo>
                  <a:lnTo>
                    <a:pt x="359257" y="488696"/>
                  </a:lnTo>
                  <a:lnTo>
                    <a:pt x="366191" y="490918"/>
                  </a:lnTo>
                  <a:lnTo>
                    <a:pt x="383133" y="490918"/>
                  </a:lnTo>
                  <a:lnTo>
                    <a:pt x="390372" y="484149"/>
                  </a:lnTo>
                  <a:lnTo>
                    <a:pt x="390372" y="464731"/>
                  </a:lnTo>
                  <a:close/>
                </a:path>
                <a:path w="508634" h="522604">
                  <a:moveTo>
                    <a:pt x="411340" y="108013"/>
                  </a:moveTo>
                  <a:lnTo>
                    <a:pt x="404571" y="101371"/>
                  </a:lnTo>
                  <a:lnTo>
                    <a:pt x="262661" y="245783"/>
                  </a:lnTo>
                  <a:lnTo>
                    <a:pt x="246316" y="245783"/>
                  </a:lnTo>
                  <a:lnTo>
                    <a:pt x="245554" y="246545"/>
                  </a:lnTo>
                  <a:lnTo>
                    <a:pt x="132676" y="147510"/>
                  </a:lnTo>
                  <a:lnTo>
                    <a:pt x="126441" y="154635"/>
                  </a:lnTo>
                  <a:lnTo>
                    <a:pt x="239598" y="253936"/>
                  </a:lnTo>
                  <a:lnTo>
                    <a:pt x="239598" y="269036"/>
                  </a:lnTo>
                  <a:lnTo>
                    <a:pt x="209448" y="299935"/>
                  </a:lnTo>
                  <a:lnTo>
                    <a:pt x="216217" y="306578"/>
                  </a:lnTo>
                  <a:lnTo>
                    <a:pt x="246519" y="275742"/>
                  </a:lnTo>
                  <a:lnTo>
                    <a:pt x="262851" y="275742"/>
                  </a:lnTo>
                  <a:lnTo>
                    <a:pt x="263601" y="275005"/>
                  </a:lnTo>
                  <a:lnTo>
                    <a:pt x="296240" y="303618"/>
                  </a:lnTo>
                  <a:lnTo>
                    <a:pt x="302501" y="296494"/>
                  </a:lnTo>
                  <a:lnTo>
                    <a:pt x="269570" y="267614"/>
                  </a:lnTo>
                  <a:lnTo>
                    <a:pt x="269570" y="260769"/>
                  </a:lnTo>
                  <a:lnTo>
                    <a:pt x="269570" y="252488"/>
                  </a:lnTo>
                  <a:lnTo>
                    <a:pt x="411340" y="108013"/>
                  </a:lnTo>
                  <a:close/>
                </a:path>
                <a:path w="508634" h="522604">
                  <a:moveTo>
                    <a:pt x="473405" y="163563"/>
                  </a:moveTo>
                  <a:lnTo>
                    <a:pt x="445109" y="163563"/>
                  </a:lnTo>
                  <a:lnTo>
                    <a:pt x="466686" y="140652"/>
                  </a:lnTo>
                  <a:lnTo>
                    <a:pt x="470420" y="134607"/>
                  </a:lnTo>
                  <a:lnTo>
                    <a:pt x="470420" y="129603"/>
                  </a:lnTo>
                  <a:lnTo>
                    <a:pt x="470420" y="121767"/>
                  </a:lnTo>
                  <a:lnTo>
                    <a:pt x="464146" y="116776"/>
                  </a:lnTo>
                  <a:lnTo>
                    <a:pt x="448322" y="116776"/>
                  </a:lnTo>
                  <a:lnTo>
                    <a:pt x="441985" y="119456"/>
                  </a:lnTo>
                  <a:lnTo>
                    <a:pt x="436905" y="124002"/>
                  </a:lnTo>
                  <a:lnTo>
                    <a:pt x="439521" y="128778"/>
                  </a:lnTo>
                  <a:lnTo>
                    <a:pt x="443699" y="124752"/>
                  </a:lnTo>
                  <a:lnTo>
                    <a:pt x="448995" y="122288"/>
                  </a:lnTo>
                  <a:lnTo>
                    <a:pt x="460349" y="122288"/>
                  </a:lnTo>
                  <a:lnTo>
                    <a:pt x="464223" y="125349"/>
                  </a:lnTo>
                  <a:lnTo>
                    <a:pt x="464223" y="133781"/>
                  </a:lnTo>
                  <a:lnTo>
                    <a:pt x="461467" y="138633"/>
                  </a:lnTo>
                  <a:lnTo>
                    <a:pt x="457060" y="143040"/>
                  </a:lnTo>
                  <a:lnTo>
                    <a:pt x="437502" y="164312"/>
                  </a:lnTo>
                  <a:lnTo>
                    <a:pt x="437502" y="169240"/>
                  </a:lnTo>
                  <a:lnTo>
                    <a:pt x="473405" y="169240"/>
                  </a:lnTo>
                  <a:lnTo>
                    <a:pt x="473405" y="163563"/>
                  </a:lnTo>
                  <a:close/>
                </a:path>
                <a:path w="508634" h="522604">
                  <a:moveTo>
                    <a:pt x="477850" y="385165"/>
                  </a:moveTo>
                  <a:lnTo>
                    <a:pt x="469938" y="385165"/>
                  </a:lnTo>
                  <a:lnTo>
                    <a:pt x="469938" y="371360"/>
                  </a:lnTo>
                  <a:lnTo>
                    <a:pt x="464337" y="371360"/>
                  </a:lnTo>
                  <a:lnTo>
                    <a:pt x="464337" y="385165"/>
                  </a:lnTo>
                  <a:lnTo>
                    <a:pt x="445681" y="385165"/>
                  </a:lnTo>
                  <a:lnTo>
                    <a:pt x="463892" y="352399"/>
                  </a:lnTo>
                  <a:lnTo>
                    <a:pt x="457987" y="352399"/>
                  </a:lnTo>
                  <a:lnTo>
                    <a:pt x="439267" y="385991"/>
                  </a:lnTo>
                  <a:lnTo>
                    <a:pt x="439267" y="390918"/>
                  </a:lnTo>
                  <a:lnTo>
                    <a:pt x="464337" y="390918"/>
                  </a:lnTo>
                  <a:lnTo>
                    <a:pt x="464337" y="404647"/>
                  </a:lnTo>
                  <a:lnTo>
                    <a:pt x="469938" y="404647"/>
                  </a:lnTo>
                  <a:lnTo>
                    <a:pt x="469938" y="390918"/>
                  </a:lnTo>
                  <a:lnTo>
                    <a:pt x="477850" y="390918"/>
                  </a:lnTo>
                  <a:lnTo>
                    <a:pt x="477850" y="385165"/>
                  </a:lnTo>
                  <a:close/>
                </a:path>
                <a:path w="508634" h="522604">
                  <a:moveTo>
                    <a:pt x="508038" y="262293"/>
                  </a:moveTo>
                  <a:lnTo>
                    <a:pt x="501700" y="257225"/>
                  </a:lnTo>
                  <a:lnTo>
                    <a:pt x="492290" y="256768"/>
                  </a:lnTo>
                  <a:lnTo>
                    <a:pt x="489381" y="256552"/>
                  </a:lnTo>
                  <a:lnTo>
                    <a:pt x="505574" y="238556"/>
                  </a:lnTo>
                  <a:lnTo>
                    <a:pt x="505574" y="234530"/>
                  </a:lnTo>
                  <a:lnTo>
                    <a:pt x="475500" y="234530"/>
                  </a:lnTo>
                  <a:lnTo>
                    <a:pt x="475500" y="240207"/>
                  </a:lnTo>
                  <a:lnTo>
                    <a:pt x="498119" y="240207"/>
                  </a:lnTo>
                  <a:lnTo>
                    <a:pt x="482815" y="257149"/>
                  </a:lnTo>
                  <a:lnTo>
                    <a:pt x="482815" y="260946"/>
                  </a:lnTo>
                  <a:lnTo>
                    <a:pt x="497370" y="260946"/>
                  </a:lnTo>
                  <a:lnTo>
                    <a:pt x="502221" y="264312"/>
                  </a:lnTo>
                  <a:lnTo>
                    <a:pt x="502221" y="277215"/>
                  </a:lnTo>
                  <a:lnTo>
                    <a:pt x="497446" y="281622"/>
                  </a:lnTo>
                  <a:lnTo>
                    <a:pt x="484466" y="281622"/>
                  </a:lnTo>
                  <a:lnTo>
                    <a:pt x="479526" y="279755"/>
                  </a:lnTo>
                  <a:lnTo>
                    <a:pt x="475805" y="276707"/>
                  </a:lnTo>
                  <a:lnTo>
                    <a:pt x="473189" y="281698"/>
                  </a:lnTo>
                  <a:lnTo>
                    <a:pt x="477520" y="284835"/>
                  </a:lnTo>
                  <a:lnTo>
                    <a:pt x="483717" y="286994"/>
                  </a:lnTo>
                  <a:lnTo>
                    <a:pt x="500951" y="286994"/>
                  </a:lnTo>
                  <a:lnTo>
                    <a:pt x="508038" y="280276"/>
                  </a:lnTo>
                  <a:lnTo>
                    <a:pt x="508038" y="262293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9574390" y="3396315"/>
              <a:ext cx="142240" cy="330200"/>
            </a:xfrm>
            <a:custGeom>
              <a:avLst/>
              <a:gdLst/>
              <a:ahLst/>
              <a:cxnLst/>
              <a:rect l="l" t="t" r="r" b="b"/>
              <a:pathLst>
                <a:path w="142240" h="330200">
                  <a:moveTo>
                    <a:pt x="141973" y="315214"/>
                  </a:moveTo>
                  <a:lnTo>
                    <a:pt x="136550" y="301510"/>
                  </a:lnTo>
                  <a:lnTo>
                    <a:pt x="130733" y="297954"/>
                  </a:lnTo>
                  <a:lnTo>
                    <a:pt x="122288" y="298196"/>
                  </a:lnTo>
                  <a:lnTo>
                    <a:pt x="120180" y="296799"/>
                  </a:lnTo>
                  <a:lnTo>
                    <a:pt x="87249" y="213601"/>
                  </a:lnTo>
                  <a:lnTo>
                    <a:pt x="91605" y="209245"/>
                  </a:lnTo>
                  <a:lnTo>
                    <a:pt x="91605" y="203784"/>
                  </a:lnTo>
                  <a:lnTo>
                    <a:pt x="91605" y="198310"/>
                  </a:lnTo>
                  <a:lnTo>
                    <a:pt x="87172" y="193878"/>
                  </a:lnTo>
                  <a:lnTo>
                    <a:pt x="79451" y="193878"/>
                  </a:lnTo>
                  <a:lnTo>
                    <a:pt x="2882" y="381"/>
                  </a:lnTo>
                  <a:lnTo>
                    <a:pt x="1981" y="0"/>
                  </a:lnTo>
                  <a:lnTo>
                    <a:pt x="393" y="622"/>
                  </a:lnTo>
                  <a:lnTo>
                    <a:pt x="0" y="1524"/>
                  </a:lnTo>
                  <a:lnTo>
                    <a:pt x="317" y="2324"/>
                  </a:lnTo>
                  <a:lnTo>
                    <a:pt x="76149" y="193967"/>
                  </a:lnTo>
                  <a:lnTo>
                    <a:pt x="71805" y="198310"/>
                  </a:lnTo>
                  <a:lnTo>
                    <a:pt x="71805" y="209245"/>
                  </a:lnTo>
                  <a:lnTo>
                    <a:pt x="76238" y="213677"/>
                  </a:lnTo>
                  <a:lnTo>
                    <a:pt x="83959" y="213677"/>
                  </a:lnTo>
                  <a:lnTo>
                    <a:pt x="117322" y="297954"/>
                  </a:lnTo>
                  <a:lnTo>
                    <a:pt x="116725" y="300418"/>
                  </a:lnTo>
                  <a:lnTo>
                    <a:pt x="110490" y="306019"/>
                  </a:lnTo>
                  <a:lnTo>
                    <a:pt x="108712" y="312559"/>
                  </a:lnTo>
                  <a:lnTo>
                    <a:pt x="114109" y="326237"/>
                  </a:lnTo>
                  <a:lnTo>
                    <a:pt x="122821" y="330009"/>
                  </a:lnTo>
                  <a:lnTo>
                    <a:pt x="138201" y="323926"/>
                  </a:lnTo>
                  <a:lnTo>
                    <a:pt x="141973" y="315214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1" name="object 431" descr=""/>
          <p:cNvGrpSpPr/>
          <p:nvPr/>
        </p:nvGrpSpPr>
        <p:grpSpPr>
          <a:xfrm>
            <a:off x="10691214" y="2711401"/>
            <a:ext cx="1337945" cy="1585595"/>
            <a:chOff x="10691214" y="2711401"/>
            <a:chExt cx="1337945" cy="1585595"/>
          </a:xfrm>
        </p:grpSpPr>
        <p:sp>
          <p:nvSpPr>
            <p:cNvPr id="432" name="object 432" descr=""/>
            <p:cNvSpPr/>
            <p:nvPr/>
          </p:nvSpPr>
          <p:spPr>
            <a:xfrm>
              <a:off x="10691214" y="4173412"/>
              <a:ext cx="1337945" cy="123825"/>
            </a:xfrm>
            <a:custGeom>
              <a:avLst/>
              <a:gdLst/>
              <a:ahLst/>
              <a:cxnLst/>
              <a:rect l="l" t="t" r="r" b="b"/>
              <a:pathLst>
                <a:path w="1337945" h="123825">
                  <a:moveTo>
                    <a:pt x="1337906" y="0"/>
                  </a:moveTo>
                  <a:lnTo>
                    <a:pt x="0" y="0"/>
                  </a:lnTo>
                  <a:lnTo>
                    <a:pt x="0" y="94771"/>
                  </a:lnTo>
                  <a:lnTo>
                    <a:pt x="2253" y="105929"/>
                  </a:lnTo>
                  <a:lnTo>
                    <a:pt x="8396" y="115038"/>
                  </a:lnTo>
                  <a:lnTo>
                    <a:pt x="17506" y="121179"/>
                  </a:lnTo>
                  <a:lnTo>
                    <a:pt x="28658" y="123430"/>
                  </a:lnTo>
                  <a:lnTo>
                    <a:pt x="1309248" y="123430"/>
                  </a:lnTo>
                  <a:lnTo>
                    <a:pt x="1320405" y="121179"/>
                  </a:lnTo>
                  <a:lnTo>
                    <a:pt x="1329514" y="115038"/>
                  </a:lnTo>
                  <a:lnTo>
                    <a:pt x="1335655" y="105929"/>
                  </a:lnTo>
                  <a:lnTo>
                    <a:pt x="1337906" y="94771"/>
                  </a:lnTo>
                  <a:lnTo>
                    <a:pt x="1337906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10720929" y="2711401"/>
              <a:ext cx="1278890" cy="1431290"/>
            </a:xfrm>
            <a:custGeom>
              <a:avLst/>
              <a:gdLst/>
              <a:ahLst/>
              <a:cxnLst/>
              <a:rect l="l" t="t" r="r" b="b"/>
              <a:pathLst>
                <a:path w="1278890" h="1431289">
                  <a:moveTo>
                    <a:pt x="1251647" y="0"/>
                  </a:moveTo>
                  <a:lnTo>
                    <a:pt x="26836" y="0"/>
                  </a:lnTo>
                  <a:lnTo>
                    <a:pt x="16388" y="2109"/>
                  </a:lnTo>
                  <a:lnTo>
                    <a:pt x="7858" y="7862"/>
                  </a:lnTo>
                  <a:lnTo>
                    <a:pt x="2108" y="16392"/>
                  </a:lnTo>
                  <a:lnTo>
                    <a:pt x="0" y="26836"/>
                  </a:lnTo>
                  <a:lnTo>
                    <a:pt x="0" y="1431150"/>
                  </a:lnTo>
                  <a:lnTo>
                    <a:pt x="1278484" y="1431150"/>
                  </a:lnTo>
                  <a:lnTo>
                    <a:pt x="1278484" y="26836"/>
                  </a:lnTo>
                  <a:lnTo>
                    <a:pt x="1276374" y="16392"/>
                  </a:lnTo>
                  <a:lnTo>
                    <a:pt x="1270622" y="7862"/>
                  </a:lnTo>
                  <a:lnTo>
                    <a:pt x="1262091" y="2109"/>
                  </a:lnTo>
                  <a:lnTo>
                    <a:pt x="1251647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10691215" y="4142554"/>
              <a:ext cx="1337945" cy="62230"/>
            </a:xfrm>
            <a:custGeom>
              <a:avLst/>
              <a:gdLst/>
              <a:ahLst/>
              <a:cxnLst/>
              <a:rect l="l" t="t" r="r" b="b"/>
              <a:pathLst>
                <a:path w="1337945" h="62229">
                  <a:moveTo>
                    <a:pt x="1330451" y="0"/>
                  </a:moveTo>
                  <a:lnTo>
                    <a:pt x="1321258" y="0"/>
                  </a:lnTo>
                  <a:lnTo>
                    <a:pt x="7455" y="0"/>
                  </a:lnTo>
                  <a:lnTo>
                    <a:pt x="0" y="7444"/>
                  </a:lnTo>
                  <a:lnTo>
                    <a:pt x="0" y="59401"/>
                  </a:lnTo>
                  <a:lnTo>
                    <a:pt x="2303" y="61704"/>
                  </a:lnTo>
                  <a:lnTo>
                    <a:pt x="1335603" y="61704"/>
                  </a:lnTo>
                  <a:lnTo>
                    <a:pt x="1337906" y="59401"/>
                  </a:lnTo>
                  <a:lnTo>
                    <a:pt x="1337906" y="7444"/>
                  </a:lnTo>
                  <a:lnTo>
                    <a:pt x="1330451" y="0"/>
                  </a:lnTo>
                  <a:close/>
                </a:path>
              </a:pathLst>
            </a:custGeom>
            <a:solidFill>
              <a:srgbClr val="BC9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10691215" y="4142554"/>
              <a:ext cx="1337945" cy="17780"/>
            </a:xfrm>
            <a:custGeom>
              <a:avLst/>
              <a:gdLst/>
              <a:ahLst/>
              <a:cxnLst/>
              <a:rect l="l" t="t" r="r" b="b"/>
              <a:pathLst>
                <a:path w="1337945" h="17779">
                  <a:moveTo>
                    <a:pt x="1330451" y="0"/>
                  </a:moveTo>
                  <a:lnTo>
                    <a:pt x="1321258" y="0"/>
                  </a:lnTo>
                  <a:lnTo>
                    <a:pt x="7455" y="0"/>
                  </a:lnTo>
                  <a:lnTo>
                    <a:pt x="0" y="7444"/>
                  </a:lnTo>
                  <a:lnTo>
                    <a:pt x="0" y="17434"/>
                  </a:lnTo>
                  <a:lnTo>
                    <a:pt x="1337906" y="17434"/>
                  </a:lnTo>
                  <a:lnTo>
                    <a:pt x="1337906" y="7444"/>
                  </a:lnTo>
                  <a:lnTo>
                    <a:pt x="1330451" y="0"/>
                  </a:lnTo>
                  <a:close/>
                </a:path>
              </a:pathLst>
            </a:custGeom>
            <a:solidFill>
              <a:srgbClr val="C3A7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10783227" y="2773711"/>
              <a:ext cx="1116965" cy="1306830"/>
            </a:xfrm>
            <a:custGeom>
              <a:avLst/>
              <a:gdLst/>
              <a:ahLst/>
              <a:cxnLst/>
              <a:rect l="l" t="t" r="r" b="b"/>
              <a:pathLst>
                <a:path w="1116965" h="1306829">
                  <a:moveTo>
                    <a:pt x="545884" y="3771"/>
                  </a:moveTo>
                  <a:lnTo>
                    <a:pt x="542112" y="0"/>
                  </a:lnTo>
                  <a:lnTo>
                    <a:pt x="3771" y="0"/>
                  </a:lnTo>
                  <a:lnTo>
                    <a:pt x="0" y="3771"/>
                  </a:lnTo>
                  <a:lnTo>
                    <a:pt x="0" y="1302766"/>
                  </a:lnTo>
                  <a:lnTo>
                    <a:pt x="3771" y="1306537"/>
                  </a:lnTo>
                  <a:lnTo>
                    <a:pt x="542112" y="1306537"/>
                  </a:lnTo>
                  <a:lnTo>
                    <a:pt x="545884" y="1302766"/>
                  </a:lnTo>
                  <a:lnTo>
                    <a:pt x="545884" y="8432"/>
                  </a:lnTo>
                  <a:lnTo>
                    <a:pt x="545884" y="3771"/>
                  </a:lnTo>
                  <a:close/>
                </a:path>
                <a:path w="1116965" h="1306829">
                  <a:moveTo>
                    <a:pt x="1116774" y="35229"/>
                  </a:moveTo>
                  <a:lnTo>
                    <a:pt x="1113002" y="31470"/>
                  </a:lnTo>
                  <a:lnTo>
                    <a:pt x="1108354" y="31470"/>
                  </a:lnTo>
                  <a:lnTo>
                    <a:pt x="648855" y="31470"/>
                  </a:lnTo>
                  <a:lnTo>
                    <a:pt x="645071" y="35229"/>
                  </a:lnTo>
                  <a:lnTo>
                    <a:pt x="645071" y="1272273"/>
                  </a:lnTo>
                  <a:lnTo>
                    <a:pt x="648855" y="1276045"/>
                  </a:lnTo>
                  <a:lnTo>
                    <a:pt x="1113002" y="1276045"/>
                  </a:lnTo>
                  <a:lnTo>
                    <a:pt x="1116774" y="1272273"/>
                  </a:lnTo>
                  <a:lnTo>
                    <a:pt x="1116774" y="35229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11369122" y="3415190"/>
              <a:ext cx="32384" cy="170180"/>
            </a:xfrm>
            <a:custGeom>
              <a:avLst/>
              <a:gdLst/>
              <a:ahLst/>
              <a:cxnLst/>
              <a:rect l="l" t="t" r="r" b="b"/>
              <a:pathLst>
                <a:path w="32384" h="170179">
                  <a:moveTo>
                    <a:pt x="26732" y="0"/>
                  </a:moveTo>
                  <a:lnTo>
                    <a:pt x="5570" y="0"/>
                  </a:lnTo>
                  <a:lnTo>
                    <a:pt x="0" y="5580"/>
                  </a:lnTo>
                  <a:lnTo>
                    <a:pt x="0" y="164047"/>
                  </a:lnTo>
                  <a:lnTo>
                    <a:pt x="5570" y="169617"/>
                  </a:lnTo>
                  <a:lnTo>
                    <a:pt x="19852" y="169617"/>
                  </a:lnTo>
                  <a:lnTo>
                    <a:pt x="26732" y="169617"/>
                  </a:lnTo>
                  <a:lnTo>
                    <a:pt x="32302" y="164047"/>
                  </a:lnTo>
                  <a:lnTo>
                    <a:pt x="32302" y="5580"/>
                  </a:lnTo>
                  <a:lnTo>
                    <a:pt x="26732" y="0"/>
                  </a:lnTo>
                  <a:close/>
                </a:path>
              </a:pathLst>
            </a:custGeom>
            <a:solidFill>
              <a:srgbClr val="B385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8" name="object 438" descr=""/>
          <p:cNvSpPr/>
          <p:nvPr/>
        </p:nvSpPr>
        <p:spPr>
          <a:xfrm>
            <a:off x="12325608" y="4173409"/>
            <a:ext cx="1645285" cy="123825"/>
          </a:xfrm>
          <a:custGeom>
            <a:avLst/>
            <a:gdLst/>
            <a:ahLst/>
            <a:cxnLst/>
            <a:rect l="l" t="t" r="r" b="b"/>
            <a:pathLst>
              <a:path w="1645284" h="123825">
                <a:moveTo>
                  <a:pt x="1645164" y="0"/>
                </a:moveTo>
                <a:lnTo>
                  <a:pt x="0" y="0"/>
                </a:lnTo>
                <a:lnTo>
                  <a:pt x="0" y="94771"/>
                </a:lnTo>
                <a:lnTo>
                  <a:pt x="2251" y="105929"/>
                </a:lnTo>
                <a:lnTo>
                  <a:pt x="8392" y="115038"/>
                </a:lnTo>
                <a:lnTo>
                  <a:pt x="17501" y="121179"/>
                </a:lnTo>
                <a:lnTo>
                  <a:pt x="28658" y="123430"/>
                </a:lnTo>
                <a:lnTo>
                  <a:pt x="1616505" y="123430"/>
                </a:lnTo>
                <a:lnTo>
                  <a:pt x="1627662" y="121179"/>
                </a:lnTo>
                <a:lnTo>
                  <a:pt x="1636772" y="115038"/>
                </a:lnTo>
                <a:lnTo>
                  <a:pt x="1642912" y="105929"/>
                </a:lnTo>
                <a:lnTo>
                  <a:pt x="1645164" y="94771"/>
                </a:lnTo>
                <a:lnTo>
                  <a:pt x="1645164" y="0"/>
                </a:lnTo>
                <a:close/>
              </a:path>
            </a:pathLst>
          </a:custGeom>
          <a:solidFill>
            <a:srgbClr val="56565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9" name="object 439" descr=""/>
          <p:cNvGrpSpPr/>
          <p:nvPr/>
        </p:nvGrpSpPr>
        <p:grpSpPr>
          <a:xfrm>
            <a:off x="12325608" y="2711401"/>
            <a:ext cx="1645285" cy="1492885"/>
            <a:chOff x="12325608" y="2711401"/>
            <a:chExt cx="1645285" cy="1492885"/>
          </a:xfrm>
        </p:grpSpPr>
        <p:sp>
          <p:nvSpPr>
            <p:cNvPr id="440" name="object 440" descr=""/>
            <p:cNvSpPr/>
            <p:nvPr/>
          </p:nvSpPr>
          <p:spPr>
            <a:xfrm>
              <a:off x="12368937" y="2711401"/>
              <a:ext cx="1558925" cy="1397635"/>
            </a:xfrm>
            <a:custGeom>
              <a:avLst/>
              <a:gdLst/>
              <a:ahLst/>
              <a:cxnLst/>
              <a:rect l="l" t="t" r="r" b="b"/>
              <a:pathLst>
                <a:path w="1558925" h="1397635">
                  <a:moveTo>
                    <a:pt x="1538811" y="0"/>
                  </a:moveTo>
                  <a:lnTo>
                    <a:pt x="19695" y="0"/>
                  </a:lnTo>
                  <a:lnTo>
                    <a:pt x="12028" y="1547"/>
                  </a:lnTo>
                  <a:lnTo>
                    <a:pt x="5768" y="5768"/>
                  </a:lnTo>
                  <a:lnTo>
                    <a:pt x="1547" y="12028"/>
                  </a:lnTo>
                  <a:lnTo>
                    <a:pt x="0" y="19695"/>
                  </a:lnTo>
                  <a:lnTo>
                    <a:pt x="0" y="1397015"/>
                  </a:lnTo>
                  <a:lnTo>
                    <a:pt x="1558507" y="1397015"/>
                  </a:lnTo>
                  <a:lnTo>
                    <a:pt x="1558507" y="19695"/>
                  </a:lnTo>
                  <a:lnTo>
                    <a:pt x="1556959" y="12028"/>
                  </a:lnTo>
                  <a:lnTo>
                    <a:pt x="1552739" y="5768"/>
                  </a:lnTo>
                  <a:lnTo>
                    <a:pt x="1546478" y="1547"/>
                  </a:lnTo>
                  <a:lnTo>
                    <a:pt x="1538811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12439837" y="2782302"/>
              <a:ext cx="1417320" cy="1326515"/>
            </a:xfrm>
            <a:custGeom>
              <a:avLst/>
              <a:gdLst/>
              <a:ahLst/>
              <a:cxnLst/>
              <a:rect l="l" t="t" r="r" b="b"/>
              <a:pathLst>
                <a:path w="1417319" h="1326514">
                  <a:moveTo>
                    <a:pt x="1409653" y="0"/>
                  </a:moveTo>
                  <a:lnTo>
                    <a:pt x="1400952" y="0"/>
                  </a:lnTo>
                  <a:lnTo>
                    <a:pt x="7057" y="0"/>
                  </a:lnTo>
                  <a:lnTo>
                    <a:pt x="0" y="7057"/>
                  </a:lnTo>
                  <a:lnTo>
                    <a:pt x="0" y="1326106"/>
                  </a:lnTo>
                  <a:lnTo>
                    <a:pt x="1416710" y="1326106"/>
                  </a:lnTo>
                  <a:lnTo>
                    <a:pt x="1416710" y="7057"/>
                  </a:lnTo>
                  <a:lnTo>
                    <a:pt x="1409653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12483167" y="2825627"/>
              <a:ext cx="1330325" cy="1241425"/>
            </a:xfrm>
            <a:custGeom>
              <a:avLst/>
              <a:gdLst/>
              <a:ahLst/>
              <a:cxnLst/>
              <a:rect l="l" t="t" r="r" b="b"/>
              <a:pathLst>
                <a:path w="1330325" h="1241425">
                  <a:moveTo>
                    <a:pt x="1326525" y="0"/>
                  </a:moveTo>
                  <a:lnTo>
                    <a:pt x="3518" y="0"/>
                  </a:lnTo>
                  <a:lnTo>
                    <a:pt x="0" y="3528"/>
                  </a:lnTo>
                  <a:lnTo>
                    <a:pt x="0" y="1237899"/>
                  </a:lnTo>
                  <a:lnTo>
                    <a:pt x="3518" y="1241428"/>
                  </a:lnTo>
                  <a:lnTo>
                    <a:pt x="7874" y="1241428"/>
                  </a:lnTo>
                  <a:lnTo>
                    <a:pt x="1326525" y="1241428"/>
                  </a:lnTo>
                  <a:lnTo>
                    <a:pt x="1330043" y="1237899"/>
                  </a:lnTo>
                  <a:lnTo>
                    <a:pt x="1330043" y="3528"/>
                  </a:lnTo>
                  <a:lnTo>
                    <a:pt x="1326525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2451653" y="2794115"/>
              <a:ext cx="1393190" cy="1304925"/>
            </a:xfrm>
            <a:custGeom>
              <a:avLst/>
              <a:gdLst/>
              <a:ahLst/>
              <a:cxnLst/>
              <a:rect l="l" t="t" r="r" b="b"/>
              <a:pathLst>
                <a:path w="1393190" h="1304925">
                  <a:moveTo>
                    <a:pt x="1387779" y="0"/>
                  </a:moveTo>
                  <a:lnTo>
                    <a:pt x="5287" y="0"/>
                  </a:lnTo>
                  <a:lnTo>
                    <a:pt x="0" y="5298"/>
                  </a:lnTo>
                  <a:lnTo>
                    <a:pt x="0" y="1299164"/>
                  </a:lnTo>
                  <a:lnTo>
                    <a:pt x="5287" y="1304452"/>
                  </a:lnTo>
                  <a:lnTo>
                    <a:pt x="1387779" y="1304452"/>
                  </a:lnTo>
                  <a:lnTo>
                    <a:pt x="1393078" y="1299164"/>
                  </a:lnTo>
                  <a:lnTo>
                    <a:pt x="1393078" y="1272935"/>
                  </a:lnTo>
                  <a:lnTo>
                    <a:pt x="35035" y="1272935"/>
                  </a:lnTo>
                  <a:lnTo>
                    <a:pt x="31506" y="1269416"/>
                  </a:lnTo>
                  <a:lnTo>
                    <a:pt x="31506" y="35046"/>
                  </a:lnTo>
                  <a:lnTo>
                    <a:pt x="35035" y="31517"/>
                  </a:lnTo>
                  <a:lnTo>
                    <a:pt x="1393078" y="31517"/>
                  </a:lnTo>
                  <a:lnTo>
                    <a:pt x="1393078" y="5298"/>
                  </a:lnTo>
                  <a:lnTo>
                    <a:pt x="1387779" y="0"/>
                  </a:lnTo>
                  <a:close/>
                </a:path>
                <a:path w="1393190" h="1304925">
                  <a:moveTo>
                    <a:pt x="730920" y="31517"/>
                  </a:moveTo>
                  <a:lnTo>
                    <a:pt x="662157" y="31517"/>
                  </a:lnTo>
                  <a:lnTo>
                    <a:pt x="665686" y="35046"/>
                  </a:lnTo>
                  <a:lnTo>
                    <a:pt x="665686" y="1269416"/>
                  </a:lnTo>
                  <a:lnTo>
                    <a:pt x="662157" y="1272935"/>
                  </a:lnTo>
                  <a:lnTo>
                    <a:pt x="730920" y="1272935"/>
                  </a:lnTo>
                  <a:lnTo>
                    <a:pt x="727391" y="1269416"/>
                  </a:lnTo>
                  <a:lnTo>
                    <a:pt x="727391" y="35046"/>
                  </a:lnTo>
                  <a:lnTo>
                    <a:pt x="730920" y="31517"/>
                  </a:lnTo>
                  <a:close/>
                </a:path>
                <a:path w="1393190" h="1304925">
                  <a:moveTo>
                    <a:pt x="1393078" y="31517"/>
                  </a:moveTo>
                  <a:lnTo>
                    <a:pt x="1358031" y="31517"/>
                  </a:lnTo>
                  <a:lnTo>
                    <a:pt x="1361560" y="35046"/>
                  </a:lnTo>
                  <a:lnTo>
                    <a:pt x="1361560" y="1269416"/>
                  </a:lnTo>
                  <a:lnTo>
                    <a:pt x="1358031" y="1272935"/>
                  </a:lnTo>
                  <a:lnTo>
                    <a:pt x="1393078" y="1272935"/>
                  </a:lnTo>
                  <a:lnTo>
                    <a:pt x="1393078" y="31517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12325608" y="4108413"/>
              <a:ext cx="1645285" cy="95885"/>
            </a:xfrm>
            <a:custGeom>
              <a:avLst/>
              <a:gdLst/>
              <a:ahLst/>
              <a:cxnLst/>
              <a:rect l="l" t="t" r="r" b="b"/>
              <a:pathLst>
                <a:path w="1645284" h="95885">
                  <a:moveTo>
                    <a:pt x="1625468" y="0"/>
                  </a:moveTo>
                  <a:lnTo>
                    <a:pt x="19695" y="0"/>
                  </a:lnTo>
                  <a:lnTo>
                    <a:pt x="12028" y="1547"/>
                  </a:lnTo>
                  <a:lnTo>
                    <a:pt x="5768" y="5768"/>
                  </a:lnTo>
                  <a:lnTo>
                    <a:pt x="1547" y="12028"/>
                  </a:lnTo>
                  <a:lnTo>
                    <a:pt x="0" y="19695"/>
                  </a:lnTo>
                  <a:lnTo>
                    <a:pt x="0" y="76154"/>
                  </a:lnTo>
                  <a:lnTo>
                    <a:pt x="1547" y="83821"/>
                  </a:lnTo>
                  <a:lnTo>
                    <a:pt x="5768" y="90082"/>
                  </a:lnTo>
                  <a:lnTo>
                    <a:pt x="12028" y="94302"/>
                  </a:lnTo>
                  <a:lnTo>
                    <a:pt x="19695" y="95850"/>
                  </a:lnTo>
                  <a:lnTo>
                    <a:pt x="1625468" y="95850"/>
                  </a:lnTo>
                  <a:lnTo>
                    <a:pt x="1633135" y="94302"/>
                  </a:lnTo>
                  <a:lnTo>
                    <a:pt x="1639396" y="90082"/>
                  </a:lnTo>
                  <a:lnTo>
                    <a:pt x="1643617" y="83821"/>
                  </a:lnTo>
                  <a:lnTo>
                    <a:pt x="1645164" y="76154"/>
                  </a:lnTo>
                  <a:lnTo>
                    <a:pt x="1645164" y="19695"/>
                  </a:lnTo>
                  <a:lnTo>
                    <a:pt x="1643617" y="12028"/>
                  </a:lnTo>
                  <a:lnTo>
                    <a:pt x="1639396" y="5768"/>
                  </a:lnTo>
                  <a:lnTo>
                    <a:pt x="1633135" y="1547"/>
                  </a:lnTo>
                  <a:lnTo>
                    <a:pt x="1625468" y="0"/>
                  </a:lnTo>
                  <a:close/>
                </a:path>
              </a:pathLst>
            </a:custGeom>
            <a:solidFill>
              <a:srgbClr val="BC9F7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45" name="object 445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841192" y="5596039"/>
            <a:ext cx="208405" cy="183240"/>
          </a:xfrm>
          <a:prstGeom prst="rect">
            <a:avLst/>
          </a:prstGeom>
        </p:spPr>
      </p:pic>
      <p:pic>
        <p:nvPicPr>
          <p:cNvPr id="446" name="object 446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2507813" y="5596035"/>
            <a:ext cx="208736" cy="183243"/>
          </a:xfrm>
          <a:prstGeom prst="rect">
            <a:avLst/>
          </a:prstGeom>
        </p:spPr>
      </p:pic>
      <p:pic>
        <p:nvPicPr>
          <p:cNvPr id="447" name="object 447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245524" y="5596039"/>
            <a:ext cx="208397" cy="183240"/>
          </a:xfrm>
          <a:prstGeom prst="rect">
            <a:avLst/>
          </a:prstGeom>
        </p:spPr>
      </p:pic>
      <p:pic>
        <p:nvPicPr>
          <p:cNvPr id="448" name="object 448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2912134" y="5596035"/>
            <a:ext cx="208729" cy="183243"/>
          </a:xfrm>
          <a:prstGeom prst="rect">
            <a:avLst/>
          </a:prstGeom>
        </p:spPr>
      </p:pic>
      <p:grpSp>
        <p:nvGrpSpPr>
          <p:cNvPr id="449" name="object 449" descr=""/>
          <p:cNvGrpSpPr/>
          <p:nvPr/>
        </p:nvGrpSpPr>
        <p:grpSpPr>
          <a:xfrm>
            <a:off x="10691214" y="4659114"/>
            <a:ext cx="2579370" cy="937260"/>
            <a:chOff x="10691214" y="4659114"/>
            <a:chExt cx="2579370" cy="937260"/>
          </a:xfrm>
        </p:grpSpPr>
        <p:sp>
          <p:nvSpPr>
            <p:cNvPr id="450" name="object 450" descr=""/>
            <p:cNvSpPr/>
            <p:nvPr/>
          </p:nvSpPr>
          <p:spPr>
            <a:xfrm>
              <a:off x="10691214" y="4659114"/>
              <a:ext cx="509270" cy="937260"/>
            </a:xfrm>
            <a:custGeom>
              <a:avLst/>
              <a:gdLst/>
              <a:ahLst/>
              <a:cxnLst/>
              <a:rect l="l" t="t" r="r" b="b"/>
              <a:pathLst>
                <a:path w="509270" h="937260">
                  <a:moveTo>
                    <a:pt x="509042" y="0"/>
                  </a:moveTo>
                  <a:lnTo>
                    <a:pt x="0" y="0"/>
                  </a:lnTo>
                  <a:lnTo>
                    <a:pt x="0" y="936924"/>
                  </a:lnTo>
                  <a:lnTo>
                    <a:pt x="509042" y="936924"/>
                  </a:lnTo>
                  <a:lnTo>
                    <a:pt x="509042" y="0"/>
                  </a:lnTo>
                  <a:close/>
                </a:path>
              </a:pathLst>
            </a:custGeom>
            <a:solidFill>
              <a:srgbClr val="A4C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11200266" y="4659135"/>
              <a:ext cx="2070735" cy="937260"/>
            </a:xfrm>
            <a:custGeom>
              <a:avLst/>
              <a:gdLst/>
              <a:ahLst/>
              <a:cxnLst/>
              <a:rect l="l" t="t" r="r" b="b"/>
              <a:pathLst>
                <a:path w="2070734" h="937260">
                  <a:moveTo>
                    <a:pt x="2070272" y="0"/>
                  </a:moveTo>
                  <a:lnTo>
                    <a:pt x="0" y="0"/>
                  </a:lnTo>
                  <a:lnTo>
                    <a:pt x="0" y="936903"/>
                  </a:lnTo>
                  <a:lnTo>
                    <a:pt x="2070272" y="936903"/>
                  </a:lnTo>
                  <a:lnTo>
                    <a:pt x="2070272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11228297" y="4698799"/>
              <a:ext cx="817244" cy="346075"/>
            </a:xfrm>
            <a:custGeom>
              <a:avLst/>
              <a:gdLst/>
              <a:ahLst/>
              <a:cxnLst/>
              <a:rect l="l" t="t" r="r" b="b"/>
              <a:pathLst>
                <a:path w="817245" h="346075">
                  <a:moveTo>
                    <a:pt x="816634" y="0"/>
                  </a:moveTo>
                  <a:lnTo>
                    <a:pt x="0" y="0"/>
                  </a:lnTo>
                  <a:lnTo>
                    <a:pt x="0" y="345664"/>
                  </a:lnTo>
                  <a:lnTo>
                    <a:pt x="816634" y="345664"/>
                  </a:lnTo>
                  <a:lnTo>
                    <a:pt x="816634" y="0"/>
                  </a:lnTo>
                  <a:close/>
                </a:path>
              </a:pathLst>
            </a:custGeom>
            <a:solidFill>
              <a:srgbClr val="9EC6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11990158" y="5235338"/>
              <a:ext cx="583565" cy="142240"/>
            </a:xfrm>
            <a:custGeom>
              <a:avLst/>
              <a:gdLst/>
              <a:ahLst/>
              <a:cxnLst/>
              <a:rect l="l" t="t" r="r" b="b"/>
              <a:pathLst>
                <a:path w="583565" h="142239">
                  <a:moveTo>
                    <a:pt x="583102" y="0"/>
                  </a:moveTo>
                  <a:lnTo>
                    <a:pt x="0" y="0"/>
                  </a:lnTo>
                  <a:lnTo>
                    <a:pt x="0" y="141775"/>
                  </a:lnTo>
                  <a:lnTo>
                    <a:pt x="583102" y="141775"/>
                  </a:lnTo>
                  <a:lnTo>
                    <a:pt x="583102" y="0"/>
                  </a:lnTo>
                  <a:close/>
                </a:path>
              </a:pathLst>
            </a:custGeom>
            <a:solidFill>
              <a:srgbClr val="CFE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11990158" y="5084117"/>
              <a:ext cx="342265" cy="111760"/>
            </a:xfrm>
            <a:custGeom>
              <a:avLst/>
              <a:gdLst/>
              <a:ahLst/>
              <a:cxnLst/>
              <a:rect l="l" t="t" r="r" b="b"/>
              <a:pathLst>
                <a:path w="342265" h="111760">
                  <a:moveTo>
                    <a:pt x="342240" y="0"/>
                  </a:moveTo>
                  <a:lnTo>
                    <a:pt x="0" y="0"/>
                  </a:lnTo>
                  <a:lnTo>
                    <a:pt x="0" y="111567"/>
                  </a:lnTo>
                  <a:lnTo>
                    <a:pt x="342240" y="111567"/>
                  </a:lnTo>
                  <a:lnTo>
                    <a:pt x="342240" y="0"/>
                  </a:lnTo>
                  <a:close/>
                </a:path>
              </a:pathLst>
            </a:custGeom>
            <a:solidFill>
              <a:srgbClr val="3D8C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12857430" y="4698799"/>
              <a:ext cx="385445" cy="227965"/>
            </a:xfrm>
            <a:custGeom>
              <a:avLst/>
              <a:gdLst/>
              <a:ahLst/>
              <a:cxnLst/>
              <a:rect l="l" t="t" r="r" b="b"/>
              <a:pathLst>
                <a:path w="385444" h="227964">
                  <a:moveTo>
                    <a:pt x="385066" y="0"/>
                  </a:moveTo>
                  <a:lnTo>
                    <a:pt x="0" y="0"/>
                  </a:lnTo>
                  <a:lnTo>
                    <a:pt x="0" y="227438"/>
                  </a:lnTo>
                  <a:lnTo>
                    <a:pt x="385066" y="227438"/>
                  </a:lnTo>
                  <a:lnTo>
                    <a:pt x="385066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12072973" y="4698799"/>
              <a:ext cx="259715" cy="346075"/>
            </a:xfrm>
            <a:custGeom>
              <a:avLst/>
              <a:gdLst/>
              <a:ahLst/>
              <a:cxnLst/>
              <a:rect l="l" t="t" r="r" b="b"/>
              <a:pathLst>
                <a:path w="259715" h="346075">
                  <a:moveTo>
                    <a:pt x="259426" y="0"/>
                  </a:moveTo>
                  <a:lnTo>
                    <a:pt x="0" y="0"/>
                  </a:lnTo>
                  <a:lnTo>
                    <a:pt x="0" y="345664"/>
                  </a:lnTo>
                  <a:lnTo>
                    <a:pt x="259426" y="345664"/>
                  </a:lnTo>
                  <a:lnTo>
                    <a:pt x="259426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12360440" y="4698799"/>
              <a:ext cx="469265" cy="497205"/>
            </a:xfrm>
            <a:custGeom>
              <a:avLst/>
              <a:gdLst/>
              <a:ahLst/>
              <a:cxnLst/>
              <a:rect l="l" t="t" r="r" b="b"/>
              <a:pathLst>
                <a:path w="469265" h="497204">
                  <a:moveTo>
                    <a:pt x="468949" y="0"/>
                  </a:moveTo>
                  <a:lnTo>
                    <a:pt x="0" y="0"/>
                  </a:lnTo>
                  <a:lnTo>
                    <a:pt x="0" y="496895"/>
                  </a:lnTo>
                  <a:lnTo>
                    <a:pt x="468949" y="496895"/>
                  </a:lnTo>
                  <a:lnTo>
                    <a:pt x="468949" y="0"/>
                  </a:lnTo>
                  <a:close/>
                </a:path>
              </a:pathLst>
            </a:custGeom>
            <a:solidFill>
              <a:srgbClr val="B5D3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11990158" y="5416777"/>
              <a:ext cx="674370" cy="139700"/>
            </a:xfrm>
            <a:custGeom>
              <a:avLst/>
              <a:gdLst/>
              <a:ahLst/>
              <a:cxnLst/>
              <a:rect l="l" t="t" r="r" b="b"/>
              <a:pathLst>
                <a:path w="674370" h="139700">
                  <a:moveTo>
                    <a:pt x="674199" y="0"/>
                  </a:moveTo>
                  <a:lnTo>
                    <a:pt x="0" y="0"/>
                  </a:lnTo>
                  <a:lnTo>
                    <a:pt x="0" y="139608"/>
                  </a:lnTo>
                  <a:lnTo>
                    <a:pt x="674199" y="139608"/>
                  </a:lnTo>
                  <a:lnTo>
                    <a:pt x="674199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11228297" y="5084117"/>
              <a:ext cx="734060" cy="472440"/>
            </a:xfrm>
            <a:custGeom>
              <a:avLst/>
              <a:gdLst/>
              <a:ahLst/>
              <a:cxnLst/>
              <a:rect l="l" t="t" r="r" b="b"/>
              <a:pathLst>
                <a:path w="734059" h="472439">
                  <a:moveTo>
                    <a:pt x="733820" y="0"/>
                  </a:moveTo>
                  <a:lnTo>
                    <a:pt x="0" y="0"/>
                  </a:lnTo>
                  <a:lnTo>
                    <a:pt x="0" y="472257"/>
                  </a:lnTo>
                  <a:lnTo>
                    <a:pt x="733820" y="472257"/>
                  </a:lnTo>
                  <a:lnTo>
                    <a:pt x="73382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12692399" y="5416777"/>
              <a:ext cx="245745" cy="139700"/>
            </a:xfrm>
            <a:custGeom>
              <a:avLst/>
              <a:gdLst/>
              <a:ahLst/>
              <a:cxnLst/>
              <a:rect l="l" t="t" r="r" b="b"/>
              <a:pathLst>
                <a:path w="245745" h="139700">
                  <a:moveTo>
                    <a:pt x="245228" y="0"/>
                  </a:moveTo>
                  <a:lnTo>
                    <a:pt x="0" y="0"/>
                  </a:lnTo>
                  <a:lnTo>
                    <a:pt x="0" y="139608"/>
                  </a:lnTo>
                  <a:lnTo>
                    <a:pt x="245228" y="139608"/>
                  </a:lnTo>
                  <a:lnTo>
                    <a:pt x="245228" y="0"/>
                  </a:lnTo>
                  <a:close/>
                </a:path>
              </a:pathLst>
            </a:custGeom>
            <a:solidFill>
              <a:srgbClr val="3D8C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12965668" y="5235348"/>
              <a:ext cx="276860" cy="321310"/>
            </a:xfrm>
            <a:custGeom>
              <a:avLst/>
              <a:gdLst/>
              <a:ahLst/>
              <a:cxnLst/>
              <a:rect l="l" t="t" r="r" b="b"/>
              <a:pathLst>
                <a:path w="276859" h="321310">
                  <a:moveTo>
                    <a:pt x="276818" y="0"/>
                  </a:moveTo>
                  <a:lnTo>
                    <a:pt x="0" y="0"/>
                  </a:lnTo>
                  <a:lnTo>
                    <a:pt x="0" y="321037"/>
                  </a:lnTo>
                  <a:lnTo>
                    <a:pt x="276818" y="321037"/>
                  </a:lnTo>
                  <a:lnTo>
                    <a:pt x="276818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12601302" y="5235338"/>
              <a:ext cx="336550" cy="142240"/>
            </a:xfrm>
            <a:custGeom>
              <a:avLst/>
              <a:gdLst/>
              <a:ahLst/>
              <a:cxnLst/>
              <a:rect l="l" t="t" r="r" b="b"/>
              <a:pathLst>
                <a:path w="336550" h="142239">
                  <a:moveTo>
                    <a:pt x="336324" y="0"/>
                  </a:moveTo>
                  <a:lnTo>
                    <a:pt x="0" y="0"/>
                  </a:lnTo>
                  <a:lnTo>
                    <a:pt x="0" y="141775"/>
                  </a:lnTo>
                  <a:lnTo>
                    <a:pt x="336324" y="141775"/>
                  </a:lnTo>
                  <a:lnTo>
                    <a:pt x="336324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12857430" y="4965890"/>
              <a:ext cx="385445" cy="229870"/>
            </a:xfrm>
            <a:custGeom>
              <a:avLst/>
              <a:gdLst/>
              <a:ahLst/>
              <a:cxnLst/>
              <a:rect l="l" t="t" r="r" b="b"/>
              <a:pathLst>
                <a:path w="385444" h="229870">
                  <a:moveTo>
                    <a:pt x="385066" y="0"/>
                  </a:moveTo>
                  <a:lnTo>
                    <a:pt x="0" y="0"/>
                  </a:lnTo>
                  <a:lnTo>
                    <a:pt x="0" y="229794"/>
                  </a:lnTo>
                  <a:lnTo>
                    <a:pt x="385066" y="229794"/>
                  </a:lnTo>
                  <a:lnTo>
                    <a:pt x="385066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11590554" y="4782102"/>
              <a:ext cx="1480185" cy="774700"/>
            </a:xfrm>
            <a:custGeom>
              <a:avLst/>
              <a:gdLst/>
              <a:ahLst/>
              <a:cxnLst/>
              <a:rect l="l" t="t" r="r" b="b"/>
              <a:pathLst>
                <a:path w="1480184" h="774700">
                  <a:moveTo>
                    <a:pt x="9309" y="302031"/>
                  </a:moveTo>
                  <a:lnTo>
                    <a:pt x="0" y="302031"/>
                  </a:lnTo>
                  <a:lnTo>
                    <a:pt x="0" y="774293"/>
                  </a:lnTo>
                  <a:lnTo>
                    <a:pt x="9309" y="774293"/>
                  </a:lnTo>
                  <a:lnTo>
                    <a:pt x="9309" y="302031"/>
                  </a:lnTo>
                  <a:close/>
                </a:path>
                <a:path w="1480184" h="774700">
                  <a:moveTo>
                    <a:pt x="1480108" y="29286"/>
                  </a:moveTo>
                  <a:lnTo>
                    <a:pt x="1478470" y="17881"/>
                  </a:lnTo>
                  <a:lnTo>
                    <a:pt x="1474038" y="8572"/>
                  </a:lnTo>
                  <a:lnTo>
                    <a:pt x="1467459" y="2298"/>
                  </a:lnTo>
                  <a:lnTo>
                    <a:pt x="1459407" y="0"/>
                  </a:lnTo>
                  <a:lnTo>
                    <a:pt x="1451343" y="2298"/>
                  </a:lnTo>
                  <a:lnTo>
                    <a:pt x="1444764" y="8572"/>
                  </a:lnTo>
                  <a:lnTo>
                    <a:pt x="1440332" y="17881"/>
                  </a:lnTo>
                  <a:lnTo>
                    <a:pt x="1438706" y="29286"/>
                  </a:lnTo>
                  <a:lnTo>
                    <a:pt x="1440332" y="40678"/>
                  </a:lnTo>
                  <a:lnTo>
                    <a:pt x="1444764" y="49987"/>
                  </a:lnTo>
                  <a:lnTo>
                    <a:pt x="1451343" y="56261"/>
                  </a:lnTo>
                  <a:lnTo>
                    <a:pt x="1459407" y="58559"/>
                  </a:lnTo>
                  <a:lnTo>
                    <a:pt x="1467459" y="56261"/>
                  </a:lnTo>
                  <a:lnTo>
                    <a:pt x="1474038" y="49987"/>
                  </a:lnTo>
                  <a:lnTo>
                    <a:pt x="1478470" y="40678"/>
                  </a:lnTo>
                  <a:lnTo>
                    <a:pt x="1480108" y="29286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2745797" y="5051469"/>
              <a:ext cx="325120" cy="288290"/>
            </a:xfrm>
            <a:custGeom>
              <a:avLst/>
              <a:gdLst/>
              <a:ahLst/>
              <a:cxnLst/>
              <a:rect l="l" t="t" r="r" b="b"/>
              <a:pathLst>
                <a:path w="325119" h="288289">
                  <a:moveTo>
                    <a:pt x="47459" y="254723"/>
                  </a:moveTo>
                  <a:lnTo>
                    <a:pt x="45593" y="241655"/>
                  </a:lnTo>
                  <a:lnTo>
                    <a:pt x="40513" y="230987"/>
                  </a:lnTo>
                  <a:lnTo>
                    <a:pt x="32956" y="223799"/>
                  </a:lnTo>
                  <a:lnTo>
                    <a:pt x="23723" y="221157"/>
                  </a:lnTo>
                  <a:lnTo>
                    <a:pt x="14490" y="223799"/>
                  </a:lnTo>
                  <a:lnTo>
                    <a:pt x="6946" y="230987"/>
                  </a:lnTo>
                  <a:lnTo>
                    <a:pt x="1854" y="241655"/>
                  </a:lnTo>
                  <a:lnTo>
                    <a:pt x="0" y="254723"/>
                  </a:lnTo>
                  <a:lnTo>
                    <a:pt x="1854" y="267792"/>
                  </a:lnTo>
                  <a:lnTo>
                    <a:pt x="6946" y="278460"/>
                  </a:lnTo>
                  <a:lnTo>
                    <a:pt x="14490" y="285648"/>
                  </a:lnTo>
                  <a:lnTo>
                    <a:pt x="23723" y="288290"/>
                  </a:lnTo>
                  <a:lnTo>
                    <a:pt x="32956" y="285648"/>
                  </a:lnTo>
                  <a:lnTo>
                    <a:pt x="40513" y="278460"/>
                  </a:lnTo>
                  <a:lnTo>
                    <a:pt x="45593" y="267792"/>
                  </a:lnTo>
                  <a:lnTo>
                    <a:pt x="47459" y="254723"/>
                  </a:lnTo>
                  <a:close/>
                </a:path>
                <a:path w="325119" h="288289">
                  <a:moveTo>
                    <a:pt x="324866" y="29273"/>
                  </a:moveTo>
                  <a:lnTo>
                    <a:pt x="323227" y="17881"/>
                  </a:lnTo>
                  <a:lnTo>
                    <a:pt x="318795" y="8572"/>
                  </a:lnTo>
                  <a:lnTo>
                    <a:pt x="312216" y="2298"/>
                  </a:lnTo>
                  <a:lnTo>
                    <a:pt x="304165" y="0"/>
                  </a:lnTo>
                  <a:lnTo>
                    <a:pt x="296100" y="2298"/>
                  </a:lnTo>
                  <a:lnTo>
                    <a:pt x="289521" y="8572"/>
                  </a:lnTo>
                  <a:lnTo>
                    <a:pt x="285089" y="17881"/>
                  </a:lnTo>
                  <a:lnTo>
                    <a:pt x="283464" y="29273"/>
                  </a:lnTo>
                  <a:lnTo>
                    <a:pt x="285089" y="40665"/>
                  </a:lnTo>
                  <a:lnTo>
                    <a:pt x="289521" y="49974"/>
                  </a:lnTo>
                  <a:lnTo>
                    <a:pt x="296100" y="56248"/>
                  </a:lnTo>
                  <a:lnTo>
                    <a:pt x="304165" y="58547"/>
                  </a:lnTo>
                  <a:lnTo>
                    <a:pt x="312216" y="56248"/>
                  </a:lnTo>
                  <a:lnTo>
                    <a:pt x="318795" y="49974"/>
                  </a:lnTo>
                  <a:lnTo>
                    <a:pt x="323227" y="40665"/>
                  </a:lnTo>
                  <a:lnTo>
                    <a:pt x="324866" y="29273"/>
                  </a:lnTo>
                  <a:close/>
                </a:path>
              </a:pathLst>
            </a:custGeom>
            <a:solidFill>
              <a:srgbClr val="8EBB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12176053" y="4836376"/>
              <a:ext cx="47625" cy="67310"/>
            </a:xfrm>
            <a:custGeom>
              <a:avLst/>
              <a:gdLst/>
              <a:ahLst/>
              <a:cxnLst/>
              <a:rect l="l" t="t" r="r" b="b"/>
              <a:pathLst>
                <a:path w="47625" h="67310">
                  <a:moveTo>
                    <a:pt x="23737" y="0"/>
                  </a:moveTo>
                  <a:lnTo>
                    <a:pt x="14497" y="2637"/>
                  </a:lnTo>
                  <a:lnTo>
                    <a:pt x="6952" y="9829"/>
                  </a:lnTo>
                  <a:lnTo>
                    <a:pt x="1865" y="20496"/>
                  </a:lnTo>
                  <a:lnTo>
                    <a:pt x="0" y="33559"/>
                  </a:lnTo>
                  <a:lnTo>
                    <a:pt x="1865" y="46623"/>
                  </a:lnTo>
                  <a:lnTo>
                    <a:pt x="6952" y="57294"/>
                  </a:lnTo>
                  <a:lnTo>
                    <a:pt x="14497" y="64489"/>
                  </a:lnTo>
                  <a:lnTo>
                    <a:pt x="23737" y="67128"/>
                  </a:lnTo>
                  <a:lnTo>
                    <a:pt x="32971" y="64489"/>
                  </a:lnTo>
                  <a:lnTo>
                    <a:pt x="40513" y="57294"/>
                  </a:lnTo>
                  <a:lnTo>
                    <a:pt x="45599" y="46623"/>
                  </a:lnTo>
                  <a:lnTo>
                    <a:pt x="47464" y="33559"/>
                  </a:lnTo>
                  <a:lnTo>
                    <a:pt x="45599" y="20496"/>
                  </a:lnTo>
                  <a:lnTo>
                    <a:pt x="40513" y="9829"/>
                  </a:lnTo>
                  <a:lnTo>
                    <a:pt x="32971" y="2637"/>
                  </a:lnTo>
                  <a:lnTo>
                    <a:pt x="23737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7" name="object 46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393062" y="4900171"/>
              <a:ext cx="64898" cy="91777"/>
            </a:xfrm>
            <a:prstGeom prst="rect">
              <a:avLst/>
            </a:prstGeom>
          </p:spPr>
        </p:pic>
        <p:sp>
          <p:nvSpPr>
            <p:cNvPr id="468" name="object 468" descr=""/>
            <p:cNvSpPr/>
            <p:nvPr/>
          </p:nvSpPr>
          <p:spPr>
            <a:xfrm>
              <a:off x="12146039" y="5118347"/>
              <a:ext cx="683895" cy="390525"/>
            </a:xfrm>
            <a:custGeom>
              <a:avLst/>
              <a:gdLst/>
              <a:ahLst/>
              <a:cxnLst/>
              <a:rect l="l" t="t" r="r" b="b"/>
              <a:pathLst>
                <a:path w="683895" h="390525">
                  <a:moveTo>
                    <a:pt x="29641" y="20955"/>
                  </a:moveTo>
                  <a:lnTo>
                    <a:pt x="28473" y="12801"/>
                  </a:lnTo>
                  <a:lnTo>
                    <a:pt x="25298" y="6134"/>
                  </a:lnTo>
                  <a:lnTo>
                    <a:pt x="20586" y="1651"/>
                  </a:lnTo>
                  <a:lnTo>
                    <a:pt x="14820" y="0"/>
                  </a:lnTo>
                  <a:lnTo>
                    <a:pt x="9055" y="1651"/>
                  </a:lnTo>
                  <a:lnTo>
                    <a:pt x="4343" y="6134"/>
                  </a:lnTo>
                  <a:lnTo>
                    <a:pt x="1168" y="12801"/>
                  </a:lnTo>
                  <a:lnTo>
                    <a:pt x="0" y="20955"/>
                  </a:lnTo>
                  <a:lnTo>
                    <a:pt x="1168" y="29108"/>
                  </a:lnTo>
                  <a:lnTo>
                    <a:pt x="4343" y="35763"/>
                  </a:lnTo>
                  <a:lnTo>
                    <a:pt x="9055" y="40259"/>
                  </a:lnTo>
                  <a:lnTo>
                    <a:pt x="14820" y="41910"/>
                  </a:lnTo>
                  <a:lnTo>
                    <a:pt x="20586" y="40259"/>
                  </a:lnTo>
                  <a:lnTo>
                    <a:pt x="25298" y="35763"/>
                  </a:lnTo>
                  <a:lnTo>
                    <a:pt x="28473" y="29108"/>
                  </a:lnTo>
                  <a:lnTo>
                    <a:pt x="29641" y="20955"/>
                  </a:lnTo>
                  <a:close/>
                </a:path>
                <a:path w="683895" h="390525">
                  <a:moveTo>
                    <a:pt x="683844" y="369366"/>
                  </a:moveTo>
                  <a:lnTo>
                    <a:pt x="682675" y="361213"/>
                  </a:lnTo>
                  <a:lnTo>
                    <a:pt x="679500" y="354558"/>
                  </a:lnTo>
                  <a:lnTo>
                    <a:pt x="674789" y="350062"/>
                  </a:lnTo>
                  <a:lnTo>
                    <a:pt x="669036" y="348411"/>
                  </a:lnTo>
                  <a:lnTo>
                    <a:pt x="663270" y="350062"/>
                  </a:lnTo>
                  <a:lnTo>
                    <a:pt x="658558" y="354558"/>
                  </a:lnTo>
                  <a:lnTo>
                    <a:pt x="655383" y="361213"/>
                  </a:lnTo>
                  <a:lnTo>
                    <a:pt x="654215" y="369366"/>
                  </a:lnTo>
                  <a:lnTo>
                    <a:pt x="655383" y="377520"/>
                  </a:lnTo>
                  <a:lnTo>
                    <a:pt x="658558" y="384187"/>
                  </a:lnTo>
                  <a:lnTo>
                    <a:pt x="663270" y="388670"/>
                  </a:lnTo>
                  <a:lnTo>
                    <a:pt x="669036" y="390321"/>
                  </a:lnTo>
                  <a:lnTo>
                    <a:pt x="674789" y="388670"/>
                  </a:lnTo>
                  <a:lnTo>
                    <a:pt x="679500" y="384187"/>
                  </a:lnTo>
                  <a:lnTo>
                    <a:pt x="682675" y="377520"/>
                  </a:lnTo>
                  <a:lnTo>
                    <a:pt x="683844" y="369366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13080800" y="5279852"/>
              <a:ext cx="46990" cy="66040"/>
            </a:xfrm>
            <a:custGeom>
              <a:avLst/>
              <a:gdLst/>
              <a:ahLst/>
              <a:cxnLst/>
              <a:rect l="l" t="t" r="r" b="b"/>
              <a:pathLst>
                <a:path w="46990" h="66039">
                  <a:moveTo>
                    <a:pt x="23287" y="0"/>
                  </a:moveTo>
                  <a:lnTo>
                    <a:pt x="14224" y="2586"/>
                  </a:lnTo>
                  <a:lnTo>
                    <a:pt x="6821" y="9639"/>
                  </a:lnTo>
                  <a:lnTo>
                    <a:pt x="1830" y="20103"/>
                  </a:lnTo>
                  <a:lnTo>
                    <a:pt x="0" y="32920"/>
                  </a:lnTo>
                  <a:lnTo>
                    <a:pt x="1830" y="45738"/>
                  </a:lnTo>
                  <a:lnTo>
                    <a:pt x="6821" y="56206"/>
                  </a:lnTo>
                  <a:lnTo>
                    <a:pt x="14224" y="63263"/>
                  </a:lnTo>
                  <a:lnTo>
                    <a:pt x="23287" y="65851"/>
                  </a:lnTo>
                  <a:lnTo>
                    <a:pt x="32348" y="63263"/>
                  </a:lnTo>
                  <a:lnTo>
                    <a:pt x="39747" y="56206"/>
                  </a:lnTo>
                  <a:lnTo>
                    <a:pt x="44735" y="45738"/>
                  </a:lnTo>
                  <a:lnTo>
                    <a:pt x="46564" y="32920"/>
                  </a:lnTo>
                  <a:lnTo>
                    <a:pt x="44735" y="20103"/>
                  </a:lnTo>
                  <a:lnTo>
                    <a:pt x="39747" y="9639"/>
                  </a:lnTo>
                  <a:lnTo>
                    <a:pt x="32348" y="2586"/>
                  </a:lnTo>
                  <a:lnTo>
                    <a:pt x="23287" y="0"/>
                  </a:lnTo>
                  <a:close/>
                </a:path>
              </a:pathLst>
            </a:custGeom>
            <a:solidFill>
              <a:srgbClr val="8EBB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12179084" y="5287797"/>
              <a:ext cx="203835" cy="36830"/>
            </a:xfrm>
            <a:custGeom>
              <a:avLst/>
              <a:gdLst/>
              <a:ahLst/>
              <a:cxnLst/>
              <a:rect l="l" t="t" r="r" b="b"/>
              <a:pathLst>
                <a:path w="203834" h="36829">
                  <a:moveTo>
                    <a:pt x="203721" y="0"/>
                  </a:moveTo>
                  <a:lnTo>
                    <a:pt x="0" y="0"/>
                  </a:lnTo>
                  <a:lnTo>
                    <a:pt x="0" y="36773"/>
                  </a:lnTo>
                  <a:lnTo>
                    <a:pt x="203721" y="36773"/>
                  </a:lnTo>
                  <a:lnTo>
                    <a:pt x="203721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11548441" y="5262022"/>
              <a:ext cx="916940" cy="250825"/>
            </a:xfrm>
            <a:custGeom>
              <a:avLst/>
              <a:gdLst/>
              <a:ahLst/>
              <a:cxnLst/>
              <a:rect l="l" t="t" r="r" b="b"/>
              <a:pathLst>
                <a:path w="916940" h="250825">
                  <a:moveTo>
                    <a:pt x="18148" y="0"/>
                  </a:moveTo>
                  <a:lnTo>
                    <a:pt x="0" y="0"/>
                  </a:lnTo>
                  <a:lnTo>
                    <a:pt x="0" y="117614"/>
                  </a:lnTo>
                  <a:lnTo>
                    <a:pt x="18148" y="117614"/>
                  </a:lnTo>
                  <a:lnTo>
                    <a:pt x="18148" y="0"/>
                  </a:lnTo>
                  <a:close/>
                </a:path>
                <a:path w="916940" h="250825">
                  <a:moveTo>
                    <a:pt x="93522" y="0"/>
                  </a:moveTo>
                  <a:lnTo>
                    <a:pt x="75361" y="0"/>
                  </a:lnTo>
                  <a:lnTo>
                    <a:pt x="75361" y="117614"/>
                  </a:lnTo>
                  <a:lnTo>
                    <a:pt x="93522" y="117614"/>
                  </a:lnTo>
                  <a:lnTo>
                    <a:pt x="93522" y="0"/>
                  </a:lnTo>
                  <a:close/>
                </a:path>
                <a:path w="916940" h="250825">
                  <a:moveTo>
                    <a:pt x="916571" y="200685"/>
                  </a:moveTo>
                  <a:lnTo>
                    <a:pt x="904748" y="200685"/>
                  </a:lnTo>
                  <a:lnTo>
                    <a:pt x="904748" y="212636"/>
                  </a:lnTo>
                  <a:lnTo>
                    <a:pt x="651344" y="212636"/>
                  </a:lnTo>
                  <a:lnTo>
                    <a:pt x="651344" y="200685"/>
                  </a:lnTo>
                  <a:lnTo>
                    <a:pt x="639521" y="200685"/>
                  </a:lnTo>
                  <a:lnTo>
                    <a:pt x="639521" y="250710"/>
                  </a:lnTo>
                  <a:lnTo>
                    <a:pt x="651344" y="250710"/>
                  </a:lnTo>
                  <a:lnTo>
                    <a:pt x="651344" y="238760"/>
                  </a:lnTo>
                  <a:lnTo>
                    <a:pt x="904748" y="238760"/>
                  </a:lnTo>
                  <a:lnTo>
                    <a:pt x="904748" y="250710"/>
                  </a:lnTo>
                  <a:lnTo>
                    <a:pt x="916571" y="250710"/>
                  </a:lnTo>
                  <a:lnTo>
                    <a:pt x="916571" y="200685"/>
                  </a:lnTo>
                  <a:close/>
                </a:path>
              </a:pathLst>
            </a:custGeom>
            <a:solidFill>
              <a:srgbClr val="3D8C6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2" name="object 47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747496" y="4815198"/>
              <a:ext cx="197544" cy="229242"/>
            </a:xfrm>
            <a:prstGeom prst="rect">
              <a:avLst/>
            </a:prstGeom>
          </p:spPr>
        </p:pic>
        <p:sp>
          <p:nvSpPr>
            <p:cNvPr id="473" name="object 473" descr=""/>
            <p:cNvSpPr/>
            <p:nvPr/>
          </p:nvSpPr>
          <p:spPr>
            <a:xfrm>
              <a:off x="11725428" y="4774141"/>
              <a:ext cx="22225" cy="270510"/>
            </a:xfrm>
            <a:custGeom>
              <a:avLst/>
              <a:gdLst/>
              <a:ahLst/>
              <a:cxnLst/>
              <a:rect l="l" t="t" r="r" b="b"/>
              <a:pathLst>
                <a:path w="22225" h="270510">
                  <a:moveTo>
                    <a:pt x="22072" y="0"/>
                  </a:moveTo>
                  <a:lnTo>
                    <a:pt x="0" y="0"/>
                  </a:lnTo>
                  <a:lnTo>
                    <a:pt x="0" y="270295"/>
                  </a:lnTo>
                  <a:lnTo>
                    <a:pt x="22072" y="270295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11663036" y="4757774"/>
              <a:ext cx="43180" cy="12065"/>
            </a:xfrm>
            <a:custGeom>
              <a:avLst/>
              <a:gdLst/>
              <a:ahLst/>
              <a:cxnLst/>
              <a:rect l="l" t="t" r="r" b="b"/>
              <a:pathLst>
                <a:path w="43179" h="12064">
                  <a:moveTo>
                    <a:pt x="43066" y="0"/>
                  </a:moveTo>
                  <a:lnTo>
                    <a:pt x="0" y="0"/>
                  </a:lnTo>
                  <a:lnTo>
                    <a:pt x="0" y="11538"/>
                  </a:lnTo>
                  <a:lnTo>
                    <a:pt x="24281" y="11538"/>
                  </a:lnTo>
                  <a:lnTo>
                    <a:pt x="43066" y="11538"/>
                  </a:lnTo>
                  <a:lnTo>
                    <a:pt x="43066" y="0"/>
                  </a:lnTo>
                  <a:close/>
                </a:path>
              </a:pathLst>
            </a:custGeom>
            <a:solidFill>
              <a:srgbClr val="96C3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11706101" y="4757775"/>
              <a:ext cx="19685" cy="287020"/>
            </a:xfrm>
            <a:custGeom>
              <a:avLst/>
              <a:gdLst/>
              <a:ahLst/>
              <a:cxnLst/>
              <a:rect l="l" t="t" r="r" b="b"/>
              <a:pathLst>
                <a:path w="19684" h="287020">
                  <a:moveTo>
                    <a:pt x="19329" y="0"/>
                  </a:moveTo>
                  <a:lnTo>
                    <a:pt x="0" y="0"/>
                  </a:lnTo>
                  <a:lnTo>
                    <a:pt x="0" y="286661"/>
                  </a:lnTo>
                  <a:lnTo>
                    <a:pt x="19329" y="286661"/>
                  </a:lnTo>
                  <a:lnTo>
                    <a:pt x="19329" y="0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11687319" y="4769310"/>
              <a:ext cx="19050" cy="275590"/>
            </a:xfrm>
            <a:custGeom>
              <a:avLst/>
              <a:gdLst/>
              <a:ahLst/>
              <a:cxnLst/>
              <a:rect l="l" t="t" r="r" b="b"/>
              <a:pathLst>
                <a:path w="19050" h="275589">
                  <a:moveTo>
                    <a:pt x="18784" y="0"/>
                  </a:moveTo>
                  <a:lnTo>
                    <a:pt x="0" y="0"/>
                  </a:lnTo>
                  <a:lnTo>
                    <a:pt x="0" y="275122"/>
                  </a:lnTo>
                  <a:lnTo>
                    <a:pt x="18784" y="275122"/>
                  </a:lnTo>
                  <a:lnTo>
                    <a:pt x="18784" y="0"/>
                  </a:lnTo>
                  <a:close/>
                </a:path>
              </a:pathLst>
            </a:custGeom>
            <a:solidFill>
              <a:srgbClr val="CFE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11663037" y="4769310"/>
              <a:ext cx="24765" cy="275590"/>
            </a:xfrm>
            <a:custGeom>
              <a:avLst/>
              <a:gdLst/>
              <a:ahLst/>
              <a:cxnLst/>
              <a:rect l="l" t="t" r="r" b="b"/>
              <a:pathLst>
                <a:path w="24765" h="275589">
                  <a:moveTo>
                    <a:pt x="24281" y="0"/>
                  </a:moveTo>
                  <a:lnTo>
                    <a:pt x="0" y="0"/>
                  </a:lnTo>
                  <a:lnTo>
                    <a:pt x="0" y="275122"/>
                  </a:lnTo>
                  <a:lnTo>
                    <a:pt x="24281" y="275122"/>
                  </a:lnTo>
                  <a:lnTo>
                    <a:pt x="24281" y="0"/>
                  </a:lnTo>
                  <a:close/>
                </a:path>
              </a:pathLst>
            </a:custGeom>
            <a:solidFill>
              <a:srgbClr val="C3A7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11587981" y="4745230"/>
              <a:ext cx="47625" cy="24130"/>
            </a:xfrm>
            <a:custGeom>
              <a:avLst/>
              <a:gdLst/>
              <a:ahLst/>
              <a:cxnLst/>
              <a:rect l="l" t="t" r="r" b="b"/>
              <a:pathLst>
                <a:path w="47625" h="24129">
                  <a:moveTo>
                    <a:pt x="47474" y="0"/>
                  </a:moveTo>
                  <a:lnTo>
                    <a:pt x="0" y="0"/>
                  </a:lnTo>
                  <a:lnTo>
                    <a:pt x="0" y="24083"/>
                  </a:lnTo>
                  <a:lnTo>
                    <a:pt x="47474" y="24083"/>
                  </a:lnTo>
                  <a:lnTo>
                    <a:pt x="47474" y="0"/>
                  </a:lnTo>
                  <a:close/>
                </a:path>
              </a:pathLst>
            </a:custGeom>
            <a:solidFill>
              <a:srgbClr val="91C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11635448" y="4745183"/>
              <a:ext cx="27940" cy="299720"/>
            </a:xfrm>
            <a:custGeom>
              <a:avLst/>
              <a:gdLst/>
              <a:ahLst/>
              <a:cxnLst/>
              <a:rect l="l" t="t" r="r" b="b"/>
              <a:pathLst>
                <a:path w="27940" h="299720">
                  <a:moveTo>
                    <a:pt x="27584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0" y="299720"/>
                  </a:lnTo>
                  <a:lnTo>
                    <a:pt x="27584" y="299720"/>
                  </a:lnTo>
                  <a:lnTo>
                    <a:pt x="27584" y="24130"/>
                  </a:lnTo>
                  <a:lnTo>
                    <a:pt x="27584" y="0"/>
                  </a:lnTo>
                  <a:close/>
                </a:path>
              </a:pathLst>
            </a:custGeom>
            <a:solidFill>
              <a:srgbClr val="9DC5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11607849" y="4769313"/>
              <a:ext cx="27940" cy="275590"/>
            </a:xfrm>
            <a:custGeom>
              <a:avLst/>
              <a:gdLst/>
              <a:ahLst/>
              <a:cxnLst/>
              <a:rect l="l" t="t" r="r" b="b"/>
              <a:pathLst>
                <a:path w="27940" h="275589">
                  <a:moveTo>
                    <a:pt x="27611" y="0"/>
                  </a:moveTo>
                  <a:lnTo>
                    <a:pt x="0" y="0"/>
                  </a:lnTo>
                  <a:lnTo>
                    <a:pt x="0" y="275122"/>
                  </a:lnTo>
                  <a:lnTo>
                    <a:pt x="27611" y="275122"/>
                  </a:lnTo>
                  <a:lnTo>
                    <a:pt x="2761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11587972" y="4769310"/>
              <a:ext cx="20320" cy="275590"/>
            </a:xfrm>
            <a:custGeom>
              <a:avLst/>
              <a:gdLst/>
              <a:ahLst/>
              <a:cxnLst/>
              <a:rect l="l" t="t" r="r" b="b"/>
              <a:pathLst>
                <a:path w="20320" h="275589">
                  <a:moveTo>
                    <a:pt x="19873" y="0"/>
                  </a:moveTo>
                  <a:lnTo>
                    <a:pt x="0" y="0"/>
                  </a:lnTo>
                  <a:lnTo>
                    <a:pt x="0" y="275122"/>
                  </a:lnTo>
                  <a:lnTo>
                    <a:pt x="19873" y="275122"/>
                  </a:lnTo>
                  <a:lnTo>
                    <a:pt x="19873" y="0"/>
                  </a:lnTo>
                  <a:close/>
                </a:path>
              </a:pathLst>
            </a:custGeom>
            <a:solidFill>
              <a:srgbClr val="C4DD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11420996" y="4720850"/>
              <a:ext cx="139065" cy="29209"/>
            </a:xfrm>
            <a:custGeom>
              <a:avLst/>
              <a:gdLst/>
              <a:ahLst/>
              <a:cxnLst/>
              <a:rect l="l" t="t" r="r" b="b"/>
              <a:pathLst>
                <a:path w="139065" h="29210">
                  <a:moveTo>
                    <a:pt x="138836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16344" y="6350"/>
                  </a:lnTo>
                  <a:lnTo>
                    <a:pt x="16344" y="29210"/>
                  </a:lnTo>
                  <a:lnTo>
                    <a:pt x="138836" y="29210"/>
                  </a:lnTo>
                  <a:lnTo>
                    <a:pt x="138836" y="6350"/>
                  </a:lnTo>
                  <a:lnTo>
                    <a:pt x="138836" y="0"/>
                  </a:lnTo>
                  <a:close/>
                </a:path>
              </a:pathLst>
            </a:custGeom>
            <a:solidFill>
              <a:srgbClr val="6BC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11559820" y="4720850"/>
              <a:ext cx="28575" cy="323850"/>
            </a:xfrm>
            <a:custGeom>
              <a:avLst/>
              <a:gdLst/>
              <a:ahLst/>
              <a:cxnLst/>
              <a:rect l="l" t="t" r="r" b="b"/>
              <a:pathLst>
                <a:path w="28575" h="323850">
                  <a:moveTo>
                    <a:pt x="28155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323850"/>
                  </a:lnTo>
                  <a:lnTo>
                    <a:pt x="28155" y="323850"/>
                  </a:lnTo>
                  <a:lnTo>
                    <a:pt x="28155" y="29210"/>
                  </a:lnTo>
                  <a:lnTo>
                    <a:pt x="28155" y="0"/>
                  </a:lnTo>
                  <a:close/>
                </a:path>
              </a:pathLst>
            </a:custGeom>
            <a:solidFill>
              <a:srgbClr val="999B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11528384" y="4750057"/>
              <a:ext cx="31750" cy="294640"/>
            </a:xfrm>
            <a:custGeom>
              <a:avLst/>
              <a:gdLst/>
              <a:ahLst/>
              <a:cxnLst/>
              <a:rect l="l" t="t" r="r" b="b"/>
              <a:pathLst>
                <a:path w="31750" h="294639">
                  <a:moveTo>
                    <a:pt x="31444" y="0"/>
                  </a:moveTo>
                  <a:lnTo>
                    <a:pt x="0" y="0"/>
                  </a:lnTo>
                  <a:lnTo>
                    <a:pt x="0" y="294378"/>
                  </a:lnTo>
                  <a:lnTo>
                    <a:pt x="31444" y="294378"/>
                  </a:lnTo>
                  <a:lnTo>
                    <a:pt x="31444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1437342" y="4750055"/>
              <a:ext cx="73025" cy="8255"/>
            </a:xfrm>
            <a:custGeom>
              <a:avLst/>
              <a:gdLst/>
              <a:ahLst/>
              <a:cxnLst/>
              <a:rect l="l" t="t" r="r" b="b"/>
              <a:pathLst>
                <a:path w="73025" h="8254">
                  <a:moveTo>
                    <a:pt x="72845" y="0"/>
                  </a:moveTo>
                  <a:lnTo>
                    <a:pt x="0" y="0"/>
                  </a:lnTo>
                  <a:lnTo>
                    <a:pt x="0" y="2889"/>
                  </a:lnTo>
                  <a:lnTo>
                    <a:pt x="14324" y="2889"/>
                  </a:lnTo>
                  <a:lnTo>
                    <a:pt x="14324" y="7717"/>
                  </a:lnTo>
                  <a:lnTo>
                    <a:pt x="72845" y="7717"/>
                  </a:lnTo>
                  <a:lnTo>
                    <a:pt x="72845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1510187" y="4750057"/>
              <a:ext cx="18415" cy="294640"/>
            </a:xfrm>
            <a:custGeom>
              <a:avLst/>
              <a:gdLst/>
              <a:ahLst/>
              <a:cxnLst/>
              <a:rect l="l" t="t" r="r" b="b"/>
              <a:pathLst>
                <a:path w="18415" h="294639">
                  <a:moveTo>
                    <a:pt x="18198" y="0"/>
                  </a:moveTo>
                  <a:lnTo>
                    <a:pt x="0" y="0"/>
                  </a:lnTo>
                  <a:lnTo>
                    <a:pt x="0" y="294378"/>
                  </a:lnTo>
                  <a:lnTo>
                    <a:pt x="18198" y="294378"/>
                  </a:lnTo>
                  <a:lnTo>
                    <a:pt x="18198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11451662" y="4757771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10">
                  <a:moveTo>
                    <a:pt x="25946" y="0"/>
                  </a:moveTo>
                  <a:lnTo>
                    <a:pt x="0" y="0"/>
                  </a:lnTo>
                  <a:lnTo>
                    <a:pt x="0" y="16376"/>
                  </a:lnTo>
                  <a:lnTo>
                    <a:pt x="25946" y="16376"/>
                  </a:lnTo>
                  <a:lnTo>
                    <a:pt x="25946" y="0"/>
                  </a:lnTo>
                  <a:close/>
                </a:path>
              </a:pathLst>
            </a:custGeom>
            <a:solidFill>
              <a:srgbClr val="ACD0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11477618" y="4757772"/>
              <a:ext cx="33020" cy="287020"/>
            </a:xfrm>
            <a:custGeom>
              <a:avLst/>
              <a:gdLst/>
              <a:ahLst/>
              <a:cxnLst/>
              <a:rect l="l" t="t" r="r" b="b"/>
              <a:pathLst>
                <a:path w="33020" h="287020">
                  <a:moveTo>
                    <a:pt x="32564" y="0"/>
                  </a:moveTo>
                  <a:lnTo>
                    <a:pt x="0" y="0"/>
                  </a:lnTo>
                  <a:lnTo>
                    <a:pt x="0" y="286661"/>
                  </a:lnTo>
                  <a:lnTo>
                    <a:pt x="32564" y="286661"/>
                  </a:lnTo>
                  <a:lnTo>
                    <a:pt x="32564" y="0"/>
                  </a:lnTo>
                  <a:close/>
                </a:path>
              </a:pathLst>
            </a:custGeom>
            <a:solidFill>
              <a:srgbClr val="F3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11451666" y="4774145"/>
              <a:ext cx="26034" cy="270510"/>
            </a:xfrm>
            <a:custGeom>
              <a:avLst/>
              <a:gdLst/>
              <a:ahLst/>
              <a:cxnLst/>
              <a:rect l="l" t="t" r="r" b="b"/>
              <a:pathLst>
                <a:path w="26034" h="270510">
                  <a:moveTo>
                    <a:pt x="25946" y="0"/>
                  </a:moveTo>
                  <a:lnTo>
                    <a:pt x="0" y="0"/>
                  </a:lnTo>
                  <a:lnTo>
                    <a:pt x="0" y="270295"/>
                  </a:lnTo>
                  <a:lnTo>
                    <a:pt x="25946" y="270295"/>
                  </a:lnTo>
                  <a:lnTo>
                    <a:pt x="25946" y="0"/>
                  </a:lnTo>
                  <a:close/>
                </a:path>
              </a:pathLst>
            </a:custGeom>
            <a:solidFill>
              <a:srgbClr val="B1D2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11437341" y="4752701"/>
              <a:ext cx="14604" cy="292100"/>
            </a:xfrm>
            <a:custGeom>
              <a:avLst/>
              <a:gdLst/>
              <a:ahLst/>
              <a:cxnLst/>
              <a:rect l="l" t="t" r="r" b="b"/>
              <a:pathLst>
                <a:path w="14604" h="292100">
                  <a:moveTo>
                    <a:pt x="14312" y="0"/>
                  </a:moveTo>
                  <a:lnTo>
                    <a:pt x="0" y="0"/>
                  </a:lnTo>
                  <a:lnTo>
                    <a:pt x="0" y="5080"/>
                  </a:lnTo>
                  <a:lnTo>
                    <a:pt x="0" y="292100"/>
                  </a:lnTo>
                  <a:lnTo>
                    <a:pt x="14312" y="292100"/>
                  </a:lnTo>
                  <a:lnTo>
                    <a:pt x="14312" y="5080"/>
                  </a:lnTo>
                  <a:lnTo>
                    <a:pt x="14312" y="0"/>
                  </a:lnTo>
                  <a:close/>
                </a:path>
              </a:pathLst>
            </a:custGeom>
            <a:solidFill>
              <a:srgbClr val="9FC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11382700" y="4726850"/>
              <a:ext cx="25400" cy="12065"/>
            </a:xfrm>
            <a:custGeom>
              <a:avLst/>
              <a:gdLst/>
              <a:ahLst/>
              <a:cxnLst/>
              <a:rect l="l" t="t" r="r" b="b"/>
              <a:pathLst>
                <a:path w="25400" h="12064">
                  <a:moveTo>
                    <a:pt x="24815" y="0"/>
                  </a:moveTo>
                  <a:lnTo>
                    <a:pt x="0" y="0"/>
                  </a:lnTo>
                  <a:lnTo>
                    <a:pt x="0" y="11601"/>
                  </a:lnTo>
                  <a:lnTo>
                    <a:pt x="24815" y="11601"/>
                  </a:lnTo>
                  <a:lnTo>
                    <a:pt x="24815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11407516" y="4726855"/>
              <a:ext cx="29845" cy="318135"/>
            </a:xfrm>
            <a:custGeom>
              <a:avLst/>
              <a:gdLst/>
              <a:ahLst/>
              <a:cxnLst/>
              <a:rect l="l" t="t" r="r" b="b"/>
              <a:pathLst>
                <a:path w="29845" h="318135">
                  <a:moveTo>
                    <a:pt x="29831" y="0"/>
                  </a:moveTo>
                  <a:lnTo>
                    <a:pt x="0" y="0"/>
                  </a:lnTo>
                  <a:lnTo>
                    <a:pt x="0" y="317581"/>
                  </a:lnTo>
                  <a:lnTo>
                    <a:pt x="29831" y="317581"/>
                  </a:lnTo>
                  <a:lnTo>
                    <a:pt x="298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11382700" y="4738451"/>
              <a:ext cx="25400" cy="306070"/>
            </a:xfrm>
            <a:custGeom>
              <a:avLst/>
              <a:gdLst/>
              <a:ahLst/>
              <a:cxnLst/>
              <a:rect l="l" t="t" r="r" b="b"/>
              <a:pathLst>
                <a:path w="25400" h="306070">
                  <a:moveTo>
                    <a:pt x="24815" y="0"/>
                  </a:moveTo>
                  <a:lnTo>
                    <a:pt x="0" y="0"/>
                  </a:lnTo>
                  <a:lnTo>
                    <a:pt x="0" y="305980"/>
                  </a:lnTo>
                  <a:lnTo>
                    <a:pt x="24815" y="305980"/>
                  </a:lnTo>
                  <a:lnTo>
                    <a:pt x="24815" y="0"/>
                  </a:lnTo>
                  <a:close/>
                </a:path>
              </a:pathLst>
            </a:custGeom>
            <a:solidFill>
              <a:srgbClr val="9FC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11228286" y="4721091"/>
              <a:ext cx="124460" cy="323850"/>
            </a:xfrm>
            <a:custGeom>
              <a:avLst/>
              <a:gdLst/>
              <a:ahLst/>
              <a:cxnLst/>
              <a:rect l="l" t="t" r="r" b="b"/>
              <a:pathLst>
                <a:path w="124459" h="323850">
                  <a:moveTo>
                    <a:pt x="124040" y="39928"/>
                  </a:moveTo>
                  <a:lnTo>
                    <a:pt x="56197" y="323354"/>
                  </a:lnTo>
                  <a:lnTo>
                    <a:pt x="124040" y="323354"/>
                  </a:lnTo>
                  <a:lnTo>
                    <a:pt x="124040" y="39928"/>
                  </a:lnTo>
                  <a:close/>
                </a:path>
                <a:path w="124459" h="323850">
                  <a:moveTo>
                    <a:pt x="124040" y="0"/>
                  </a:moveTo>
                  <a:lnTo>
                    <a:pt x="0" y="0"/>
                  </a:lnTo>
                  <a:lnTo>
                    <a:pt x="0" y="32156"/>
                  </a:lnTo>
                  <a:lnTo>
                    <a:pt x="107848" y="32156"/>
                  </a:lnTo>
                  <a:lnTo>
                    <a:pt x="124040" y="39928"/>
                  </a:lnTo>
                  <a:lnTo>
                    <a:pt x="124040" y="0"/>
                  </a:lnTo>
                  <a:close/>
                </a:path>
              </a:pathLst>
            </a:custGeom>
            <a:solidFill>
              <a:srgbClr val="9B6C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1352335" y="4761012"/>
              <a:ext cx="30480" cy="283210"/>
            </a:xfrm>
            <a:custGeom>
              <a:avLst/>
              <a:gdLst/>
              <a:ahLst/>
              <a:cxnLst/>
              <a:rect l="l" t="t" r="r" b="b"/>
              <a:pathLst>
                <a:path w="30479" h="283210">
                  <a:moveTo>
                    <a:pt x="0" y="283210"/>
                  </a:moveTo>
                  <a:lnTo>
                    <a:pt x="30365" y="283210"/>
                  </a:lnTo>
                  <a:lnTo>
                    <a:pt x="30365" y="0"/>
                  </a:lnTo>
                  <a:lnTo>
                    <a:pt x="0" y="0"/>
                  </a:lnTo>
                  <a:lnTo>
                    <a:pt x="0" y="28321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6" name="object 49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227754" y="4721642"/>
              <a:ext cx="154946" cy="322799"/>
            </a:xfrm>
            <a:prstGeom prst="rect">
              <a:avLst/>
            </a:prstGeom>
          </p:spPr>
        </p:pic>
        <p:sp>
          <p:nvSpPr>
            <p:cNvPr id="497" name="object 497" descr=""/>
            <p:cNvSpPr/>
            <p:nvPr/>
          </p:nvSpPr>
          <p:spPr>
            <a:xfrm>
              <a:off x="11268285" y="4753232"/>
              <a:ext cx="84455" cy="291465"/>
            </a:xfrm>
            <a:custGeom>
              <a:avLst/>
              <a:gdLst/>
              <a:ahLst/>
              <a:cxnLst/>
              <a:rect l="l" t="t" r="r" b="b"/>
              <a:pathLst>
                <a:path w="84454" h="291464">
                  <a:moveTo>
                    <a:pt x="67851" y="0"/>
                  </a:moveTo>
                  <a:lnTo>
                    <a:pt x="57893" y="43119"/>
                  </a:lnTo>
                  <a:lnTo>
                    <a:pt x="57013" y="45265"/>
                  </a:lnTo>
                  <a:lnTo>
                    <a:pt x="0" y="283488"/>
                  </a:lnTo>
                  <a:lnTo>
                    <a:pt x="16198" y="291205"/>
                  </a:lnTo>
                  <a:lnTo>
                    <a:pt x="84049" y="7779"/>
                  </a:lnTo>
                  <a:lnTo>
                    <a:pt x="67851" y="0"/>
                  </a:lnTo>
                  <a:close/>
                </a:path>
              </a:pathLst>
            </a:custGeom>
            <a:solidFill>
              <a:srgbClr val="92C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11228297" y="4779153"/>
              <a:ext cx="77470" cy="187960"/>
            </a:xfrm>
            <a:custGeom>
              <a:avLst/>
              <a:gdLst/>
              <a:ahLst/>
              <a:cxnLst/>
              <a:rect l="l" t="t" r="r" b="b"/>
              <a:pathLst>
                <a:path w="77470" h="187960">
                  <a:moveTo>
                    <a:pt x="76855" y="0"/>
                  </a:moveTo>
                  <a:lnTo>
                    <a:pt x="0" y="0"/>
                  </a:lnTo>
                  <a:lnTo>
                    <a:pt x="0" y="187685"/>
                  </a:lnTo>
                  <a:lnTo>
                    <a:pt x="76855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11228296" y="4779156"/>
              <a:ext cx="97790" cy="256540"/>
            </a:xfrm>
            <a:custGeom>
              <a:avLst/>
              <a:gdLst/>
              <a:ahLst/>
              <a:cxnLst/>
              <a:rect l="l" t="t" r="r" b="b"/>
              <a:pathLst>
                <a:path w="97790" h="256539">
                  <a:moveTo>
                    <a:pt x="76857" y="0"/>
                  </a:moveTo>
                  <a:lnTo>
                    <a:pt x="0" y="187692"/>
                  </a:lnTo>
                  <a:lnTo>
                    <a:pt x="0" y="256247"/>
                  </a:lnTo>
                  <a:lnTo>
                    <a:pt x="97003" y="19339"/>
                  </a:lnTo>
                  <a:lnTo>
                    <a:pt x="97579" y="16952"/>
                  </a:lnTo>
                  <a:lnTo>
                    <a:pt x="76857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00" name="object 500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3789118" y="5596061"/>
            <a:ext cx="197020" cy="183219"/>
          </a:xfrm>
          <a:prstGeom prst="rect">
            <a:avLst/>
          </a:prstGeom>
        </p:spPr>
      </p:pic>
      <p:grpSp>
        <p:nvGrpSpPr>
          <p:cNvPr id="501" name="object 501" descr=""/>
          <p:cNvGrpSpPr/>
          <p:nvPr/>
        </p:nvGrpSpPr>
        <p:grpSpPr>
          <a:xfrm>
            <a:off x="13602423" y="4659156"/>
            <a:ext cx="2927985" cy="1120140"/>
            <a:chOff x="13602423" y="4659156"/>
            <a:chExt cx="2927985" cy="1120140"/>
          </a:xfrm>
        </p:grpSpPr>
        <p:pic>
          <p:nvPicPr>
            <p:cNvPr id="502" name="object 50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6146527" y="5596061"/>
              <a:ext cx="197009" cy="183219"/>
            </a:xfrm>
            <a:prstGeom prst="rect">
              <a:avLst/>
            </a:prstGeom>
          </p:spPr>
        </p:pic>
        <p:sp>
          <p:nvSpPr>
            <p:cNvPr id="503" name="object 503" descr=""/>
            <p:cNvSpPr/>
            <p:nvPr/>
          </p:nvSpPr>
          <p:spPr>
            <a:xfrm>
              <a:off x="13602423" y="4659156"/>
              <a:ext cx="2927985" cy="937260"/>
            </a:xfrm>
            <a:custGeom>
              <a:avLst/>
              <a:gdLst/>
              <a:ahLst/>
              <a:cxnLst/>
              <a:rect l="l" t="t" r="r" b="b"/>
              <a:pathLst>
                <a:path w="2927984" h="937260">
                  <a:moveTo>
                    <a:pt x="2927827" y="0"/>
                  </a:moveTo>
                  <a:lnTo>
                    <a:pt x="0" y="0"/>
                  </a:lnTo>
                  <a:lnTo>
                    <a:pt x="0" y="936903"/>
                  </a:lnTo>
                  <a:lnTo>
                    <a:pt x="2927827" y="936903"/>
                  </a:lnTo>
                  <a:lnTo>
                    <a:pt x="2927827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13642066" y="4698820"/>
              <a:ext cx="1155065" cy="346075"/>
            </a:xfrm>
            <a:custGeom>
              <a:avLst/>
              <a:gdLst/>
              <a:ahLst/>
              <a:cxnLst/>
              <a:rect l="l" t="t" r="r" b="b"/>
              <a:pathLst>
                <a:path w="1155065" h="346075">
                  <a:moveTo>
                    <a:pt x="1154907" y="0"/>
                  </a:moveTo>
                  <a:lnTo>
                    <a:pt x="0" y="0"/>
                  </a:lnTo>
                  <a:lnTo>
                    <a:pt x="0" y="345664"/>
                  </a:lnTo>
                  <a:lnTo>
                    <a:pt x="1154907" y="345664"/>
                  </a:lnTo>
                  <a:lnTo>
                    <a:pt x="1154907" y="0"/>
                  </a:lnTo>
                  <a:close/>
                </a:path>
              </a:pathLst>
            </a:custGeom>
            <a:solidFill>
              <a:srgbClr val="9EC6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14719510" y="5235369"/>
              <a:ext cx="824865" cy="142240"/>
            </a:xfrm>
            <a:custGeom>
              <a:avLst/>
              <a:gdLst/>
              <a:ahLst/>
              <a:cxnLst/>
              <a:rect l="l" t="t" r="r" b="b"/>
              <a:pathLst>
                <a:path w="824865" h="142239">
                  <a:moveTo>
                    <a:pt x="824645" y="0"/>
                  </a:moveTo>
                  <a:lnTo>
                    <a:pt x="0" y="0"/>
                  </a:lnTo>
                  <a:lnTo>
                    <a:pt x="0" y="141775"/>
                  </a:lnTo>
                  <a:lnTo>
                    <a:pt x="824645" y="141775"/>
                  </a:lnTo>
                  <a:lnTo>
                    <a:pt x="824645" y="0"/>
                  </a:lnTo>
                  <a:close/>
                </a:path>
              </a:pathLst>
            </a:custGeom>
            <a:solidFill>
              <a:srgbClr val="CFE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14719510" y="5084148"/>
              <a:ext cx="484505" cy="111760"/>
            </a:xfrm>
            <a:custGeom>
              <a:avLst/>
              <a:gdLst/>
              <a:ahLst/>
              <a:cxnLst/>
              <a:rect l="l" t="t" r="r" b="b"/>
              <a:pathLst>
                <a:path w="484505" h="111760">
                  <a:moveTo>
                    <a:pt x="484006" y="0"/>
                  </a:moveTo>
                  <a:lnTo>
                    <a:pt x="0" y="0"/>
                  </a:lnTo>
                  <a:lnTo>
                    <a:pt x="0" y="111567"/>
                  </a:lnTo>
                  <a:lnTo>
                    <a:pt x="484006" y="111567"/>
                  </a:lnTo>
                  <a:lnTo>
                    <a:pt x="484006" y="0"/>
                  </a:lnTo>
                  <a:close/>
                </a:path>
              </a:pathLst>
            </a:custGeom>
            <a:solidFill>
              <a:srgbClr val="3D8C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15946028" y="4698820"/>
              <a:ext cx="544830" cy="227965"/>
            </a:xfrm>
            <a:custGeom>
              <a:avLst/>
              <a:gdLst/>
              <a:ahLst/>
              <a:cxnLst/>
              <a:rect l="l" t="t" r="r" b="b"/>
              <a:pathLst>
                <a:path w="544830" h="227964">
                  <a:moveTo>
                    <a:pt x="544559" y="0"/>
                  </a:moveTo>
                  <a:lnTo>
                    <a:pt x="0" y="0"/>
                  </a:lnTo>
                  <a:lnTo>
                    <a:pt x="0" y="227438"/>
                  </a:lnTo>
                  <a:lnTo>
                    <a:pt x="544559" y="227438"/>
                  </a:lnTo>
                  <a:lnTo>
                    <a:pt x="544559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14836637" y="4698820"/>
              <a:ext cx="367030" cy="346075"/>
            </a:xfrm>
            <a:custGeom>
              <a:avLst/>
              <a:gdLst/>
              <a:ahLst/>
              <a:cxnLst/>
              <a:rect l="l" t="t" r="r" b="b"/>
              <a:pathLst>
                <a:path w="367030" h="346075">
                  <a:moveTo>
                    <a:pt x="366889" y="0"/>
                  </a:moveTo>
                  <a:lnTo>
                    <a:pt x="0" y="0"/>
                  </a:lnTo>
                  <a:lnTo>
                    <a:pt x="0" y="345664"/>
                  </a:lnTo>
                  <a:lnTo>
                    <a:pt x="366889" y="345664"/>
                  </a:lnTo>
                  <a:lnTo>
                    <a:pt x="36688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15243169" y="4698820"/>
              <a:ext cx="663575" cy="497205"/>
            </a:xfrm>
            <a:custGeom>
              <a:avLst/>
              <a:gdLst/>
              <a:ahLst/>
              <a:cxnLst/>
              <a:rect l="l" t="t" r="r" b="b"/>
              <a:pathLst>
                <a:path w="663575" h="497204">
                  <a:moveTo>
                    <a:pt x="663204" y="0"/>
                  </a:moveTo>
                  <a:lnTo>
                    <a:pt x="0" y="0"/>
                  </a:lnTo>
                  <a:lnTo>
                    <a:pt x="0" y="496895"/>
                  </a:lnTo>
                  <a:lnTo>
                    <a:pt x="663204" y="496895"/>
                  </a:lnTo>
                  <a:lnTo>
                    <a:pt x="663204" y="0"/>
                  </a:lnTo>
                  <a:close/>
                </a:path>
              </a:pathLst>
            </a:custGeom>
            <a:solidFill>
              <a:srgbClr val="B5D3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14719510" y="5416798"/>
              <a:ext cx="953769" cy="139700"/>
            </a:xfrm>
            <a:custGeom>
              <a:avLst/>
              <a:gdLst/>
              <a:ahLst/>
              <a:cxnLst/>
              <a:rect l="l" t="t" r="r" b="b"/>
              <a:pathLst>
                <a:path w="953769" h="139700">
                  <a:moveTo>
                    <a:pt x="953468" y="0"/>
                  </a:moveTo>
                  <a:lnTo>
                    <a:pt x="0" y="0"/>
                  </a:lnTo>
                  <a:lnTo>
                    <a:pt x="0" y="139608"/>
                  </a:lnTo>
                  <a:lnTo>
                    <a:pt x="953468" y="139608"/>
                  </a:lnTo>
                  <a:lnTo>
                    <a:pt x="953468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13642077" y="5084148"/>
              <a:ext cx="1038225" cy="472440"/>
            </a:xfrm>
            <a:custGeom>
              <a:avLst/>
              <a:gdLst/>
              <a:ahLst/>
              <a:cxnLst/>
              <a:rect l="l" t="t" r="r" b="b"/>
              <a:pathLst>
                <a:path w="1038225" h="472439">
                  <a:moveTo>
                    <a:pt x="1037779" y="0"/>
                  </a:moveTo>
                  <a:lnTo>
                    <a:pt x="0" y="0"/>
                  </a:lnTo>
                  <a:lnTo>
                    <a:pt x="0" y="472257"/>
                  </a:lnTo>
                  <a:lnTo>
                    <a:pt x="1037779" y="472257"/>
                  </a:lnTo>
                  <a:lnTo>
                    <a:pt x="103777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15712632" y="5416798"/>
              <a:ext cx="347345" cy="139700"/>
            </a:xfrm>
            <a:custGeom>
              <a:avLst/>
              <a:gdLst/>
              <a:ahLst/>
              <a:cxnLst/>
              <a:rect l="l" t="t" r="r" b="b"/>
              <a:pathLst>
                <a:path w="347344" h="139700">
                  <a:moveTo>
                    <a:pt x="346816" y="0"/>
                  </a:moveTo>
                  <a:lnTo>
                    <a:pt x="0" y="0"/>
                  </a:lnTo>
                  <a:lnTo>
                    <a:pt x="0" y="139608"/>
                  </a:lnTo>
                  <a:lnTo>
                    <a:pt x="346816" y="139608"/>
                  </a:lnTo>
                  <a:lnTo>
                    <a:pt x="346816" y="0"/>
                  </a:lnTo>
                  <a:close/>
                </a:path>
              </a:pathLst>
            </a:custGeom>
            <a:solidFill>
              <a:srgbClr val="3D8C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16099101" y="5235369"/>
              <a:ext cx="391795" cy="321310"/>
            </a:xfrm>
            <a:custGeom>
              <a:avLst/>
              <a:gdLst/>
              <a:ahLst/>
              <a:cxnLst/>
              <a:rect l="l" t="t" r="r" b="b"/>
              <a:pathLst>
                <a:path w="391794" h="321310">
                  <a:moveTo>
                    <a:pt x="391485" y="0"/>
                  </a:moveTo>
                  <a:lnTo>
                    <a:pt x="0" y="0"/>
                  </a:lnTo>
                  <a:lnTo>
                    <a:pt x="0" y="321037"/>
                  </a:lnTo>
                  <a:lnTo>
                    <a:pt x="391485" y="321037"/>
                  </a:lnTo>
                  <a:lnTo>
                    <a:pt x="391485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15583808" y="5235369"/>
              <a:ext cx="476250" cy="142240"/>
            </a:xfrm>
            <a:custGeom>
              <a:avLst/>
              <a:gdLst/>
              <a:ahLst/>
              <a:cxnLst/>
              <a:rect l="l" t="t" r="r" b="b"/>
              <a:pathLst>
                <a:path w="476250" h="142239">
                  <a:moveTo>
                    <a:pt x="475639" y="0"/>
                  </a:moveTo>
                  <a:lnTo>
                    <a:pt x="0" y="0"/>
                  </a:lnTo>
                  <a:lnTo>
                    <a:pt x="0" y="141775"/>
                  </a:lnTo>
                  <a:lnTo>
                    <a:pt x="475639" y="141775"/>
                  </a:lnTo>
                  <a:lnTo>
                    <a:pt x="475639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15946028" y="4965911"/>
              <a:ext cx="544830" cy="229870"/>
            </a:xfrm>
            <a:custGeom>
              <a:avLst/>
              <a:gdLst/>
              <a:ahLst/>
              <a:cxnLst/>
              <a:rect l="l" t="t" r="r" b="b"/>
              <a:pathLst>
                <a:path w="544830" h="229870">
                  <a:moveTo>
                    <a:pt x="544559" y="0"/>
                  </a:moveTo>
                  <a:lnTo>
                    <a:pt x="0" y="0"/>
                  </a:lnTo>
                  <a:lnTo>
                    <a:pt x="0" y="229794"/>
                  </a:lnTo>
                  <a:lnTo>
                    <a:pt x="544559" y="229794"/>
                  </a:lnTo>
                  <a:lnTo>
                    <a:pt x="54455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14154367" y="4782127"/>
              <a:ext cx="2093595" cy="774700"/>
            </a:xfrm>
            <a:custGeom>
              <a:avLst/>
              <a:gdLst/>
              <a:ahLst/>
              <a:cxnLst/>
              <a:rect l="l" t="t" r="r" b="b"/>
              <a:pathLst>
                <a:path w="2093594" h="774700">
                  <a:moveTo>
                    <a:pt x="13169" y="302031"/>
                  </a:moveTo>
                  <a:lnTo>
                    <a:pt x="0" y="302031"/>
                  </a:lnTo>
                  <a:lnTo>
                    <a:pt x="0" y="774280"/>
                  </a:lnTo>
                  <a:lnTo>
                    <a:pt x="13169" y="774280"/>
                  </a:lnTo>
                  <a:lnTo>
                    <a:pt x="13169" y="302031"/>
                  </a:lnTo>
                  <a:close/>
                </a:path>
                <a:path w="2093594" h="774700">
                  <a:moveTo>
                    <a:pt x="2093214" y="29286"/>
                  </a:moveTo>
                  <a:lnTo>
                    <a:pt x="2090915" y="17894"/>
                  </a:lnTo>
                  <a:lnTo>
                    <a:pt x="2084641" y="8572"/>
                  </a:lnTo>
                  <a:lnTo>
                    <a:pt x="2075332" y="2298"/>
                  </a:lnTo>
                  <a:lnTo>
                    <a:pt x="2063940" y="0"/>
                  </a:lnTo>
                  <a:lnTo>
                    <a:pt x="2052548" y="2298"/>
                  </a:lnTo>
                  <a:lnTo>
                    <a:pt x="2043239" y="8572"/>
                  </a:lnTo>
                  <a:lnTo>
                    <a:pt x="2036965" y="17894"/>
                  </a:lnTo>
                  <a:lnTo>
                    <a:pt x="2034667" y="29286"/>
                  </a:lnTo>
                  <a:lnTo>
                    <a:pt x="2036965" y="40678"/>
                  </a:lnTo>
                  <a:lnTo>
                    <a:pt x="2043239" y="49987"/>
                  </a:lnTo>
                  <a:lnTo>
                    <a:pt x="2052548" y="56261"/>
                  </a:lnTo>
                  <a:lnTo>
                    <a:pt x="2063940" y="58559"/>
                  </a:lnTo>
                  <a:lnTo>
                    <a:pt x="2075332" y="56261"/>
                  </a:lnTo>
                  <a:lnTo>
                    <a:pt x="2084641" y="49987"/>
                  </a:lnTo>
                  <a:lnTo>
                    <a:pt x="2090915" y="40678"/>
                  </a:lnTo>
                  <a:lnTo>
                    <a:pt x="2093214" y="29286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16189035" y="5051487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5" h="59054">
                  <a:moveTo>
                    <a:pt x="29276" y="0"/>
                  </a:moveTo>
                  <a:lnTo>
                    <a:pt x="17881" y="2300"/>
                  </a:lnTo>
                  <a:lnTo>
                    <a:pt x="8575" y="8575"/>
                  </a:lnTo>
                  <a:lnTo>
                    <a:pt x="2300" y="17881"/>
                  </a:lnTo>
                  <a:lnTo>
                    <a:pt x="0" y="29276"/>
                  </a:lnTo>
                  <a:lnTo>
                    <a:pt x="2300" y="40671"/>
                  </a:lnTo>
                  <a:lnTo>
                    <a:pt x="8575" y="49977"/>
                  </a:lnTo>
                  <a:lnTo>
                    <a:pt x="17881" y="56252"/>
                  </a:lnTo>
                  <a:lnTo>
                    <a:pt x="29276" y="58553"/>
                  </a:lnTo>
                  <a:lnTo>
                    <a:pt x="40671" y="56252"/>
                  </a:lnTo>
                  <a:lnTo>
                    <a:pt x="49977" y="49977"/>
                  </a:lnTo>
                  <a:lnTo>
                    <a:pt x="56252" y="40671"/>
                  </a:lnTo>
                  <a:lnTo>
                    <a:pt x="58553" y="29276"/>
                  </a:lnTo>
                  <a:lnTo>
                    <a:pt x="56252" y="17881"/>
                  </a:lnTo>
                  <a:lnTo>
                    <a:pt x="49977" y="8575"/>
                  </a:lnTo>
                  <a:lnTo>
                    <a:pt x="40671" y="2300"/>
                  </a:lnTo>
                  <a:lnTo>
                    <a:pt x="29276" y="0"/>
                  </a:lnTo>
                  <a:close/>
                </a:path>
              </a:pathLst>
            </a:custGeom>
            <a:solidFill>
              <a:srgbClr val="8EBB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8" name="object 51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788149" y="5272650"/>
              <a:ext cx="67128" cy="67128"/>
            </a:xfrm>
            <a:prstGeom prst="rect">
              <a:avLst/>
            </a:prstGeom>
          </p:spPr>
        </p:pic>
        <p:pic>
          <p:nvPicPr>
            <p:cNvPr id="519" name="object 519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982416" y="4836401"/>
              <a:ext cx="67118" cy="67128"/>
            </a:xfrm>
            <a:prstGeom prst="rect">
              <a:avLst/>
            </a:prstGeom>
          </p:spPr>
        </p:pic>
        <p:pic>
          <p:nvPicPr>
            <p:cNvPr id="520" name="object 52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289313" y="4900197"/>
              <a:ext cx="91777" cy="91777"/>
            </a:xfrm>
            <a:prstGeom prst="rect">
              <a:avLst/>
            </a:prstGeom>
          </p:spPr>
        </p:pic>
        <p:sp>
          <p:nvSpPr>
            <p:cNvPr id="521" name="object 521" descr=""/>
            <p:cNvSpPr/>
            <p:nvPr/>
          </p:nvSpPr>
          <p:spPr>
            <a:xfrm>
              <a:off x="14939976" y="5118372"/>
              <a:ext cx="967105" cy="390525"/>
            </a:xfrm>
            <a:custGeom>
              <a:avLst/>
              <a:gdLst/>
              <a:ahLst/>
              <a:cxnLst/>
              <a:rect l="l" t="t" r="r" b="b"/>
              <a:pathLst>
                <a:path w="967105" h="390525">
                  <a:moveTo>
                    <a:pt x="41897" y="20955"/>
                  </a:moveTo>
                  <a:lnTo>
                    <a:pt x="40259" y="12801"/>
                  </a:lnTo>
                  <a:lnTo>
                    <a:pt x="35763" y="6134"/>
                  </a:lnTo>
                  <a:lnTo>
                    <a:pt x="29108" y="1651"/>
                  </a:lnTo>
                  <a:lnTo>
                    <a:pt x="20955" y="0"/>
                  </a:lnTo>
                  <a:lnTo>
                    <a:pt x="12801" y="1651"/>
                  </a:lnTo>
                  <a:lnTo>
                    <a:pt x="6134" y="6134"/>
                  </a:lnTo>
                  <a:lnTo>
                    <a:pt x="1651" y="12801"/>
                  </a:lnTo>
                  <a:lnTo>
                    <a:pt x="0" y="20955"/>
                  </a:lnTo>
                  <a:lnTo>
                    <a:pt x="1651" y="29108"/>
                  </a:lnTo>
                  <a:lnTo>
                    <a:pt x="6134" y="35775"/>
                  </a:lnTo>
                  <a:lnTo>
                    <a:pt x="12801" y="40259"/>
                  </a:lnTo>
                  <a:lnTo>
                    <a:pt x="20955" y="41910"/>
                  </a:lnTo>
                  <a:lnTo>
                    <a:pt x="29108" y="40259"/>
                  </a:lnTo>
                  <a:lnTo>
                    <a:pt x="35763" y="35775"/>
                  </a:lnTo>
                  <a:lnTo>
                    <a:pt x="40259" y="29108"/>
                  </a:lnTo>
                  <a:lnTo>
                    <a:pt x="41897" y="20955"/>
                  </a:lnTo>
                  <a:close/>
                </a:path>
                <a:path w="967105" h="390525">
                  <a:moveTo>
                    <a:pt x="967092" y="369366"/>
                  </a:moveTo>
                  <a:lnTo>
                    <a:pt x="965454" y="361213"/>
                  </a:lnTo>
                  <a:lnTo>
                    <a:pt x="960958" y="354558"/>
                  </a:lnTo>
                  <a:lnTo>
                    <a:pt x="954303" y="350062"/>
                  </a:lnTo>
                  <a:lnTo>
                    <a:pt x="946137" y="348411"/>
                  </a:lnTo>
                  <a:lnTo>
                    <a:pt x="937983" y="350062"/>
                  </a:lnTo>
                  <a:lnTo>
                    <a:pt x="931329" y="354558"/>
                  </a:lnTo>
                  <a:lnTo>
                    <a:pt x="926833" y="361213"/>
                  </a:lnTo>
                  <a:lnTo>
                    <a:pt x="925195" y="369366"/>
                  </a:lnTo>
                  <a:lnTo>
                    <a:pt x="926833" y="377520"/>
                  </a:lnTo>
                  <a:lnTo>
                    <a:pt x="931329" y="384187"/>
                  </a:lnTo>
                  <a:lnTo>
                    <a:pt x="937983" y="388670"/>
                  </a:lnTo>
                  <a:lnTo>
                    <a:pt x="946137" y="390321"/>
                  </a:lnTo>
                  <a:lnTo>
                    <a:pt x="954303" y="388670"/>
                  </a:lnTo>
                  <a:lnTo>
                    <a:pt x="960958" y="384187"/>
                  </a:lnTo>
                  <a:lnTo>
                    <a:pt x="965454" y="377520"/>
                  </a:lnTo>
                  <a:lnTo>
                    <a:pt x="967092" y="369366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2" name="object 52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6261919" y="5279878"/>
              <a:ext cx="65851" cy="65851"/>
            </a:xfrm>
            <a:prstGeom prst="rect">
              <a:avLst/>
            </a:prstGeom>
          </p:spPr>
        </p:pic>
        <p:sp>
          <p:nvSpPr>
            <p:cNvPr id="523" name="object 523" descr=""/>
            <p:cNvSpPr/>
            <p:nvPr/>
          </p:nvSpPr>
          <p:spPr>
            <a:xfrm>
              <a:off x="14986695" y="5287828"/>
              <a:ext cx="288290" cy="36830"/>
            </a:xfrm>
            <a:custGeom>
              <a:avLst/>
              <a:gdLst/>
              <a:ahLst/>
              <a:cxnLst/>
              <a:rect l="l" t="t" r="r" b="b"/>
              <a:pathLst>
                <a:path w="288290" h="36829">
                  <a:moveTo>
                    <a:pt x="288095" y="0"/>
                  </a:moveTo>
                  <a:lnTo>
                    <a:pt x="0" y="0"/>
                  </a:lnTo>
                  <a:lnTo>
                    <a:pt x="0" y="36773"/>
                  </a:lnTo>
                  <a:lnTo>
                    <a:pt x="288095" y="36773"/>
                  </a:lnTo>
                  <a:lnTo>
                    <a:pt x="288095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14094816" y="5262047"/>
              <a:ext cx="1296670" cy="250825"/>
            </a:xfrm>
            <a:custGeom>
              <a:avLst/>
              <a:gdLst/>
              <a:ahLst/>
              <a:cxnLst/>
              <a:rect l="l" t="t" r="r" b="b"/>
              <a:pathLst>
                <a:path w="1296669" h="250825">
                  <a:moveTo>
                    <a:pt x="25692" y="0"/>
                  </a:moveTo>
                  <a:lnTo>
                    <a:pt x="0" y="0"/>
                  </a:lnTo>
                  <a:lnTo>
                    <a:pt x="0" y="117614"/>
                  </a:lnTo>
                  <a:lnTo>
                    <a:pt x="25692" y="117614"/>
                  </a:lnTo>
                  <a:lnTo>
                    <a:pt x="25692" y="0"/>
                  </a:lnTo>
                  <a:close/>
                </a:path>
                <a:path w="1296669" h="250825">
                  <a:moveTo>
                    <a:pt x="132270" y="0"/>
                  </a:moveTo>
                  <a:lnTo>
                    <a:pt x="106603" y="0"/>
                  </a:lnTo>
                  <a:lnTo>
                    <a:pt x="106603" y="117614"/>
                  </a:lnTo>
                  <a:lnTo>
                    <a:pt x="132270" y="117614"/>
                  </a:lnTo>
                  <a:lnTo>
                    <a:pt x="132270" y="0"/>
                  </a:lnTo>
                  <a:close/>
                </a:path>
                <a:path w="1296669" h="250825">
                  <a:moveTo>
                    <a:pt x="1296250" y="200685"/>
                  </a:moveTo>
                  <a:lnTo>
                    <a:pt x="1279525" y="200685"/>
                  </a:lnTo>
                  <a:lnTo>
                    <a:pt x="1279525" y="212623"/>
                  </a:lnTo>
                  <a:lnTo>
                    <a:pt x="921156" y="212623"/>
                  </a:lnTo>
                  <a:lnTo>
                    <a:pt x="921156" y="200685"/>
                  </a:lnTo>
                  <a:lnTo>
                    <a:pt x="904430" y="200685"/>
                  </a:lnTo>
                  <a:lnTo>
                    <a:pt x="904430" y="250698"/>
                  </a:lnTo>
                  <a:lnTo>
                    <a:pt x="921156" y="250698"/>
                  </a:lnTo>
                  <a:lnTo>
                    <a:pt x="921156" y="238760"/>
                  </a:lnTo>
                  <a:lnTo>
                    <a:pt x="1279525" y="238760"/>
                  </a:lnTo>
                  <a:lnTo>
                    <a:pt x="1279525" y="250698"/>
                  </a:lnTo>
                  <a:lnTo>
                    <a:pt x="1296250" y="250698"/>
                  </a:lnTo>
                  <a:lnTo>
                    <a:pt x="1296250" y="200685"/>
                  </a:lnTo>
                  <a:close/>
                </a:path>
              </a:pathLst>
            </a:custGeom>
            <a:solidFill>
              <a:srgbClr val="3D8C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14437644" y="4774189"/>
              <a:ext cx="31750" cy="270510"/>
            </a:xfrm>
            <a:custGeom>
              <a:avLst/>
              <a:gdLst/>
              <a:ahLst/>
              <a:cxnLst/>
              <a:rect l="l" t="t" r="r" b="b"/>
              <a:pathLst>
                <a:path w="31750" h="270510">
                  <a:moveTo>
                    <a:pt x="31224" y="0"/>
                  </a:moveTo>
                  <a:lnTo>
                    <a:pt x="0" y="0"/>
                  </a:lnTo>
                  <a:lnTo>
                    <a:pt x="0" y="270295"/>
                  </a:lnTo>
                  <a:lnTo>
                    <a:pt x="31224" y="270295"/>
                  </a:lnTo>
                  <a:lnTo>
                    <a:pt x="31224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14410326" y="4757781"/>
              <a:ext cx="27940" cy="287020"/>
            </a:xfrm>
            <a:custGeom>
              <a:avLst/>
              <a:gdLst/>
              <a:ahLst/>
              <a:cxnLst/>
              <a:rect l="l" t="t" r="r" b="b"/>
              <a:pathLst>
                <a:path w="27940" h="287020">
                  <a:moveTo>
                    <a:pt x="27318" y="0"/>
                  </a:moveTo>
                  <a:lnTo>
                    <a:pt x="0" y="0"/>
                  </a:lnTo>
                  <a:lnTo>
                    <a:pt x="0" y="286703"/>
                  </a:lnTo>
                  <a:lnTo>
                    <a:pt x="27318" y="286703"/>
                  </a:lnTo>
                  <a:lnTo>
                    <a:pt x="27318" y="0"/>
                  </a:lnTo>
                  <a:close/>
                </a:path>
              </a:pathLst>
            </a:custGeom>
            <a:solidFill>
              <a:srgbClr val="A7CD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14383792" y="4769362"/>
              <a:ext cx="26670" cy="275590"/>
            </a:xfrm>
            <a:custGeom>
              <a:avLst/>
              <a:gdLst/>
              <a:ahLst/>
              <a:cxnLst/>
              <a:rect l="l" t="t" r="r" b="b"/>
              <a:pathLst>
                <a:path w="26669" h="275589">
                  <a:moveTo>
                    <a:pt x="26533" y="0"/>
                  </a:moveTo>
                  <a:lnTo>
                    <a:pt x="0" y="0"/>
                  </a:lnTo>
                  <a:lnTo>
                    <a:pt x="0" y="275122"/>
                  </a:lnTo>
                  <a:lnTo>
                    <a:pt x="26533" y="275122"/>
                  </a:lnTo>
                  <a:lnTo>
                    <a:pt x="26533" y="0"/>
                  </a:lnTo>
                  <a:close/>
                </a:path>
              </a:pathLst>
            </a:custGeom>
            <a:solidFill>
              <a:srgbClr val="CFE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14349448" y="4769362"/>
              <a:ext cx="34925" cy="275590"/>
            </a:xfrm>
            <a:custGeom>
              <a:avLst/>
              <a:gdLst/>
              <a:ahLst/>
              <a:cxnLst/>
              <a:rect l="l" t="t" r="r" b="b"/>
              <a:pathLst>
                <a:path w="34925" h="275589">
                  <a:moveTo>
                    <a:pt x="34344" y="0"/>
                  </a:moveTo>
                  <a:lnTo>
                    <a:pt x="0" y="0"/>
                  </a:lnTo>
                  <a:lnTo>
                    <a:pt x="0" y="275122"/>
                  </a:lnTo>
                  <a:lnTo>
                    <a:pt x="34344" y="275122"/>
                  </a:lnTo>
                  <a:lnTo>
                    <a:pt x="34344" y="0"/>
                  </a:lnTo>
                  <a:close/>
                </a:path>
              </a:pathLst>
            </a:custGeom>
            <a:solidFill>
              <a:srgbClr val="C3A7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14310423" y="4745227"/>
              <a:ext cx="39370" cy="299720"/>
            </a:xfrm>
            <a:custGeom>
              <a:avLst/>
              <a:gdLst/>
              <a:ahLst/>
              <a:cxnLst/>
              <a:rect l="l" t="t" r="r" b="b"/>
              <a:pathLst>
                <a:path w="39369" h="299720">
                  <a:moveTo>
                    <a:pt x="39024" y="0"/>
                  </a:moveTo>
                  <a:lnTo>
                    <a:pt x="0" y="0"/>
                  </a:lnTo>
                  <a:lnTo>
                    <a:pt x="0" y="299257"/>
                  </a:lnTo>
                  <a:lnTo>
                    <a:pt x="39024" y="299257"/>
                  </a:lnTo>
                  <a:lnTo>
                    <a:pt x="39024" y="0"/>
                  </a:lnTo>
                  <a:close/>
                </a:path>
              </a:pathLst>
            </a:custGeom>
            <a:solidFill>
              <a:srgbClr val="9DC5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14271398" y="4769362"/>
              <a:ext cx="39370" cy="275590"/>
            </a:xfrm>
            <a:custGeom>
              <a:avLst/>
              <a:gdLst/>
              <a:ahLst/>
              <a:cxnLst/>
              <a:rect l="l" t="t" r="r" b="b"/>
              <a:pathLst>
                <a:path w="39369" h="275589">
                  <a:moveTo>
                    <a:pt x="39024" y="0"/>
                  </a:moveTo>
                  <a:lnTo>
                    <a:pt x="0" y="0"/>
                  </a:lnTo>
                  <a:lnTo>
                    <a:pt x="0" y="275122"/>
                  </a:lnTo>
                  <a:lnTo>
                    <a:pt x="39024" y="275122"/>
                  </a:lnTo>
                  <a:lnTo>
                    <a:pt x="3902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14243304" y="4769362"/>
              <a:ext cx="28575" cy="275590"/>
            </a:xfrm>
            <a:custGeom>
              <a:avLst/>
              <a:gdLst/>
              <a:ahLst/>
              <a:cxnLst/>
              <a:rect l="l" t="t" r="r" b="b"/>
              <a:pathLst>
                <a:path w="28575" h="275589">
                  <a:moveTo>
                    <a:pt x="28093" y="0"/>
                  </a:moveTo>
                  <a:lnTo>
                    <a:pt x="0" y="0"/>
                  </a:lnTo>
                  <a:lnTo>
                    <a:pt x="0" y="275122"/>
                  </a:lnTo>
                  <a:lnTo>
                    <a:pt x="28093" y="275122"/>
                  </a:lnTo>
                  <a:lnTo>
                    <a:pt x="28093" y="0"/>
                  </a:lnTo>
                  <a:close/>
                </a:path>
              </a:pathLst>
            </a:custGeom>
            <a:solidFill>
              <a:srgbClr val="C4DD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14203494" y="4721091"/>
              <a:ext cx="40005" cy="323850"/>
            </a:xfrm>
            <a:custGeom>
              <a:avLst/>
              <a:gdLst/>
              <a:ahLst/>
              <a:cxnLst/>
              <a:rect l="l" t="t" r="r" b="b"/>
              <a:pathLst>
                <a:path w="40005" h="323850">
                  <a:moveTo>
                    <a:pt x="39810" y="0"/>
                  </a:moveTo>
                  <a:lnTo>
                    <a:pt x="0" y="0"/>
                  </a:lnTo>
                  <a:lnTo>
                    <a:pt x="0" y="323393"/>
                  </a:lnTo>
                  <a:lnTo>
                    <a:pt x="39810" y="323393"/>
                  </a:lnTo>
                  <a:lnTo>
                    <a:pt x="39810" y="0"/>
                  </a:lnTo>
                  <a:close/>
                </a:path>
              </a:pathLst>
            </a:custGeom>
            <a:solidFill>
              <a:srgbClr val="999B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 descr=""/>
            <p:cNvSpPr/>
            <p:nvPr/>
          </p:nvSpPr>
          <p:spPr>
            <a:xfrm>
              <a:off x="14159014" y="4750064"/>
              <a:ext cx="45085" cy="294640"/>
            </a:xfrm>
            <a:custGeom>
              <a:avLst/>
              <a:gdLst/>
              <a:ahLst/>
              <a:cxnLst/>
              <a:rect l="l" t="t" r="r" b="b"/>
              <a:pathLst>
                <a:path w="45084" h="294639">
                  <a:moveTo>
                    <a:pt x="44480" y="0"/>
                  </a:moveTo>
                  <a:lnTo>
                    <a:pt x="0" y="0"/>
                  </a:lnTo>
                  <a:lnTo>
                    <a:pt x="0" y="294420"/>
                  </a:lnTo>
                  <a:lnTo>
                    <a:pt x="44480" y="294420"/>
                  </a:lnTo>
                  <a:lnTo>
                    <a:pt x="4448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14133255" y="4750064"/>
              <a:ext cx="26034" cy="294640"/>
            </a:xfrm>
            <a:custGeom>
              <a:avLst/>
              <a:gdLst/>
              <a:ahLst/>
              <a:cxnLst/>
              <a:rect l="l" t="t" r="r" b="b"/>
              <a:pathLst>
                <a:path w="26034" h="294639">
                  <a:moveTo>
                    <a:pt x="25758" y="0"/>
                  </a:moveTo>
                  <a:lnTo>
                    <a:pt x="0" y="0"/>
                  </a:lnTo>
                  <a:lnTo>
                    <a:pt x="0" y="294420"/>
                  </a:lnTo>
                  <a:lnTo>
                    <a:pt x="25758" y="29442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 descr=""/>
            <p:cNvSpPr/>
            <p:nvPr/>
          </p:nvSpPr>
          <p:spPr>
            <a:xfrm>
              <a:off x="14087205" y="4757781"/>
              <a:ext cx="46355" cy="287020"/>
            </a:xfrm>
            <a:custGeom>
              <a:avLst/>
              <a:gdLst/>
              <a:ahLst/>
              <a:cxnLst/>
              <a:rect l="l" t="t" r="r" b="b"/>
              <a:pathLst>
                <a:path w="46355" h="287020">
                  <a:moveTo>
                    <a:pt x="46050" y="0"/>
                  </a:moveTo>
                  <a:lnTo>
                    <a:pt x="0" y="0"/>
                  </a:lnTo>
                  <a:lnTo>
                    <a:pt x="0" y="286703"/>
                  </a:lnTo>
                  <a:lnTo>
                    <a:pt x="46050" y="286703"/>
                  </a:lnTo>
                  <a:lnTo>
                    <a:pt x="46050" y="0"/>
                  </a:lnTo>
                  <a:close/>
                </a:path>
              </a:pathLst>
            </a:custGeom>
            <a:solidFill>
              <a:srgbClr val="F3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 descr=""/>
            <p:cNvSpPr/>
            <p:nvPr/>
          </p:nvSpPr>
          <p:spPr>
            <a:xfrm>
              <a:off x="14050525" y="4774189"/>
              <a:ext cx="36830" cy="270510"/>
            </a:xfrm>
            <a:custGeom>
              <a:avLst/>
              <a:gdLst/>
              <a:ahLst/>
              <a:cxnLst/>
              <a:rect l="l" t="t" r="r" b="b"/>
              <a:pathLst>
                <a:path w="36830" h="270510">
                  <a:moveTo>
                    <a:pt x="36679" y="0"/>
                  </a:moveTo>
                  <a:lnTo>
                    <a:pt x="0" y="0"/>
                  </a:lnTo>
                  <a:lnTo>
                    <a:pt x="0" y="270295"/>
                  </a:lnTo>
                  <a:lnTo>
                    <a:pt x="36679" y="270295"/>
                  </a:lnTo>
                  <a:lnTo>
                    <a:pt x="36679" y="0"/>
                  </a:lnTo>
                  <a:close/>
                </a:path>
              </a:pathLst>
            </a:custGeom>
            <a:solidFill>
              <a:srgbClr val="B1D2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 descr=""/>
            <p:cNvSpPr/>
            <p:nvPr/>
          </p:nvSpPr>
          <p:spPr>
            <a:xfrm>
              <a:off x="14030232" y="4752954"/>
              <a:ext cx="20320" cy="292100"/>
            </a:xfrm>
            <a:custGeom>
              <a:avLst/>
              <a:gdLst/>
              <a:ahLst/>
              <a:cxnLst/>
              <a:rect l="l" t="t" r="r" b="b"/>
              <a:pathLst>
                <a:path w="20319" h="292100">
                  <a:moveTo>
                    <a:pt x="20292" y="0"/>
                  </a:moveTo>
                  <a:lnTo>
                    <a:pt x="0" y="0"/>
                  </a:lnTo>
                  <a:lnTo>
                    <a:pt x="0" y="291530"/>
                  </a:lnTo>
                  <a:lnTo>
                    <a:pt x="20292" y="291530"/>
                  </a:lnTo>
                  <a:lnTo>
                    <a:pt x="20292" y="0"/>
                  </a:lnTo>
                  <a:close/>
                </a:path>
              </a:pathLst>
            </a:custGeom>
            <a:solidFill>
              <a:srgbClr val="9FC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13988087" y="4726892"/>
              <a:ext cx="42545" cy="318135"/>
            </a:xfrm>
            <a:custGeom>
              <a:avLst/>
              <a:gdLst/>
              <a:ahLst/>
              <a:cxnLst/>
              <a:rect l="l" t="t" r="r" b="b"/>
              <a:pathLst>
                <a:path w="42544" h="318135">
                  <a:moveTo>
                    <a:pt x="42145" y="0"/>
                  </a:moveTo>
                  <a:lnTo>
                    <a:pt x="0" y="0"/>
                  </a:lnTo>
                  <a:lnTo>
                    <a:pt x="0" y="317592"/>
                  </a:lnTo>
                  <a:lnTo>
                    <a:pt x="42145" y="317592"/>
                  </a:lnTo>
                  <a:lnTo>
                    <a:pt x="421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13952968" y="4738473"/>
              <a:ext cx="35560" cy="306070"/>
            </a:xfrm>
            <a:custGeom>
              <a:avLst/>
              <a:gdLst/>
              <a:ahLst/>
              <a:cxnLst/>
              <a:rect l="l" t="t" r="r" b="b"/>
              <a:pathLst>
                <a:path w="35559" h="306070">
                  <a:moveTo>
                    <a:pt x="35119" y="0"/>
                  </a:moveTo>
                  <a:lnTo>
                    <a:pt x="0" y="0"/>
                  </a:lnTo>
                  <a:lnTo>
                    <a:pt x="0" y="306011"/>
                  </a:lnTo>
                  <a:lnTo>
                    <a:pt x="35119" y="306011"/>
                  </a:lnTo>
                  <a:lnTo>
                    <a:pt x="35119" y="0"/>
                  </a:lnTo>
                  <a:close/>
                </a:path>
              </a:pathLst>
            </a:custGeom>
            <a:solidFill>
              <a:srgbClr val="9FC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13910037" y="4721091"/>
              <a:ext cx="43180" cy="323850"/>
            </a:xfrm>
            <a:custGeom>
              <a:avLst/>
              <a:gdLst/>
              <a:ahLst/>
              <a:cxnLst/>
              <a:rect l="l" t="t" r="r" b="b"/>
              <a:pathLst>
                <a:path w="43180" h="323850">
                  <a:moveTo>
                    <a:pt x="42930" y="0"/>
                  </a:moveTo>
                  <a:lnTo>
                    <a:pt x="0" y="0"/>
                  </a:lnTo>
                  <a:lnTo>
                    <a:pt x="0" y="323393"/>
                  </a:lnTo>
                  <a:lnTo>
                    <a:pt x="42930" y="323393"/>
                  </a:lnTo>
                  <a:lnTo>
                    <a:pt x="4293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 descr=""/>
            <p:cNvSpPr/>
            <p:nvPr/>
          </p:nvSpPr>
          <p:spPr>
            <a:xfrm>
              <a:off x="13791169" y="4753282"/>
              <a:ext cx="119380" cy="291465"/>
            </a:xfrm>
            <a:custGeom>
              <a:avLst/>
              <a:gdLst/>
              <a:ahLst/>
              <a:cxnLst/>
              <a:rect l="l" t="t" r="r" b="b"/>
              <a:pathLst>
                <a:path w="119380" h="291464">
                  <a:moveTo>
                    <a:pt x="95955" y="0"/>
                  </a:moveTo>
                  <a:lnTo>
                    <a:pt x="0" y="283446"/>
                  </a:lnTo>
                  <a:lnTo>
                    <a:pt x="22920" y="291205"/>
                  </a:lnTo>
                  <a:lnTo>
                    <a:pt x="118875" y="7758"/>
                  </a:lnTo>
                  <a:lnTo>
                    <a:pt x="95955" y="0"/>
                  </a:lnTo>
                  <a:close/>
                </a:path>
              </a:pathLst>
            </a:custGeom>
            <a:solidFill>
              <a:srgbClr val="92C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13699664" y="4779167"/>
              <a:ext cx="173990" cy="265430"/>
            </a:xfrm>
            <a:custGeom>
              <a:avLst/>
              <a:gdLst/>
              <a:ahLst/>
              <a:cxnLst/>
              <a:rect l="l" t="t" r="r" b="b"/>
              <a:pathLst>
                <a:path w="173990" h="265429">
                  <a:moveTo>
                    <a:pt x="143650" y="0"/>
                  </a:moveTo>
                  <a:lnTo>
                    <a:pt x="0" y="248107"/>
                  </a:lnTo>
                  <a:lnTo>
                    <a:pt x="29716" y="265321"/>
                  </a:lnTo>
                  <a:lnTo>
                    <a:pt x="173366" y="17203"/>
                  </a:lnTo>
                  <a:lnTo>
                    <a:pt x="143650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3" name="object 54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468858" y="4815204"/>
              <a:ext cx="279400" cy="229285"/>
            </a:xfrm>
            <a:prstGeom prst="rect">
              <a:avLst/>
            </a:prstGeom>
          </p:spPr>
        </p:pic>
      </p:grpSp>
      <p:sp>
        <p:nvSpPr>
          <p:cNvPr id="544" name="object 544" descr=""/>
          <p:cNvSpPr/>
          <p:nvPr/>
        </p:nvSpPr>
        <p:spPr>
          <a:xfrm>
            <a:off x="13131965" y="8283590"/>
            <a:ext cx="40005" cy="237490"/>
          </a:xfrm>
          <a:custGeom>
            <a:avLst/>
            <a:gdLst/>
            <a:ahLst/>
            <a:cxnLst/>
            <a:rect l="l" t="t" r="r" b="b"/>
            <a:pathLst>
              <a:path w="40005" h="237490">
                <a:moveTo>
                  <a:pt x="0" y="236966"/>
                </a:moveTo>
                <a:lnTo>
                  <a:pt x="39956" y="236966"/>
                </a:lnTo>
                <a:lnTo>
                  <a:pt x="39956" y="0"/>
                </a:lnTo>
                <a:lnTo>
                  <a:pt x="0" y="0"/>
                </a:lnTo>
                <a:lnTo>
                  <a:pt x="0" y="236966"/>
                </a:lnTo>
                <a:close/>
              </a:path>
            </a:pathLst>
          </a:custGeom>
          <a:solidFill>
            <a:srgbClr val="B88E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5" name="object 545" descr=""/>
          <p:cNvSpPr/>
          <p:nvPr/>
        </p:nvSpPr>
        <p:spPr>
          <a:xfrm>
            <a:off x="13131965" y="7915758"/>
            <a:ext cx="40005" cy="287020"/>
          </a:xfrm>
          <a:custGeom>
            <a:avLst/>
            <a:gdLst/>
            <a:ahLst/>
            <a:cxnLst/>
            <a:rect l="l" t="t" r="r" b="b"/>
            <a:pathLst>
              <a:path w="40005" h="287020">
                <a:moveTo>
                  <a:pt x="0" y="286849"/>
                </a:moveTo>
                <a:lnTo>
                  <a:pt x="39956" y="286849"/>
                </a:lnTo>
                <a:lnTo>
                  <a:pt x="39956" y="0"/>
                </a:lnTo>
                <a:lnTo>
                  <a:pt x="0" y="0"/>
                </a:lnTo>
                <a:lnTo>
                  <a:pt x="0" y="286849"/>
                </a:lnTo>
                <a:close/>
              </a:path>
            </a:pathLst>
          </a:custGeom>
          <a:solidFill>
            <a:srgbClr val="B88E6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6" name="object 546" descr=""/>
          <p:cNvGrpSpPr/>
          <p:nvPr/>
        </p:nvGrpSpPr>
        <p:grpSpPr>
          <a:xfrm>
            <a:off x="13131956" y="8283590"/>
            <a:ext cx="885190" cy="802640"/>
            <a:chOff x="13131956" y="8283590"/>
            <a:chExt cx="885190" cy="802640"/>
          </a:xfrm>
        </p:grpSpPr>
        <p:sp>
          <p:nvSpPr>
            <p:cNvPr id="547" name="object 547" descr=""/>
            <p:cNvSpPr/>
            <p:nvPr/>
          </p:nvSpPr>
          <p:spPr>
            <a:xfrm>
              <a:off x="13131956" y="8691096"/>
              <a:ext cx="885190" cy="116839"/>
            </a:xfrm>
            <a:custGeom>
              <a:avLst/>
              <a:gdLst/>
              <a:ahLst/>
              <a:cxnLst/>
              <a:rect l="l" t="t" r="r" b="b"/>
              <a:pathLst>
                <a:path w="885190" h="116840">
                  <a:moveTo>
                    <a:pt x="884685" y="0"/>
                  </a:moveTo>
                  <a:lnTo>
                    <a:pt x="0" y="0"/>
                  </a:lnTo>
                  <a:lnTo>
                    <a:pt x="0" y="116394"/>
                  </a:lnTo>
                  <a:lnTo>
                    <a:pt x="884685" y="116394"/>
                  </a:lnTo>
                  <a:lnTo>
                    <a:pt x="884685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 descr=""/>
            <p:cNvSpPr/>
            <p:nvPr/>
          </p:nvSpPr>
          <p:spPr>
            <a:xfrm>
              <a:off x="13131966" y="8520575"/>
              <a:ext cx="40005" cy="565150"/>
            </a:xfrm>
            <a:custGeom>
              <a:avLst/>
              <a:gdLst/>
              <a:ahLst/>
              <a:cxnLst/>
              <a:rect l="l" t="t" r="r" b="b"/>
              <a:pathLst>
                <a:path w="40005" h="565150">
                  <a:moveTo>
                    <a:pt x="39954" y="286918"/>
                  </a:moveTo>
                  <a:lnTo>
                    <a:pt x="0" y="286918"/>
                  </a:lnTo>
                  <a:lnTo>
                    <a:pt x="0" y="565150"/>
                  </a:lnTo>
                  <a:lnTo>
                    <a:pt x="39954" y="565150"/>
                  </a:lnTo>
                  <a:lnTo>
                    <a:pt x="39954" y="286918"/>
                  </a:lnTo>
                  <a:close/>
                </a:path>
                <a:path w="40005" h="565150">
                  <a:moveTo>
                    <a:pt x="39954" y="0"/>
                  </a:moveTo>
                  <a:lnTo>
                    <a:pt x="0" y="0"/>
                  </a:lnTo>
                  <a:lnTo>
                    <a:pt x="0" y="139369"/>
                  </a:lnTo>
                  <a:lnTo>
                    <a:pt x="0" y="170522"/>
                  </a:lnTo>
                  <a:lnTo>
                    <a:pt x="39954" y="170522"/>
                  </a:lnTo>
                  <a:lnTo>
                    <a:pt x="39954" y="139369"/>
                  </a:lnTo>
                  <a:lnTo>
                    <a:pt x="39954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 descr=""/>
            <p:cNvSpPr/>
            <p:nvPr/>
          </p:nvSpPr>
          <p:spPr>
            <a:xfrm>
              <a:off x="13976674" y="8283590"/>
              <a:ext cx="40005" cy="237490"/>
            </a:xfrm>
            <a:custGeom>
              <a:avLst/>
              <a:gdLst/>
              <a:ahLst/>
              <a:cxnLst/>
              <a:rect l="l" t="t" r="r" b="b"/>
              <a:pathLst>
                <a:path w="40005" h="237490">
                  <a:moveTo>
                    <a:pt x="0" y="236966"/>
                  </a:moveTo>
                  <a:lnTo>
                    <a:pt x="39967" y="236966"/>
                  </a:lnTo>
                  <a:lnTo>
                    <a:pt x="39967" y="0"/>
                  </a:lnTo>
                  <a:lnTo>
                    <a:pt x="0" y="0"/>
                  </a:lnTo>
                  <a:lnTo>
                    <a:pt x="0" y="236966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0" name="object 550" descr=""/>
          <p:cNvGrpSpPr/>
          <p:nvPr/>
        </p:nvGrpSpPr>
        <p:grpSpPr>
          <a:xfrm>
            <a:off x="13976674" y="7915758"/>
            <a:ext cx="180975" cy="368300"/>
            <a:chOff x="13976674" y="7915758"/>
            <a:chExt cx="180975" cy="368300"/>
          </a:xfrm>
        </p:grpSpPr>
        <p:sp>
          <p:nvSpPr>
            <p:cNvPr id="551" name="object 551" descr=""/>
            <p:cNvSpPr/>
            <p:nvPr/>
          </p:nvSpPr>
          <p:spPr>
            <a:xfrm>
              <a:off x="13976674" y="7915758"/>
              <a:ext cx="40005" cy="287020"/>
            </a:xfrm>
            <a:custGeom>
              <a:avLst/>
              <a:gdLst/>
              <a:ahLst/>
              <a:cxnLst/>
              <a:rect l="l" t="t" r="r" b="b"/>
              <a:pathLst>
                <a:path w="40005" h="287020">
                  <a:moveTo>
                    <a:pt x="0" y="286849"/>
                  </a:moveTo>
                  <a:lnTo>
                    <a:pt x="39967" y="286849"/>
                  </a:lnTo>
                  <a:lnTo>
                    <a:pt x="39967" y="0"/>
                  </a:lnTo>
                  <a:lnTo>
                    <a:pt x="0" y="0"/>
                  </a:lnTo>
                  <a:lnTo>
                    <a:pt x="0" y="286849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 descr=""/>
            <p:cNvSpPr/>
            <p:nvPr/>
          </p:nvSpPr>
          <p:spPr>
            <a:xfrm>
              <a:off x="13976674" y="8202608"/>
              <a:ext cx="180975" cy="81280"/>
            </a:xfrm>
            <a:custGeom>
              <a:avLst/>
              <a:gdLst/>
              <a:ahLst/>
              <a:cxnLst/>
              <a:rect l="l" t="t" r="r" b="b"/>
              <a:pathLst>
                <a:path w="180975" h="81279">
                  <a:moveTo>
                    <a:pt x="180936" y="0"/>
                  </a:moveTo>
                  <a:lnTo>
                    <a:pt x="0" y="0"/>
                  </a:lnTo>
                  <a:lnTo>
                    <a:pt x="0" y="80981"/>
                  </a:lnTo>
                  <a:lnTo>
                    <a:pt x="180936" y="80981"/>
                  </a:lnTo>
                  <a:lnTo>
                    <a:pt x="180936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13976674" y="8159981"/>
              <a:ext cx="180975" cy="43180"/>
            </a:xfrm>
            <a:custGeom>
              <a:avLst/>
              <a:gdLst/>
              <a:ahLst/>
              <a:cxnLst/>
              <a:rect l="l" t="t" r="r" b="b"/>
              <a:pathLst>
                <a:path w="180975" h="43179">
                  <a:moveTo>
                    <a:pt x="180936" y="0"/>
                  </a:moveTo>
                  <a:lnTo>
                    <a:pt x="0" y="0"/>
                  </a:lnTo>
                  <a:lnTo>
                    <a:pt x="0" y="42626"/>
                  </a:lnTo>
                  <a:lnTo>
                    <a:pt x="180936" y="42626"/>
                  </a:lnTo>
                  <a:lnTo>
                    <a:pt x="180936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4" name="object 554" descr=""/>
          <p:cNvSpPr/>
          <p:nvPr/>
        </p:nvSpPr>
        <p:spPr>
          <a:xfrm>
            <a:off x="13976674" y="8807491"/>
            <a:ext cx="40005" cy="278765"/>
          </a:xfrm>
          <a:custGeom>
            <a:avLst/>
            <a:gdLst/>
            <a:ahLst/>
            <a:cxnLst/>
            <a:rect l="l" t="t" r="r" b="b"/>
            <a:pathLst>
              <a:path w="40005" h="278765">
                <a:moveTo>
                  <a:pt x="39967" y="0"/>
                </a:moveTo>
                <a:lnTo>
                  <a:pt x="0" y="0"/>
                </a:lnTo>
                <a:lnTo>
                  <a:pt x="0" y="278232"/>
                </a:lnTo>
                <a:lnTo>
                  <a:pt x="39967" y="278232"/>
                </a:lnTo>
                <a:lnTo>
                  <a:pt x="39967" y="0"/>
                </a:lnTo>
                <a:close/>
              </a:path>
            </a:pathLst>
          </a:custGeom>
          <a:solidFill>
            <a:srgbClr val="B8996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5" name="object 555" descr=""/>
          <p:cNvGrpSpPr/>
          <p:nvPr/>
        </p:nvGrpSpPr>
        <p:grpSpPr>
          <a:xfrm>
            <a:off x="12990986" y="7895280"/>
            <a:ext cx="1118870" cy="1190625"/>
            <a:chOff x="12990986" y="7895280"/>
            <a:chExt cx="1118870" cy="1190625"/>
          </a:xfrm>
        </p:grpSpPr>
        <p:sp>
          <p:nvSpPr>
            <p:cNvPr id="556" name="object 556" descr=""/>
            <p:cNvSpPr/>
            <p:nvPr/>
          </p:nvSpPr>
          <p:spPr>
            <a:xfrm>
              <a:off x="13976668" y="8520575"/>
              <a:ext cx="40005" cy="170815"/>
            </a:xfrm>
            <a:custGeom>
              <a:avLst/>
              <a:gdLst/>
              <a:ahLst/>
              <a:cxnLst/>
              <a:rect l="l" t="t" r="r" b="b"/>
              <a:pathLst>
                <a:path w="40005" h="170815">
                  <a:moveTo>
                    <a:pt x="39966" y="0"/>
                  </a:moveTo>
                  <a:lnTo>
                    <a:pt x="0" y="0"/>
                  </a:lnTo>
                  <a:lnTo>
                    <a:pt x="0" y="139369"/>
                  </a:lnTo>
                  <a:lnTo>
                    <a:pt x="0" y="170522"/>
                  </a:lnTo>
                  <a:lnTo>
                    <a:pt x="39966" y="170522"/>
                  </a:lnTo>
                  <a:lnTo>
                    <a:pt x="39966" y="139369"/>
                  </a:lnTo>
                  <a:lnTo>
                    <a:pt x="39966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13171895" y="8616439"/>
              <a:ext cx="805180" cy="74930"/>
            </a:xfrm>
            <a:custGeom>
              <a:avLst/>
              <a:gdLst/>
              <a:ahLst/>
              <a:cxnLst/>
              <a:rect l="l" t="t" r="r" b="b"/>
              <a:pathLst>
                <a:path w="805180" h="74929">
                  <a:moveTo>
                    <a:pt x="773871" y="0"/>
                  </a:moveTo>
                  <a:lnTo>
                    <a:pt x="30951" y="0"/>
                  </a:lnTo>
                  <a:lnTo>
                    <a:pt x="18906" y="2854"/>
                  </a:lnTo>
                  <a:lnTo>
                    <a:pt x="9067" y="10637"/>
                  </a:lnTo>
                  <a:lnTo>
                    <a:pt x="2433" y="22179"/>
                  </a:lnTo>
                  <a:lnTo>
                    <a:pt x="0" y="36313"/>
                  </a:lnTo>
                  <a:lnTo>
                    <a:pt x="0" y="74667"/>
                  </a:lnTo>
                  <a:lnTo>
                    <a:pt x="804739" y="74667"/>
                  </a:lnTo>
                  <a:lnTo>
                    <a:pt x="804739" y="36313"/>
                  </a:lnTo>
                  <a:lnTo>
                    <a:pt x="802319" y="22179"/>
                  </a:lnTo>
                  <a:lnTo>
                    <a:pt x="795713" y="10637"/>
                  </a:lnTo>
                  <a:lnTo>
                    <a:pt x="785904" y="2854"/>
                  </a:lnTo>
                  <a:lnTo>
                    <a:pt x="773871" y="0"/>
                  </a:lnTo>
                  <a:close/>
                </a:path>
              </a:pathLst>
            </a:custGeom>
            <a:solidFill>
              <a:srgbClr val="9EC6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 descr=""/>
            <p:cNvSpPr/>
            <p:nvPr/>
          </p:nvSpPr>
          <p:spPr>
            <a:xfrm>
              <a:off x="13171895" y="8484279"/>
              <a:ext cx="805180" cy="168910"/>
            </a:xfrm>
            <a:custGeom>
              <a:avLst/>
              <a:gdLst/>
              <a:ahLst/>
              <a:cxnLst/>
              <a:rect l="l" t="t" r="r" b="b"/>
              <a:pathLst>
                <a:path w="805180" h="168909">
                  <a:moveTo>
                    <a:pt x="773871" y="0"/>
                  </a:moveTo>
                  <a:lnTo>
                    <a:pt x="30951" y="0"/>
                  </a:lnTo>
                  <a:lnTo>
                    <a:pt x="18906" y="2854"/>
                  </a:lnTo>
                  <a:lnTo>
                    <a:pt x="9067" y="10637"/>
                  </a:lnTo>
                  <a:lnTo>
                    <a:pt x="2433" y="22179"/>
                  </a:lnTo>
                  <a:lnTo>
                    <a:pt x="0" y="36313"/>
                  </a:lnTo>
                  <a:lnTo>
                    <a:pt x="0" y="168476"/>
                  </a:lnTo>
                  <a:lnTo>
                    <a:pt x="2433" y="154343"/>
                  </a:lnTo>
                  <a:lnTo>
                    <a:pt x="9067" y="142800"/>
                  </a:lnTo>
                  <a:lnTo>
                    <a:pt x="18906" y="135017"/>
                  </a:lnTo>
                  <a:lnTo>
                    <a:pt x="30951" y="132163"/>
                  </a:lnTo>
                  <a:lnTo>
                    <a:pt x="773871" y="132163"/>
                  </a:lnTo>
                  <a:lnTo>
                    <a:pt x="785904" y="135017"/>
                  </a:lnTo>
                  <a:lnTo>
                    <a:pt x="795713" y="142800"/>
                  </a:lnTo>
                  <a:lnTo>
                    <a:pt x="802319" y="154343"/>
                  </a:lnTo>
                  <a:lnTo>
                    <a:pt x="804739" y="168476"/>
                  </a:lnTo>
                  <a:lnTo>
                    <a:pt x="804739" y="36313"/>
                  </a:lnTo>
                  <a:lnTo>
                    <a:pt x="802319" y="22179"/>
                  </a:lnTo>
                  <a:lnTo>
                    <a:pt x="795713" y="10637"/>
                  </a:lnTo>
                  <a:lnTo>
                    <a:pt x="785904" y="2854"/>
                  </a:lnTo>
                  <a:lnTo>
                    <a:pt x="773871" y="0"/>
                  </a:lnTo>
                  <a:close/>
                </a:path>
              </a:pathLst>
            </a:custGeom>
            <a:solidFill>
              <a:srgbClr val="ABC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 descr=""/>
            <p:cNvSpPr/>
            <p:nvPr/>
          </p:nvSpPr>
          <p:spPr>
            <a:xfrm>
              <a:off x="13171895" y="7895280"/>
              <a:ext cx="805180" cy="625475"/>
            </a:xfrm>
            <a:custGeom>
              <a:avLst/>
              <a:gdLst/>
              <a:ahLst/>
              <a:cxnLst/>
              <a:rect l="l" t="t" r="r" b="b"/>
              <a:pathLst>
                <a:path w="805180" h="625475">
                  <a:moveTo>
                    <a:pt x="773871" y="0"/>
                  </a:moveTo>
                  <a:lnTo>
                    <a:pt x="30951" y="0"/>
                  </a:lnTo>
                  <a:lnTo>
                    <a:pt x="18906" y="2854"/>
                  </a:lnTo>
                  <a:lnTo>
                    <a:pt x="9067" y="10637"/>
                  </a:lnTo>
                  <a:lnTo>
                    <a:pt x="2433" y="22179"/>
                  </a:lnTo>
                  <a:lnTo>
                    <a:pt x="0" y="36313"/>
                  </a:lnTo>
                  <a:lnTo>
                    <a:pt x="0" y="625310"/>
                  </a:lnTo>
                  <a:lnTo>
                    <a:pt x="2433" y="611177"/>
                  </a:lnTo>
                  <a:lnTo>
                    <a:pt x="9067" y="599634"/>
                  </a:lnTo>
                  <a:lnTo>
                    <a:pt x="18906" y="591851"/>
                  </a:lnTo>
                  <a:lnTo>
                    <a:pt x="30951" y="588997"/>
                  </a:lnTo>
                  <a:lnTo>
                    <a:pt x="773871" y="588997"/>
                  </a:lnTo>
                  <a:lnTo>
                    <a:pt x="785904" y="591851"/>
                  </a:lnTo>
                  <a:lnTo>
                    <a:pt x="795713" y="599634"/>
                  </a:lnTo>
                  <a:lnTo>
                    <a:pt x="802319" y="611177"/>
                  </a:lnTo>
                  <a:lnTo>
                    <a:pt x="804739" y="625310"/>
                  </a:lnTo>
                  <a:lnTo>
                    <a:pt x="804739" y="36313"/>
                  </a:lnTo>
                  <a:lnTo>
                    <a:pt x="802319" y="22179"/>
                  </a:lnTo>
                  <a:lnTo>
                    <a:pt x="795713" y="10637"/>
                  </a:lnTo>
                  <a:lnTo>
                    <a:pt x="785904" y="2854"/>
                  </a:lnTo>
                  <a:lnTo>
                    <a:pt x="773871" y="0"/>
                  </a:lnTo>
                  <a:close/>
                </a:path>
              </a:pathLst>
            </a:custGeom>
            <a:solidFill>
              <a:srgbClr val="B0D2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12990986" y="8202608"/>
              <a:ext cx="180975" cy="81280"/>
            </a:xfrm>
            <a:custGeom>
              <a:avLst/>
              <a:gdLst/>
              <a:ahLst/>
              <a:cxnLst/>
              <a:rect l="l" t="t" r="r" b="b"/>
              <a:pathLst>
                <a:path w="180975" h="81279">
                  <a:moveTo>
                    <a:pt x="180936" y="0"/>
                  </a:moveTo>
                  <a:lnTo>
                    <a:pt x="0" y="0"/>
                  </a:lnTo>
                  <a:lnTo>
                    <a:pt x="0" y="80981"/>
                  </a:lnTo>
                  <a:lnTo>
                    <a:pt x="180936" y="80981"/>
                  </a:lnTo>
                  <a:lnTo>
                    <a:pt x="180936" y="0"/>
                  </a:lnTo>
                  <a:close/>
                </a:path>
              </a:pathLst>
            </a:custGeom>
            <a:solidFill>
              <a:srgbClr val="B89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 descr=""/>
            <p:cNvSpPr/>
            <p:nvPr/>
          </p:nvSpPr>
          <p:spPr>
            <a:xfrm>
              <a:off x="12990986" y="8159981"/>
              <a:ext cx="180975" cy="43180"/>
            </a:xfrm>
            <a:custGeom>
              <a:avLst/>
              <a:gdLst/>
              <a:ahLst/>
              <a:cxnLst/>
              <a:rect l="l" t="t" r="r" b="b"/>
              <a:pathLst>
                <a:path w="180975" h="43179">
                  <a:moveTo>
                    <a:pt x="180936" y="0"/>
                  </a:moveTo>
                  <a:lnTo>
                    <a:pt x="0" y="0"/>
                  </a:lnTo>
                  <a:lnTo>
                    <a:pt x="0" y="42626"/>
                  </a:lnTo>
                  <a:lnTo>
                    <a:pt x="180936" y="42626"/>
                  </a:lnTo>
                  <a:lnTo>
                    <a:pt x="180936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13038938" y="8223395"/>
              <a:ext cx="1071245" cy="862330"/>
            </a:xfrm>
            <a:custGeom>
              <a:avLst/>
              <a:gdLst/>
              <a:ahLst/>
              <a:cxnLst/>
              <a:rect l="l" t="t" r="r" b="b"/>
              <a:pathLst>
                <a:path w="1071244" h="862329">
                  <a:moveTo>
                    <a:pt x="93014" y="0"/>
                  </a:moveTo>
                  <a:lnTo>
                    <a:pt x="0" y="0"/>
                  </a:lnTo>
                  <a:lnTo>
                    <a:pt x="24422" y="862330"/>
                  </a:lnTo>
                  <a:lnTo>
                    <a:pt x="93014" y="862330"/>
                  </a:lnTo>
                  <a:lnTo>
                    <a:pt x="93014" y="0"/>
                  </a:lnTo>
                  <a:close/>
                </a:path>
                <a:path w="1071244" h="862329">
                  <a:moveTo>
                    <a:pt x="1070711" y="0"/>
                  </a:moveTo>
                  <a:lnTo>
                    <a:pt x="977696" y="0"/>
                  </a:lnTo>
                  <a:lnTo>
                    <a:pt x="977696" y="862330"/>
                  </a:lnTo>
                  <a:lnTo>
                    <a:pt x="1046289" y="862330"/>
                  </a:lnTo>
                  <a:lnTo>
                    <a:pt x="1070711" y="0"/>
                  </a:lnTo>
                  <a:close/>
                </a:path>
              </a:pathLst>
            </a:custGeom>
            <a:solidFill>
              <a:srgbClr val="B88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13038938" y="8223408"/>
              <a:ext cx="1071245" cy="546735"/>
            </a:xfrm>
            <a:custGeom>
              <a:avLst/>
              <a:gdLst/>
              <a:ahLst/>
              <a:cxnLst/>
              <a:rect l="l" t="t" r="r" b="b"/>
              <a:pathLst>
                <a:path w="1071244" h="546734">
                  <a:moveTo>
                    <a:pt x="133388" y="60185"/>
                  </a:moveTo>
                  <a:lnTo>
                    <a:pt x="93014" y="60185"/>
                  </a:lnTo>
                  <a:lnTo>
                    <a:pt x="93014" y="0"/>
                  </a:lnTo>
                  <a:lnTo>
                    <a:pt x="0" y="0"/>
                  </a:lnTo>
                  <a:lnTo>
                    <a:pt x="1879" y="65976"/>
                  </a:lnTo>
                  <a:lnTo>
                    <a:pt x="92608" y="65976"/>
                  </a:lnTo>
                  <a:lnTo>
                    <a:pt x="92608" y="121335"/>
                  </a:lnTo>
                  <a:lnTo>
                    <a:pt x="132562" y="121335"/>
                  </a:lnTo>
                  <a:lnTo>
                    <a:pt x="133388" y="60185"/>
                  </a:lnTo>
                  <a:close/>
                </a:path>
                <a:path w="1071244" h="546734">
                  <a:moveTo>
                    <a:pt x="977709" y="467690"/>
                  </a:moveTo>
                  <a:lnTo>
                    <a:pt x="93027" y="467690"/>
                  </a:lnTo>
                  <a:lnTo>
                    <a:pt x="93027" y="546582"/>
                  </a:lnTo>
                  <a:lnTo>
                    <a:pt x="977709" y="546582"/>
                  </a:lnTo>
                  <a:lnTo>
                    <a:pt x="977709" y="467690"/>
                  </a:lnTo>
                  <a:close/>
                </a:path>
                <a:path w="1071244" h="546734">
                  <a:moveTo>
                    <a:pt x="1070711" y="0"/>
                  </a:moveTo>
                  <a:lnTo>
                    <a:pt x="977696" y="0"/>
                  </a:lnTo>
                  <a:lnTo>
                    <a:pt x="977696" y="60185"/>
                  </a:lnTo>
                  <a:lnTo>
                    <a:pt x="937729" y="60185"/>
                  </a:lnTo>
                  <a:lnTo>
                    <a:pt x="937729" y="121335"/>
                  </a:lnTo>
                  <a:lnTo>
                    <a:pt x="977684" y="121335"/>
                  </a:lnTo>
                  <a:lnTo>
                    <a:pt x="978420" y="65976"/>
                  </a:lnTo>
                  <a:lnTo>
                    <a:pt x="1068844" y="65976"/>
                  </a:lnTo>
                  <a:lnTo>
                    <a:pt x="1070711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4" name="object 564" descr=""/>
          <p:cNvSpPr txBox="1"/>
          <p:nvPr/>
        </p:nvSpPr>
        <p:spPr>
          <a:xfrm>
            <a:off x="624158" y="728636"/>
            <a:ext cx="1936114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Furniture</a:t>
            </a:r>
            <a:r>
              <a:rPr dirty="0" sz="1700" spc="2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-</a:t>
            </a:r>
            <a:r>
              <a:rPr dirty="0" sz="1700" spc="2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Various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32990" y="1805912"/>
            <a:ext cx="4743450" cy="1551940"/>
            <a:chOff x="1232990" y="1805912"/>
            <a:chExt cx="4743450" cy="1551940"/>
          </a:xfrm>
        </p:grpSpPr>
        <p:sp>
          <p:nvSpPr>
            <p:cNvPr id="3" name="object 3" descr=""/>
            <p:cNvSpPr/>
            <p:nvPr/>
          </p:nvSpPr>
          <p:spPr>
            <a:xfrm>
              <a:off x="4716824" y="2284238"/>
              <a:ext cx="1259205" cy="78105"/>
            </a:xfrm>
            <a:custGeom>
              <a:avLst/>
              <a:gdLst/>
              <a:ahLst/>
              <a:cxnLst/>
              <a:rect l="l" t="t" r="r" b="b"/>
              <a:pathLst>
                <a:path w="1259204" h="78105">
                  <a:moveTo>
                    <a:pt x="1220109" y="0"/>
                  </a:moveTo>
                  <a:lnTo>
                    <a:pt x="77997" y="0"/>
                  </a:lnTo>
                  <a:lnTo>
                    <a:pt x="47637" y="6129"/>
                  </a:lnTo>
                  <a:lnTo>
                    <a:pt x="22844" y="22844"/>
                  </a:lnTo>
                  <a:lnTo>
                    <a:pt x="6129" y="47637"/>
                  </a:lnTo>
                  <a:lnTo>
                    <a:pt x="0" y="77997"/>
                  </a:lnTo>
                  <a:lnTo>
                    <a:pt x="1220109" y="77997"/>
                  </a:lnTo>
                  <a:lnTo>
                    <a:pt x="1235288" y="74933"/>
                  </a:lnTo>
                  <a:lnTo>
                    <a:pt x="1247683" y="66577"/>
                  </a:lnTo>
                  <a:lnTo>
                    <a:pt x="1256039" y="54183"/>
                  </a:lnTo>
                  <a:lnTo>
                    <a:pt x="1259103" y="39004"/>
                  </a:lnTo>
                  <a:lnTo>
                    <a:pt x="1256039" y="23823"/>
                  </a:lnTo>
                  <a:lnTo>
                    <a:pt x="1247683" y="11425"/>
                  </a:lnTo>
                  <a:lnTo>
                    <a:pt x="1235288" y="3065"/>
                  </a:lnTo>
                  <a:lnTo>
                    <a:pt x="122010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601535" y="2362231"/>
              <a:ext cx="1172845" cy="943610"/>
            </a:xfrm>
            <a:custGeom>
              <a:avLst/>
              <a:gdLst/>
              <a:ahLst/>
              <a:cxnLst/>
              <a:rect l="l" t="t" r="r" b="b"/>
              <a:pathLst>
                <a:path w="1172845" h="943610">
                  <a:moveTo>
                    <a:pt x="1172288" y="0"/>
                  </a:moveTo>
                  <a:lnTo>
                    <a:pt x="0" y="0"/>
                  </a:lnTo>
                  <a:lnTo>
                    <a:pt x="0" y="943458"/>
                  </a:lnTo>
                  <a:lnTo>
                    <a:pt x="1172288" y="943458"/>
                  </a:lnTo>
                  <a:lnTo>
                    <a:pt x="1172288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571721" y="2362234"/>
              <a:ext cx="404495" cy="995680"/>
            </a:xfrm>
            <a:custGeom>
              <a:avLst/>
              <a:gdLst/>
              <a:ahLst/>
              <a:cxnLst/>
              <a:rect l="l" t="t" r="r" b="b"/>
              <a:pathLst>
                <a:path w="404495" h="995679">
                  <a:moveTo>
                    <a:pt x="363685" y="0"/>
                  </a:moveTo>
                  <a:lnTo>
                    <a:pt x="0" y="0"/>
                  </a:lnTo>
                  <a:lnTo>
                    <a:pt x="0" y="995184"/>
                  </a:lnTo>
                  <a:lnTo>
                    <a:pt x="323602" y="995184"/>
                  </a:lnTo>
                  <a:lnTo>
                    <a:pt x="354980" y="988849"/>
                  </a:lnTo>
                  <a:lnTo>
                    <a:pt x="380600" y="971573"/>
                  </a:lnTo>
                  <a:lnTo>
                    <a:pt x="397874" y="945952"/>
                  </a:lnTo>
                  <a:lnTo>
                    <a:pt x="404207" y="914579"/>
                  </a:lnTo>
                  <a:lnTo>
                    <a:pt x="404207" y="40532"/>
                  </a:lnTo>
                  <a:lnTo>
                    <a:pt x="401022" y="24755"/>
                  </a:lnTo>
                  <a:lnTo>
                    <a:pt x="392337" y="11871"/>
                  </a:lnTo>
                  <a:lnTo>
                    <a:pt x="379456" y="3185"/>
                  </a:lnTo>
                  <a:lnTo>
                    <a:pt x="363685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71706" y="2362231"/>
              <a:ext cx="404495" cy="877569"/>
            </a:xfrm>
            <a:custGeom>
              <a:avLst/>
              <a:gdLst/>
              <a:ahLst/>
              <a:cxnLst/>
              <a:rect l="l" t="t" r="r" b="b"/>
              <a:pathLst>
                <a:path w="404495" h="877569">
                  <a:moveTo>
                    <a:pt x="404215" y="230987"/>
                  </a:moveTo>
                  <a:lnTo>
                    <a:pt x="33743" y="230987"/>
                  </a:lnTo>
                  <a:lnTo>
                    <a:pt x="33743" y="0"/>
                  </a:lnTo>
                  <a:lnTo>
                    <a:pt x="0" y="0"/>
                  </a:lnTo>
                  <a:lnTo>
                    <a:pt x="0" y="877049"/>
                  </a:lnTo>
                  <a:lnTo>
                    <a:pt x="33743" y="877049"/>
                  </a:lnTo>
                  <a:lnTo>
                    <a:pt x="33743" y="256451"/>
                  </a:lnTo>
                  <a:lnTo>
                    <a:pt x="404215" y="256451"/>
                  </a:lnTo>
                  <a:lnTo>
                    <a:pt x="404215" y="230987"/>
                  </a:lnTo>
                  <a:close/>
                </a:path>
              </a:pathLst>
            </a:custGeom>
            <a:solidFill>
              <a:srgbClr val="D6E7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32990" y="1805912"/>
              <a:ext cx="3533775" cy="1112520"/>
            </a:xfrm>
            <a:custGeom>
              <a:avLst/>
              <a:gdLst/>
              <a:ahLst/>
              <a:cxnLst/>
              <a:rect l="l" t="t" r="r" b="b"/>
              <a:pathLst>
                <a:path w="3533775" h="1112520">
                  <a:moveTo>
                    <a:pt x="3257566" y="0"/>
                  </a:moveTo>
                  <a:lnTo>
                    <a:pt x="80731" y="0"/>
                  </a:lnTo>
                  <a:lnTo>
                    <a:pt x="42420" y="10485"/>
                  </a:lnTo>
                  <a:lnTo>
                    <a:pt x="14655" y="39079"/>
                  </a:lnTo>
                  <a:lnTo>
                    <a:pt x="0" y="81492"/>
                  </a:lnTo>
                  <a:lnTo>
                    <a:pt x="1016" y="133430"/>
                  </a:lnTo>
                  <a:lnTo>
                    <a:pt x="149482" y="978734"/>
                  </a:lnTo>
                  <a:lnTo>
                    <a:pt x="166709" y="1030668"/>
                  </a:lnTo>
                  <a:lnTo>
                    <a:pt x="196262" y="1073081"/>
                  </a:lnTo>
                  <a:lnTo>
                    <a:pt x="234071" y="1101678"/>
                  </a:lnTo>
                  <a:lnTo>
                    <a:pt x="276065" y="1112165"/>
                  </a:lnTo>
                  <a:lnTo>
                    <a:pt x="3452900" y="1112165"/>
                  </a:lnTo>
                  <a:lnTo>
                    <a:pt x="3491205" y="1101678"/>
                  </a:lnTo>
                  <a:lnTo>
                    <a:pt x="3518966" y="1073081"/>
                  </a:lnTo>
                  <a:lnTo>
                    <a:pt x="3533621" y="1030668"/>
                  </a:lnTo>
                  <a:lnTo>
                    <a:pt x="3532604" y="978734"/>
                  </a:lnTo>
                  <a:lnTo>
                    <a:pt x="3384148" y="133430"/>
                  </a:lnTo>
                  <a:lnTo>
                    <a:pt x="3366920" y="81492"/>
                  </a:lnTo>
                  <a:lnTo>
                    <a:pt x="3337364" y="39079"/>
                  </a:lnTo>
                  <a:lnTo>
                    <a:pt x="3299555" y="10485"/>
                  </a:lnTo>
                  <a:lnTo>
                    <a:pt x="3257566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03755" y="1805912"/>
              <a:ext cx="3263900" cy="1112520"/>
            </a:xfrm>
            <a:custGeom>
              <a:avLst/>
              <a:gdLst/>
              <a:ahLst/>
              <a:cxnLst/>
              <a:rect l="l" t="t" r="r" b="b"/>
              <a:pathLst>
                <a:path w="3263900" h="1112520">
                  <a:moveTo>
                    <a:pt x="2991028" y="0"/>
                  </a:moveTo>
                  <a:lnTo>
                    <a:pt x="77410" y="0"/>
                  </a:lnTo>
                  <a:lnTo>
                    <a:pt x="40676" y="10055"/>
                  </a:lnTo>
                  <a:lnTo>
                    <a:pt x="14053" y="37477"/>
                  </a:lnTo>
                  <a:lnTo>
                    <a:pt x="0" y="78152"/>
                  </a:lnTo>
                  <a:lnTo>
                    <a:pt x="973" y="127964"/>
                  </a:lnTo>
                  <a:lnTo>
                    <a:pt x="151355" y="984200"/>
                  </a:lnTo>
                  <a:lnTo>
                    <a:pt x="167880" y="1034007"/>
                  </a:lnTo>
                  <a:lnTo>
                    <a:pt x="196222" y="1074683"/>
                  </a:lnTo>
                  <a:lnTo>
                    <a:pt x="232478" y="1102108"/>
                  </a:lnTo>
                  <a:lnTo>
                    <a:pt x="272744" y="1112165"/>
                  </a:lnTo>
                  <a:lnTo>
                    <a:pt x="3186363" y="1112165"/>
                  </a:lnTo>
                  <a:lnTo>
                    <a:pt x="3223098" y="1102108"/>
                  </a:lnTo>
                  <a:lnTo>
                    <a:pt x="3249723" y="1074683"/>
                  </a:lnTo>
                  <a:lnTo>
                    <a:pt x="3263778" y="1034007"/>
                  </a:lnTo>
                  <a:lnTo>
                    <a:pt x="3262800" y="984200"/>
                  </a:lnTo>
                  <a:lnTo>
                    <a:pt x="3112417" y="127964"/>
                  </a:lnTo>
                  <a:lnTo>
                    <a:pt x="3095897" y="78152"/>
                  </a:lnTo>
                  <a:lnTo>
                    <a:pt x="3067555" y="37477"/>
                  </a:lnTo>
                  <a:lnTo>
                    <a:pt x="3031296" y="10055"/>
                  </a:lnTo>
                  <a:lnTo>
                    <a:pt x="2991028" y="0"/>
                  </a:lnTo>
                  <a:close/>
                </a:path>
              </a:pathLst>
            </a:custGeom>
            <a:solidFill>
              <a:srgbClr val="A5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080780" y="1805920"/>
              <a:ext cx="2055495" cy="952500"/>
            </a:xfrm>
            <a:custGeom>
              <a:avLst/>
              <a:gdLst/>
              <a:ahLst/>
              <a:cxnLst/>
              <a:rect l="l" t="t" r="r" b="b"/>
              <a:pathLst>
                <a:path w="2055495" h="952500">
                  <a:moveTo>
                    <a:pt x="137795" y="952106"/>
                  </a:moveTo>
                  <a:lnTo>
                    <a:pt x="23456" y="0"/>
                  </a:lnTo>
                  <a:lnTo>
                    <a:pt x="0" y="0"/>
                  </a:lnTo>
                  <a:lnTo>
                    <a:pt x="114338" y="952106"/>
                  </a:lnTo>
                  <a:lnTo>
                    <a:pt x="137795" y="952106"/>
                  </a:lnTo>
                  <a:close/>
                </a:path>
                <a:path w="2055495" h="952500">
                  <a:moveTo>
                    <a:pt x="1136103" y="952106"/>
                  </a:moveTo>
                  <a:lnTo>
                    <a:pt x="1021765" y="0"/>
                  </a:lnTo>
                  <a:lnTo>
                    <a:pt x="998308" y="0"/>
                  </a:lnTo>
                  <a:lnTo>
                    <a:pt x="1112647" y="952106"/>
                  </a:lnTo>
                  <a:lnTo>
                    <a:pt x="1136103" y="952106"/>
                  </a:lnTo>
                  <a:close/>
                </a:path>
                <a:path w="2055495" h="952500">
                  <a:moveTo>
                    <a:pt x="2055317" y="952106"/>
                  </a:moveTo>
                  <a:lnTo>
                    <a:pt x="1940966" y="0"/>
                  </a:lnTo>
                  <a:lnTo>
                    <a:pt x="1917522" y="0"/>
                  </a:lnTo>
                  <a:lnTo>
                    <a:pt x="2031860" y="952106"/>
                  </a:lnTo>
                  <a:lnTo>
                    <a:pt x="2055317" y="952106"/>
                  </a:lnTo>
                  <a:close/>
                </a:path>
              </a:pathLst>
            </a:custGeom>
            <a:solidFill>
              <a:srgbClr val="D6E7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5600719" y="6480504"/>
            <a:ext cx="686435" cy="30480"/>
          </a:xfrm>
          <a:custGeom>
            <a:avLst/>
            <a:gdLst/>
            <a:ahLst/>
            <a:cxnLst/>
            <a:rect l="l" t="t" r="r" b="b"/>
            <a:pathLst>
              <a:path w="686435" h="30479">
                <a:moveTo>
                  <a:pt x="686408" y="0"/>
                </a:moveTo>
                <a:lnTo>
                  <a:pt x="0" y="0"/>
                </a:lnTo>
                <a:lnTo>
                  <a:pt x="0" y="30009"/>
                </a:lnTo>
                <a:lnTo>
                  <a:pt x="686408" y="30009"/>
                </a:lnTo>
                <a:lnTo>
                  <a:pt x="686408" y="0"/>
                </a:lnTo>
                <a:close/>
              </a:path>
            </a:pathLst>
          </a:custGeom>
          <a:solidFill>
            <a:srgbClr val="A7CAB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15281792" y="2383474"/>
            <a:ext cx="3392170" cy="1737995"/>
            <a:chOff x="15281792" y="2383474"/>
            <a:chExt cx="3392170" cy="1737995"/>
          </a:xfrm>
        </p:grpSpPr>
        <p:sp>
          <p:nvSpPr>
            <p:cNvPr id="12" name="object 12" descr=""/>
            <p:cNvSpPr/>
            <p:nvPr/>
          </p:nvSpPr>
          <p:spPr>
            <a:xfrm>
              <a:off x="15370682" y="2466728"/>
              <a:ext cx="3303270" cy="1654810"/>
            </a:xfrm>
            <a:custGeom>
              <a:avLst/>
              <a:gdLst/>
              <a:ahLst/>
              <a:cxnLst/>
              <a:rect l="l" t="t" r="r" b="b"/>
              <a:pathLst>
                <a:path w="3303269" h="1654810">
                  <a:moveTo>
                    <a:pt x="3230247" y="0"/>
                  </a:moveTo>
                  <a:lnTo>
                    <a:pt x="72751" y="0"/>
                  </a:lnTo>
                  <a:lnTo>
                    <a:pt x="44434" y="5717"/>
                  </a:lnTo>
                  <a:lnTo>
                    <a:pt x="21309" y="21309"/>
                  </a:lnTo>
                  <a:lnTo>
                    <a:pt x="5717" y="44434"/>
                  </a:lnTo>
                  <a:lnTo>
                    <a:pt x="0" y="72751"/>
                  </a:lnTo>
                  <a:lnTo>
                    <a:pt x="0" y="1581585"/>
                  </a:lnTo>
                  <a:lnTo>
                    <a:pt x="5717" y="1609902"/>
                  </a:lnTo>
                  <a:lnTo>
                    <a:pt x="21309" y="1633027"/>
                  </a:lnTo>
                  <a:lnTo>
                    <a:pt x="44434" y="1648619"/>
                  </a:lnTo>
                  <a:lnTo>
                    <a:pt x="72751" y="1654337"/>
                  </a:lnTo>
                  <a:lnTo>
                    <a:pt x="3230247" y="1654337"/>
                  </a:lnTo>
                  <a:lnTo>
                    <a:pt x="3258564" y="1648619"/>
                  </a:lnTo>
                  <a:lnTo>
                    <a:pt x="3281689" y="1633027"/>
                  </a:lnTo>
                  <a:lnTo>
                    <a:pt x="3297281" y="1609902"/>
                  </a:lnTo>
                  <a:lnTo>
                    <a:pt x="3302998" y="1581585"/>
                  </a:lnTo>
                  <a:lnTo>
                    <a:pt x="3302998" y="72751"/>
                  </a:lnTo>
                  <a:lnTo>
                    <a:pt x="3297281" y="44434"/>
                  </a:lnTo>
                  <a:lnTo>
                    <a:pt x="3281689" y="21309"/>
                  </a:lnTo>
                  <a:lnTo>
                    <a:pt x="3258564" y="5717"/>
                  </a:lnTo>
                  <a:lnTo>
                    <a:pt x="3230247" y="0"/>
                  </a:lnTo>
                  <a:close/>
                </a:path>
              </a:pathLst>
            </a:custGeom>
            <a:solidFill>
              <a:srgbClr val="63B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281792" y="2466728"/>
              <a:ext cx="3303270" cy="1654810"/>
            </a:xfrm>
            <a:custGeom>
              <a:avLst/>
              <a:gdLst/>
              <a:ahLst/>
              <a:cxnLst/>
              <a:rect l="l" t="t" r="r" b="b"/>
              <a:pathLst>
                <a:path w="3303269" h="1654810">
                  <a:moveTo>
                    <a:pt x="3230247" y="0"/>
                  </a:moveTo>
                  <a:lnTo>
                    <a:pt x="72751" y="0"/>
                  </a:lnTo>
                  <a:lnTo>
                    <a:pt x="44434" y="5717"/>
                  </a:lnTo>
                  <a:lnTo>
                    <a:pt x="21309" y="21309"/>
                  </a:lnTo>
                  <a:lnTo>
                    <a:pt x="5717" y="44434"/>
                  </a:lnTo>
                  <a:lnTo>
                    <a:pt x="0" y="72751"/>
                  </a:lnTo>
                  <a:lnTo>
                    <a:pt x="0" y="1581595"/>
                  </a:lnTo>
                  <a:lnTo>
                    <a:pt x="5717" y="1609911"/>
                  </a:lnTo>
                  <a:lnTo>
                    <a:pt x="21309" y="1633032"/>
                  </a:lnTo>
                  <a:lnTo>
                    <a:pt x="44434" y="1648621"/>
                  </a:lnTo>
                  <a:lnTo>
                    <a:pt x="72751" y="1654337"/>
                  </a:lnTo>
                  <a:lnTo>
                    <a:pt x="3230247" y="1654337"/>
                  </a:lnTo>
                  <a:lnTo>
                    <a:pt x="3258564" y="1648621"/>
                  </a:lnTo>
                  <a:lnTo>
                    <a:pt x="3281689" y="1633032"/>
                  </a:lnTo>
                  <a:lnTo>
                    <a:pt x="3297281" y="1609911"/>
                  </a:lnTo>
                  <a:lnTo>
                    <a:pt x="3302998" y="1581595"/>
                  </a:lnTo>
                  <a:lnTo>
                    <a:pt x="3302998" y="72751"/>
                  </a:lnTo>
                  <a:lnTo>
                    <a:pt x="3297281" y="44434"/>
                  </a:lnTo>
                  <a:lnTo>
                    <a:pt x="3281689" y="21309"/>
                  </a:lnTo>
                  <a:lnTo>
                    <a:pt x="3258564" y="5717"/>
                  </a:lnTo>
                  <a:lnTo>
                    <a:pt x="3230247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082610" y="2383474"/>
              <a:ext cx="557530" cy="441959"/>
            </a:xfrm>
            <a:custGeom>
              <a:avLst/>
              <a:gdLst/>
              <a:ahLst/>
              <a:cxnLst/>
              <a:rect l="l" t="t" r="r" b="b"/>
              <a:pathLst>
                <a:path w="557530" h="441960">
                  <a:moveTo>
                    <a:pt x="313113" y="0"/>
                  </a:moveTo>
                  <a:lnTo>
                    <a:pt x="254938" y="2697"/>
                  </a:lnTo>
                  <a:lnTo>
                    <a:pt x="199547" y="8266"/>
                  </a:lnTo>
                  <a:lnTo>
                    <a:pt x="147276" y="16129"/>
                  </a:lnTo>
                  <a:lnTo>
                    <a:pt x="98460" y="25706"/>
                  </a:lnTo>
                  <a:lnTo>
                    <a:pt x="56496" y="96963"/>
                  </a:lnTo>
                  <a:lnTo>
                    <a:pt x="34106" y="150506"/>
                  </a:lnTo>
                  <a:lnTo>
                    <a:pt x="15059" y="215951"/>
                  </a:lnTo>
                  <a:lnTo>
                    <a:pt x="4060" y="279814"/>
                  </a:lnTo>
                  <a:lnTo>
                    <a:pt x="0" y="336822"/>
                  </a:lnTo>
                  <a:lnTo>
                    <a:pt x="623" y="385002"/>
                  </a:lnTo>
                  <a:lnTo>
                    <a:pt x="48494" y="429512"/>
                  </a:lnTo>
                  <a:lnTo>
                    <a:pt x="96220" y="435251"/>
                  </a:lnTo>
                  <a:lnTo>
                    <a:pt x="146823" y="439321"/>
                  </a:lnTo>
                  <a:lnTo>
                    <a:pt x="200268" y="441442"/>
                  </a:lnTo>
                  <a:lnTo>
                    <a:pt x="255560" y="441352"/>
                  </a:lnTo>
                  <a:lnTo>
                    <a:pt x="309054" y="439123"/>
                  </a:lnTo>
                  <a:lnTo>
                    <a:pt x="360581" y="435032"/>
                  </a:lnTo>
                  <a:lnTo>
                    <a:pt x="409972" y="429359"/>
                  </a:lnTo>
                  <a:lnTo>
                    <a:pt x="457056" y="422385"/>
                  </a:lnTo>
                  <a:lnTo>
                    <a:pt x="497066" y="359821"/>
                  </a:lnTo>
                  <a:lnTo>
                    <a:pt x="518535" y="313602"/>
                  </a:lnTo>
                  <a:lnTo>
                    <a:pt x="537546" y="257238"/>
                  </a:lnTo>
                  <a:lnTo>
                    <a:pt x="550355" y="198003"/>
                  </a:lnTo>
                  <a:lnTo>
                    <a:pt x="556355" y="143590"/>
                  </a:lnTo>
                  <a:lnTo>
                    <a:pt x="557380" y="95641"/>
                  </a:lnTo>
                  <a:lnTo>
                    <a:pt x="555264" y="55799"/>
                  </a:lnTo>
                  <a:lnTo>
                    <a:pt x="511544" y="16892"/>
                  </a:lnTo>
                  <a:lnTo>
                    <a:pt x="467470" y="9441"/>
                  </a:lnTo>
                  <a:lnTo>
                    <a:pt x="419670" y="3825"/>
                  </a:lnTo>
                  <a:lnTo>
                    <a:pt x="368199" y="520"/>
                  </a:lnTo>
                  <a:lnTo>
                    <a:pt x="313113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530750" y="2423166"/>
              <a:ext cx="97790" cy="375285"/>
            </a:xfrm>
            <a:custGeom>
              <a:avLst/>
              <a:gdLst/>
              <a:ahLst/>
              <a:cxnLst/>
              <a:rect l="l" t="t" r="r" b="b"/>
              <a:pathLst>
                <a:path w="97790" h="375285">
                  <a:moveTo>
                    <a:pt x="95540" y="0"/>
                  </a:moveTo>
                  <a:lnTo>
                    <a:pt x="60770" y="60450"/>
                  </a:lnTo>
                  <a:lnTo>
                    <a:pt x="42164" y="101941"/>
                  </a:lnTo>
                  <a:lnTo>
                    <a:pt x="25063" y="150596"/>
                  </a:lnTo>
                  <a:lnTo>
                    <a:pt x="11205" y="206155"/>
                  </a:lnTo>
                  <a:lnTo>
                    <a:pt x="2328" y="268358"/>
                  </a:lnTo>
                  <a:lnTo>
                    <a:pt x="0" y="324846"/>
                  </a:lnTo>
                  <a:lnTo>
                    <a:pt x="695" y="350689"/>
                  </a:lnTo>
                  <a:lnTo>
                    <a:pt x="2328" y="374752"/>
                  </a:lnTo>
                  <a:lnTo>
                    <a:pt x="19941" y="346363"/>
                  </a:lnTo>
                  <a:lnTo>
                    <a:pt x="39822" y="308623"/>
                  </a:lnTo>
                  <a:lnTo>
                    <a:pt x="59727" y="261736"/>
                  </a:lnTo>
                  <a:lnTo>
                    <a:pt x="77414" y="205902"/>
                  </a:lnTo>
                  <a:lnTo>
                    <a:pt x="90639" y="141325"/>
                  </a:lnTo>
                  <a:lnTo>
                    <a:pt x="95270" y="101195"/>
                  </a:lnTo>
                  <a:lnTo>
                    <a:pt x="97240" y="63967"/>
                  </a:lnTo>
                  <a:lnTo>
                    <a:pt x="97134" y="30087"/>
                  </a:lnTo>
                  <a:lnTo>
                    <a:pt x="95540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587334" y="2853641"/>
              <a:ext cx="2494280" cy="299085"/>
            </a:xfrm>
            <a:custGeom>
              <a:avLst/>
              <a:gdLst/>
              <a:ahLst/>
              <a:cxnLst/>
              <a:rect l="l" t="t" r="r" b="b"/>
              <a:pathLst>
                <a:path w="2494280" h="299085">
                  <a:moveTo>
                    <a:pt x="2449391" y="0"/>
                  </a:moveTo>
                  <a:lnTo>
                    <a:pt x="44679" y="0"/>
                  </a:lnTo>
                  <a:lnTo>
                    <a:pt x="27290" y="3510"/>
                  </a:lnTo>
                  <a:lnTo>
                    <a:pt x="13088" y="13084"/>
                  </a:lnTo>
                  <a:lnTo>
                    <a:pt x="3512" y="27286"/>
                  </a:lnTo>
                  <a:lnTo>
                    <a:pt x="0" y="44679"/>
                  </a:lnTo>
                  <a:lnTo>
                    <a:pt x="0" y="253992"/>
                  </a:lnTo>
                  <a:lnTo>
                    <a:pt x="3512" y="271385"/>
                  </a:lnTo>
                  <a:lnTo>
                    <a:pt x="13088" y="285586"/>
                  </a:lnTo>
                  <a:lnTo>
                    <a:pt x="27290" y="295161"/>
                  </a:lnTo>
                  <a:lnTo>
                    <a:pt x="44679" y="298671"/>
                  </a:lnTo>
                  <a:lnTo>
                    <a:pt x="2449391" y="298671"/>
                  </a:lnTo>
                  <a:lnTo>
                    <a:pt x="2466779" y="295161"/>
                  </a:lnTo>
                  <a:lnTo>
                    <a:pt x="2480982" y="285586"/>
                  </a:lnTo>
                  <a:lnTo>
                    <a:pt x="2490558" y="271385"/>
                  </a:lnTo>
                  <a:lnTo>
                    <a:pt x="2494070" y="253992"/>
                  </a:lnTo>
                  <a:lnTo>
                    <a:pt x="2494070" y="44679"/>
                  </a:lnTo>
                  <a:lnTo>
                    <a:pt x="2490558" y="27286"/>
                  </a:lnTo>
                  <a:lnTo>
                    <a:pt x="2480982" y="13084"/>
                  </a:lnTo>
                  <a:lnTo>
                    <a:pt x="2466779" y="3510"/>
                  </a:lnTo>
                  <a:lnTo>
                    <a:pt x="2449391" y="0"/>
                  </a:lnTo>
                  <a:close/>
                </a:path>
              </a:pathLst>
            </a:custGeom>
            <a:solidFill>
              <a:srgbClr val="6BC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524854" y="2853641"/>
              <a:ext cx="2494280" cy="299085"/>
            </a:xfrm>
            <a:custGeom>
              <a:avLst/>
              <a:gdLst/>
              <a:ahLst/>
              <a:cxnLst/>
              <a:rect l="l" t="t" r="r" b="b"/>
              <a:pathLst>
                <a:path w="2494280" h="299085">
                  <a:moveTo>
                    <a:pt x="2449391" y="0"/>
                  </a:moveTo>
                  <a:lnTo>
                    <a:pt x="44679" y="0"/>
                  </a:lnTo>
                  <a:lnTo>
                    <a:pt x="27286" y="3510"/>
                  </a:lnTo>
                  <a:lnTo>
                    <a:pt x="13084" y="13084"/>
                  </a:lnTo>
                  <a:lnTo>
                    <a:pt x="3510" y="27286"/>
                  </a:lnTo>
                  <a:lnTo>
                    <a:pt x="0" y="44679"/>
                  </a:lnTo>
                  <a:lnTo>
                    <a:pt x="0" y="253992"/>
                  </a:lnTo>
                  <a:lnTo>
                    <a:pt x="3510" y="271385"/>
                  </a:lnTo>
                  <a:lnTo>
                    <a:pt x="13084" y="285586"/>
                  </a:lnTo>
                  <a:lnTo>
                    <a:pt x="27286" y="295161"/>
                  </a:lnTo>
                  <a:lnTo>
                    <a:pt x="44679" y="298671"/>
                  </a:lnTo>
                  <a:lnTo>
                    <a:pt x="2449391" y="298671"/>
                  </a:lnTo>
                  <a:lnTo>
                    <a:pt x="2466779" y="295161"/>
                  </a:lnTo>
                  <a:lnTo>
                    <a:pt x="2480982" y="285586"/>
                  </a:lnTo>
                  <a:lnTo>
                    <a:pt x="2490558" y="271385"/>
                  </a:lnTo>
                  <a:lnTo>
                    <a:pt x="2494070" y="253992"/>
                  </a:lnTo>
                  <a:lnTo>
                    <a:pt x="2494070" y="44679"/>
                  </a:lnTo>
                  <a:lnTo>
                    <a:pt x="2490558" y="27286"/>
                  </a:lnTo>
                  <a:lnTo>
                    <a:pt x="2480982" y="13084"/>
                  </a:lnTo>
                  <a:lnTo>
                    <a:pt x="2466779" y="3510"/>
                  </a:lnTo>
                  <a:lnTo>
                    <a:pt x="2449391" y="0"/>
                  </a:lnTo>
                  <a:close/>
                </a:path>
              </a:pathLst>
            </a:custGeom>
            <a:solidFill>
              <a:srgbClr val="266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707272" y="2739477"/>
              <a:ext cx="557530" cy="441959"/>
            </a:xfrm>
            <a:custGeom>
              <a:avLst/>
              <a:gdLst/>
              <a:ahLst/>
              <a:cxnLst/>
              <a:rect l="l" t="t" r="r" b="b"/>
              <a:pathLst>
                <a:path w="557530" h="441960">
                  <a:moveTo>
                    <a:pt x="313113" y="0"/>
                  </a:moveTo>
                  <a:lnTo>
                    <a:pt x="254938" y="2703"/>
                  </a:lnTo>
                  <a:lnTo>
                    <a:pt x="199547" y="8275"/>
                  </a:lnTo>
                  <a:lnTo>
                    <a:pt x="147276" y="16139"/>
                  </a:lnTo>
                  <a:lnTo>
                    <a:pt x="98460" y="25716"/>
                  </a:lnTo>
                  <a:lnTo>
                    <a:pt x="56496" y="96973"/>
                  </a:lnTo>
                  <a:lnTo>
                    <a:pt x="34106" y="150517"/>
                  </a:lnTo>
                  <a:lnTo>
                    <a:pt x="15059" y="215962"/>
                  </a:lnTo>
                  <a:lnTo>
                    <a:pt x="4060" y="279825"/>
                  </a:lnTo>
                  <a:lnTo>
                    <a:pt x="0" y="336832"/>
                  </a:lnTo>
                  <a:lnTo>
                    <a:pt x="623" y="385013"/>
                  </a:lnTo>
                  <a:lnTo>
                    <a:pt x="48494" y="429522"/>
                  </a:lnTo>
                  <a:lnTo>
                    <a:pt x="96220" y="435261"/>
                  </a:lnTo>
                  <a:lnTo>
                    <a:pt x="146823" y="439331"/>
                  </a:lnTo>
                  <a:lnTo>
                    <a:pt x="200268" y="441452"/>
                  </a:lnTo>
                  <a:lnTo>
                    <a:pt x="255560" y="441363"/>
                  </a:lnTo>
                  <a:lnTo>
                    <a:pt x="309054" y="439133"/>
                  </a:lnTo>
                  <a:lnTo>
                    <a:pt x="360581" y="435042"/>
                  </a:lnTo>
                  <a:lnTo>
                    <a:pt x="409972" y="429370"/>
                  </a:lnTo>
                  <a:lnTo>
                    <a:pt x="457056" y="422395"/>
                  </a:lnTo>
                  <a:lnTo>
                    <a:pt x="497066" y="359831"/>
                  </a:lnTo>
                  <a:lnTo>
                    <a:pt x="518535" y="313612"/>
                  </a:lnTo>
                  <a:lnTo>
                    <a:pt x="537546" y="257248"/>
                  </a:lnTo>
                  <a:lnTo>
                    <a:pt x="550355" y="198010"/>
                  </a:lnTo>
                  <a:lnTo>
                    <a:pt x="556355" y="143596"/>
                  </a:lnTo>
                  <a:lnTo>
                    <a:pt x="557380" y="95649"/>
                  </a:lnTo>
                  <a:lnTo>
                    <a:pt x="555264" y="55808"/>
                  </a:lnTo>
                  <a:lnTo>
                    <a:pt x="511544" y="16903"/>
                  </a:lnTo>
                  <a:lnTo>
                    <a:pt x="467470" y="9450"/>
                  </a:lnTo>
                  <a:lnTo>
                    <a:pt x="419670" y="3833"/>
                  </a:lnTo>
                  <a:lnTo>
                    <a:pt x="368199" y="525"/>
                  </a:lnTo>
                  <a:lnTo>
                    <a:pt x="313113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6155412" y="2779180"/>
              <a:ext cx="97790" cy="375285"/>
            </a:xfrm>
            <a:custGeom>
              <a:avLst/>
              <a:gdLst/>
              <a:ahLst/>
              <a:cxnLst/>
              <a:rect l="l" t="t" r="r" b="b"/>
              <a:pathLst>
                <a:path w="97790" h="375285">
                  <a:moveTo>
                    <a:pt x="95540" y="0"/>
                  </a:moveTo>
                  <a:lnTo>
                    <a:pt x="60770" y="60450"/>
                  </a:lnTo>
                  <a:lnTo>
                    <a:pt x="42164" y="101941"/>
                  </a:lnTo>
                  <a:lnTo>
                    <a:pt x="25063" y="150596"/>
                  </a:lnTo>
                  <a:lnTo>
                    <a:pt x="11205" y="206155"/>
                  </a:lnTo>
                  <a:lnTo>
                    <a:pt x="2328" y="268358"/>
                  </a:lnTo>
                  <a:lnTo>
                    <a:pt x="0" y="324846"/>
                  </a:lnTo>
                  <a:lnTo>
                    <a:pt x="695" y="350689"/>
                  </a:lnTo>
                  <a:lnTo>
                    <a:pt x="2328" y="374752"/>
                  </a:lnTo>
                  <a:lnTo>
                    <a:pt x="19941" y="346359"/>
                  </a:lnTo>
                  <a:lnTo>
                    <a:pt x="39822" y="308619"/>
                  </a:lnTo>
                  <a:lnTo>
                    <a:pt x="59727" y="261733"/>
                  </a:lnTo>
                  <a:lnTo>
                    <a:pt x="77414" y="205901"/>
                  </a:lnTo>
                  <a:lnTo>
                    <a:pt x="90639" y="141325"/>
                  </a:lnTo>
                  <a:lnTo>
                    <a:pt x="95270" y="101195"/>
                  </a:lnTo>
                  <a:lnTo>
                    <a:pt x="97240" y="63967"/>
                  </a:lnTo>
                  <a:lnTo>
                    <a:pt x="97134" y="30087"/>
                  </a:lnTo>
                  <a:lnTo>
                    <a:pt x="95540" y="0"/>
                  </a:lnTo>
                  <a:close/>
                </a:path>
              </a:pathLst>
            </a:custGeom>
            <a:solidFill>
              <a:srgbClr val="A7AE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6193003" y="2739477"/>
              <a:ext cx="557530" cy="441959"/>
            </a:xfrm>
            <a:custGeom>
              <a:avLst/>
              <a:gdLst/>
              <a:ahLst/>
              <a:cxnLst/>
              <a:rect l="l" t="t" r="r" b="b"/>
              <a:pathLst>
                <a:path w="557530" h="441960">
                  <a:moveTo>
                    <a:pt x="313113" y="0"/>
                  </a:moveTo>
                  <a:lnTo>
                    <a:pt x="254938" y="2703"/>
                  </a:lnTo>
                  <a:lnTo>
                    <a:pt x="199547" y="8275"/>
                  </a:lnTo>
                  <a:lnTo>
                    <a:pt x="147276" y="16139"/>
                  </a:lnTo>
                  <a:lnTo>
                    <a:pt x="98460" y="25716"/>
                  </a:lnTo>
                  <a:lnTo>
                    <a:pt x="56496" y="96973"/>
                  </a:lnTo>
                  <a:lnTo>
                    <a:pt x="34106" y="150517"/>
                  </a:lnTo>
                  <a:lnTo>
                    <a:pt x="15059" y="215962"/>
                  </a:lnTo>
                  <a:lnTo>
                    <a:pt x="4060" y="279825"/>
                  </a:lnTo>
                  <a:lnTo>
                    <a:pt x="0" y="336832"/>
                  </a:lnTo>
                  <a:lnTo>
                    <a:pt x="623" y="385013"/>
                  </a:lnTo>
                  <a:lnTo>
                    <a:pt x="48498" y="429522"/>
                  </a:lnTo>
                  <a:lnTo>
                    <a:pt x="96224" y="435261"/>
                  </a:lnTo>
                  <a:lnTo>
                    <a:pt x="146825" y="439331"/>
                  </a:lnTo>
                  <a:lnTo>
                    <a:pt x="200268" y="441452"/>
                  </a:lnTo>
                  <a:lnTo>
                    <a:pt x="255560" y="441363"/>
                  </a:lnTo>
                  <a:lnTo>
                    <a:pt x="309054" y="439133"/>
                  </a:lnTo>
                  <a:lnTo>
                    <a:pt x="360581" y="435042"/>
                  </a:lnTo>
                  <a:lnTo>
                    <a:pt x="409972" y="429370"/>
                  </a:lnTo>
                  <a:lnTo>
                    <a:pt x="457056" y="422395"/>
                  </a:lnTo>
                  <a:lnTo>
                    <a:pt x="497066" y="359831"/>
                  </a:lnTo>
                  <a:lnTo>
                    <a:pt x="518535" y="313612"/>
                  </a:lnTo>
                  <a:lnTo>
                    <a:pt x="537546" y="257248"/>
                  </a:lnTo>
                  <a:lnTo>
                    <a:pt x="550355" y="198010"/>
                  </a:lnTo>
                  <a:lnTo>
                    <a:pt x="556355" y="143596"/>
                  </a:lnTo>
                  <a:lnTo>
                    <a:pt x="557380" y="95649"/>
                  </a:lnTo>
                  <a:lnTo>
                    <a:pt x="555264" y="55808"/>
                  </a:lnTo>
                  <a:lnTo>
                    <a:pt x="511544" y="16903"/>
                  </a:lnTo>
                  <a:lnTo>
                    <a:pt x="467470" y="9450"/>
                  </a:lnTo>
                  <a:lnTo>
                    <a:pt x="419670" y="3833"/>
                  </a:lnTo>
                  <a:lnTo>
                    <a:pt x="368199" y="525"/>
                  </a:lnTo>
                  <a:lnTo>
                    <a:pt x="313113" y="0"/>
                  </a:lnTo>
                  <a:close/>
                </a:path>
              </a:pathLst>
            </a:custGeom>
            <a:solidFill>
              <a:srgbClr val="D2ED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641143" y="2779180"/>
              <a:ext cx="97790" cy="375285"/>
            </a:xfrm>
            <a:custGeom>
              <a:avLst/>
              <a:gdLst/>
              <a:ahLst/>
              <a:cxnLst/>
              <a:rect l="l" t="t" r="r" b="b"/>
              <a:pathLst>
                <a:path w="97790" h="375285">
                  <a:moveTo>
                    <a:pt x="95540" y="0"/>
                  </a:moveTo>
                  <a:lnTo>
                    <a:pt x="60770" y="60450"/>
                  </a:lnTo>
                  <a:lnTo>
                    <a:pt x="42164" y="101941"/>
                  </a:lnTo>
                  <a:lnTo>
                    <a:pt x="25063" y="150596"/>
                  </a:lnTo>
                  <a:lnTo>
                    <a:pt x="11205" y="206155"/>
                  </a:lnTo>
                  <a:lnTo>
                    <a:pt x="2328" y="268358"/>
                  </a:lnTo>
                  <a:lnTo>
                    <a:pt x="0" y="324846"/>
                  </a:lnTo>
                  <a:lnTo>
                    <a:pt x="695" y="350689"/>
                  </a:lnTo>
                  <a:lnTo>
                    <a:pt x="2328" y="374752"/>
                  </a:lnTo>
                  <a:lnTo>
                    <a:pt x="19941" y="346359"/>
                  </a:lnTo>
                  <a:lnTo>
                    <a:pt x="39822" y="308619"/>
                  </a:lnTo>
                  <a:lnTo>
                    <a:pt x="59727" y="261733"/>
                  </a:lnTo>
                  <a:lnTo>
                    <a:pt x="77414" y="205901"/>
                  </a:lnTo>
                  <a:lnTo>
                    <a:pt x="90639" y="141325"/>
                  </a:lnTo>
                  <a:lnTo>
                    <a:pt x="95270" y="101195"/>
                  </a:lnTo>
                  <a:lnTo>
                    <a:pt x="97240" y="63967"/>
                  </a:lnTo>
                  <a:lnTo>
                    <a:pt x="97134" y="30087"/>
                  </a:lnTo>
                  <a:lnTo>
                    <a:pt x="95540" y="0"/>
                  </a:lnTo>
                  <a:close/>
                </a:path>
              </a:pathLst>
            </a:custGeom>
            <a:solidFill>
              <a:srgbClr val="A2DC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045746" y="2383565"/>
              <a:ext cx="557530" cy="441959"/>
            </a:xfrm>
            <a:custGeom>
              <a:avLst/>
              <a:gdLst/>
              <a:ahLst/>
              <a:cxnLst/>
              <a:rect l="l" t="t" r="r" b="b"/>
              <a:pathLst>
                <a:path w="557530" h="441960">
                  <a:moveTo>
                    <a:pt x="313113" y="0"/>
                  </a:moveTo>
                  <a:lnTo>
                    <a:pt x="254938" y="2703"/>
                  </a:lnTo>
                  <a:lnTo>
                    <a:pt x="199547" y="8275"/>
                  </a:lnTo>
                  <a:lnTo>
                    <a:pt x="147276" y="16139"/>
                  </a:lnTo>
                  <a:lnTo>
                    <a:pt x="98460" y="25716"/>
                  </a:lnTo>
                  <a:lnTo>
                    <a:pt x="56496" y="96973"/>
                  </a:lnTo>
                  <a:lnTo>
                    <a:pt x="34106" y="150517"/>
                  </a:lnTo>
                  <a:lnTo>
                    <a:pt x="15059" y="215962"/>
                  </a:lnTo>
                  <a:lnTo>
                    <a:pt x="4060" y="279825"/>
                  </a:lnTo>
                  <a:lnTo>
                    <a:pt x="0" y="336832"/>
                  </a:lnTo>
                  <a:lnTo>
                    <a:pt x="623" y="385013"/>
                  </a:lnTo>
                  <a:lnTo>
                    <a:pt x="48494" y="429522"/>
                  </a:lnTo>
                  <a:lnTo>
                    <a:pt x="96220" y="435261"/>
                  </a:lnTo>
                  <a:lnTo>
                    <a:pt x="146823" y="439331"/>
                  </a:lnTo>
                  <a:lnTo>
                    <a:pt x="200268" y="441452"/>
                  </a:lnTo>
                  <a:lnTo>
                    <a:pt x="255560" y="441363"/>
                  </a:lnTo>
                  <a:lnTo>
                    <a:pt x="309054" y="439133"/>
                  </a:lnTo>
                  <a:lnTo>
                    <a:pt x="360581" y="435042"/>
                  </a:lnTo>
                  <a:lnTo>
                    <a:pt x="409972" y="429370"/>
                  </a:lnTo>
                  <a:lnTo>
                    <a:pt x="457056" y="422395"/>
                  </a:lnTo>
                  <a:lnTo>
                    <a:pt x="497066" y="359831"/>
                  </a:lnTo>
                  <a:lnTo>
                    <a:pt x="518535" y="313612"/>
                  </a:lnTo>
                  <a:lnTo>
                    <a:pt x="537546" y="257248"/>
                  </a:lnTo>
                  <a:lnTo>
                    <a:pt x="550355" y="198010"/>
                  </a:lnTo>
                  <a:lnTo>
                    <a:pt x="556355" y="143596"/>
                  </a:lnTo>
                  <a:lnTo>
                    <a:pt x="557380" y="95649"/>
                  </a:lnTo>
                  <a:lnTo>
                    <a:pt x="555264" y="55808"/>
                  </a:lnTo>
                  <a:lnTo>
                    <a:pt x="511544" y="16899"/>
                  </a:lnTo>
                  <a:lnTo>
                    <a:pt x="467470" y="9446"/>
                  </a:lnTo>
                  <a:lnTo>
                    <a:pt x="419670" y="3830"/>
                  </a:lnTo>
                  <a:lnTo>
                    <a:pt x="368199" y="524"/>
                  </a:lnTo>
                  <a:lnTo>
                    <a:pt x="313113" y="0"/>
                  </a:lnTo>
                  <a:close/>
                </a:path>
              </a:pathLst>
            </a:custGeom>
            <a:solidFill>
              <a:srgbClr val="D2ED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7493887" y="2423265"/>
              <a:ext cx="97790" cy="375285"/>
            </a:xfrm>
            <a:custGeom>
              <a:avLst/>
              <a:gdLst/>
              <a:ahLst/>
              <a:cxnLst/>
              <a:rect l="l" t="t" r="r" b="b"/>
              <a:pathLst>
                <a:path w="97790" h="375285">
                  <a:moveTo>
                    <a:pt x="95540" y="0"/>
                  </a:moveTo>
                  <a:lnTo>
                    <a:pt x="60770" y="60450"/>
                  </a:lnTo>
                  <a:lnTo>
                    <a:pt x="42164" y="101941"/>
                  </a:lnTo>
                  <a:lnTo>
                    <a:pt x="25063" y="150596"/>
                  </a:lnTo>
                  <a:lnTo>
                    <a:pt x="11205" y="206155"/>
                  </a:lnTo>
                  <a:lnTo>
                    <a:pt x="2328" y="268358"/>
                  </a:lnTo>
                  <a:lnTo>
                    <a:pt x="0" y="324846"/>
                  </a:lnTo>
                  <a:lnTo>
                    <a:pt x="695" y="350689"/>
                  </a:lnTo>
                  <a:lnTo>
                    <a:pt x="2328" y="374752"/>
                  </a:lnTo>
                  <a:lnTo>
                    <a:pt x="19941" y="346363"/>
                  </a:lnTo>
                  <a:lnTo>
                    <a:pt x="39822" y="308623"/>
                  </a:lnTo>
                  <a:lnTo>
                    <a:pt x="59727" y="261736"/>
                  </a:lnTo>
                  <a:lnTo>
                    <a:pt x="77414" y="205902"/>
                  </a:lnTo>
                  <a:lnTo>
                    <a:pt x="90639" y="141325"/>
                  </a:lnTo>
                  <a:lnTo>
                    <a:pt x="95270" y="101195"/>
                  </a:lnTo>
                  <a:lnTo>
                    <a:pt x="97240" y="63967"/>
                  </a:lnTo>
                  <a:lnTo>
                    <a:pt x="97134" y="30087"/>
                  </a:lnTo>
                  <a:lnTo>
                    <a:pt x="95540" y="0"/>
                  </a:lnTo>
                  <a:close/>
                </a:path>
              </a:pathLst>
            </a:custGeom>
            <a:solidFill>
              <a:srgbClr val="A2DC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6678734" y="2739477"/>
              <a:ext cx="557530" cy="441959"/>
            </a:xfrm>
            <a:custGeom>
              <a:avLst/>
              <a:gdLst/>
              <a:ahLst/>
              <a:cxnLst/>
              <a:rect l="l" t="t" r="r" b="b"/>
              <a:pathLst>
                <a:path w="557530" h="441960">
                  <a:moveTo>
                    <a:pt x="313113" y="0"/>
                  </a:moveTo>
                  <a:lnTo>
                    <a:pt x="254938" y="2703"/>
                  </a:lnTo>
                  <a:lnTo>
                    <a:pt x="199547" y="8275"/>
                  </a:lnTo>
                  <a:lnTo>
                    <a:pt x="147276" y="16139"/>
                  </a:lnTo>
                  <a:lnTo>
                    <a:pt x="98460" y="25716"/>
                  </a:lnTo>
                  <a:lnTo>
                    <a:pt x="56496" y="96973"/>
                  </a:lnTo>
                  <a:lnTo>
                    <a:pt x="34106" y="150517"/>
                  </a:lnTo>
                  <a:lnTo>
                    <a:pt x="15059" y="215962"/>
                  </a:lnTo>
                  <a:lnTo>
                    <a:pt x="4060" y="279825"/>
                  </a:lnTo>
                  <a:lnTo>
                    <a:pt x="0" y="336832"/>
                  </a:lnTo>
                  <a:lnTo>
                    <a:pt x="623" y="385013"/>
                  </a:lnTo>
                  <a:lnTo>
                    <a:pt x="48498" y="429522"/>
                  </a:lnTo>
                  <a:lnTo>
                    <a:pt x="96224" y="435261"/>
                  </a:lnTo>
                  <a:lnTo>
                    <a:pt x="146825" y="439331"/>
                  </a:lnTo>
                  <a:lnTo>
                    <a:pt x="200268" y="441452"/>
                  </a:lnTo>
                  <a:lnTo>
                    <a:pt x="255560" y="441363"/>
                  </a:lnTo>
                  <a:lnTo>
                    <a:pt x="309054" y="439133"/>
                  </a:lnTo>
                  <a:lnTo>
                    <a:pt x="360581" y="435042"/>
                  </a:lnTo>
                  <a:lnTo>
                    <a:pt x="409972" y="429370"/>
                  </a:lnTo>
                  <a:lnTo>
                    <a:pt x="457056" y="422395"/>
                  </a:lnTo>
                  <a:lnTo>
                    <a:pt x="497067" y="359831"/>
                  </a:lnTo>
                  <a:lnTo>
                    <a:pt x="518539" y="313612"/>
                  </a:lnTo>
                  <a:lnTo>
                    <a:pt x="537556" y="257248"/>
                  </a:lnTo>
                  <a:lnTo>
                    <a:pt x="550360" y="198010"/>
                  </a:lnTo>
                  <a:lnTo>
                    <a:pt x="556358" y="143596"/>
                  </a:lnTo>
                  <a:lnTo>
                    <a:pt x="557381" y="95649"/>
                  </a:lnTo>
                  <a:lnTo>
                    <a:pt x="555264" y="55808"/>
                  </a:lnTo>
                  <a:lnTo>
                    <a:pt x="511544" y="16903"/>
                  </a:lnTo>
                  <a:lnTo>
                    <a:pt x="467470" y="9450"/>
                  </a:lnTo>
                  <a:lnTo>
                    <a:pt x="419670" y="3833"/>
                  </a:lnTo>
                  <a:lnTo>
                    <a:pt x="368199" y="525"/>
                  </a:lnTo>
                  <a:lnTo>
                    <a:pt x="313113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126871" y="2779180"/>
              <a:ext cx="97790" cy="375285"/>
            </a:xfrm>
            <a:custGeom>
              <a:avLst/>
              <a:gdLst/>
              <a:ahLst/>
              <a:cxnLst/>
              <a:rect l="l" t="t" r="r" b="b"/>
              <a:pathLst>
                <a:path w="97790" h="375285">
                  <a:moveTo>
                    <a:pt x="95544" y="0"/>
                  </a:moveTo>
                  <a:lnTo>
                    <a:pt x="60774" y="60450"/>
                  </a:lnTo>
                  <a:lnTo>
                    <a:pt x="42168" y="101941"/>
                  </a:lnTo>
                  <a:lnTo>
                    <a:pt x="25067" y="150596"/>
                  </a:lnTo>
                  <a:lnTo>
                    <a:pt x="11208" y="206155"/>
                  </a:lnTo>
                  <a:lnTo>
                    <a:pt x="2332" y="268358"/>
                  </a:lnTo>
                  <a:lnTo>
                    <a:pt x="0" y="324846"/>
                  </a:lnTo>
                  <a:lnTo>
                    <a:pt x="697" y="350689"/>
                  </a:lnTo>
                  <a:lnTo>
                    <a:pt x="2332" y="374752"/>
                  </a:lnTo>
                  <a:lnTo>
                    <a:pt x="19945" y="346359"/>
                  </a:lnTo>
                  <a:lnTo>
                    <a:pt x="39826" y="308619"/>
                  </a:lnTo>
                  <a:lnTo>
                    <a:pt x="59731" y="261733"/>
                  </a:lnTo>
                  <a:lnTo>
                    <a:pt x="77418" y="205901"/>
                  </a:lnTo>
                  <a:lnTo>
                    <a:pt x="90643" y="141325"/>
                  </a:lnTo>
                  <a:lnTo>
                    <a:pt x="95274" y="101195"/>
                  </a:lnTo>
                  <a:lnTo>
                    <a:pt x="97244" y="63967"/>
                  </a:lnTo>
                  <a:lnTo>
                    <a:pt x="97138" y="30087"/>
                  </a:lnTo>
                  <a:lnTo>
                    <a:pt x="95544" y="0"/>
                  </a:lnTo>
                  <a:close/>
                </a:path>
              </a:pathLst>
            </a:custGeom>
            <a:solidFill>
              <a:srgbClr val="A7AE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7164465" y="2739477"/>
              <a:ext cx="557530" cy="441959"/>
            </a:xfrm>
            <a:custGeom>
              <a:avLst/>
              <a:gdLst/>
              <a:ahLst/>
              <a:cxnLst/>
              <a:rect l="l" t="t" r="r" b="b"/>
              <a:pathLst>
                <a:path w="557530" h="441960">
                  <a:moveTo>
                    <a:pt x="313113" y="0"/>
                  </a:moveTo>
                  <a:lnTo>
                    <a:pt x="254938" y="2703"/>
                  </a:lnTo>
                  <a:lnTo>
                    <a:pt x="199547" y="8275"/>
                  </a:lnTo>
                  <a:lnTo>
                    <a:pt x="147276" y="16139"/>
                  </a:lnTo>
                  <a:lnTo>
                    <a:pt x="98460" y="25716"/>
                  </a:lnTo>
                  <a:lnTo>
                    <a:pt x="56496" y="96973"/>
                  </a:lnTo>
                  <a:lnTo>
                    <a:pt x="34106" y="150517"/>
                  </a:lnTo>
                  <a:lnTo>
                    <a:pt x="15059" y="215962"/>
                  </a:lnTo>
                  <a:lnTo>
                    <a:pt x="4060" y="279825"/>
                  </a:lnTo>
                  <a:lnTo>
                    <a:pt x="0" y="336832"/>
                  </a:lnTo>
                  <a:lnTo>
                    <a:pt x="623" y="385013"/>
                  </a:lnTo>
                  <a:lnTo>
                    <a:pt x="48498" y="429522"/>
                  </a:lnTo>
                  <a:lnTo>
                    <a:pt x="96224" y="435261"/>
                  </a:lnTo>
                  <a:lnTo>
                    <a:pt x="146825" y="439331"/>
                  </a:lnTo>
                  <a:lnTo>
                    <a:pt x="200268" y="441452"/>
                  </a:lnTo>
                  <a:lnTo>
                    <a:pt x="255560" y="441363"/>
                  </a:lnTo>
                  <a:lnTo>
                    <a:pt x="309054" y="439133"/>
                  </a:lnTo>
                  <a:lnTo>
                    <a:pt x="360581" y="435042"/>
                  </a:lnTo>
                  <a:lnTo>
                    <a:pt x="409972" y="429370"/>
                  </a:lnTo>
                  <a:lnTo>
                    <a:pt x="457056" y="422395"/>
                  </a:lnTo>
                  <a:lnTo>
                    <a:pt x="497066" y="359831"/>
                  </a:lnTo>
                  <a:lnTo>
                    <a:pt x="518535" y="313612"/>
                  </a:lnTo>
                  <a:lnTo>
                    <a:pt x="537546" y="257248"/>
                  </a:lnTo>
                  <a:lnTo>
                    <a:pt x="550355" y="198010"/>
                  </a:lnTo>
                  <a:lnTo>
                    <a:pt x="556355" y="143596"/>
                  </a:lnTo>
                  <a:lnTo>
                    <a:pt x="557380" y="95649"/>
                  </a:lnTo>
                  <a:lnTo>
                    <a:pt x="555264" y="55808"/>
                  </a:lnTo>
                  <a:lnTo>
                    <a:pt x="511544" y="16903"/>
                  </a:lnTo>
                  <a:lnTo>
                    <a:pt x="467470" y="9450"/>
                  </a:lnTo>
                  <a:lnTo>
                    <a:pt x="419670" y="3833"/>
                  </a:lnTo>
                  <a:lnTo>
                    <a:pt x="368199" y="525"/>
                  </a:lnTo>
                  <a:lnTo>
                    <a:pt x="313113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7612605" y="2779180"/>
              <a:ext cx="97790" cy="375285"/>
            </a:xfrm>
            <a:custGeom>
              <a:avLst/>
              <a:gdLst/>
              <a:ahLst/>
              <a:cxnLst/>
              <a:rect l="l" t="t" r="r" b="b"/>
              <a:pathLst>
                <a:path w="97790" h="375285">
                  <a:moveTo>
                    <a:pt x="95540" y="0"/>
                  </a:moveTo>
                  <a:lnTo>
                    <a:pt x="60770" y="60450"/>
                  </a:lnTo>
                  <a:lnTo>
                    <a:pt x="42164" y="101941"/>
                  </a:lnTo>
                  <a:lnTo>
                    <a:pt x="25063" y="150596"/>
                  </a:lnTo>
                  <a:lnTo>
                    <a:pt x="11205" y="206155"/>
                  </a:lnTo>
                  <a:lnTo>
                    <a:pt x="2328" y="268358"/>
                  </a:lnTo>
                  <a:lnTo>
                    <a:pt x="0" y="324846"/>
                  </a:lnTo>
                  <a:lnTo>
                    <a:pt x="695" y="350689"/>
                  </a:lnTo>
                  <a:lnTo>
                    <a:pt x="2328" y="374752"/>
                  </a:lnTo>
                  <a:lnTo>
                    <a:pt x="19941" y="346359"/>
                  </a:lnTo>
                  <a:lnTo>
                    <a:pt x="39822" y="308619"/>
                  </a:lnTo>
                  <a:lnTo>
                    <a:pt x="59727" y="261733"/>
                  </a:lnTo>
                  <a:lnTo>
                    <a:pt x="77414" y="205901"/>
                  </a:lnTo>
                  <a:lnTo>
                    <a:pt x="90639" y="141325"/>
                  </a:lnTo>
                  <a:lnTo>
                    <a:pt x="95270" y="101195"/>
                  </a:lnTo>
                  <a:lnTo>
                    <a:pt x="97240" y="63967"/>
                  </a:lnTo>
                  <a:lnTo>
                    <a:pt x="97134" y="30087"/>
                  </a:lnTo>
                  <a:lnTo>
                    <a:pt x="95540" y="0"/>
                  </a:lnTo>
                  <a:close/>
                </a:path>
              </a:pathLst>
            </a:custGeom>
            <a:solidFill>
              <a:srgbClr val="A7AEB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6284817" y="9104190"/>
            <a:ext cx="95885" cy="94615"/>
            <a:chOff x="6284817" y="9104190"/>
            <a:chExt cx="95885" cy="94615"/>
          </a:xfrm>
        </p:grpSpPr>
        <p:sp>
          <p:nvSpPr>
            <p:cNvPr id="29" name="object 29" descr=""/>
            <p:cNvSpPr/>
            <p:nvPr/>
          </p:nvSpPr>
          <p:spPr>
            <a:xfrm>
              <a:off x="6299536" y="9168764"/>
              <a:ext cx="66675" cy="29845"/>
            </a:xfrm>
            <a:custGeom>
              <a:avLst/>
              <a:gdLst/>
              <a:ahLst/>
              <a:cxnLst/>
              <a:rect l="l" t="t" r="r" b="b"/>
              <a:pathLst>
                <a:path w="66675" h="29845">
                  <a:moveTo>
                    <a:pt x="0" y="29824"/>
                  </a:moveTo>
                  <a:lnTo>
                    <a:pt x="66238" y="29824"/>
                  </a:lnTo>
                  <a:lnTo>
                    <a:pt x="66238" y="0"/>
                  </a:lnTo>
                  <a:lnTo>
                    <a:pt x="0" y="0"/>
                  </a:lnTo>
                  <a:lnTo>
                    <a:pt x="0" y="29824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284817" y="9104190"/>
              <a:ext cx="95885" cy="64769"/>
            </a:xfrm>
            <a:custGeom>
              <a:avLst/>
              <a:gdLst/>
              <a:ahLst/>
              <a:cxnLst/>
              <a:rect l="l" t="t" r="r" b="b"/>
              <a:pathLst>
                <a:path w="95885" h="64770">
                  <a:moveTo>
                    <a:pt x="91442" y="0"/>
                  </a:moveTo>
                  <a:lnTo>
                    <a:pt x="4230" y="0"/>
                  </a:lnTo>
                  <a:lnTo>
                    <a:pt x="0" y="4240"/>
                  </a:lnTo>
                  <a:lnTo>
                    <a:pt x="0" y="64573"/>
                  </a:lnTo>
                  <a:lnTo>
                    <a:pt x="95672" y="64573"/>
                  </a:lnTo>
                  <a:lnTo>
                    <a:pt x="95672" y="4240"/>
                  </a:lnTo>
                  <a:lnTo>
                    <a:pt x="91442" y="0"/>
                  </a:lnTo>
                  <a:close/>
                </a:path>
              </a:pathLst>
            </a:custGeom>
            <a:solidFill>
              <a:srgbClr val="666D9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5655574" y="9104190"/>
            <a:ext cx="95885" cy="94615"/>
            <a:chOff x="5655574" y="9104190"/>
            <a:chExt cx="95885" cy="94615"/>
          </a:xfrm>
        </p:grpSpPr>
        <p:sp>
          <p:nvSpPr>
            <p:cNvPr id="32" name="object 32" descr=""/>
            <p:cNvSpPr/>
            <p:nvPr/>
          </p:nvSpPr>
          <p:spPr>
            <a:xfrm>
              <a:off x="5670288" y="9168764"/>
              <a:ext cx="66675" cy="29845"/>
            </a:xfrm>
            <a:custGeom>
              <a:avLst/>
              <a:gdLst/>
              <a:ahLst/>
              <a:cxnLst/>
              <a:rect l="l" t="t" r="r" b="b"/>
              <a:pathLst>
                <a:path w="66675" h="29845">
                  <a:moveTo>
                    <a:pt x="0" y="29824"/>
                  </a:moveTo>
                  <a:lnTo>
                    <a:pt x="66238" y="29824"/>
                  </a:lnTo>
                  <a:lnTo>
                    <a:pt x="66238" y="0"/>
                  </a:lnTo>
                  <a:lnTo>
                    <a:pt x="0" y="0"/>
                  </a:lnTo>
                  <a:lnTo>
                    <a:pt x="0" y="29824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655574" y="9104190"/>
              <a:ext cx="95885" cy="64769"/>
            </a:xfrm>
            <a:custGeom>
              <a:avLst/>
              <a:gdLst/>
              <a:ahLst/>
              <a:cxnLst/>
              <a:rect l="l" t="t" r="r" b="b"/>
              <a:pathLst>
                <a:path w="95885" h="64770">
                  <a:moveTo>
                    <a:pt x="91442" y="0"/>
                  </a:moveTo>
                  <a:lnTo>
                    <a:pt x="4230" y="0"/>
                  </a:lnTo>
                  <a:lnTo>
                    <a:pt x="0" y="4240"/>
                  </a:lnTo>
                  <a:lnTo>
                    <a:pt x="0" y="64573"/>
                  </a:lnTo>
                  <a:lnTo>
                    <a:pt x="95672" y="64573"/>
                  </a:lnTo>
                  <a:lnTo>
                    <a:pt x="95672" y="4240"/>
                  </a:lnTo>
                  <a:lnTo>
                    <a:pt x="91442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5769137" y="8910215"/>
            <a:ext cx="541020" cy="273685"/>
            <a:chOff x="5769137" y="8910215"/>
            <a:chExt cx="541020" cy="273685"/>
          </a:xfrm>
        </p:grpSpPr>
        <p:sp>
          <p:nvSpPr>
            <p:cNvPr id="35" name="object 35" descr=""/>
            <p:cNvSpPr/>
            <p:nvPr/>
          </p:nvSpPr>
          <p:spPr>
            <a:xfrm>
              <a:off x="5970817" y="8966069"/>
              <a:ext cx="339725" cy="158750"/>
            </a:xfrm>
            <a:custGeom>
              <a:avLst/>
              <a:gdLst/>
              <a:ahLst/>
              <a:cxnLst/>
              <a:rect l="l" t="t" r="r" b="b"/>
              <a:pathLst>
                <a:path w="339725" h="158750">
                  <a:moveTo>
                    <a:pt x="339329" y="0"/>
                  </a:moveTo>
                  <a:lnTo>
                    <a:pt x="0" y="80018"/>
                  </a:lnTo>
                  <a:lnTo>
                    <a:pt x="19475" y="158319"/>
                  </a:lnTo>
                  <a:lnTo>
                    <a:pt x="135294" y="148330"/>
                  </a:lnTo>
                  <a:lnTo>
                    <a:pt x="167722" y="71966"/>
                  </a:lnTo>
                  <a:lnTo>
                    <a:pt x="339329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906916" y="8910215"/>
              <a:ext cx="403860" cy="169545"/>
            </a:xfrm>
            <a:custGeom>
              <a:avLst/>
              <a:gdLst/>
              <a:ahLst/>
              <a:cxnLst/>
              <a:rect l="l" t="t" r="r" b="b"/>
              <a:pathLst>
                <a:path w="403860" h="169545">
                  <a:moveTo>
                    <a:pt x="379098" y="0"/>
                  </a:moveTo>
                  <a:lnTo>
                    <a:pt x="30868" y="56260"/>
                  </a:lnTo>
                  <a:lnTo>
                    <a:pt x="2346" y="85939"/>
                  </a:lnTo>
                  <a:lnTo>
                    <a:pt x="0" y="102824"/>
                  </a:lnTo>
                  <a:lnTo>
                    <a:pt x="0" y="168926"/>
                  </a:lnTo>
                  <a:lnTo>
                    <a:pt x="403233" y="55851"/>
                  </a:lnTo>
                  <a:lnTo>
                    <a:pt x="403233" y="28606"/>
                  </a:lnTo>
                  <a:lnTo>
                    <a:pt x="401266" y="16552"/>
                  </a:lnTo>
                  <a:lnTo>
                    <a:pt x="395976" y="7042"/>
                  </a:lnTo>
                  <a:lnTo>
                    <a:pt x="388280" y="1164"/>
                  </a:lnTo>
                  <a:lnTo>
                    <a:pt x="379098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233756" y="8966068"/>
              <a:ext cx="76835" cy="41275"/>
            </a:xfrm>
            <a:custGeom>
              <a:avLst/>
              <a:gdLst/>
              <a:ahLst/>
              <a:cxnLst/>
              <a:rect l="l" t="t" r="r" b="b"/>
              <a:pathLst>
                <a:path w="76835" h="41275">
                  <a:moveTo>
                    <a:pt x="76395" y="0"/>
                  </a:moveTo>
                  <a:lnTo>
                    <a:pt x="0" y="21423"/>
                  </a:lnTo>
                  <a:lnTo>
                    <a:pt x="6345" y="35894"/>
                  </a:lnTo>
                  <a:lnTo>
                    <a:pt x="14292" y="41087"/>
                  </a:lnTo>
                  <a:lnTo>
                    <a:pt x="50249" y="41087"/>
                  </a:lnTo>
                  <a:lnTo>
                    <a:pt x="57836" y="39748"/>
                  </a:lnTo>
                  <a:lnTo>
                    <a:pt x="64334" y="36021"/>
                  </a:lnTo>
                  <a:lnTo>
                    <a:pt x="69216" y="30340"/>
                  </a:lnTo>
                  <a:lnTo>
                    <a:pt x="71955" y="23140"/>
                  </a:lnTo>
                  <a:lnTo>
                    <a:pt x="76395" y="0"/>
                  </a:lnTo>
                  <a:close/>
                </a:path>
              </a:pathLst>
            </a:custGeom>
            <a:solidFill>
              <a:srgbClr val="93D5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4671" y="8936910"/>
              <a:ext cx="96356" cy="92796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906915" y="9029712"/>
              <a:ext cx="114935" cy="81915"/>
            </a:xfrm>
            <a:custGeom>
              <a:avLst/>
              <a:gdLst/>
              <a:ahLst/>
              <a:cxnLst/>
              <a:rect l="l" t="t" r="r" b="b"/>
              <a:pathLst>
                <a:path w="114935" h="81915">
                  <a:moveTo>
                    <a:pt x="74395" y="0"/>
                  </a:moveTo>
                  <a:lnTo>
                    <a:pt x="0" y="49433"/>
                  </a:lnTo>
                  <a:lnTo>
                    <a:pt x="0" y="81693"/>
                  </a:lnTo>
                  <a:lnTo>
                    <a:pt x="98353" y="81693"/>
                  </a:lnTo>
                  <a:lnTo>
                    <a:pt x="114331" y="10805"/>
                  </a:lnTo>
                  <a:lnTo>
                    <a:pt x="74395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769137" y="9098668"/>
              <a:ext cx="441959" cy="85725"/>
            </a:xfrm>
            <a:custGeom>
              <a:avLst/>
              <a:gdLst/>
              <a:ahLst/>
              <a:cxnLst/>
              <a:rect l="l" t="t" r="r" b="b"/>
              <a:pathLst>
                <a:path w="441960" h="85725">
                  <a:moveTo>
                    <a:pt x="356764" y="0"/>
                  </a:moveTo>
                  <a:lnTo>
                    <a:pt x="85201" y="0"/>
                  </a:lnTo>
                  <a:lnTo>
                    <a:pt x="52037" y="6695"/>
                  </a:lnTo>
                  <a:lnTo>
                    <a:pt x="24954" y="24954"/>
                  </a:lnTo>
                  <a:lnTo>
                    <a:pt x="6695" y="52037"/>
                  </a:lnTo>
                  <a:lnTo>
                    <a:pt x="0" y="85201"/>
                  </a:lnTo>
                  <a:lnTo>
                    <a:pt x="441955" y="85201"/>
                  </a:lnTo>
                  <a:lnTo>
                    <a:pt x="435259" y="52037"/>
                  </a:lnTo>
                  <a:lnTo>
                    <a:pt x="417001" y="24954"/>
                  </a:lnTo>
                  <a:lnTo>
                    <a:pt x="389922" y="6695"/>
                  </a:lnTo>
                  <a:lnTo>
                    <a:pt x="356764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825181" y="9098668"/>
              <a:ext cx="441959" cy="85725"/>
            </a:xfrm>
            <a:custGeom>
              <a:avLst/>
              <a:gdLst/>
              <a:ahLst/>
              <a:cxnLst/>
              <a:rect l="l" t="t" r="r" b="b"/>
              <a:pathLst>
                <a:path w="441960" h="85725">
                  <a:moveTo>
                    <a:pt x="356764" y="0"/>
                  </a:moveTo>
                  <a:lnTo>
                    <a:pt x="85201" y="0"/>
                  </a:lnTo>
                  <a:lnTo>
                    <a:pt x="52037" y="6695"/>
                  </a:lnTo>
                  <a:lnTo>
                    <a:pt x="24954" y="24954"/>
                  </a:lnTo>
                  <a:lnTo>
                    <a:pt x="6695" y="52037"/>
                  </a:lnTo>
                  <a:lnTo>
                    <a:pt x="0" y="85201"/>
                  </a:lnTo>
                  <a:lnTo>
                    <a:pt x="441955" y="85201"/>
                  </a:lnTo>
                  <a:lnTo>
                    <a:pt x="435259" y="52037"/>
                  </a:lnTo>
                  <a:lnTo>
                    <a:pt x="417001" y="24954"/>
                  </a:lnTo>
                  <a:lnTo>
                    <a:pt x="389922" y="6695"/>
                  </a:lnTo>
                  <a:lnTo>
                    <a:pt x="356764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8787258" y="5870059"/>
            <a:ext cx="478155" cy="254000"/>
            <a:chOff x="8787258" y="5870059"/>
            <a:chExt cx="478155" cy="254000"/>
          </a:xfrm>
        </p:grpSpPr>
        <p:sp>
          <p:nvSpPr>
            <p:cNvPr id="43" name="object 43" descr=""/>
            <p:cNvSpPr/>
            <p:nvPr/>
          </p:nvSpPr>
          <p:spPr>
            <a:xfrm>
              <a:off x="8787265" y="5936216"/>
              <a:ext cx="401955" cy="187960"/>
            </a:xfrm>
            <a:custGeom>
              <a:avLst/>
              <a:gdLst/>
              <a:ahLst/>
              <a:cxnLst/>
              <a:rect l="l" t="t" r="r" b="b"/>
              <a:pathLst>
                <a:path w="401954" h="187960">
                  <a:moveTo>
                    <a:pt x="0" y="0"/>
                  </a:moveTo>
                  <a:lnTo>
                    <a:pt x="203250" y="85243"/>
                  </a:lnTo>
                  <a:lnTo>
                    <a:pt x="241668" y="175690"/>
                  </a:lnTo>
                  <a:lnTo>
                    <a:pt x="378836" y="187512"/>
                  </a:lnTo>
                  <a:lnTo>
                    <a:pt x="401924" y="94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787258" y="5870059"/>
              <a:ext cx="478155" cy="200660"/>
            </a:xfrm>
            <a:custGeom>
              <a:avLst/>
              <a:gdLst/>
              <a:ahLst/>
              <a:cxnLst/>
              <a:rect l="l" t="t" r="r" b="b"/>
              <a:pathLst>
                <a:path w="478154" h="200660">
                  <a:moveTo>
                    <a:pt x="28595" y="0"/>
                  </a:moveTo>
                  <a:lnTo>
                    <a:pt x="17713" y="1381"/>
                  </a:lnTo>
                  <a:lnTo>
                    <a:pt x="8596" y="8346"/>
                  </a:lnTo>
                  <a:lnTo>
                    <a:pt x="2330" y="19608"/>
                  </a:lnTo>
                  <a:lnTo>
                    <a:pt x="0" y="33883"/>
                  </a:lnTo>
                  <a:lnTo>
                    <a:pt x="0" y="66165"/>
                  </a:lnTo>
                  <a:lnTo>
                    <a:pt x="477608" y="200088"/>
                  </a:lnTo>
                  <a:lnTo>
                    <a:pt x="477608" y="121797"/>
                  </a:lnTo>
                  <a:lnTo>
                    <a:pt x="467152" y="84947"/>
                  </a:lnTo>
                  <a:lnTo>
                    <a:pt x="28595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787263" y="5936222"/>
              <a:ext cx="90805" cy="48895"/>
            </a:xfrm>
            <a:custGeom>
              <a:avLst/>
              <a:gdLst/>
              <a:ahLst/>
              <a:cxnLst/>
              <a:rect l="l" t="t" r="r" b="b"/>
              <a:pathLst>
                <a:path w="90804" h="48895">
                  <a:moveTo>
                    <a:pt x="0" y="0"/>
                  </a:moveTo>
                  <a:lnTo>
                    <a:pt x="14279" y="42655"/>
                  </a:lnTo>
                  <a:lnTo>
                    <a:pt x="30962" y="48658"/>
                  </a:lnTo>
                  <a:lnTo>
                    <a:pt x="63160" y="48658"/>
                  </a:lnTo>
                  <a:lnTo>
                    <a:pt x="90478" y="25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D5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5733" y="5901680"/>
              <a:ext cx="114134" cy="109917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9129448" y="6011591"/>
              <a:ext cx="135890" cy="97155"/>
            </a:xfrm>
            <a:custGeom>
              <a:avLst/>
              <a:gdLst/>
              <a:ahLst/>
              <a:cxnLst/>
              <a:rect l="l" t="t" r="r" b="b"/>
              <a:pathLst>
                <a:path w="135890" h="97154">
                  <a:moveTo>
                    <a:pt x="47296" y="0"/>
                  </a:moveTo>
                  <a:lnTo>
                    <a:pt x="0" y="12805"/>
                  </a:lnTo>
                  <a:lnTo>
                    <a:pt x="18920" y="96761"/>
                  </a:lnTo>
                  <a:lnTo>
                    <a:pt x="135419" y="96761"/>
                  </a:lnTo>
                  <a:lnTo>
                    <a:pt x="135419" y="58553"/>
                  </a:lnTo>
                  <a:lnTo>
                    <a:pt x="47296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 descr=""/>
          <p:cNvGrpSpPr/>
          <p:nvPr/>
        </p:nvGrpSpPr>
        <p:grpSpPr>
          <a:xfrm>
            <a:off x="7159728" y="5771076"/>
            <a:ext cx="720090" cy="450215"/>
            <a:chOff x="7159728" y="5771076"/>
            <a:chExt cx="720090" cy="450215"/>
          </a:xfrm>
        </p:grpSpPr>
        <p:sp>
          <p:nvSpPr>
            <p:cNvPr id="49" name="object 49" descr=""/>
            <p:cNvSpPr/>
            <p:nvPr/>
          </p:nvSpPr>
          <p:spPr>
            <a:xfrm>
              <a:off x="7419784" y="5963546"/>
              <a:ext cx="95885" cy="257810"/>
            </a:xfrm>
            <a:custGeom>
              <a:avLst/>
              <a:gdLst/>
              <a:ahLst/>
              <a:cxnLst/>
              <a:rect l="l" t="t" r="r" b="b"/>
              <a:pathLst>
                <a:path w="95884" h="257810">
                  <a:moveTo>
                    <a:pt x="95672" y="0"/>
                  </a:moveTo>
                  <a:lnTo>
                    <a:pt x="0" y="0"/>
                  </a:lnTo>
                  <a:lnTo>
                    <a:pt x="0" y="257583"/>
                  </a:lnTo>
                  <a:lnTo>
                    <a:pt x="95672" y="257583"/>
                  </a:lnTo>
                  <a:lnTo>
                    <a:pt x="95672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159728" y="5771076"/>
              <a:ext cx="720090" cy="363855"/>
            </a:xfrm>
            <a:custGeom>
              <a:avLst/>
              <a:gdLst/>
              <a:ahLst/>
              <a:cxnLst/>
              <a:rect l="l" t="t" r="r" b="b"/>
              <a:pathLst>
                <a:path w="720090" h="363854">
                  <a:moveTo>
                    <a:pt x="657425" y="0"/>
                  </a:moveTo>
                  <a:lnTo>
                    <a:pt x="63579" y="0"/>
                  </a:lnTo>
                  <a:lnTo>
                    <a:pt x="37035" y="3661"/>
                  </a:lnTo>
                  <a:lnTo>
                    <a:pt x="16232" y="13617"/>
                  </a:lnTo>
                  <a:lnTo>
                    <a:pt x="3208" y="28324"/>
                  </a:lnTo>
                  <a:lnTo>
                    <a:pt x="0" y="46239"/>
                  </a:lnTo>
                  <a:lnTo>
                    <a:pt x="35286" y="327874"/>
                  </a:lnTo>
                  <a:lnTo>
                    <a:pt x="41750" y="341829"/>
                  </a:lnTo>
                  <a:lnTo>
                    <a:pt x="56025" y="353172"/>
                  </a:lnTo>
                  <a:lnTo>
                    <a:pt x="76043" y="360793"/>
                  </a:lnTo>
                  <a:lnTo>
                    <a:pt x="99735" y="363580"/>
                  </a:lnTo>
                  <a:lnTo>
                    <a:pt x="613059" y="363580"/>
                  </a:lnTo>
                  <a:lnTo>
                    <a:pt x="657002" y="353172"/>
                  </a:lnTo>
                  <a:lnTo>
                    <a:pt x="719957" y="46239"/>
                  </a:lnTo>
                  <a:lnTo>
                    <a:pt x="717155" y="28324"/>
                  </a:lnTo>
                  <a:lnTo>
                    <a:pt x="704464" y="13617"/>
                  </a:lnTo>
                  <a:lnTo>
                    <a:pt x="683886" y="3661"/>
                  </a:lnTo>
                  <a:lnTo>
                    <a:pt x="657425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8838205" y="6041638"/>
            <a:ext cx="606425" cy="153035"/>
            <a:chOff x="8838205" y="6041638"/>
            <a:chExt cx="606425" cy="153035"/>
          </a:xfrm>
        </p:grpSpPr>
        <p:sp>
          <p:nvSpPr>
            <p:cNvPr id="52" name="object 52" descr=""/>
            <p:cNvSpPr/>
            <p:nvPr/>
          </p:nvSpPr>
          <p:spPr>
            <a:xfrm>
              <a:off x="9301915" y="6041638"/>
              <a:ext cx="48895" cy="34925"/>
            </a:xfrm>
            <a:custGeom>
              <a:avLst/>
              <a:gdLst/>
              <a:ahLst/>
              <a:cxnLst/>
              <a:rect l="l" t="t" r="r" b="b"/>
              <a:pathLst>
                <a:path w="48895" h="34925">
                  <a:moveTo>
                    <a:pt x="48878" y="0"/>
                  </a:moveTo>
                  <a:lnTo>
                    <a:pt x="0" y="0"/>
                  </a:lnTo>
                  <a:lnTo>
                    <a:pt x="0" y="34690"/>
                  </a:lnTo>
                  <a:lnTo>
                    <a:pt x="48878" y="34690"/>
                  </a:lnTo>
                  <a:lnTo>
                    <a:pt x="48878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904587" y="6093284"/>
              <a:ext cx="523875" cy="100965"/>
            </a:xfrm>
            <a:custGeom>
              <a:avLst/>
              <a:gdLst/>
              <a:ahLst/>
              <a:cxnLst/>
              <a:rect l="l" t="t" r="r" b="b"/>
              <a:pathLst>
                <a:path w="523875" h="100964">
                  <a:moveTo>
                    <a:pt x="422563" y="0"/>
                  </a:moveTo>
                  <a:lnTo>
                    <a:pt x="100907" y="0"/>
                  </a:lnTo>
                  <a:lnTo>
                    <a:pt x="61631" y="7930"/>
                  </a:lnTo>
                  <a:lnTo>
                    <a:pt x="29556" y="29556"/>
                  </a:lnTo>
                  <a:lnTo>
                    <a:pt x="7930" y="61631"/>
                  </a:lnTo>
                  <a:lnTo>
                    <a:pt x="0" y="100907"/>
                  </a:lnTo>
                  <a:lnTo>
                    <a:pt x="523470" y="100907"/>
                  </a:lnTo>
                  <a:lnTo>
                    <a:pt x="515540" y="61631"/>
                  </a:lnTo>
                  <a:lnTo>
                    <a:pt x="493914" y="29556"/>
                  </a:lnTo>
                  <a:lnTo>
                    <a:pt x="461839" y="7930"/>
                  </a:lnTo>
                  <a:lnTo>
                    <a:pt x="422563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838205" y="6093284"/>
              <a:ext cx="523875" cy="100965"/>
            </a:xfrm>
            <a:custGeom>
              <a:avLst/>
              <a:gdLst/>
              <a:ahLst/>
              <a:cxnLst/>
              <a:rect l="l" t="t" r="r" b="b"/>
              <a:pathLst>
                <a:path w="523875" h="100964">
                  <a:moveTo>
                    <a:pt x="422563" y="0"/>
                  </a:moveTo>
                  <a:lnTo>
                    <a:pt x="100907" y="0"/>
                  </a:lnTo>
                  <a:lnTo>
                    <a:pt x="61631" y="7930"/>
                  </a:lnTo>
                  <a:lnTo>
                    <a:pt x="29556" y="29556"/>
                  </a:lnTo>
                  <a:lnTo>
                    <a:pt x="7930" y="61631"/>
                  </a:lnTo>
                  <a:lnTo>
                    <a:pt x="0" y="100907"/>
                  </a:lnTo>
                  <a:lnTo>
                    <a:pt x="523470" y="100907"/>
                  </a:lnTo>
                  <a:lnTo>
                    <a:pt x="515540" y="61631"/>
                  </a:lnTo>
                  <a:lnTo>
                    <a:pt x="493914" y="29556"/>
                  </a:lnTo>
                  <a:lnTo>
                    <a:pt x="461839" y="7930"/>
                  </a:lnTo>
                  <a:lnTo>
                    <a:pt x="422563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283790" y="6059376"/>
              <a:ext cx="161290" cy="34290"/>
            </a:xfrm>
            <a:custGeom>
              <a:avLst/>
              <a:gdLst/>
              <a:ahLst/>
              <a:cxnLst/>
              <a:rect l="l" t="t" r="r" b="b"/>
              <a:pathLst>
                <a:path w="161290" h="34289">
                  <a:moveTo>
                    <a:pt x="126928" y="0"/>
                  </a:moveTo>
                  <a:lnTo>
                    <a:pt x="0" y="0"/>
                  </a:lnTo>
                  <a:lnTo>
                    <a:pt x="0" y="33904"/>
                  </a:lnTo>
                  <a:lnTo>
                    <a:pt x="160822" y="33904"/>
                  </a:lnTo>
                  <a:lnTo>
                    <a:pt x="158159" y="20708"/>
                  </a:lnTo>
                  <a:lnTo>
                    <a:pt x="150895" y="9931"/>
                  </a:lnTo>
                  <a:lnTo>
                    <a:pt x="140122" y="2664"/>
                  </a:lnTo>
                  <a:lnTo>
                    <a:pt x="126928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" name="object 56" descr=""/>
          <p:cNvGrpSpPr/>
          <p:nvPr/>
        </p:nvGrpSpPr>
        <p:grpSpPr>
          <a:xfrm>
            <a:off x="8550195" y="4404433"/>
            <a:ext cx="1019175" cy="1058545"/>
            <a:chOff x="8550195" y="4404433"/>
            <a:chExt cx="1019175" cy="1058545"/>
          </a:xfrm>
        </p:grpSpPr>
        <p:sp>
          <p:nvSpPr>
            <p:cNvPr id="57" name="object 57" descr=""/>
            <p:cNvSpPr/>
            <p:nvPr/>
          </p:nvSpPr>
          <p:spPr>
            <a:xfrm>
              <a:off x="8636673" y="4404433"/>
              <a:ext cx="932815" cy="1058545"/>
            </a:xfrm>
            <a:custGeom>
              <a:avLst/>
              <a:gdLst/>
              <a:ahLst/>
              <a:cxnLst/>
              <a:rect l="l" t="t" r="r" b="b"/>
              <a:pathLst>
                <a:path w="932815" h="1058545">
                  <a:moveTo>
                    <a:pt x="910631" y="0"/>
                  </a:moveTo>
                  <a:lnTo>
                    <a:pt x="21611" y="0"/>
                  </a:lnTo>
                  <a:lnTo>
                    <a:pt x="13199" y="1698"/>
                  </a:lnTo>
                  <a:lnTo>
                    <a:pt x="6329" y="6329"/>
                  </a:lnTo>
                  <a:lnTo>
                    <a:pt x="1698" y="13199"/>
                  </a:lnTo>
                  <a:lnTo>
                    <a:pt x="0" y="21611"/>
                  </a:lnTo>
                  <a:lnTo>
                    <a:pt x="0" y="1036408"/>
                  </a:lnTo>
                  <a:lnTo>
                    <a:pt x="1698" y="1044820"/>
                  </a:lnTo>
                  <a:lnTo>
                    <a:pt x="6329" y="1051690"/>
                  </a:lnTo>
                  <a:lnTo>
                    <a:pt x="13199" y="1056321"/>
                  </a:lnTo>
                  <a:lnTo>
                    <a:pt x="21611" y="1058020"/>
                  </a:lnTo>
                  <a:lnTo>
                    <a:pt x="910631" y="1058020"/>
                  </a:lnTo>
                  <a:lnTo>
                    <a:pt x="919038" y="1056321"/>
                  </a:lnTo>
                  <a:lnTo>
                    <a:pt x="925905" y="1051690"/>
                  </a:lnTo>
                  <a:lnTo>
                    <a:pt x="930535" y="1044820"/>
                  </a:lnTo>
                  <a:lnTo>
                    <a:pt x="932233" y="1036408"/>
                  </a:lnTo>
                  <a:lnTo>
                    <a:pt x="932233" y="21611"/>
                  </a:lnTo>
                  <a:lnTo>
                    <a:pt x="930535" y="13199"/>
                  </a:lnTo>
                  <a:lnTo>
                    <a:pt x="925905" y="6329"/>
                  </a:lnTo>
                  <a:lnTo>
                    <a:pt x="919038" y="1698"/>
                  </a:lnTo>
                  <a:lnTo>
                    <a:pt x="910631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8568296" y="4404433"/>
              <a:ext cx="932815" cy="1058545"/>
            </a:xfrm>
            <a:custGeom>
              <a:avLst/>
              <a:gdLst/>
              <a:ahLst/>
              <a:cxnLst/>
              <a:rect l="l" t="t" r="r" b="b"/>
              <a:pathLst>
                <a:path w="932815" h="1058545">
                  <a:moveTo>
                    <a:pt x="910631" y="0"/>
                  </a:moveTo>
                  <a:lnTo>
                    <a:pt x="21611" y="0"/>
                  </a:lnTo>
                  <a:lnTo>
                    <a:pt x="13199" y="1698"/>
                  </a:lnTo>
                  <a:lnTo>
                    <a:pt x="6329" y="6329"/>
                  </a:lnTo>
                  <a:lnTo>
                    <a:pt x="1698" y="13199"/>
                  </a:lnTo>
                  <a:lnTo>
                    <a:pt x="0" y="21611"/>
                  </a:lnTo>
                  <a:lnTo>
                    <a:pt x="0" y="1036408"/>
                  </a:lnTo>
                  <a:lnTo>
                    <a:pt x="1698" y="1044820"/>
                  </a:lnTo>
                  <a:lnTo>
                    <a:pt x="6329" y="1051690"/>
                  </a:lnTo>
                  <a:lnTo>
                    <a:pt x="13199" y="1056321"/>
                  </a:lnTo>
                  <a:lnTo>
                    <a:pt x="21611" y="1058020"/>
                  </a:lnTo>
                  <a:lnTo>
                    <a:pt x="910631" y="1058020"/>
                  </a:lnTo>
                  <a:lnTo>
                    <a:pt x="919038" y="1056321"/>
                  </a:lnTo>
                  <a:lnTo>
                    <a:pt x="925905" y="1051690"/>
                  </a:lnTo>
                  <a:lnTo>
                    <a:pt x="930535" y="1044820"/>
                  </a:lnTo>
                  <a:lnTo>
                    <a:pt x="932233" y="1036408"/>
                  </a:lnTo>
                  <a:lnTo>
                    <a:pt x="932233" y="21611"/>
                  </a:lnTo>
                  <a:lnTo>
                    <a:pt x="930535" y="13199"/>
                  </a:lnTo>
                  <a:lnTo>
                    <a:pt x="925905" y="6329"/>
                  </a:lnTo>
                  <a:lnTo>
                    <a:pt x="919038" y="1698"/>
                  </a:lnTo>
                  <a:lnTo>
                    <a:pt x="910631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550195" y="4404433"/>
              <a:ext cx="932815" cy="1058545"/>
            </a:xfrm>
            <a:custGeom>
              <a:avLst/>
              <a:gdLst/>
              <a:ahLst/>
              <a:cxnLst/>
              <a:rect l="l" t="t" r="r" b="b"/>
              <a:pathLst>
                <a:path w="932815" h="1058545">
                  <a:moveTo>
                    <a:pt x="910631" y="0"/>
                  </a:moveTo>
                  <a:lnTo>
                    <a:pt x="21611" y="0"/>
                  </a:lnTo>
                  <a:lnTo>
                    <a:pt x="13199" y="1698"/>
                  </a:lnTo>
                  <a:lnTo>
                    <a:pt x="6329" y="6329"/>
                  </a:lnTo>
                  <a:lnTo>
                    <a:pt x="1698" y="13199"/>
                  </a:lnTo>
                  <a:lnTo>
                    <a:pt x="0" y="21611"/>
                  </a:lnTo>
                  <a:lnTo>
                    <a:pt x="0" y="1036408"/>
                  </a:lnTo>
                  <a:lnTo>
                    <a:pt x="1698" y="1044820"/>
                  </a:lnTo>
                  <a:lnTo>
                    <a:pt x="6329" y="1051690"/>
                  </a:lnTo>
                  <a:lnTo>
                    <a:pt x="13199" y="1056321"/>
                  </a:lnTo>
                  <a:lnTo>
                    <a:pt x="21611" y="1058020"/>
                  </a:lnTo>
                  <a:lnTo>
                    <a:pt x="910631" y="1058020"/>
                  </a:lnTo>
                  <a:lnTo>
                    <a:pt x="919038" y="1056321"/>
                  </a:lnTo>
                  <a:lnTo>
                    <a:pt x="925905" y="1051690"/>
                  </a:lnTo>
                  <a:lnTo>
                    <a:pt x="930535" y="1044820"/>
                  </a:lnTo>
                  <a:lnTo>
                    <a:pt x="932233" y="1036408"/>
                  </a:lnTo>
                  <a:lnTo>
                    <a:pt x="932233" y="21611"/>
                  </a:lnTo>
                  <a:lnTo>
                    <a:pt x="930535" y="13199"/>
                  </a:lnTo>
                  <a:lnTo>
                    <a:pt x="925905" y="6329"/>
                  </a:lnTo>
                  <a:lnTo>
                    <a:pt x="919038" y="1698"/>
                  </a:lnTo>
                  <a:lnTo>
                    <a:pt x="910631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0" name="object 6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1941" y="2330767"/>
            <a:ext cx="136649" cy="210378"/>
          </a:xfrm>
          <a:prstGeom prst="rect">
            <a:avLst/>
          </a:prstGeom>
        </p:spPr>
      </p:pic>
      <p:grpSp>
        <p:nvGrpSpPr>
          <p:cNvPr id="61" name="object 61" descr=""/>
          <p:cNvGrpSpPr/>
          <p:nvPr/>
        </p:nvGrpSpPr>
        <p:grpSpPr>
          <a:xfrm>
            <a:off x="3029112" y="4335888"/>
            <a:ext cx="1374775" cy="995680"/>
            <a:chOff x="3029112" y="4335888"/>
            <a:chExt cx="1374775" cy="995680"/>
          </a:xfrm>
        </p:grpSpPr>
        <p:sp>
          <p:nvSpPr>
            <p:cNvPr id="62" name="object 62" descr=""/>
            <p:cNvSpPr/>
            <p:nvPr/>
          </p:nvSpPr>
          <p:spPr>
            <a:xfrm>
              <a:off x="3029112" y="4335888"/>
              <a:ext cx="1172845" cy="943610"/>
            </a:xfrm>
            <a:custGeom>
              <a:avLst/>
              <a:gdLst/>
              <a:ahLst/>
              <a:cxnLst/>
              <a:rect l="l" t="t" r="r" b="b"/>
              <a:pathLst>
                <a:path w="1172845" h="943610">
                  <a:moveTo>
                    <a:pt x="1172288" y="0"/>
                  </a:moveTo>
                  <a:lnTo>
                    <a:pt x="0" y="0"/>
                  </a:lnTo>
                  <a:lnTo>
                    <a:pt x="0" y="943458"/>
                  </a:lnTo>
                  <a:lnTo>
                    <a:pt x="1172288" y="943458"/>
                  </a:lnTo>
                  <a:lnTo>
                    <a:pt x="1172288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999257" y="4335966"/>
              <a:ext cx="404495" cy="995680"/>
            </a:xfrm>
            <a:custGeom>
              <a:avLst/>
              <a:gdLst/>
              <a:ahLst/>
              <a:cxnLst/>
              <a:rect l="l" t="t" r="r" b="b"/>
              <a:pathLst>
                <a:path w="404495" h="995679">
                  <a:moveTo>
                    <a:pt x="318817" y="0"/>
                  </a:moveTo>
                  <a:lnTo>
                    <a:pt x="0" y="0"/>
                  </a:lnTo>
                  <a:lnTo>
                    <a:pt x="0" y="995090"/>
                  </a:lnTo>
                  <a:lnTo>
                    <a:pt x="234254" y="995090"/>
                  </a:lnTo>
                  <a:lnTo>
                    <a:pt x="279427" y="989013"/>
                  </a:lnTo>
                  <a:lnTo>
                    <a:pt x="320032" y="971865"/>
                  </a:lnTo>
                  <a:lnTo>
                    <a:pt x="354443" y="945273"/>
                  </a:lnTo>
                  <a:lnTo>
                    <a:pt x="381035" y="910862"/>
                  </a:lnTo>
                  <a:lnTo>
                    <a:pt x="398182" y="870257"/>
                  </a:lnTo>
                  <a:lnTo>
                    <a:pt x="404259" y="825084"/>
                  </a:lnTo>
                  <a:lnTo>
                    <a:pt x="404259" y="85442"/>
                  </a:lnTo>
                  <a:lnTo>
                    <a:pt x="397553" y="52160"/>
                  </a:lnTo>
                  <a:lnTo>
                    <a:pt x="379255" y="25004"/>
                  </a:lnTo>
                  <a:lnTo>
                    <a:pt x="352099" y="6706"/>
                  </a:lnTo>
                  <a:lnTo>
                    <a:pt x="318817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 descr=""/>
          <p:cNvGrpSpPr/>
          <p:nvPr/>
        </p:nvGrpSpPr>
        <p:grpSpPr>
          <a:xfrm>
            <a:off x="1262319" y="3798878"/>
            <a:ext cx="2572385" cy="1532255"/>
            <a:chOff x="1262319" y="3798878"/>
            <a:chExt cx="2572385" cy="1532255"/>
          </a:xfrm>
        </p:grpSpPr>
        <p:sp>
          <p:nvSpPr>
            <p:cNvPr id="65" name="object 65" descr=""/>
            <p:cNvSpPr/>
            <p:nvPr/>
          </p:nvSpPr>
          <p:spPr>
            <a:xfrm>
              <a:off x="1293277" y="3798878"/>
              <a:ext cx="1679575" cy="1093470"/>
            </a:xfrm>
            <a:custGeom>
              <a:avLst/>
              <a:gdLst/>
              <a:ahLst/>
              <a:cxnLst/>
              <a:rect l="l" t="t" r="r" b="b"/>
              <a:pathLst>
                <a:path w="1679575" h="1093470">
                  <a:moveTo>
                    <a:pt x="1547869" y="0"/>
                  </a:moveTo>
                  <a:lnTo>
                    <a:pt x="38354" y="0"/>
                  </a:lnTo>
                  <a:lnTo>
                    <a:pt x="20153" y="10303"/>
                  </a:lnTo>
                  <a:lnTo>
                    <a:pt x="6963" y="38401"/>
                  </a:lnTo>
                  <a:lnTo>
                    <a:pt x="0" y="80078"/>
                  </a:lnTo>
                  <a:lnTo>
                    <a:pt x="481" y="131116"/>
                  </a:lnTo>
                  <a:lnTo>
                    <a:pt x="71024" y="961740"/>
                  </a:lnTo>
                  <a:lnTo>
                    <a:pt x="79212" y="1012778"/>
                  </a:lnTo>
                  <a:lnTo>
                    <a:pt x="93255" y="1054454"/>
                  </a:lnTo>
                  <a:lnTo>
                    <a:pt x="131168" y="1092856"/>
                  </a:lnTo>
                  <a:lnTo>
                    <a:pt x="1640683" y="1092856"/>
                  </a:lnTo>
                  <a:lnTo>
                    <a:pt x="1658884" y="1082553"/>
                  </a:lnTo>
                  <a:lnTo>
                    <a:pt x="1672074" y="1054454"/>
                  </a:lnTo>
                  <a:lnTo>
                    <a:pt x="1679037" y="1012778"/>
                  </a:lnTo>
                  <a:lnTo>
                    <a:pt x="1678556" y="961740"/>
                  </a:lnTo>
                  <a:lnTo>
                    <a:pt x="1608013" y="131116"/>
                  </a:lnTo>
                  <a:lnTo>
                    <a:pt x="1599829" y="80078"/>
                  </a:lnTo>
                  <a:lnTo>
                    <a:pt x="1585786" y="38401"/>
                  </a:lnTo>
                  <a:lnTo>
                    <a:pt x="1547869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589162" y="3798878"/>
              <a:ext cx="1550035" cy="1093470"/>
            </a:xfrm>
            <a:custGeom>
              <a:avLst/>
              <a:gdLst/>
              <a:ahLst/>
              <a:cxnLst/>
              <a:rect l="l" t="t" r="r" b="b"/>
              <a:pathLst>
                <a:path w="1550035" h="1093470">
                  <a:moveTo>
                    <a:pt x="1420273" y="0"/>
                  </a:moveTo>
                  <a:lnTo>
                    <a:pt x="36755" y="0"/>
                  </a:lnTo>
                  <a:lnTo>
                    <a:pt x="19314" y="9882"/>
                  </a:lnTo>
                  <a:lnTo>
                    <a:pt x="6672" y="36831"/>
                  </a:lnTo>
                  <a:lnTo>
                    <a:pt x="0" y="76800"/>
                  </a:lnTo>
                  <a:lnTo>
                    <a:pt x="463" y="125744"/>
                  </a:lnTo>
                  <a:lnTo>
                    <a:pt x="71864" y="967111"/>
                  </a:lnTo>
                  <a:lnTo>
                    <a:pt x="79710" y="1016060"/>
                  </a:lnTo>
                  <a:lnTo>
                    <a:pt x="93170" y="1056029"/>
                  </a:lnTo>
                  <a:lnTo>
                    <a:pt x="129506" y="1092856"/>
                  </a:lnTo>
                  <a:lnTo>
                    <a:pt x="1513024" y="1092856"/>
                  </a:lnTo>
                  <a:lnTo>
                    <a:pt x="1530466" y="1082976"/>
                  </a:lnTo>
                  <a:lnTo>
                    <a:pt x="1543107" y="1056029"/>
                  </a:lnTo>
                  <a:lnTo>
                    <a:pt x="1549780" y="1016060"/>
                  </a:lnTo>
                  <a:lnTo>
                    <a:pt x="1549317" y="967111"/>
                  </a:lnTo>
                  <a:lnTo>
                    <a:pt x="1477916" y="125744"/>
                  </a:lnTo>
                  <a:lnTo>
                    <a:pt x="1470069" y="76800"/>
                  </a:lnTo>
                  <a:lnTo>
                    <a:pt x="1456610" y="36831"/>
                  </a:lnTo>
                  <a:lnTo>
                    <a:pt x="1420273" y="0"/>
                  </a:lnTo>
                  <a:close/>
                </a:path>
              </a:pathLst>
            </a:custGeom>
            <a:solidFill>
              <a:srgbClr val="A5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329054" y="3798881"/>
              <a:ext cx="96520" cy="827405"/>
            </a:xfrm>
            <a:custGeom>
              <a:avLst/>
              <a:gdLst/>
              <a:ahLst/>
              <a:cxnLst/>
              <a:rect l="l" t="t" r="r" b="b"/>
              <a:pathLst>
                <a:path w="96519" h="827404">
                  <a:moveTo>
                    <a:pt x="26397" y="0"/>
                  </a:moveTo>
                  <a:lnTo>
                    <a:pt x="0" y="0"/>
                  </a:lnTo>
                  <a:lnTo>
                    <a:pt x="69997" y="826969"/>
                  </a:lnTo>
                  <a:lnTo>
                    <a:pt x="96405" y="826969"/>
                  </a:lnTo>
                  <a:lnTo>
                    <a:pt x="26397" y="0"/>
                  </a:lnTo>
                  <a:close/>
                </a:path>
              </a:pathLst>
            </a:custGeom>
            <a:solidFill>
              <a:srgbClr val="EFF8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294963" y="4650027"/>
              <a:ext cx="2540000" cy="511175"/>
            </a:xfrm>
            <a:custGeom>
              <a:avLst/>
              <a:gdLst/>
              <a:ahLst/>
              <a:cxnLst/>
              <a:rect l="l" t="t" r="r" b="b"/>
              <a:pathLst>
                <a:path w="2540000" h="511175">
                  <a:moveTo>
                    <a:pt x="2442532" y="0"/>
                  </a:moveTo>
                  <a:lnTo>
                    <a:pt x="97201" y="0"/>
                  </a:lnTo>
                  <a:lnTo>
                    <a:pt x="59338" y="12626"/>
                  </a:lnTo>
                  <a:lnTo>
                    <a:pt x="28445" y="47074"/>
                  </a:lnTo>
                  <a:lnTo>
                    <a:pt x="7629" y="98198"/>
                  </a:lnTo>
                  <a:lnTo>
                    <a:pt x="0" y="160853"/>
                  </a:lnTo>
                  <a:lnTo>
                    <a:pt x="0" y="350230"/>
                  </a:lnTo>
                  <a:lnTo>
                    <a:pt x="7629" y="412885"/>
                  </a:lnTo>
                  <a:lnTo>
                    <a:pt x="28445" y="464009"/>
                  </a:lnTo>
                  <a:lnTo>
                    <a:pt x="59338" y="498457"/>
                  </a:lnTo>
                  <a:lnTo>
                    <a:pt x="97201" y="511083"/>
                  </a:lnTo>
                  <a:lnTo>
                    <a:pt x="2442532" y="511083"/>
                  </a:lnTo>
                  <a:lnTo>
                    <a:pt x="2480333" y="498457"/>
                  </a:lnTo>
                  <a:lnTo>
                    <a:pt x="2511233" y="464009"/>
                  </a:lnTo>
                  <a:lnTo>
                    <a:pt x="2532084" y="412885"/>
                  </a:lnTo>
                  <a:lnTo>
                    <a:pt x="2539734" y="350230"/>
                  </a:lnTo>
                  <a:lnTo>
                    <a:pt x="2539734" y="160853"/>
                  </a:lnTo>
                  <a:lnTo>
                    <a:pt x="2532084" y="98198"/>
                  </a:lnTo>
                  <a:lnTo>
                    <a:pt x="2511233" y="47074"/>
                  </a:lnTo>
                  <a:lnTo>
                    <a:pt x="2480333" y="12626"/>
                  </a:lnTo>
                  <a:lnTo>
                    <a:pt x="2442532" y="0"/>
                  </a:lnTo>
                  <a:close/>
                </a:path>
              </a:pathLst>
            </a:custGeom>
            <a:solidFill>
              <a:srgbClr val="93C3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392164" y="4650027"/>
              <a:ext cx="2442845" cy="317500"/>
            </a:xfrm>
            <a:custGeom>
              <a:avLst/>
              <a:gdLst/>
              <a:ahLst/>
              <a:cxnLst/>
              <a:rect l="l" t="t" r="r" b="b"/>
              <a:pathLst>
                <a:path w="2442845" h="317500">
                  <a:moveTo>
                    <a:pt x="2345331" y="0"/>
                  </a:moveTo>
                  <a:lnTo>
                    <a:pt x="0" y="0"/>
                  </a:lnTo>
                  <a:lnTo>
                    <a:pt x="0" y="316911"/>
                  </a:lnTo>
                  <a:lnTo>
                    <a:pt x="2442532" y="316911"/>
                  </a:lnTo>
                  <a:lnTo>
                    <a:pt x="2442532" y="160853"/>
                  </a:lnTo>
                  <a:lnTo>
                    <a:pt x="2434882" y="98198"/>
                  </a:lnTo>
                  <a:lnTo>
                    <a:pt x="2414032" y="47074"/>
                  </a:lnTo>
                  <a:lnTo>
                    <a:pt x="2383132" y="12626"/>
                  </a:lnTo>
                  <a:lnTo>
                    <a:pt x="2345331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262316" y="4335900"/>
              <a:ext cx="1304925" cy="995680"/>
            </a:xfrm>
            <a:custGeom>
              <a:avLst/>
              <a:gdLst/>
              <a:ahLst/>
              <a:cxnLst/>
              <a:rect l="l" t="t" r="r" b="b"/>
              <a:pathLst>
                <a:path w="1304925" h="995679">
                  <a:moveTo>
                    <a:pt x="1304810" y="0"/>
                  </a:moveTo>
                  <a:lnTo>
                    <a:pt x="363677" y="0"/>
                  </a:lnTo>
                  <a:lnTo>
                    <a:pt x="132524" y="0"/>
                  </a:lnTo>
                  <a:lnTo>
                    <a:pt x="40513" y="0"/>
                  </a:lnTo>
                  <a:lnTo>
                    <a:pt x="24752" y="3187"/>
                  </a:lnTo>
                  <a:lnTo>
                    <a:pt x="11861" y="11874"/>
                  </a:lnTo>
                  <a:lnTo>
                    <a:pt x="3187" y="24752"/>
                  </a:lnTo>
                  <a:lnTo>
                    <a:pt x="0" y="40538"/>
                  </a:lnTo>
                  <a:lnTo>
                    <a:pt x="0" y="914577"/>
                  </a:lnTo>
                  <a:lnTo>
                    <a:pt x="6324" y="945946"/>
                  </a:lnTo>
                  <a:lnTo>
                    <a:pt x="23609" y="971575"/>
                  </a:lnTo>
                  <a:lnTo>
                    <a:pt x="49225" y="988847"/>
                  </a:lnTo>
                  <a:lnTo>
                    <a:pt x="80606" y="995184"/>
                  </a:lnTo>
                  <a:lnTo>
                    <a:pt x="404202" y="995184"/>
                  </a:lnTo>
                  <a:lnTo>
                    <a:pt x="404202" y="943457"/>
                  </a:lnTo>
                  <a:lnTo>
                    <a:pt x="1304810" y="943457"/>
                  </a:lnTo>
                  <a:lnTo>
                    <a:pt x="1304810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365030" y="4335894"/>
              <a:ext cx="404495" cy="995680"/>
            </a:xfrm>
            <a:custGeom>
              <a:avLst/>
              <a:gdLst/>
              <a:ahLst/>
              <a:cxnLst/>
              <a:rect l="l" t="t" r="r" b="b"/>
              <a:pathLst>
                <a:path w="404494" h="995679">
                  <a:moveTo>
                    <a:pt x="404207" y="0"/>
                  </a:moveTo>
                  <a:lnTo>
                    <a:pt x="40522" y="0"/>
                  </a:lnTo>
                  <a:lnTo>
                    <a:pt x="24750" y="3185"/>
                  </a:lnTo>
                  <a:lnTo>
                    <a:pt x="11870" y="11871"/>
                  </a:lnTo>
                  <a:lnTo>
                    <a:pt x="3184" y="24755"/>
                  </a:lnTo>
                  <a:lnTo>
                    <a:pt x="0" y="40532"/>
                  </a:lnTo>
                  <a:lnTo>
                    <a:pt x="0" y="995184"/>
                  </a:lnTo>
                  <a:lnTo>
                    <a:pt x="404207" y="995184"/>
                  </a:lnTo>
                  <a:lnTo>
                    <a:pt x="404207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735508" y="4335889"/>
              <a:ext cx="34290" cy="877569"/>
            </a:xfrm>
            <a:custGeom>
              <a:avLst/>
              <a:gdLst/>
              <a:ahLst/>
              <a:cxnLst/>
              <a:rect l="l" t="t" r="r" b="b"/>
              <a:pathLst>
                <a:path w="34289" h="877570">
                  <a:moveTo>
                    <a:pt x="33737" y="0"/>
                  </a:moveTo>
                  <a:lnTo>
                    <a:pt x="0" y="0"/>
                  </a:lnTo>
                  <a:lnTo>
                    <a:pt x="0" y="877041"/>
                  </a:lnTo>
                  <a:lnTo>
                    <a:pt x="33737" y="877041"/>
                  </a:lnTo>
                  <a:lnTo>
                    <a:pt x="33737" y="0"/>
                  </a:lnTo>
                  <a:close/>
                </a:path>
              </a:pathLst>
            </a:custGeom>
            <a:solidFill>
              <a:srgbClr val="D6E7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/>
          <p:nvPr/>
        </p:nvSpPr>
        <p:spPr>
          <a:xfrm>
            <a:off x="3999281" y="4335900"/>
            <a:ext cx="404495" cy="877569"/>
          </a:xfrm>
          <a:custGeom>
            <a:avLst/>
            <a:gdLst/>
            <a:ahLst/>
            <a:cxnLst/>
            <a:rect l="l" t="t" r="r" b="b"/>
            <a:pathLst>
              <a:path w="404495" h="877570">
                <a:moveTo>
                  <a:pt x="404228" y="230987"/>
                </a:moveTo>
                <a:lnTo>
                  <a:pt x="33743" y="230987"/>
                </a:lnTo>
                <a:lnTo>
                  <a:pt x="33743" y="0"/>
                </a:lnTo>
                <a:lnTo>
                  <a:pt x="0" y="0"/>
                </a:lnTo>
                <a:lnTo>
                  <a:pt x="0" y="877036"/>
                </a:lnTo>
                <a:lnTo>
                  <a:pt x="33743" y="877036"/>
                </a:lnTo>
                <a:lnTo>
                  <a:pt x="33743" y="256438"/>
                </a:lnTo>
                <a:lnTo>
                  <a:pt x="404228" y="256438"/>
                </a:lnTo>
                <a:lnTo>
                  <a:pt x="404228" y="230987"/>
                </a:lnTo>
                <a:close/>
              </a:path>
            </a:pathLst>
          </a:custGeom>
          <a:solidFill>
            <a:srgbClr val="D6E7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2365027" y="4566876"/>
            <a:ext cx="404495" cy="26034"/>
          </a:xfrm>
          <a:custGeom>
            <a:avLst/>
            <a:gdLst/>
            <a:ahLst/>
            <a:cxnLst/>
            <a:rect l="l" t="t" r="r" b="b"/>
            <a:pathLst>
              <a:path w="404494" h="26035">
                <a:moveTo>
                  <a:pt x="404207" y="0"/>
                </a:moveTo>
                <a:lnTo>
                  <a:pt x="0" y="0"/>
                </a:lnTo>
                <a:lnTo>
                  <a:pt x="0" y="25454"/>
                </a:lnTo>
                <a:lnTo>
                  <a:pt x="404207" y="25454"/>
                </a:lnTo>
                <a:lnTo>
                  <a:pt x="404207" y="0"/>
                </a:lnTo>
                <a:close/>
              </a:path>
            </a:pathLst>
          </a:custGeom>
          <a:solidFill>
            <a:srgbClr val="D6E7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2752376" y="4966937"/>
            <a:ext cx="1082675" cy="33655"/>
          </a:xfrm>
          <a:custGeom>
            <a:avLst/>
            <a:gdLst/>
            <a:ahLst/>
            <a:cxnLst/>
            <a:rect l="l" t="t" r="r" b="b"/>
            <a:pathLst>
              <a:path w="1082675" h="33654">
                <a:moveTo>
                  <a:pt x="1082323" y="0"/>
                </a:moveTo>
                <a:lnTo>
                  <a:pt x="0" y="0"/>
                </a:lnTo>
                <a:lnTo>
                  <a:pt x="0" y="33318"/>
                </a:lnTo>
                <a:lnTo>
                  <a:pt x="1082323" y="33318"/>
                </a:lnTo>
                <a:lnTo>
                  <a:pt x="1082323" y="0"/>
                </a:lnTo>
                <a:close/>
              </a:path>
            </a:pathLst>
          </a:custGeom>
          <a:solidFill>
            <a:srgbClr val="D6E7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3144401" y="4257897"/>
            <a:ext cx="1259205" cy="78105"/>
          </a:xfrm>
          <a:custGeom>
            <a:avLst/>
            <a:gdLst/>
            <a:ahLst/>
            <a:cxnLst/>
            <a:rect l="l" t="t" r="r" b="b"/>
            <a:pathLst>
              <a:path w="1259204" h="78104">
                <a:moveTo>
                  <a:pt x="1220109" y="0"/>
                </a:moveTo>
                <a:lnTo>
                  <a:pt x="77997" y="0"/>
                </a:lnTo>
                <a:lnTo>
                  <a:pt x="47637" y="6129"/>
                </a:lnTo>
                <a:lnTo>
                  <a:pt x="22844" y="22844"/>
                </a:lnTo>
                <a:lnTo>
                  <a:pt x="6129" y="47637"/>
                </a:lnTo>
                <a:lnTo>
                  <a:pt x="0" y="77997"/>
                </a:lnTo>
                <a:lnTo>
                  <a:pt x="1220109" y="77997"/>
                </a:lnTo>
                <a:lnTo>
                  <a:pt x="1235288" y="74932"/>
                </a:lnTo>
                <a:lnTo>
                  <a:pt x="1247683" y="66572"/>
                </a:lnTo>
                <a:lnTo>
                  <a:pt x="1256039" y="54174"/>
                </a:lnTo>
                <a:lnTo>
                  <a:pt x="1259103" y="38993"/>
                </a:lnTo>
                <a:lnTo>
                  <a:pt x="1256039" y="23818"/>
                </a:lnTo>
                <a:lnTo>
                  <a:pt x="1247683" y="11423"/>
                </a:lnTo>
                <a:lnTo>
                  <a:pt x="1235288" y="3065"/>
                </a:lnTo>
                <a:lnTo>
                  <a:pt x="1220109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1374758" y="4257897"/>
            <a:ext cx="1386840" cy="78105"/>
          </a:xfrm>
          <a:custGeom>
            <a:avLst/>
            <a:gdLst/>
            <a:ahLst/>
            <a:cxnLst/>
            <a:rect l="l" t="t" r="r" b="b"/>
            <a:pathLst>
              <a:path w="1386839" h="78104">
                <a:moveTo>
                  <a:pt x="1347403" y="0"/>
                </a:moveTo>
                <a:lnTo>
                  <a:pt x="77997" y="0"/>
                </a:lnTo>
                <a:lnTo>
                  <a:pt x="47637" y="6129"/>
                </a:lnTo>
                <a:lnTo>
                  <a:pt x="22844" y="22844"/>
                </a:lnTo>
                <a:lnTo>
                  <a:pt x="6129" y="47637"/>
                </a:lnTo>
                <a:lnTo>
                  <a:pt x="0" y="77997"/>
                </a:lnTo>
                <a:lnTo>
                  <a:pt x="1347403" y="77997"/>
                </a:lnTo>
                <a:lnTo>
                  <a:pt x="1362583" y="74932"/>
                </a:lnTo>
                <a:lnTo>
                  <a:pt x="1374977" y="66572"/>
                </a:lnTo>
                <a:lnTo>
                  <a:pt x="1383333" y="54174"/>
                </a:lnTo>
                <a:lnTo>
                  <a:pt x="1386397" y="38993"/>
                </a:lnTo>
                <a:lnTo>
                  <a:pt x="1383333" y="23818"/>
                </a:lnTo>
                <a:lnTo>
                  <a:pt x="1374977" y="11423"/>
                </a:lnTo>
                <a:lnTo>
                  <a:pt x="1362583" y="3065"/>
                </a:lnTo>
                <a:lnTo>
                  <a:pt x="1347403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1262383" y="5161046"/>
            <a:ext cx="3141345" cy="170180"/>
          </a:xfrm>
          <a:custGeom>
            <a:avLst/>
            <a:gdLst/>
            <a:ahLst/>
            <a:cxnLst/>
            <a:rect l="l" t="t" r="r" b="b"/>
            <a:pathLst>
              <a:path w="3141345" h="170179">
                <a:moveTo>
                  <a:pt x="3141129" y="0"/>
                </a:moveTo>
                <a:lnTo>
                  <a:pt x="0" y="0"/>
                </a:lnTo>
                <a:lnTo>
                  <a:pt x="3445" y="34290"/>
                </a:lnTo>
                <a:lnTo>
                  <a:pt x="28964" y="95009"/>
                </a:lnTo>
                <a:lnTo>
                  <a:pt x="74810" y="140947"/>
                </a:lnTo>
                <a:lnTo>
                  <a:pt x="135680" y="166556"/>
                </a:lnTo>
                <a:lnTo>
                  <a:pt x="170005" y="170005"/>
                </a:lnTo>
                <a:lnTo>
                  <a:pt x="2971124" y="170005"/>
                </a:lnTo>
                <a:lnTo>
                  <a:pt x="3016300" y="163928"/>
                </a:lnTo>
                <a:lnTo>
                  <a:pt x="3056906" y="146780"/>
                </a:lnTo>
                <a:lnTo>
                  <a:pt x="3091316" y="120188"/>
                </a:lnTo>
                <a:lnTo>
                  <a:pt x="3117907" y="85777"/>
                </a:lnTo>
                <a:lnTo>
                  <a:pt x="3135053" y="45172"/>
                </a:lnTo>
                <a:lnTo>
                  <a:pt x="3141129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" name="object 79" descr=""/>
          <p:cNvGrpSpPr/>
          <p:nvPr/>
        </p:nvGrpSpPr>
        <p:grpSpPr>
          <a:xfrm>
            <a:off x="6022183" y="4620822"/>
            <a:ext cx="158750" cy="488315"/>
            <a:chOff x="6022183" y="4620822"/>
            <a:chExt cx="158750" cy="488315"/>
          </a:xfrm>
        </p:grpSpPr>
        <p:sp>
          <p:nvSpPr>
            <p:cNvPr id="80" name="object 80" descr=""/>
            <p:cNvSpPr/>
            <p:nvPr/>
          </p:nvSpPr>
          <p:spPr>
            <a:xfrm>
              <a:off x="6022183" y="4620822"/>
              <a:ext cx="48260" cy="488315"/>
            </a:xfrm>
            <a:custGeom>
              <a:avLst/>
              <a:gdLst/>
              <a:ahLst/>
              <a:cxnLst/>
              <a:rect l="l" t="t" r="r" b="b"/>
              <a:pathLst>
                <a:path w="48260" h="488314">
                  <a:moveTo>
                    <a:pt x="0" y="488047"/>
                  </a:moveTo>
                  <a:lnTo>
                    <a:pt x="47831" y="488047"/>
                  </a:lnTo>
                  <a:lnTo>
                    <a:pt x="47831" y="0"/>
                  </a:lnTo>
                  <a:lnTo>
                    <a:pt x="0" y="0"/>
                  </a:lnTo>
                  <a:lnTo>
                    <a:pt x="0" y="488047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070014" y="4620822"/>
              <a:ext cx="110489" cy="488315"/>
            </a:xfrm>
            <a:custGeom>
              <a:avLst/>
              <a:gdLst/>
              <a:ahLst/>
              <a:cxnLst/>
              <a:rect l="l" t="t" r="r" b="b"/>
              <a:pathLst>
                <a:path w="110489" h="488314">
                  <a:moveTo>
                    <a:pt x="110394" y="0"/>
                  </a:moveTo>
                  <a:lnTo>
                    <a:pt x="0" y="0"/>
                  </a:lnTo>
                  <a:lnTo>
                    <a:pt x="0" y="488047"/>
                  </a:lnTo>
                  <a:lnTo>
                    <a:pt x="110394" y="488047"/>
                  </a:lnTo>
                  <a:lnTo>
                    <a:pt x="110394" y="0"/>
                  </a:lnTo>
                  <a:close/>
                </a:path>
              </a:pathLst>
            </a:custGeom>
            <a:solidFill>
              <a:srgbClr val="326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 descr=""/>
          <p:cNvGrpSpPr/>
          <p:nvPr/>
        </p:nvGrpSpPr>
        <p:grpSpPr>
          <a:xfrm>
            <a:off x="5429740" y="4620822"/>
            <a:ext cx="1430020" cy="488315"/>
            <a:chOff x="5429740" y="4620822"/>
            <a:chExt cx="1430020" cy="488315"/>
          </a:xfrm>
        </p:grpSpPr>
        <p:sp>
          <p:nvSpPr>
            <p:cNvPr id="83" name="object 83" descr=""/>
            <p:cNvSpPr/>
            <p:nvPr/>
          </p:nvSpPr>
          <p:spPr>
            <a:xfrm>
              <a:off x="5429740" y="4620822"/>
              <a:ext cx="48260" cy="488315"/>
            </a:xfrm>
            <a:custGeom>
              <a:avLst/>
              <a:gdLst/>
              <a:ahLst/>
              <a:cxnLst/>
              <a:rect l="l" t="t" r="r" b="b"/>
              <a:pathLst>
                <a:path w="48260" h="488314">
                  <a:moveTo>
                    <a:pt x="0" y="488047"/>
                  </a:moveTo>
                  <a:lnTo>
                    <a:pt x="47831" y="488047"/>
                  </a:lnTo>
                  <a:lnTo>
                    <a:pt x="47831" y="0"/>
                  </a:lnTo>
                  <a:lnTo>
                    <a:pt x="0" y="0"/>
                  </a:lnTo>
                  <a:lnTo>
                    <a:pt x="0" y="488047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477571" y="4620822"/>
              <a:ext cx="110489" cy="488315"/>
            </a:xfrm>
            <a:custGeom>
              <a:avLst/>
              <a:gdLst/>
              <a:ahLst/>
              <a:cxnLst/>
              <a:rect l="l" t="t" r="r" b="b"/>
              <a:pathLst>
                <a:path w="110489" h="488314">
                  <a:moveTo>
                    <a:pt x="110394" y="0"/>
                  </a:moveTo>
                  <a:lnTo>
                    <a:pt x="0" y="0"/>
                  </a:lnTo>
                  <a:lnTo>
                    <a:pt x="0" y="488047"/>
                  </a:lnTo>
                  <a:lnTo>
                    <a:pt x="110394" y="488047"/>
                  </a:lnTo>
                  <a:lnTo>
                    <a:pt x="110394" y="0"/>
                  </a:lnTo>
                  <a:close/>
                </a:path>
              </a:pathLst>
            </a:custGeom>
            <a:solidFill>
              <a:srgbClr val="326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503936" y="4880249"/>
              <a:ext cx="1355725" cy="29845"/>
            </a:xfrm>
            <a:custGeom>
              <a:avLst/>
              <a:gdLst/>
              <a:ahLst/>
              <a:cxnLst/>
              <a:rect l="l" t="t" r="r" b="b"/>
              <a:pathLst>
                <a:path w="1355725" h="29845">
                  <a:moveTo>
                    <a:pt x="0" y="29433"/>
                  </a:moveTo>
                  <a:lnTo>
                    <a:pt x="1355393" y="29433"/>
                  </a:lnTo>
                  <a:lnTo>
                    <a:pt x="1355393" y="0"/>
                  </a:lnTo>
                  <a:lnTo>
                    <a:pt x="0" y="0"/>
                  </a:lnTo>
                  <a:lnTo>
                    <a:pt x="0" y="29433"/>
                  </a:lnTo>
                  <a:close/>
                </a:path>
              </a:pathLst>
            </a:custGeom>
            <a:solidFill>
              <a:srgbClr val="C4D32C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 descr=""/>
          <p:cNvGrpSpPr/>
          <p:nvPr/>
        </p:nvGrpSpPr>
        <p:grpSpPr>
          <a:xfrm>
            <a:off x="7017566" y="4620822"/>
            <a:ext cx="482600" cy="488315"/>
            <a:chOff x="7017566" y="4620822"/>
            <a:chExt cx="482600" cy="488315"/>
          </a:xfrm>
        </p:grpSpPr>
        <p:sp>
          <p:nvSpPr>
            <p:cNvPr id="87" name="object 87" descr=""/>
            <p:cNvSpPr/>
            <p:nvPr/>
          </p:nvSpPr>
          <p:spPr>
            <a:xfrm>
              <a:off x="7017566" y="4880249"/>
              <a:ext cx="434340" cy="29845"/>
            </a:xfrm>
            <a:custGeom>
              <a:avLst/>
              <a:gdLst/>
              <a:ahLst/>
              <a:cxnLst/>
              <a:rect l="l" t="t" r="r" b="b"/>
              <a:pathLst>
                <a:path w="434340" h="29845">
                  <a:moveTo>
                    <a:pt x="0" y="29433"/>
                  </a:moveTo>
                  <a:lnTo>
                    <a:pt x="434206" y="29433"/>
                  </a:lnTo>
                  <a:lnTo>
                    <a:pt x="434206" y="0"/>
                  </a:lnTo>
                  <a:lnTo>
                    <a:pt x="0" y="0"/>
                  </a:lnTo>
                  <a:lnTo>
                    <a:pt x="0" y="29433"/>
                  </a:lnTo>
                  <a:close/>
                </a:path>
              </a:pathLst>
            </a:custGeom>
            <a:solidFill>
              <a:srgbClr val="C4D32C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451772" y="4620822"/>
              <a:ext cx="48260" cy="488315"/>
            </a:xfrm>
            <a:custGeom>
              <a:avLst/>
              <a:gdLst/>
              <a:ahLst/>
              <a:cxnLst/>
              <a:rect l="l" t="t" r="r" b="b"/>
              <a:pathLst>
                <a:path w="48259" h="488314">
                  <a:moveTo>
                    <a:pt x="0" y="488047"/>
                  </a:moveTo>
                  <a:lnTo>
                    <a:pt x="47841" y="488047"/>
                  </a:lnTo>
                  <a:lnTo>
                    <a:pt x="47841" y="0"/>
                  </a:lnTo>
                  <a:lnTo>
                    <a:pt x="0" y="0"/>
                  </a:lnTo>
                  <a:lnTo>
                    <a:pt x="0" y="488047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1233815" y="2676369"/>
            <a:ext cx="4203065" cy="511175"/>
            <a:chOff x="1233815" y="2676369"/>
            <a:chExt cx="4203065" cy="511175"/>
          </a:xfrm>
        </p:grpSpPr>
        <p:sp>
          <p:nvSpPr>
            <p:cNvPr id="90" name="object 90" descr=""/>
            <p:cNvSpPr/>
            <p:nvPr/>
          </p:nvSpPr>
          <p:spPr>
            <a:xfrm>
              <a:off x="1233815" y="2676369"/>
              <a:ext cx="4203065" cy="511175"/>
            </a:xfrm>
            <a:custGeom>
              <a:avLst/>
              <a:gdLst/>
              <a:ahLst/>
              <a:cxnLst/>
              <a:rect l="l" t="t" r="r" b="b"/>
              <a:pathLst>
                <a:path w="4203065" h="511175">
                  <a:moveTo>
                    <a:pt x="4041918" y="0"/>
                  </a:moveTo>
                  <a:lnTo>
                    <a:pt x="160853" y="0"/>
                  </a:lnTo>
                  <a:lnTo>
                    <a:pt x="118060" y="5738"/>
                  </a:lnTo>
                  <a:lnTo>
                    <a:pt x="79626" y="21938"/>
                  </a:lnTo>
                  <a:lnTo>
                    <a:pt x="47078" y="47074"/>
                  </a:lnTo>
                  <a:lnTo>
                    <a:pt x="21940" y="79622"/>
                  </a:lnTo>
                  <a:lnTo>
                    <a:pt x="5739" y="118056"/>
                  </a:lnTo>
                  <a:lnTo>
                    <a:pt x="0" y="160853"/>
                  </a:lnTo>
                  <a:lnTo>
                    <a:pt x="0" y="350230"/>
                  </a:lnTo>
                  <a:lnTo>
                    <a:pt x="5739" y="393027"/>
                  </a:lnTo>
                  <a:lnTo>
                    <a:pt x="21940" y="431461"/>
                  </a:lnTo>
                  <a:lnTo>
                    <a:pt x="47078" y="464009"/>
                  </a:lnTo>
                  <a:lnTo>
                    <a:pt x="79626" y="489145"/>
                  </a:lnTo>
                  <a:lnTo>
                    <a:pt x="118060" y="505345"/>
                  </a:lnTo>
                  <a:lnTo>
                    <a:pt x="160853" y="511083"/>
                  </a:lnTo>
                  <a:lnTo>
                    <a:pt x="4041918" y="511083"/>
                  </a:lnTo>
                  <a:lnTo>
                    <a:pt x="4084632" y="505345"/>
                  </a:lnTo>
                  <a:lnTo>
                    <a:pt x="4123043" y="489145"/>
                  </a:lnTo>
                  <a:lnTo>
                    <a:pt x="4155607" y="464009"/>
                  </a:lnTo>
                  <a:lnTo>
                    <a:pt x="4180780" y="431461"/>
                  </a:lnTo>
                  <a:lnTo>
                    <a:pt x="4197017" y="393027"/>
                  </a:lnTo>
                  <a:lnTo>
                    <a:pt x="4202772" y="350230"/>
                  </a:lnTo>
                  <a:lnTo>
                    <a:pt x="4202772" y="160853"/>
                  </a:lnTo>
                  <a:lnTo>
                    <a:pt x="4197017" y="118056"/>
                  </a:lnTo>
                  <a:lnTo>
                    <a:pt x="4180780" y="79622"/>
                  </a:lnTo>
                  <a:lnTo>
                    <a:pt x="4155607" y="47074"/>
                  </a:lnTo>
                  <a:lnTo>
                    <a:pt x="4123043" y="21938"/>
                  </a:lnTo>
                  <a:lnTo>
                    <a:pt x="4084632" y="5738"/>
                  </a:lnTo>
                  <a:lnTo>
                    <a:pt x="4041918" y="0"/>
                  </a:lnTo>
                  <a:close/>
                </a:path>
              </a:pathLst>
            </a:custGeom>
            <a:solidFill>
              <a:srgbClr val="93C3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394669" y="2676369"/>
              <a:ext cx="4042410" cy="317500"/>
            </a:xfrm>
            <a:custGeom>
              <a:avLst/>
              <a:gdLst/>
              <a:ahLst/>
              <a:cxnLst/>
              <a:rect l="l" t="t" r="r" b="b"/>
              <a:pathLst>
                <a:path w="4042410" h="317500">
                  <a:moveTo>
                    <a:pt x="3881065" y="0"/>
                  </a:moveTo>
                  <a:lnTo>
                    <a:pt x="0" y="0"/>
                  </a:lnTo>
                  <a:lnTo>
                    <a:pt x="0" y="316911"/>
                  </a:lnTo>
                  <a:lnTo>
                    <a:pt x="4041918" y="316911"/>
                  </a:lnTo>
                  <a:lnTo>
                    <a:pt x="4041918" y="160853"/>
                  </a:lnTo>
                  <a:lnTo>
                    <a:pt x="4036163" y="118056"/>
                  </a:lnTo>
                  <a:lnTo>
                    <a:pt x="4019926" y="79622"/>
                  </a:lnTo>
                  <a:lnTo>
                    <a:pt x="3994754" y="47074"/>
                  </a:lnTo>
                  <a:lnTo>
                    <a:pt x="3962189" y="21938"/>
                  </a:lnTo>
                  <a:lnTo>
                    <a:pt x="3923778" y="5738"/>
                  </a:lnTo>
                  <a:lnTo>
                    <a:pt x="3881065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2" name="object 92" descr=""/>
          <p:cNvGrpSpPr/>
          <p:nvPr/>
        </p:nvGrpSpPr>
        <p:grpSpPr>
          <a:xfrm>
            <a:off x="5599005" y="4785671"/>
            <a:ext cx="785495" cy="94615"/>
            <a:chOff x="5599005" y="4785671"/>
            <a:chExt cx="785495" cy="94615"/>
          </a:xfrm>
        </p:grpSpPr>
        <p:sp>
          <p:nvSpPr>
            <p:cNvPr id="93" name="object 93" descr=""/>
            <p:cNvSpPr/>
            <p:nvPr/>
          </p:nvSpPr>
          <p:spPr>
            <a:xfrm>
              <a:off x="5961189" y="4785683"/>
              <a:ext cx="381000" cy="46990"/>
            </a:xfrm>
            <a:custGeom>
              <a:avLst/>
              <a:gdLst/>
              <a:ahLst/>
              <a:cxnLst/>
              <a:rect l="l" t="t" r="r" b="b"/>
              <a:pathLst>
                <a:path w="381000" h="46989">
                  <a:moveTo>
                    <a:pt x="380784" y="0"/>
                  </a:moveTo>
                  <a:lnTo>
                    <a:pt x="2743" y="0"/>
                  </a:lnTo>
                  <a:lnTo>
                    <a:pt x="2743" y="6350"/>
                  </a:lnTo>
                  <a:lnTo>
                    <a:pt x="0" y="6350"/>
                  </a:lnTo>
                  <a:lnTo>
                    <a:pt x="0" y="10160"/>
                  </a:lnTo>
                  <a:lnTo>
                    <a:pt x="0" y="38100"/>
                  </a:lnTo>
                  <a:lnTo>
                    <a:pt x="0" y="41910"/>
                  </a:lnTo>
                  <a:lnTo>
                    <a:pt x="2159" y="41910"/>
                  </a:lnTo>
                  <a:lnTo>
                    <a:pt x="2159" y="46990"/>
                  </a:lnTo>
                  <a:lnTo>
                    <a:pt x="380784" y="46990"/>
                  </a:lnTo>
                  <a:lnTo>
                    <a:pt x="380784" y="41910"/>
                  </a:lnTo>
                  <a:lnTo>
                    <a:pt x="380784" y="38100"/>
                  </a:lnTo>
                  <a:lnTo>
                    <a:pt x="373951" y="38100"/>
                  </a:lnTo>
                  <a:lnTo>
                    <a:pt x="373951" y="10160"/>
                  </a:lnTo>
                  <a:lnTo>
                    <a:pt x="380784" y="10160"/>
                  </a:lnTo>
                  <a:lnTo>
                    <a:pt x="380784" y="6350"/>
                  </a:lnTo>
                  <a:lnTo>
                    <a:pt x="380784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975681" y="4795832"/>
              <a:ext cx="360045" cy="27940"/>
            </a:xfrm>
            <a:custGeom>
              <a:avLst/>
              <a:gdLst/>
              <a:ahLst/>
              <a:cxnLst/>
              <a:rect l="l" t="t" r="r" b="b"/>
              <a:pathLst>
                <a:path w="360045" h="27939">
                  <a:moveTo>
                    <a:pt x="359465" y="0"/>
                  </a:moveTo>
                  <a:lnTo>
                    <a:pt x="0" y="0"/>
                  </a:lnTo>
                  <a:lnTo>
                    <a:pt x="0" y="27883"/>
                  </a:lnTo>
                  <a:lnTo>
                    <a:pt x="359465" y="27883"/>
                  </a:lnTo>
                  <a:lnTo>
                    <a:pt x="359465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598998" y="4786280"/>
              <a:ext cx="381000" cy="46990"/>
            </a:xfrm>
            <a:custGeom>
              <a:avLst/>
              <a:gdLst/>
              <a:ahLst/>
              <a:cxnLst/>
              <a:rect l="l" t="t" r="r" b="b"/>
              <a:pathLst>
                <a:path w="381000" h="46989">
                  <a:moveTo>
                    <a:pt x="380771" y="0"/>
                  </a:moveTo>
                  <a:lnTo>
                    <a:pt x="2768" y="0"/>
                  </a:lnTo>
                  <a:lnTo>
                    <a:pt x="2768" y="5080"/>
                  </a:lnTo>
                  <a:lnTo>
                    <a:pt x="0" y="5080"/>
                  </a:lnTo>
                  <a:lnTo>
                    <a:pt x="0" y="41910"/>
                  </a:lnTo>
                  <a:lnTo>
                    <a:pt x="2755" y="41910"/>
                  </a:lnTo>
                  <a:lnTo>
                    <a:pt x="2755" y="46990"/>
                  </a:lnTo>
                  <a:lnTo>
                    <a:pt x="380771" y="46990"/>
                  </a:lnTo>
                  <a:lnTo>
                    <a:pt x="380771" y="41910"/>
                  </a:lnTo>
                  <a:lnTo>
                    <a:pt x="380771" y="5080"/>
                  </a:lnTo>
                  <a:lnTo>
                    <a:pt x="380771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607850" y="4795843"/>
              <a:ext cx="372110" cy="27940"/>
            </a:xfrm>
            <a:custGeom>
              <a:avLst/>
              <a:gdLst/>
              <a:ahLst/>
              <a:cxnLst/>
              <a:rect l="l" t="t" r="r" b="b"/>
              <a:pathLst>
                <a:path w="372110" h="27939">
                  <a:moveTo>
                    <a:pt x="371919" y="0"/>
                  </a:moveTo>
                  <a:lnTo>
                    <a:pt x="1041" y="0"/>
                  </a:lnTo>
                  <a:lnTo>
                    <a:pt x="1041" y="2540"/>
                  </a:lnTo>
                  <a:lnTo>
                    <a:pt x="0" y="2540"/>
                  </a:lnTo>
                  <a:lnTo>
                    <a:pt x="0" y="25400"/>
                  </a:lnTo>
                  <a:lnTo>
                    <a:pt x="1104" y="25400"/>
                  </a:lnTo>
                  <a:lnTo>
                    <a:pt x="1104" y="27940"/>
                  </a:lnTo>
                  <a:lnTo>
                    <a:pt x="371919" y="27940"/>
                  </a:lnTo>
                  <a:lnTo>
                    <a:pt x="371919" y="25400"/>
                  </a:lnTo>
                  <a:lnTo>
                    <a:pt x="371919" y="2540"/>
                  </a:lnTo>
                  <a:lnTo>
                    <a:pt x="371919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607860" y="4802806"/>
              <a:ext cx="389890" cy="3175"/>
            </a:xfrm>
            <a:custGeom>
              <a:avLst/>
              <a:gdLst/>
              <a:ahLst/>
              <a:cxnLst/>
              <a:rect l="l" t="t" r="r" b="b"/>
              <a:pathLst>
                <a:path w="389889" h="3175">
                  <a:moveTo>
                    <a:pt x="389454" y="0"/>
                  </a:moveTo>
                  <a:lnTo>
                    <a:pt x="0" y="0"/>
                  </a:lnTo>
                  <a:lnTo>
                    <a:pt x="0" y="2785"/>
                  </a:lnTo>
                  <a:lnTo>
                    <a:pt x="389454" y="2785"/>
                  </a:lnTo>
                  <a:lnTo>
                    <a:pt x="389454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641238" y="4832660"/>
              <a:ext cx="381000" cy="46990"/>
            </a:xfrm>
            <a:custGeom>
              <a:avLst/>
              <a:gdLst/>
              <a:ahLst/>
              <a:cxnLst/>
              <a:rect l="l" t="t" r="r" b="b"/>
              <a:pathLst>
                <a:path w="381000" h="46989">
                  <a:moveTo>
                    <a:pt x="380784" y="6350"/>
                  </a:moveTo>
                  <a:lnTo>
                    <a:pt x="378040" y="6350"/>
                  </a:lnTo>
                  <a:lnTo>
                    <a:pt x="3780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0160"/>
                  </a:lnTo>
                  <a:lnTo>
                    <a:pt x="6832" y="10160"/>
                  </a:lnTo>
                  <a:lnTo>
                    <a:pt x="6832" y="38100"/>
                  </a:lnTo>
                  <a:lnTo>
                    <a:pt x="0" y="38100"/>
                  </a:lnTo>
                  <a:lnTo>
                    <a:pt x="0" y="41910"/>
                  </a:lnTo>
                  <a:lnTo>
                    <a:pt x="0" y="46990"/>
                  </a:lnTo>
                  <a:lnTo>
                    <a:pt x="378625" y="46990"/>
                  </a:lnTo>
                  <a:lnTo>
                    <a:pt x="378625" y="41910"/>
                  </a:lnTo>
                  <a:lnTo>
                    <a:pt x="380784" y="41910"/>
                  </a:lnTo>
                  <a:lnTo>
                    <a:pt x="380784" y="38100"/>
                  </a:lnTo>
                  <a:lnTo>
                    <a:pt x="380784" y="10160"/>
                  </a:lnTo>
                  <a:lnTo>
                    <a:pt x="380784" y="6350"/>
                  </a:lnTo>
                  <a:close/>
                </a:path>
              </a:pathLst>
            </a:custGeom>
            <a:solidFill>
              <a:srgbClr val="BDD8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648079" y="4842815"/>
              <a:ext cx="360045" cy="27940"/>
            </a:xfrm>
            <a:custGeom>
              <a:avLst/>
              <a:gdLst/>
              <a:ahLst/>
              <a:cxnLst/>
              <a:rect l="l" t="t" r="r" b="b"/>
              <a:pathLst>
                <a:path w="360045" h="27939">
                  <a:moveTo>
                    <a:pt x="359465" y="0"/>
                  </a:moveTo>
                  <a:lnTo>
                    <a:pt x="0" y="0"/>
                  </a:lnTo>
                  <a:lnTo>
                    <a:pt x="0" y="27883"/>
                  </a:lnTo>
                  <a:lnTo>
                    <a:pt x="359465" y="27883"/>
                  </a:lnTo>
                  <a:lnTo>
                    <a:pt x="359465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6003442" y="4833257"/>
              <a:ext cx="381000" cy="46990"/>
            </a:xfrm>
            <a:custGeom>
              <a:avLst/>
              <a:gdLst/>
              <a:ahLst/>
              <a:cxnLst/>
              <a:rect l="l" t="t" r="r" b="b"/>
              <a:pathLst>
                <a:path w="381000" h="46989">
                  <a:moveTo>
                    <a:pt x="380771" y="5080"/>
                  </a:moveTo>
                  <a:lnTo>
                    <a:pt x="378002" y="5080"/>
                  </a:lnTo>
                  <a:lnTo>
                    <a:pt x="378002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41910"/>
                  </a:lnTo>
                  <a:lnTo>
                    <a:pt x="0" y="46990"/>
                  </a:lnTo>
                  <a:lnTo>
                    <a:pt x="378015" y="46990"/>
                  </a:lnTo>
                  <a:lnTo>
                    <a:pt x="378015" y="41910"/>
                  </a:lnTo>
                  <a:lnTo>
                    <a:pt x="380771" y="41910"/>
                  </a:lnTo>
                  <a:lnTo>
                    <a:pt x="380771" y="5080"/>
                  </a:lnTo>
                  <a:close/>
                </a:path>
              </a:pathLst>
            </a:custGeom>
            <a:solidFill>
              <a:srgbClr val="9FA7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5648071" y="4842820"/>
              <a:ext cx="727710" cy="27940"/>
            </a:xfrm>
            <a:custGeom>
              <a:avLst/>
              <a:gdLst/>
              <a:ahLst/>
              <a:cxnLst/>
              <a:rect l="l" t="t" r="r" b="b"/>
              <a:pathLst>
                <a:path w="727710" h="27939">
                  <a:moveTo>
                    <a:pt x="727290" y="2540"/>
                  </a:moveTo>
                  <a:lnTo>
                    <a:pt x="726249" y="2540"/>
                  </a:lnTo>
                  <a:lnTo>
                    <a:pt x="726249" y="0"/>
                  </a:lnTo>
                  <a:lnTo>
                    <a:pt x="355371" y="0"/>
                  </a:lnTo>
                  <a:lnTo>
                    <a:pt x="355371" y="2540"/>
                  </a:lnTo>
                  <a:lnTo>
                    <a:pt x="355371" y="6972"/>
                  </a:lnTo>
                  <a:lnTo>
                    <a:pt x="0" y="6972"/>
                  </a:lnTo>
                  <a:lnTo>
                    <a:pt x="0" y="9753"/>
                  </a:lnTo>
                  <a:lnTo>
                    <a:pt x="355371" y="9753"/>
                  </a:lnTo>
                  <a:lnTo>
                    <a:pt x="355371" y="25400"/>
                  </a:lnTo>
                  <a:lnTo>
                    <a:pt x="355371" y="27940"/>
                  </a:lnTo>
                  <a:lnTo>
                    <a:pt x="726186" y="27940"/>
                  </a:lnTo>
                  <a:lnTo>
                    <a:pt x="726186" y="25400"/>
                  </a:lnTo>
                  <a:lnTo>
                    <a:pt x="727290" y="25400"/>
                  </a:lnTo>
                  <a:lnTo>
                    <a:pt x="727290" y="254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 descr=""/>
          <p:cNvGrpSpPr/>
          <p:nvPr/>
        </p:nvGrpSpPr>
        <p:grpSpPr>
          <a:xfrm>
            <a:off x="9828440" y="2700084"/>
            <a:ext cx="429895" cy="564515"/>
            <a:chOff x="9828440" y="2700084"/>
            <a:chExt cx="429895" cy="564515"/>
          </a:xfrm>
        </p:grpSpPr>
        <p:sp>
          <p:nvSpPr>
            <p:cNvPr id="103" name="object 103" descr=""/>
            <p:cNvSpPr/>
            <p:nvPr/>
          </p:nvSpPr>
          <p:spPr>
            <a:xfrm>
              <a:off x="9836232" y="2724894"/>
              <a:ext cx="403225" cy="539750"/>
            </a:xfrm>
            <a:custGeom>
              <a:avLst/>
              <a:gdLst/>
              <a:ahLst/>
              <a:cxnLst/>
              <a:rect l="l" t="t" r="r" b="b"/>
              <a:pathLst>
                <a:path w="403225" h="539750">
                  <a:moveTo>
                    <a:pt x="25109" y="0"/>
                  </a:moveTo>
                  <a:lnTo>
                    <a:pt x="16381" y="410"/>
                  </a:lnTo>
                  <a:lnTo>
                    <a:pt x="8734" y="4046"/>
                  </a:lnTo>
                  <a:lnTo>
                    <a:pt x="2997" y="10298"/>
                  </a:lnTo>
                  <a:lnTo>
                    <a:pt x="0" y="18554"/>
                  </a:lnTo>
                  <a:lnTo>
                    <a:pt x="438" y="27307"/>
                  </a:lnTo>
                  <a:lnTo>
                    <a:pt x="4074" y="34949"/>
                  </a:lnTo>
                  <a:lnTo>
                    <a:pt x="10311" y="40670"/>
                  </a:lnTo>
                  <a:lnTo>
                    <a:pt x="18554" y="43663"/>
                  </a:lnTo>
                  <a:lnTo>
                    <a:pt x="329131" y="90321"/>
                  </a:lnTo>
                  <a:lnTo>
                    <a:pt x="170235" y="224234"/>
                  </a:lnTo>
                  <a:lnTo>
                    <a:pt x="167366" y="230411"/>
                  </a:lnTo>
                  <a:lnTo>
                    <a:pt x="167366" y="517261"/>
                  </a:lnTo>
                  <a:lnTo>
                    <a:pt x="169103" y="525858"/>
                  </a:lnTo>
                  <a:lnTo>
                    <a:pt x="173837" y="532877"/>
                  </a:lnTo>
                  <a:lnTo>
                    <a:pt x="180857" y="537609"/>
                  </a:lnTo>
                  <a:lnTo>
                    <a:pt x="189449" y="539344"/>
                  </a:lnTo>
                  <a:lnTo>
                    <a:pt x="198042" y="537609"/>
                  </a:lnTo>
                  <a:lnTo>
                    <a:pt x="205061" y="532877"/>
                  </a:lnTo>
                  <a:lnTo>
                    <a:pt x="209796" y="525858"/>
                  </a:lnTo>
                  <a:lnTo>
                    <a:pt x="211532" y="517261"/>
                  </a:lnTo>
                  <a:lnTo>
                    <a:pt x="211532" y="247186"/>
                  </a:lnTo>
                  <a:lnTo>
                    <a:pt x="394930" y="92614"/>
                  </a:lnTo>
                  <a:lnTo>
                    <a:pt x="399154" y="87853"/>
                  </a:lnTo>
                  <a:lnTo>
                    <a:pt x="401807" y="82202"/>
                  </a:lnTo>
                  <a:lnTo>
                    <a:pt x="402775" y="76036"/>
                  </a:lnTo>
                  <a:lnTo>
                    <a:pt x="401945" y="69725"/>
                  </a:lnTo>
                  <a:lnTo>
                    <a:pt x="399589" y="61369"/>
                  </a:lnTo>
                  <a:lnTo>
                    <a:pt x="392553" y="55192"/>
                  </a:lnTo>
                  <a:lnTo>
                    <a:pt x="25109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9828440" y="2700084"/>
              <a:ext cx="429895" cy="94615"/>
            </a:xfrm>
            <a:custGeom>
              <a:avLst/>
              <a:gdLst/>
              <a:ahLst/>
              <a:cxnLst/>
              <a:rect l="l" t="t" r="r" b="b"/>
              <a:pathLst>
                <a:path w="429895" h="94614">
                  <a:moveTo>
                    <a:pt x="21831" y="0"/>
                  </a:moveTo>
                  <a:lnTo>
                    <a:pt x="14184" y="430"/>
                  </a:lnTo>
                  <a:lnTo>
                    <a:pt x="7527" y="3650"/>
                  </a:lnTo>
                  <a:lnTo>
                    <a:pt x="2564" y="9133"/>
                  </a:lnTo>
                  <a:lnTo>
                    <a:pt x="0" y="16355"/>
                  </a:lnTo>
                  <a:lnTo>
                    <a:pt x="430" y="24001"/>
                  </a:lnTo>
                  <a:lnTo>
                    <a:pt x="3650" y="30656"/>
                  </a:lnTo>
                  <a:lnTo>
                    <a:pt x="9133" y="35618"/>
                  </a:lnTo>
                  <a:lnTo>
                    <a:pt x="16355" y="38187"/>
                  </a:lnTo>
                  <a:lnTo>
                    <a:pt x="407432" y="94363"/>
                  </a:lnTo>
                  <a:lnTo>
                    <a:pt x="415080" y="93931"/>
                  </a:lnTo>
                  <a:lnTo>
                    <a:pt x="421738" y="90709"/>
                  </a:lnTo>
                  <a:lnTo>
                    <a:pt x="426704" y="85225"/>
                  </a:lnTo>
                  <a:lnTo>
                    <a:pt x="429274" y="78008"/>
                  </a:lnTo>
                  <a:lnTo>
                    <a:pt x="428838" y="70360"/>
                  </a:lnTo>
                  <a:lnTo>
                    <a:pt x="425616" y="63703"/>
                  </a:lnTo>
                  <a:lnTo>
                    <a:pt x="420135" y="58740"/>
                  </a:lnTo>
                  <a:lnTo>
                    <a:pt x="412919" y="56176"/>
                  </a:lnTo>
                  <a:lnTo>
                    <a:pt x="21831" y="0"/>
                  </a:lnTo>
                  <a:close/>
                </a:path>
              </a:pathLst>
            </a:custGeom>
            <a:solidFill>
              <a:srgbClr val="9DA5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 descr=""/>
          <p:cNvSpPr/>
          <p:nvPr/>
        </p:nvSpPr>
        <p:spPr>
          <a:xfrm>
            <a:off x="4632160" y="10229461"/>
            <a:ext cx="223520" cy="111125"/>
          </a:xfrm>
          <a:custGeom>
            <a:avLst/>
            <a:gdLst/>
            <a:ahLst/>
            <a:cxnLst/>
            <a:rect l="l" t="t" r="r" b="b"/>
            <a:pathLst>
              <a:path w="223520" h="111125">
                <a:moveTo>
                  <a:pt x="223207" y="0"/>
                </a:moveTo>
                <a:lnTo>
                  <a:pt x="0" y="0"/>
                </a:lnTo>
                <a:lnTo>
                  <a:pt x="37203" y="110823"/>
                </a:lnTo>
                <a:lnTo>
                  <a:pt x="223207" y="110823"/>
                </a:lnTo>
                <a:lnTo>
                  <a:pt x="223207" y="0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3317708" y="10229461"/>
            <a:ext cx="223520" cy="111125"/>
          </a:xfrm>
          <a:custGeom>
            <a:avLst/>
            <a:gdLst/>
            <a:ahLst/>
            <a:cxnLst/>
            <a:rect l="l" t="t" r="r" b="b"/>
            <a:pathLst>
              <a:path w="223520" h="111125">
                <a:moveTo>
                  <a:pt x="223207" y="0"/>
                </a:moveTo>
                <a:lnTo>
                  <a:pt x="0" y="0"/>
                </a:lnTo>
                <a:lnTo>
                  <a:pt x="0" y="110823"/>
                </a:lnTo>
                <a:lnTo>
                  <a:pt x="186004" y="110823"/>
                </a:lnTo>
                <a:lnTo>
                  <a:pt x="223207" y="0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3271209" y="6007858"/>
            <a:ext cx="502284" cy="4157345"/>
          </a:xfrm>
          <a:custGeom>
            <a:avLst/>
            <a:gdLst/>
            <a:ahLst/>
            <a:cxnLst/>
            <a:rect l="l" t="t" r="r" b="b"/>
            <a:pathLst>
              <a:path w="502285" h="4157345">
                <a:moveTo>
                  <a:pt x="0" y="4156889"/>
                </a:moveTo>
                <a:lnTo>
                  <a:pt x="502225" y="4156889"/>
                </a:lnTo>
                <a:lnTo>
                  <a:pt x="502225" y="0"/>
                </a:lnTo>
                <a:lnTo>
                  <a:pt x="0" y="0"/>
                </a:lnTo>
                <a:lnTo>
                  <a:pt x="0" y="4156889"/>
                </a:lnTo>
                <a:close/>
              </a:path>
            </a:pathLst>
          </a:custGeom>
          <a:solidFill>
            <a:srgbClr val="98A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13646590" y="2340871"/>
            <a:ext cx="17780" cy="560070"/>
          </a:xfrm>
          <a:custGeom>
            <a:avLst/>
            <a:gdLst/>
            <a:ahLst/>
            <a:cxnLst/>
            <a:rect l="l" t="t" r="r" b="b"/>
            <a:pathLst>
              <a:path w="17780" h="560069">
                <a:moveTo>
                  <a:pt x="0" y="560024"/>
                </a:moveTo>
                <a:lnTo>
                  <a:pt x="17643" y="560024"/>
                </a:lnTo>
                <a:lnTo>
                  <a:pt x="17643" y="0"/>
                </a:lnTo>
                <a:lnTo>
                  <a:pt x="0" y="0"/>
                </a:lnTo>
                <a:lnTo>
                  <a:pt x="0" y="560024"/>
                </a:lnTo>
                <a:close/>
              </a:path>
            </a:pathLst>
          </a:custGeom>
          <a:solidFill>
            <a:srgbClr val="C4E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13986296" y="1777600"/>
            <a:ext cx="19050" cy="859155"/>
          </a:xfrm>
          <a:custGeom>
            <a:avLst/>
            <a:gdLst/>
            <a:ahLst/>
            <a:cxnLst/>
            <a:rect l="l" t="t" r="r" b="b"/>
            <a:pathLst>
              <a:path w="19050" h="859155">
                <a:moveTo>
                  <a:pt x="0" y="858623"/>
                </a:moveTo>
                <a:lnTo>
                  <a:pt x="18439" y="858623"/>
                </a:lnTo>
                <a:lnTo>
                  <a:pt x="18439" y="0"/>
                </a:lnTo>
                <a:lnTo>
                  <a:pt x="0" y="0"/>
                </a:lnTo>
                <a:lnTo>
                  <a:pt x="0" y="858623"/>
                </a:lnTo>
                <a:close/>
              </a:path>
            </a:pathLst>
          </a:custGeom>
          <a:solidFill>
            <a:srgbClr val="C4E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13006765" y="1830017"/>
            <a:ext cx="19685" cy="386715"/>
          </a:xfrm>
          <a:custGeom>
            <a:avLst/>
            <a:gdLst/>
            <a:ahLst/>
            <a:cxnLst/>
            <a:rect l="l" t="t" r="r" b="b"/>
            <a:pathLst>
              <a:path w="19684" h="386714">
                <a:moveTo>
                  <a:pt x="0" y="386595"/>
                </a:moveTo>
                <a:lnTo>
                  <a:pt x="19245" y="386595"/>
                </a:lnTo>
                <a:lnTo>
                  <a:pt x="19245" y="0"/>
                </a:lnTo>
                <a:lnTo>
                  <a:pt x="0" y="0"/>
                </a:lnTo>
                <a:lnTo>
                  <a:pt x="0" y="386595"/>
                </a:lnTo>
                <a:close/>
              </a:path>
            </a:pathLst>
          </a:custGeom>
          <a:solidFill>
            <a:srgbClr val="C4E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12929742" y="2340871"/>
            <a:ext cx="19685" cy="394970"/>
          </a:xfrm>
          <a:custGeom>
            <a:avLst/>
            <a:gdLst/>
            <a:ahLst/>
            <a:cxnLst/>
            <a:rect l="l" t="t" r="r" b="b"/>
            <a:pathLst>
              <a:path w="19684" h="394969">
                <a:moveTo>
                  <a:pt x="0" y="394490"/>
                </a:moveTo>
                <a:lnTo>
                  <a:pt x="19255" y="394490"/>
                </a:lnTo>
                <a:lnTo>
                  <a:pt x="19255" y="0"/>
                </a:lnTo>
                <a:lnTo>
                  <a:pt x="0" y="0"/>
                </a:lnTo>
                <a:lnTo>
                  <a:pt x="0" y="394490"/>
                </a:lnTo>
                <a:close/>
              </a:path>
            </a:pathLst>
          </a:custGeom>
          <a:solidFill>
            <a:srgbClr val="C4E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10815621" y="10031786"/>
            <a:ext cx="624205" cy="259079"/>
          </a:xfrm>
          <a:custGeom>
            <a:avLst/>
            <a:gdLst/>
            <a:ahLst/>
            <a:cxnLst/>
            <a:rect l="l" t="t" r="r" b="b"/>
            <a:pathLst>
              <a:path w="624204" h="259079">
                <a:moveTo>
                  <a:pt x="623645" y="0"/>
                </a:moveTo>
                <a:lnTo>
                  <a:pt x="0" y="0"/>
                </a:lnTo>
                <a:lnTo>
                  <a:pt x="6432" y="19368"/>
                </a:lnTo>
                <a:lnTo>
                  <a:pt x="13701" y="48172"/>
                </a:lnTo>
                <a:lnTo>
                  <a:pt x="19619" y="85484"/>
                </a:lnTo>
                <a:lnTo>
                  <a:pt x="21999" y="130372"/>
                </a:lnTo>
                <a:lnTo>
                  <a:pt x="19492" y="174466"/>
                </a:lnTo>
                <a:lnTo>
                  <a:pt x="13591" y="211153"/>
                </a:lnTo>
                <a:lnTo>
                  <a:pt x="6394" y="239550"/>
                </a:lnTo>
                <a:lnTo>
                  <a:pt x="0" y="258777"/>
                </a:lnTo>
                <a:lnTo>
                  <a:pt x="623645" y="258777"/>
                </a:lnTo>
                <a:lnTo>
                  <a:pt x="623645" y="0"/>
                </a:lnTo>
                <a:close/>
              </a:path>
            </a:pathLst>
          </a:custGeom>
          <a:solidFill>
            <a:srgbClr val="7578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1086018" y="6248008"/>
            <a:ext cx="438784" cy="1711325"/>
          </a:xfrm>
          <a:custGeom>
            <a:avLst/>
            <a:gdLst/>
            <a:ahLst/>
            <a:cxnLst/>
            <a:rect l="l" t="t" r="r" b="b"/>
            <a:pathLst>
              <a:path w="438784" h="1711325">
                <a:moveTo>
                  <a:pt x="0" y="1710754"/>
                </a:moveTo>
                <a:lnTo>
                  <a:pt x="438353" y="1710754"/>
                </a:lnTo>
                <a:lnTo>
                  <a:pt x="438353" y="0"/>
                </a:lnTo>
                <a:lnTo>
                  <a:pt x="0" y="0"/>
                </a:lnTo>
                <a:lnTo>
                  <a:pt x="0" y="1710754"/>
                </a:lnTo>
                <a:close/>
              </a:path>
            </a:pathLst>
          </a:custGeom>
          <a:solidFill>
            <a:srgbClr val="98A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7868959" y="8303290"/>
            <a:ext cx="52705" cy="762000"/>
          </a:xfrm>
          <a:custGeom>
            <a:avLst/>
            <a:gdLst/>
            <a:ahLst/>
            <a:cxnLst/>
            <a:rect l="l" t="t" r="r" b="b"/>
            <a:pathLst>
              <a:path w="52704" h="762000">
                <a:moveTo>
                  <a:pt x="0" y="0"/>
                </a:moveTo>
                <a:lnTo>
                  <a:pt x="0" y="761715"/>
                </a:lnTo>
                <a:lnTo>
                  <a:pt x="52438" y="761715"/>
                </a:lnTo>
                <a:lnTo>
                  <a:pt x="52438" y="52438"/>
                </a:lnTo>
                <a:lnTo>
                  <a:pt x="48317" y="32026"/>
                </a:lnTo>
                <a:lnTo>
                  <a:pt x="37080" y="15358"/>
                </a:lnTo>
                <a:lnTo>
                  <a:pt x="20412" y="4120"/>
                </a:lnTo>
                <a:lnTo>
                  <a:pt x="0" y="0"/>
                </a:lnTo>
                <a:close/>
              </a:path>
            </a:pathLst>
          </a:custGeom>
          <a:solidFill>
            <a:srgbClr val="9BC84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5" name="object 1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48858" y="7983936"/>
            <a:ext cx="146305" cy="218003"/>
          </a:xfrm>
          <a:prstGeom prst="rect">
            <a:avLst/>
          </a:prstGeom>
        </p:spPr>
      </p:pic>
      <p:pic>
        <p:nvPicPr>
          <p:cNvPr id="116" name="object 1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11392" y="7983936"/>
            <a:ext cx="146299" cy="218003"/>
          </a:xfrm>
          <a:prstGeom prst="rect">
            <a:avLst/>
          </a:prstGeom>
        </p:spPr>
      </p:pic>
      <p:pic>
        <p:nvPicPr>
          <p:cNvPr id="117" name="object 1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301252" y="7983936"/>
            <a:ext cx="146301" cy="218003"/>
          </a:xfrm>
          <a:prstGeom prst="rect">
            <a:avLst/>
          </a:prstGeom>
        </p:spPr>
      </p:pic>
      <p:grpSp>
        <p:nvGrpSpPr>
          <p:cNvPr id="118" name="object 118" descr=""/>
          <p:cNvGrpSpPr/>
          <p:nvPr/>
        </p:nvGrpSpPr>
        <p:grpSpPr>
          <a:xfrm>
            <a:off x="12433514" y="7247983"/>
            <a:ext cx="3329940" cy="954405"/>
            <a:chOff x="12433514" y="7247983"/>
            <a:chExt cx="3329940" cy="954405"/>
          </a:xfrm>
        </p:grpSpPr>
        <p:pic>
          <p:nvPicPr>
            <p:cNvPr id="119" name="object 1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38721" y="7983936"/>
              <a:ext cx="146305" cy="218003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12433514" y="7247983"/>
              <a:ext cx="3329940" cy="705485"/>
            </a:xfrm>
            <a:custGeom>
              <a:avLst/>
              <a:gdLst/>
              <a:ahLst/>
              <a:cxnLst/>
              <a:rect l="l" t="t" r="r" b="b"/>
              <a:pathLst>
                <a:path w="3329940" h="705484">
                  <a:moveTo>
                    <a:pt x="3276172" y="0"/>
                  </a:moveTo>
                  <a:lnTo>
                    <a:pt x="53317" y="0"/>
                  </a:lnTo>
                  <a:lnTo>
                    <a:pt x="32565" y="4190"/>
                  </a:lnTo>
                  <a:lnTo>
                    <a:pt x="15617" y="15617"/>
                  </a:lnTo>
                  <a:lnTo>
                    <a:pt x="4190" y="32565"/>
                  </a:lnTo>
                  <a:lnTo>
                    <a:pt x="0" y="53317"/>
                  </a:lnTo>
                  <a:lnTo>
                    <a:pt x="0" y="651927"/>
                  </a:lnTo>
                  <a:lnTo>
                    <a:pt x="4190" y="672680"/>
                  </a:lnTo>
                  <a:lnTo>
                    <a:pt x="15617" y="689628"/>
                  </a:lnTo>
                  <a:lnTo>
                    <a:pt x="32565" y="701055"/>
                  </a:lnTo>
                  <a:lnTo>
                    <a:pt x="53317" y="705245"/>
                  </a:lnTo>
                  <a:lnTo>
                    <a:pt x="3276172" y="705245"/>
                  </a:lnTo>
                  <a:lnTo>
                    <a:pt x="3296925" y="701055"/>
                  </a:lnTo>
                  <a:lnTo>
                    <a:pt x="3313872" y="689628"/>
                  </a:lnTo>
                  <a:lnTo>
                    <a:pt x="3325299" y="672680"/>
                  </a:lnTo>
                  <a:lnTo>
                    <a:pt x="3329490" y="651927"/>
                  </a:lnTo>
                  <a:lnTo>
                    <a:pt x="3329490" y="53317"/>
                  </a:lnTo>
                  <a:lnTo>
                    <a:pt x="3325299" y="32565"/>
                  </a:lnTo>
                  <a:lnTo>
                    <a:pt x="3313872" y="15617"/>
                  </a:lnTo>
                  <a:lnTo>
                    <a:pt x="3296925" y="4190"/>
                  </a:lnTo>
                  <a:lnTo>
                    <a:pt x="3276172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 descr=""/>
          <p:cNvSpPr/>
          <p:nvPr/>
        </p:nvSpPr>
        <p:spPr>
          <a:xfrm>
            <a:off x="5397767" y="9183884"/>
            <a:ext cx="4371975" cy="986790"/>
          </a:xfrm>
          <a:custGeom>
            <a:avLst/>
            <a:gdLst/>
            <a:ahLst/>
            <a:cxnLst/>
            <a:rect l="l" t="t" r="r" b="b"/>
            <a:pathLst>
              <a:path w="4371975" h="986790">
                <a:moveTo>
                  <a:pt x="4371581" y="105714"/>
                </a:moveTo>
                <a:lnTo>
                  <a:pt x="4367466" y="85331"/>
                </a:lnTo>
                <a:lnTo>
                  <a:pt x="4356239" y="68681"/>
                </a:lnTo>
                <a:lnTo>
                  <a:pt x="4339602" y="57467"/>
                </a:lnTo>
                <a:lnTo>
                  <a:pt x="4319219" y="53352"/>
                </a:lnTo>
                <a:lnTo>
                  <a:pt x="1379918" y="53352"/>
                </a:lnTo>
                <a:lnTo>
                  <a:pt x="1379918" y="47091"/>
                </a:lnTo>
                <a:lnTo>
                  <a:pt x="1376222" y="28765"/>
                </a:lnTo>
                <a:lnTo>
                  <a:pt x="1366126" y="13792"/>
                </a:lnTo>
                <a:lnTo>
                  <a:pt x="1351153" y="3695"/>
                </a:lnTo>
                <a:lnTo>
                  <a:pt x="1332814" y="0"/>
                </a:lnTo>
                <a:lnTo>
                  <a:pt x="47104" y="0"/>
                </a:lnTo>
                <a:lnTo>
                  <a:pt x="28765" y="3695"/>
                </a:lnTo>
                <a:lnTo>
                  <a:pt x="13792" y="13792"/>
                </a:lnTo>
                <a:lnTo>
                  <a:pt x="3708" y="28765"/>
                </a:lnTo>
                <a:lnTo>
                  <a:pt x="0" y="47091"/>
                </a:lnTo>
                <a:lnTo>
                  <a:pt x="0" y="108546"/>
                </a:lnTo>
                <a:lnTo>
                  <a:pt x="1008253" y="108546"/>
                </a:lnTo>
                <a:lnTo>
                  <a:pt x="1008253" y="986180"/>
                </a:lnTo>
                <a:lnTo>
                  <a:pt x="4249852" y="986180"/>
                </a:lnTo>
                <a:lnTo>
                  <a:pt x="4297235" y="976604"/>
                </a:lnTo>
                <a:lnTo>
                  <a:pt x="4335932" y="950518"/>
                </a:lnTo>
                <a:lnTo>
                  <a:pt x="4362018" y="911834"/>
                </a:lnTo>
                <a:lnTo>
                  <a:pt x="4371581" y="864450"/>
                </a:lnTo>
                <a:lnTo>
                  <a:pt x="4371581" y="105714"/>
                </a:lnTo>
                <a:close/>
              </a:path>
            </a:pathLst>
          </a:custGeom>
          <a:solidFill>
            <a:srgbClr val="B6B7B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 descr=""/>
          <p:cNvGrpSpPr/>
          <p:nvPr/>
        </p:nvGrpSpPr>
        <p:grpSpPr>
          <a:xfrm>
            <a:off x="7034934" y="2062529"/>
            <a:ext cx="309245" cy="467995"/>
            <a:chOff x="7034934" y="2062529"/>
            <a:chExt cx="309245" cy="467995"/>
          </a:xfrm>
        </p:grpSpPr>
        <p:sp>
          <p:nvSpPr>
            <p:cNvPr id="123" name="object 123" descr=""/>
            <p:cNvSpPr/>
            <p:nvPr/>
          </p:nvSpPr>
          <p:spPr>
            <a:xfrm>
              <a:off x="7266762" y="2481285"/>
              <a:ext cx="77470" cy="29845"/>
            </a:xfrm>
            <a:custGeom>
              <a:avLst/>
              <a:gdLst/>
              <a:ahLst/>
              <a:cxnLst/>
              <a:rect l="l" t="t" r="r" b="b"/>
              <a:pathLst>
                <a:path w="77470" h="29844">
                  <a:moveTo>
                    <a:pt x="77264" y="0"/>
                  </a:moveTo>
                  <a:lnTo>
                    <a:pt x="0" y="0"/>
                  </a:lnTo>
                  <a:lnTo>
                    <a:pt x="0" y="29328"/>
                  </a:lnTo>
                  <a:lnTo>
                    <a:pt x="77264" y="29328"/>
                  </a:lnTo>
                  <a:lnTo>
                    <a:pt x="77264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34934" y="2062529"/>
              <a:ext cx="231831" cy="467864"/>
            </a:xfrm>
            <a:prstGeom prst="rect">
              <a:avLst/>
            </a:prstGeom>
          </p:spPr>
        </p:pic>
      </p:grpSp>
      <p:sp>
        <p:nvSpPr>
          <p:cNvPr id="125" name="object 125" descr=""/>
          <p:cNvSpPr/>
          <p:nvPr/>
        </p:nvSpPr>
        <p:spPr>
          <a:xfrm>
            <a:off x="7706690" y="1806695"/>
            <a:ext cx="914400" cy="768350"/>
          </a:xfrm>
          <a:custGeom>
            <a:avLst/>
            <a:gdLst/>
            <a:ahLst/>
            <a:cxnLst/>
            <a:rect l="l" t="t" r="r" b="b"/>
            <a:pathLst>
              <a:path w="914400" h="768350">
                <a:moveTo>
                  <a:pt x="914196" y="600138"/>
                </a:moveTo>
                <a:lnTo>
                  <a:pt x="875385" y="45123"/>
                </a:lnTo>
                <a:lnTo>
                  <a:pt x="844931" y="3543"/>
                </a:lnTo>
                <a:lnTo>
                  <a:pt x="827112" y="0"/>
                </a:lnTo>
                <a:lnTo>
                  <a:pt x="41960" y="0"/>
                </a:lnTo>
                <a:lnTo>
                  <a:pt x="24650" y="3543"/>
                </a:lnTo>
                <a:lnTo>
                  <a:pt x="10985" y="13220"/>
                </a:lnTo>
                <a:lnTo>
                  <a:pt x="2324" y="27559"/>
                </a:lnTo>
                <a:lnTo>
                  <a:pt x="0" y="45123"/>
                </a:lnTo>
                <a:lnTo>
                  <a:pt x="38811" y="600138"/>
                </a:lnTo>
                <a:lnTo>
                  <a:pt x="43586" y="617702"/>
                </a:lnTo>
                <a:lnTo>
                  <a:pt x="54267" y="632040"/>
                </a:lnTo>
                <a:lnTo>
                  <a:pt x="69278" y="641718"/>
                </a:lnTo>
                <a:lnTo>
                  <a:pt x="87096" y="645261"/>
                </a:lnTo>
                <a:lnTo>
                  <a:pt x="313372" y="645261"/>
                </a:lnTo>
                <a:lnTo>
                  <a:pt x="281559" y="768223"/>
                </a:lnTo>
                <a:lnTo>
                  <a:pt x="489127" y="768223"/>
                </a:lnTo>
                <a:lnTo>
                  <a:pt x="520928" y="645261"/>
                </a:lnTo>
                <a:lnTo>
                  <a:pt x="872236" y="645261"/>
                </a:lnTo>
                <a:lnTo>
                  <a:pt x="889546" y="641718"/>
                </a:lnTo>
                <a:lnTo>
                  <a:pt x="903224" y="632040"/>
                </a:lnTo>
                <a:lnTo>
                  <a:pt x="911885" y="617702"/>
                </a:lnTo>
                <a:lnTo>
                  <a:pt x="914196" y="600138"/>
                </a:lnTo>
                <a:close/>
              </a:path>
            </a:pathLst>
          </a:custGeom>
          <a:solidFill>
            <a:srgbClr val="B6B7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7434277" y="2749764"/>
            <a:ext cx="143510" cy="1155700"/>
          </a:xfrm>
          <a:custGeom>
            <a:avLst/>
            <a:gdLst/>
            <a:ahLst/>
            <a:cxnLst/>
            <a:rect l="l" t="t" r="r" b="b"/>
            <a:pathLst>
              <a:path w="143509" h="1155700">
                <a:moveTo>
                  <a:pt x="142885" y="0"/>
                </a:moveTo>
                <a:lnTo>
                  <a:pt x="64678" y="0"/>
                </a:lnTo>
                <a:lnTo>
                  <a:pt x="0" y="1155148"/>
                </a:lnTo>
                <a:lnTo>
                  <a:pt x="42113" y="1155148"/>
                </a:lnTo>
                <a:lnTo>
                  <a:pt x="142885" y="0"/>
                </a:lnTo>
                <a:close/>
              </a:path>
            </a:pathLst>
          </a:custGeom>
          <a:solidFill>
            <a:srgbClr val="98A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 descr=""/>
          <p:cNvSpPr/>
          <p:nvPr/>
        </p:nvSpPr>
        <p:spPr>
          <a:xfrm>
            <a:off x="6593765" y="2749764"/>
            <a:ext cx="143510" cy="1155700"/>
          </a:xfrm>
          <a:custGeom>
            <a:avLst/>
            <a:gdLst/>
            <a:ahLst/>
            <a:cxnLst/>
            <a:rect l="l" t="t" r="r" b="b"/>
            <a:pathLst>
              <a:path w="143509" h="1155700">
                <a:moveTo>
                  <a:pt x="142885" y="0"/>
                </a:moveTo>
                <a:lnTo>
                  <a:pt x="64678" y="0"/>
                </a:lnTo>
                <a:lnTo>
                  <a:pt x="0" y="1155148"/>
                </a:lnTo>
                <a:lnTo>
                  <a:pt x="42113" y="1155148"/>
                </a:lnTo>
                <a:lnTo>
                  <a:pt x="142885" y="0"/>
                </a:lnTo>
                <a:close/>
              </a:path>
            </a:pathLst>
          </a:custGeom>
          <a:solidFill>
            <a:srgbClr val="98A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8408623" y="2749764"/>
            <a:ext cx="143510" cy="1155700"/>
          </a:xfrm>
          <a:custGeom>
            <a:avLst/>
            <a:gdLst/>
            <a:ahLst/>
            <a:cxnLst/>
            <a:rect l="l" t="t" r="r" b="b"/>
            <a:pathLst>
              <a:path w="143509" h="1155700">
                <a:moveTo>
                  <a:pt x="78207" y="0"/>
                </a:moveTo>
                <a:lnTo>
                  <a:pt x="0" y="0"/>
                </a:lnTo>
                <a:lnTo>
                  <a:pt x="100771" y="1155148"/>
                </a:lnTo>
                <a:lnTo>
                  <a:pt x="142885" y="1155148"/>
                </a:lnTo>
                <a:lnTo>
                  <a:pt x="78207" y="0"/>
                </a:lnTo>
                <a:close/>
              </a:path>
            </a:pathLst>
          </a:custGeom>
          <a:solidFill>
            <a:srgbClr val="98A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9249133" y="2749764"/>
            <a:ext cx="143510" cy="1155700"/>
          </a:xfrm>
          <a:custGeom>
            <a:avLst/>
            <a:gdLst/>
            <a:ahLst/>
            <a:cxnLst/>
            <a:rect l="l" t="t" r="r" b="b"/>
            <a:pathLst>
              <a:path w="143509" h="1155700">
                <a:moveTo>
                  <a:pt x="78207" y="0"/>
                </a:moveTo>
                <a:lnTo>
                  <a:pt x="0" y="0"/>
                </a:lnTo>
                <a:lnTo>
                  <a:pt x="100771" y="1155148"/>
                </a:lnTo>
                <a:lnTo>
                  <a:pt x="142885" y="1155148"/>
                </a:lnTo>
                <a:lnTo>
                  <a:pt x="78207" y="0"/>
                </a:lnTo>
                <a:close/>
              </a:path>
            </a:pathLst>
          </a:custGeom>
          <a:solidFill>
            <a:srgbClr val="98A0A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0" name="object 130" descr=""/>
          <p:cNvGrpSpPr/>
          <p:nvPr/>
        </p:nvGrpSpPr>
        <p:grpSpPr>
          <a:xfrm>
            <a:off x="6558135" y="2587313"/>
            <a:ext cx="2882265" cy="217170"/>
            <a:chOff x="6558135" y="2587313"/>
            <a:chExt cx="2882265" cy="217170"/>
          </a:xfrm>
        </p:grpSpPr>
        <p:sp>
          <p:nvSpPr>
            <p:cNvPr id="131" name="object 131" descr=""/>
            <p:cNvSpPr/>
            <p:nvPr/>
          </p:nvSpPr>
          <p:spPr>
            <a:xfrm>
              <a:off x="7598969" y="2587326"/>
              <a:ext cx="1841500" cy="217170"/>
            </a:xfrm>
            <a:custGeom>
              <a:avLst/>
              <a:gdLst/>
              <a:ahLst/>
              <a:cxnLst/>
              <a:rect l="l" t="t" r="r" b="b"/>
              <a:pathLst>
                <a:path w="1841500" h="217169">
                  <a:moveTo>
                    <a:pt x="1744764" y="60172"/>
                  </a:moveTo>
                  <a:lnTo>
                    <a:pt x="0" y="60172"/>
                  </a:lnTo>
                  <a:lnTo>
                    <a:pt x="0" y="216598"/>
                  </a:lnTo>
                  <a:lnTo>
                    <a:pt x="1744764" y="216598"/>
                  </a:lnTo>
                  <a:lnTo>
                    <a:pt x="1744764" y="60172"/>
                  </a:lnTo>
                  <a:close/>
                </a:path>
                <a:path w="1841500" h="217169">
                  <a:moveTo>
                    <a:pt x="1841017" y="0"/>
                  </a:moveTo>
                  <a:lnTo>
                    <a:pt x="102273" y="0"/>
                  </a:lnTo>
                  <a:lnTo>
                    <a:pt x="102273" y="60159"/>
                  </a:lnTo>
                  <a:lnTo>
                    <a:pt x="1841017" y="60159"/>
                  </a:lnTo>
                  <a:lnTo>
                    <a:pt x="1841017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6558127" y="2587313"/>
              <a:ext cx="2512060" cy="217170"/>
            </a:xfrm>
            <a:custGeom>
              <a:avLst/>
              <a:gdLst/>
              <a:ahLst/>
              <a:cxnLst/>
              <a:rect l="l" t="t" r="r" b="b"/>
              <a:pathLst>
                <a:path w="2512059" h="217169">
                  <a:moveTo>
                    <a:pt x="1040841" y="60185"/>
                  </a:moveTo>
                  <a:lnTo>
                    <a:pt x="78219" y="60185"/>
                  </a:lnTo>
                  <a:lnTo>
                    <a:pt x="78219" y="216611"/>
                  </a:lnTo>
                  <a:lnTo>
                    <a:pt x="1040841" y="216611"/>
                  </a:lnTo>
                  <a:lnTo>
                    <a:pt x="1040841" y="60185"/>
                  </a:lnTo>
                  <a:close/>
                </a:path>
                <a:path w="2512059" h="217169">
                  <a:moveTo>
                    <a:pt x="1143114" y="0"/>
                  </a:moveTo>
                  <a:lnTo>
                    <a:pt x="0" y="0"/>
                  </a:lnTo>
                  <a:lnTo>
                    <a:pt x="0" y="60172"/>
                  </a:lnTo>
                  <a:lnTo>
                    <a:pt x="1143114" y="60172"/>
                  </a:lnTo>
                  <a:lnTo>
                    <a:pt x="1143114" y="0"/>
                  </a:lnTo>
                  <a:close/>
                </a:path>
                <a:path w="2512059" h="217169">
                  <a:moveTo>
                    <a:pt x="1636471" y="60172"/>
                  </a:moveTo>
                  <a:lnTo>
                    <a:pt x="1419872" y="60172"/>
                  </a:lnTo>
                  <a:lnTo>
                    <a:pt x="1419872" y="94767"/>
                  </a:lnTo>
                  <a:lnTo>
                    <a:pt x="1636471" y="94767"/>
                  </a:lnTo>
                  <a:lnTo>
                    <a:pt x="1636471" y="60172"/>
                  </a:lnTo>
                  <a:close/>
                </a:path>
                <a:path w="2512059" h="217169">
                  <a:moveTo>
                    <a:pt x="1992934" y="60185"/>
                  </a:moveTo>
                  <a:lnTo>
                    <a:pt x="1974888" y="60185"/>
                  </a:lnTo>
                  <a:lnTo>
                    <a:pt x="1974888" y="216611"/>
                  </a:lnTo>
                  <a:lnTo>
                    <a:pt x="1992934" y="216611"/>
                  </a:lnTo>
                  <a:lnTo>
                    <a:pt x="1992934" y="60185"/>
                  </a:lnTo>
                  <a:close/>
                </a:path>
                <a:path w="2512059" h="217169">
                  <a:moveTo>
                    <a:pt x="2511856" y="60172"/>
                  </a:moveTo>
                  <a:lnTo>
                    <a:pt x="2295258" y="60172"/>
                  </a:lnTo>
                  <a:lnTo>
                    <a:pt x="2295258" y="94767"/>
                  </a:lnTo>
                  <a:lnTo>
                    <a:pt x="2511856" y="94767"/>
                  </a:lnTo>
                  <a:lnTo>
                    <a:pt x="2511856" y="60172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3" name="object 133" descr=""/>
          <p:cNvSpPr/>
          <p:nvPr/>
        </p:nvSpPr>
        <p:spPr>
          <a:xfrm>
            <a:off x="7150481" y="1919712"/>
            <a:ext cx="419734" cy="377190"/>
          </a:xfrm>
          <a:custGeom>
            <a:avLst/>
            <a:gdLst/>
            <a:ahLst/>
            <a:cxnLst/>
            <a:rect l="l" t="t" r="r" b="b"/>
            <a:pathLst>
              <a:path w="419734" h="377189">
                <a:moveTo>
                  <a:pt x="419112" y="127774"/>
                </a:moveTo>
                <a:lnTo>
                  <a:pt x="257759" y="98894"/>
                </a:lnTo>
                <a:lnTo>
                  <a:pt x="252641" y="106324"/>
                </a:lnTo>
                <a:lnTo>
                  <a:pt x="115417" y="11887"/>
                </a:lnTo>
                <a:lnTo>
                  <a:pt x="88239" y="279"/>
                </a:lnTo>
                <a:lnTo>
                  <a:pt x="59690" y="0"/>
                </a:lnTo>
                <a:lnTo>
                  <a:pt x="33134" y="10452"/>
                </a:lnTo>
                <a:lnTo>
                  <a:pt x="11887" y="31000"/>
                </a:lnTo>
                <a:lnTo>
                  <a:pt x="279" y="58191"/>
                </a:lnTo>
                <a:lnTo>
                  <a:pt x="0" y="86728"/>
                </a:lnTo>
                <a:lnTo>
                  <a:pt x="10452" y="113296"/>
                </a:lnTo>
                <a:lnTo>
                  <a:pt x="31000" y="134543"/>
                </a:lnTo>
                <a:lnTo>
                  <a:pt x="168224" y="228993"/>
                </a:lnTo>
                <a:lnTo>
                  <a:pt x="163106" y="236423"/>
                </a:lnTo>
                <a:lnTo>
                  <a:pt x="247700" y="376809"/>
                </a:lnTo>
                <a:lnTo>
                  <a:pt x="419112" y="127774"/>
                </a:lnTo>
                <a:close/>
              </a:path>
            </a:pathLst>
          </a:custGeom>
          <a:solidFill>
            <a:srgbClr val="DD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7068870" y="2492558"/>
            <a:ext cx="436880" cy="95250"/>
          </a:xfrm>
          <a:custGeom>
            <a:avLst/>
            <a:gdLst/>
            <a:ahLst/>
            <a:cxnLst/>
            <a:rect l="l" t="t" r="r" b="b"/>
            <a:pathLst>
              <a:path w="436879" h="95250">
                <a:moveTo>
                  <a:pt x="436841" y="69938"/>
                </a:moveTo>
                <a:lnTo>
                  <a:pt x="390220" y="69938"/>
                </a:lnTo>
                <a:lnTo>
                  <a:pt x="390220" y="36918"/>
                </a:lnTo>
                <a:lnTo>
                  <a:pt x="387311" y="22555"/>
                </a:lnTo>
                <a:lnTo>
                  <a:pt x="379412" y="10820"/>
                </a:lnTo>
                <a:lnTo>
                  <a:pt x="367677" y="2908"/>
                </a:lnTo>
                <a:lnTo>
                  <a:pt x="353301" y="0"/>
                </a:lnTo>
                <a:lnTo>
                  <a:pt x="23215" y="0"/>
                </a:lnTo>
                <a:lnTo>
                  <a:pt x="23215" y="69938"/>
                </a:lnTo>
                <a:lnTo>
                  <a:pt x="0" y="69938"/>
                </a:lnTo>
                <a:lnTo>
                  <a:pt x="0" y="94754"/>
                </a:lnTo>
                <a:lnTo>
                  <a:pt x="23215" y="94754"/>
                </a:lnTo>
                <a:lnTo>
                  <a:pt x="390220" y="94767"/>
                </a:lnTo>
                <a:lnTo>
                  <a:pt x="436841" y="94754"/>
                </a:lnTo>
                <a:lnTo>
                  <a:pt x="436841" y="69938"/>
                </a:lnTo>
                <a:close/>
              </a:path>
            </a:pathLst>
          </a:custGeom>
          <a:solidFill>
            <a:srgbClr val="DDDE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5" name="object 135" descr=""/>
          <p:cNvGrpSpPr/>
          <p:nvPr/>
        </p:nvGrpSpPr>
        <p:grpSpPr>
          <a:xfrm>
            <a:off x="7729266" y="1806692"/>
            <a:ext cx="914400" cy="645795"/>
            <a:chOff x="7729266" y="1806692"/>
            <a:chExt cx="914400" cy="645795"/>
          </a:xfrm>
        </p:grpSpPr>
        <p:sp>
          <p:nvSpPr>
            <p:cNvPr id="136" name="object 136" descr=""/>
            <p:cNvSpPr/>
            <p:nvPr/>
          </p:nvSpPr>
          <p:spPr>
            <a:xfrm>
              <a:off x="7729266" y="1806692"/>
              <a:ext cx="914400" cy="645795"/>
            </a:xfrm>
            <a:custGeom>
              <a:avLst/>
              <a:gdLst/>
              <a:ahLst/>
              <a:cxnLst/>
              <a:rect l="l" t="t" r="r" b="b"/>
              <a:pathLst>
                <a:path w="914400" h="645794">
                  <a:moveTo>
                    <a:pt x="827105" y="0"/>
                  </a:moveTo>
                  <a:lnTo>
                    <a:pt x="41967" y="0"/>
                  </a:lnTo>
                  <a:lnTo>
                    <a:pt x="24650" y="3545"/>
                  </a:lnTo>
                  <a:lnTo>
                    <a:pt x="10982" y="13214"/>
                  </a:lnTo>
                  <a:lnTo>
                    <a:pt x="2315" y="27555"/>
                  </a:lnTo>
                  <a:lnTo>
                    <a:pt x="0" y="45119"/>
                  </a:lnTo>
                  <a:lnTo>
                    <a:pt x="38805" y="600138"/>
                  </a:lnTo>
                  <a:lnTo>
                    <a:pt x="43582" y="617702"/>
                  </a:lnTo>
                  <a:lnTo>
                    <a:pt x="54256" y="632043"/>
                  </a:lnTo>
                  <a:lnTo>
                    <a:pt x="69274" y="641712"/>
                  </a:lnTo>
                  <a:lnTo>
                    <a:pt x="87086" y="645257"/>
                  </a:lnTo>
                  <a:lnTo>
                    <a:pt x="872224" y="645257"/>
                  </a:lnTo>
                  <a:lnTo>
                    <a:pt x="889541" y="641712"/>
                  </a:lnTo>
                  <a:lnTo>
                    <a:pt x="903209" y="632043"/>
                  </a:lnTo>
                  <a:lnTo>
                    <a:pt x="911876" y="617702"/>
                  </a:lnTo>
                  <a:lnTo>
                    <a:pt x="914192" y="600138"/>
                  </a:lnTo>
                  <a:lnTo>
                    <a:pt x="875386" y="45119"/>
                  </a:lnTo>
                  <a:lnTo>
                    <a:pt x="870609" y="27555"/>
                  </a:lnTo>
                  <a:lnTo>
                    <a:pt x="859935" y="13214"/>
                  </a:lnTo>
                  <a:lnTo>
                    <a:pt x="844917" y="3545"/>
                  </a:lnTo>
                  <a:lnTo>
                    <a:pt x="827105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7731159" y="1878890"/>
              <a:ext cx="909319" cy="478155"/>
            </a:xfrm>
            <a:custGeom>
              <a:avLst/>
              <a:gdLst/>
              <a:ahLst/>
              <a:cxnLst/>
              <a:rect l="l" t="t" r="r" b="b"/>
              <a:pathLst>
                <a:path w="909320" h="478155">
                  <a:moveTo>
                    <a:pt x="875386" y="0"/>
                  </a:moveTo>
                  <a:lnTo>
                    <a:pt x="0" y="0"/>
                  </a:lnTo>
                  <a:lnTo>
                    <a:pt x="33391" y="477545"/>
                  </a:lnTo>
                  <a:lnTo>
                    <a:pt x="908778" y="477545"/>
                  </a:lnTo>
                  <a:lnTo>
                    <a:pt x="875386" y="0"/>
                  </a:lnTo>
                  <a:close/>
                </a:path>
              </a:pathLst>
            </a:custGeom>
            <a:solidFill>
              <a:srgbClr val="26666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 descr=""/>
          <p:cNvSpPr/>
          <p:nvPr/>
        </p:nvSpPr>
        <p:spPr>
          <a:xfrm>
            <a:off x="7973149" y="2562497"/>
            <a:ext cx="381635" cy="25400"/>
          </a:xfrm>
          <a:custGeom>
            <a:avLst/>
            <a:gdLst/>
            <a:ahLst/>
            <a:cxnLst/>
            <a:rect l="l" t="t" r="r" b="b"/>
            <a:pathLst>
              <a:path w="381634" h="25400">
                <a:moveTo>
                  <a:pt x="381286" y="0"/>
                </a:moveTo>
                <a:lnTo>
                  <a:pt x="0" y="0"/>
                </a:lnTo>
                <a:lnTo>
                  <a:pt x="0" y="24815"/>
                </a:lnTo>
                <a:lnTo>
                  <a:pt x="381286" y="24815"/>
                </a:lnTo>
                <a:lnTo>
                  <a:pt x="381286" y="0"/>
                </a:lnTo>
                <a:close/>
              </a:path>
            </a:pathLst>
          </a:custGeom>
          <a:solidFill>
            <a:srgbClr val="B6B7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 descr=""/>
          <p:cNvSpPr/>
          <p:nvPr/>
        </p:nvSpPr>
        <p:spPr>
          <a:xfrm>
            <a:off x="8533017" y="2574906"/>
            <a:ext cx="537210" cy="12700"/>
          </a:xfrm>
          <a:custGeom>
            <a:avLst/>
            <a:gdLst/>
            <a:ahLst/>
            <a:cxnLst/>
            <a:rect l="l" t="t" r="r" b="b"/>
            <a:pathLst>
              <a:path w="537209" h="12700">
                <a:moveTo>
                  <a:pt x="536967" y="0"/>
                </a:moveTo>
                <a:lnTo>
                  <a:pt x="0" y="0"/>
                </a:lnTo>
                <a:lnTo>
                  <a:pt x="0" y="12407"/>
                </a:lnTo>
                <a:lnTo>
                  <a:pt x="536967" y="12407"/>
                </a:lnTo>
                <a:lnTo>
                  <a:pt x="536967" y="0"/>
                </a:lnTo>
                <a:close/>
              </a:path>
            </a:pathLst>
          </a:custGeom>
          <a:solidFill>
            <a:srgbClr val="DDDE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0" name="object 140" descr=""/>
          <p:cNvGrpSpPr/>
          <p:nvPr/>
        </p:nvGrpSpPr>
        <p:grpSpPr>
          <a:xfrm>
            <a:off x="5287379" y="9237226"/>
            <a:ext cx="4482465" cy="1104265"/>
            <a:chOff x="5287379" y="9237226"/>
            <a:chExt cx="4482465" cy="1104265"/>
          </a:xfrm>
        </p:grpSpPr>
        <p:sp>
          <p:nvSpPr>
            <p:cNvPr id="141" name="object 141" descr=""/>
            <p:cNvSpPr/>
            <p:nvPr/>
          </p:nvSpPr>
          <p:spPr>
            <a:xfrm>
              <a:off x="5294675" y="9237233"/>
              <a:ext cx="3356610" cy="932815"/>
            </a:xfrm>
            <a:custGeom>
              <a:avLst/>
              <a:gdLst/>
              <a:ahLst/>
              <a:cxnLst/>
              <a:rect l="l" t="t" r="r" b="b"/>
              <a:pathLst>
                <a:path w="3356609" h="932815">
                  <a:moveTo>
                    <a:pt x="3356023" y="0"/>
                  </a:moveTo>
                  <a:lnTo>
                    <a:pt x="27716" y="0"/>
                  </a:lnTo>
                  <a:lnTo>
                    <a:pt x="15250" y="2870"/>
                  </a:lnTo>
                  <a:lnTo>
                    <a:pt x="5686" y="10507"/>
                  </a:lnTo>
                  <a:lnTo>
                    <a:pt x="209" y="21450"/>
                  </a:lnTo>
                  <a:lnTo>
                    <a:pt x="0" y="34239"/>
                  </a:lnTo>
                  <a:lnTo>
                    <a:pt x="94342" y="477126"/>
                  </a:lnTo>
                  <a:lnTo>
                    <a:pt x="106151" y="523210"/>
                  </a:lnTo>
                  <a:lnTo>
                    <a:pt x="121486" y="567581"/>
                  </a:lnTo>
                  <a:lnTo>
                    <a:pt x="140173" y="610101"/>
                  </a:lnTo>
                  <a:lnTo>
                    <a:pt x="162040" y="650629"/>
                  </a:lnTo>
                  <a:lnTo>
                    <a:pt x="186915" y="689026"/>
                  </a:lnTo>
                  <a:lnTo>
                    <a:pt x="214626" y="725153"/>
                  </a:lnTo>
                  <a:lnTo>
                    <a:pt x="245001" y="758870"/>
                  </a:lnTo>
                  <a:lnTo>
                    <a:pt x="277867" y="790037"/>
                  </a:lnTo>
                  <a:lnTo>
                    <a:pt x="313052" y="818516"/>
                  </a:lnTo>
                  <a:lnTo>
                    <a:pt x="350383" y="844167"/>
                  </a:lnTo>
                  <a:lnTo>
                    <a:pt x="389688" y="866850"/>
                  </a:lnTo>
                  <a:lnTo>
                    <a:pt x="430796" y="886426"/>
                  </a:lnTo>
                  <a:lnTo>
                    <a:pt x="473533" y="902756"/>
                  </a:lnTo>
                  <a:lnTo>
                    <a:pt x="517727" y="915699"/>
                  </a:lnTo>
                  <a:lnTo>
                    <a:pt x="563206" y="925117"/>
                  </a:lnTo>
                  <a:lnTo>
                    <a:pt x="609798" y="930871"/>
                  </a:lnTo>
                  <a:lnTo>
                    <a:pt x="657330" y="932819"/>
                  </a:lnTo>
                  <a:lnTo>
                    <a:pt x="3099361" y="932819"/>
                  </a:lnTo>
                  <a:lnTo>
                    <a:pt x="3145497" y="928684"/>
                  </a:lnTo>
                  <a:lnTo>
                    <a:pt x="3188920" y="916761"/>
                  </a:lnTo>
                  <a:lnTo>
                    <a:pt x="3228905" y="897776"/>
                  </a:lnTo>
                  <a:lnTo>
                    <a:pt x="3264727" y="872453"/>
                  </a:lnTo>
                  <a:lnTo>
                    <a:pt x="3295661" y="841519"/>
                  </a:lnTo>
                  <a:lnTo>
                    <a:pt x="3320982" y="805697"/>
                  </a:lnTo>
                  <a:lnTo>
                    <a:pt x="3339966" y="765712"/>
                  </a:lnTo>
                  <a:lnTo>
                    <a:pt x="3351888" y="722291"/>
                  </a:lnTo>
                  <a:lnTo>
                    <a:pt x="3356023" y="676157"/>
                  </a:lnTo>
                  <a:lnTo>
                    <a:pt x="3356023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8389436" y="9237226"/>
              <a:ext cx="1380490" cy="110489"/>
            </a:xfrm>
            <a:custGeom>
              <a:avLst/>
              <a:gdLst/>
              <a:ahLst/>
              <a:cxnLst/>
              <a:rect l="l" t="t" r="r" b="b"/>
              <a:pathLst>
                <a:path w="1380490" h="110490">
                  <a:moveTo>
                    <a:pt x="1269521" y="0"/>
                  </a:moveTo>
                  <a:lnTo>
                    <a:pt x="0" y="0"/>
                  </a:lnTo>
                  <a:lnTo>
                    <a:pt x="0" y="110394"/>
                  </a:lnTo>
                  <a:lnTo>
                    <a:pt x="1379916" y="110394"/>
                  </a:lnTo>
                  <a:lnTo>
                    <a:pt x="1371241" y="67422"/>
                  </a:lnTo>
                  <a:lnTo>
                    <a:pt x="1347583" y="32332"/>
                  </a:lnTo>
                  <a:lnTo>
                    <a:pt x="1312493" y="8674"/>
                  </a:lnTo>
                  <a:lnTo>
                    <a:pt x="1269521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5287379" y="9237226"/>
              <a:ext cx="3363595" cy="110489"/>
            </a:xfrm>
            <a:custGeom>
              <a:avLst/>
              <a:gdLst/>
              <a:ahLst/>
              <a:cxnLst/>
              <a:rect l="l" t="t" r="r" b="b"/>
              <a:pathLst>
                <a:path w="3363595" h="110490">
                  <a:moveTo>
                    <a:pt x="3252927" y="0"/>
                  </a:moveTo>
                  <a:lnTo>
                    <a:pt x="28334" y="0"/>
                  </a:lnTo>
                  <a:lnTo>
                    <a:pt x="17307" y="2227"/>
                  </a:lnTo>
                  <a:lnTo>
                    <a:pt x="8300" y="8300"/>
                  </a:lnTo>
                  <a:lnTo>
                    <a:pt x="2227" y="17307"/>
                  </a:lnTo>
                  <a:lnTo>
                    <a:pt x="0" y="28334"/>
                  </a:lnTo>
                  <a:lnTo>
                    <a:pt x="0" y="83610"/>
                  </a:lnTo>
                  <a:lnTo>
                    <a:pt x="2104" y="94036"/>
                  </a:lnTo>
                  <a:lnTo>
                    <a:pt x="7844" y="102550"/>
                  </a:lnTo>
                  <a:lnTo>
                    <a:pt x="16357" y="108290"/>
                  </a:lnTo>
                  <a:lnTo>
                    <a:pt x="26784" y="110394"/>
                  </a:lnTo>
                  <a:lnTo>
                    <a:pt x="3363321" y="110394"/>
                  </a:lnTo>
                  <a:lnTo>
                    <a:pt x="3354646" y="67422"/>
                  </a:lnTo>
                  <a:lnTo>
                    <a:pt x="3330988" y="32332"/>
                  </a:lnTo>
                  <a:lnTo>
                    <a:pt x="3295898" y="8674"/>
                  </a:lnTo>
                  <a:lnTo>
                    <a:pt x="3252927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13057" y="10170052"/>
              <a:ext cx="237262" cy="171104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18225" y="10170052"/>
              <a:ext cx="237262" cy="171104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71629" y="10170052"/>
              <a:ext cx="237267" cy="171104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66461" y="10170052"/>
              <a:ext cx="237267" cy="171104"/>
            </a:xfrm>
            <a:prstGeom prst="rect">
              <a:avLst/>
            </a:prstGeom>
          </p:spPr>
        </p:pic>
      </p:grpSp>
      <p:grpSp>
        <p:nvGrpSpPr>
          <p:cNvPr id="148" name="object 148" descr=""/>
          <p:cNvGrpSpPr/>
          <p:nvPr/>
        </p:nvGrpSpPr>
        <p:grpSpPr>
          <a:xfrm>
            <a:off x="16312917" y="5861025"/>
            <a:ext cx="2368550" cy="4486275"/>
            <a:chOff x="16312917" y="5861025"/>
            <a:chExt cx="2368550" cy="4486275"/>
          </a:xfrm>
        </p:grpSpPr>
        <p:sp>
          <p:nvSpPr>
            <p:cNvPr id="149" name="object 149" descr=""/>
            <p:cNvSpPr/>
            <p:nvPr/>
          </p:nvSpPr>
          <p:spPr>
            <a:xfrm>
              <a:off x="16830859" y="5861025"/>
              <a:ext cx="1420495" cy="4427855"/>
            </a:xfrm>
            <a:custGeom>
              <a:avLst/>
              <a:gdLst/>
              <a:ahLst/>
              <a:cxnLst/>
              <a:rect l="l" t="t" r="r" b="b"/>
              <a:pathLst>
                <a:path w="1420494" h="4427855">
                  <a:moveTo>
                    <a:pt x="0" y="4427540"/>
                  </a:moveTo>
                  <a:lnTo>
                    <a:pt x="1420155" y="4427540"/>
                  </a:lnTo>
                  <a:lnTo>
                    <a:pt x="1420155" y="0"/>
                  </a:lnTo>
                  <a:lnTo>
                    <a:pt x="0" y="0"/>
                  </a:lnTo>
                  <a:lnTo>
                    <a:pt x="0" y="442754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6312917" y="5861025"/>
              <a:ext cx="518159" cy="4427855"/>
            </a:xfrm>
            <a:custGeom>
              <a:avLst/>
              <a:gdLst/>
              <a:ahLst/>
              <a:cxnLst/>
              <a:rect l="l" t="t" r="r" b="b"/>
              <a:pathLst>
                <a:path w="518159" h="4427855">
                  <a:moveTo>
                    <a:pt x="517942" y="0"/>
                  </a:moveTo>
                  <a:lnTo>
                    <a:pt x="0" y="0"/>
                  </a:lnTo>
                  <a:lnTo>
                    <a:pt x="0" y="4427540"/>
                  </a:lnTo>
                  <a:lnTo>
                    <a:pt x="517942" y="4427540"/>
                  </a:lnTo>
                  <a:lnTo>
                    <a:pt x="517942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6605306" y="7678698"/>
              <a:ext cx="226060" cy="727075"/>
            </a:xfrm>
            <a:custGeom>
              <a:avLst/>
              <a:gdLst/>
              <a:ahLst/>
              <a:cxnLst/>
              <a:rect l="l" t="t" r="r" b="b"/>
              <a:pathLst>
                <a:path w="226059" h="727075">
                  <a:moveTo>
                    <a:pt x="225553" y="0"/>
                  </a:moveTo>
                  <a:lnTo>
                    <a:pt x="0" y="0"/>
                  </a:lnTo>
                  <a:lnTo>
                    <a:pt x="0" y="726784"/>
                  </a:lnTo>
                  <a:lnTo>
                    <a:pt x="225553" y="726784"/>
                  </a:lnTo>
                  <a:lnTo>
                    <a:pt x="225553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6375585" y="7237329"/>
              <a:ext cx="393065" cy="182880"/>
            </a:xfrm>
            <a:custGeom>
              <a:avLst/>
              <a:gdLst/>
              <a:ahLst/>
              <a:cxnLst/>
              <a:rect l="l" t="t" r="r" b="b"/>
              <a:pathLst>
                <a:path w="393065" h="182879">
                  <a:moveTo>
                    <a:pt x="392626" y="0"/>
                  </a:moveTo>
                  <a:lnTo>
                    <a:pt x="0" y="0"/>
                  </a:lnTo>
                  <a:lnTo>
                    <a:pt x="0" y="182402"/>
                  </a:lnTo>
                  <a:lnTo>
                    <a:pt x="392626" y="182402"/>
                  </a:lnTo>
                  <a:lnTo>
                    <a:pt x="392626" y="0"/>
                  </a:lnTo>
                  <a:close/>
                </a:path>
              </a:pathLst>
            </a:custGeom>
            <a:solidFill>
              <a:srgbClr val="DFF3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8251015" y="5861025"/>
              <a:ext cx="430530" cy="4427855"/>
            </a:xfrm>
            <a:custGeom>
              <a:avLst/>
              <a:gdLst/>
              <a:ahLst/>
              <a:cxnLst/>
              <a:rect l="l" t="t" r="r" b="b"/>
              <a:pathLst>
                <a:path w="430530" h="4427855">
                  <a:moveTo>
                    <a:pt x="430227" y="0"/>
                  </a:moveTo>
                  <a:lnTo>
                    <a:pt x="0" y="0"/>
                  </a:lnTo>
                  <a:lnTo>
                    <a:pt x="0" y="4427540"/>
                  </a:lnTo>
                  <a:lnTo>
                    <a:pt x="430227" y="4427540"/>
                  </a:lnTo>
                  <a:lnTo>
                    <a:pt x="430227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8359609" y="5861025"/>
              <a:ext cx="17145" cy="4427855"/>
            </a:xfrm>
            <a:custGeom>
              <a:avLst/>
              <a:gdLst/>
              <a:ahLst/>
              <a:cxnLst/>
              <a:rect l="l" t="t" r="r" b="b"/>
              <a:pathLst>
                <a:path w="17144" h="4427855">
                  <a:moveTo>
                    <a:pt x="16711" y="0"/>
                  </a:moveTo>
                  <a:lnTo>
                    <a:pt x="0" y="0"/>
                  </a:lnTo>
                  <a:lnTo>
                    <a:pt x="0" y="4427540"/>
                  </a:lnTo>
                  <a:lnTo>
                    <a:pt x="16711" y="4427540"/>
                  </a:lnTo>
                  <a:lnTo>
                    <a:pt x="16711" y="0"/>
                  </a:lnTo>
                  <a:close/>
                </a:path>
              </a:pathLst>
            </a:custGeom>
            <a:solidFill>
              <a:srgbClr val="7578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6425698" y="7284319"/>
              <a:ext cx="182245" cy="81915"/>
            </a:xfrm>
            <a:custGeom>
              <a:avLst/>
              <a:gdLst/>
              <a:ahLst/>
              <a:cxnLst/>
              <a:rect l="l" t="t" r="r" b="b"/>
              <a:pathLst>
                <a:path w="182244" h="81915">
                  <a:moveTo>
                    <a:pt x="73088" y="46990"/>
                  </a:moveTo>
                  <a:lnTo>
                    <a:pt x="0" y="46990"/>
                  </a:lnTo>
                  <a:lnTo>
                    <a:pt x="0" y="57950"/>
                  </a:lnTo>
                  <a:lnTo>
                    <a:pt x="73088" y="57950"/>
                  </a:lnTo>
                  <a:lnTo>
                    <a:pt x="73088" y="46990"/>
                  </a:lnTo>
                  <a:close/>
                </a:path>
                <a:path w="182244" h="81915">
                  <a:moveTo>
                    <a:pt x="150368" y="23495"/>
                  </a:moveTo>
                  <a:lnTo>
                    <a:pt x="0" y="23495"/>
                  </a:lnTo>
                  <a:lnTo>
                    <a:pt x="0" y="34455"/>
                  </a:lnTo>
                  <a:lnTo>
                    <a:pt x="150368" y="34455"/>
                  </a:lnTo>
                  <a:lnTo>
                    <a:pt x="150368" y="23495"/>
                  </a:lnTo>
                  <a:close/>
                </a:path>
                <a:path w="182244" h="81915">
                  <a:moveTo>
                    <a:pt x="181698" y="70485"/>
                  </a:moveTo>
                  <a:lnTo>
                    <a:pt x="0" y="70485"/>
                  </a:lnTo>
                  <a:lnTo>
                    <a:pt x="0" y="81457"/>
                  </a:lnTo>
                  <a:lnTo>
                    <a:pt x="181698" y="81457"/>
                  </a:lnTo>
                  <a:lnTo>
                    <a:pt x="181698" y="70485"/>
                  </a:lnTo>
                  <a:close/>
                </a:path>
                <a:path w="182244" h="81915">
                  <a:moveTo>
                    <a:pt x="181698" y="0"/>
                  </a:moveTo>
                  <a:lnTo>
                    <a:pt x="0" y="0"/>
                  </a:lnTo>
                  <a:lnTo>
                    <a:pt x="0" y="10960"/>
                  </a:lnTo>
                  <a:lnTo>
                    <a:pt x="181698" y="10960"/>
                  </a:lnTo>
                  <a:lnTo>
                    <a:pt x="181698" y="0"/>
                  </a:lnTo>
                  <a:close/>
                </a:path>
              </a:pathLst>
            </a:custGeom>
            <a:solidFill>
              <a:srgbClr val="CA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6375584" y="7237329"/>
              <a:ext cx="393065" cy="182880"/>
            </a:xfrm>
            <a:custGeom>
              <a:avLst/>
              <a:gdLst/>
              <a:ahLst/>
              <a:cxnLst/>
              <a:rect l="l" t="t" r="r" b="b"/>
              <a:pathLst>
                <a:path w="393065" h="182879">
                  <a:moveTo>
                    <a:pt x="392620" y="0"/>
                  </a:moveTo>
                  <a:lnTo>
                    <a:pt x="25057" y="0"/>
                  </a:lnTo>
                  <a:lnTo>
                    <a:pt x="0" y="0"/>
                  </a:lnTo>
                  <a:lnTo>
                    <a:pt x="0" y="27406"/>
                  </a:lnTo>
                  <a:lnTo>
                    <a:pt x="0" y="182410"/>
                  </a:lnTo>
                  <a:lnTo>
                    <a:pt x="25057" y="182410"/>
                  </a:lnTo>
                  <a:lnTo>
                    <a:pt x="25057" y="27406"/>
                  </a:lnTo>
                  <a:lnTo>
                    <a:pt x="392620" y="27406"/>
                  </a:lnTo>
                  <a:lnTo>
                    <a:pt x="392620" y="0"/>
                  </a:lnTo>
                  <a:close/>
                </a:path>
              </a:pathLst>
            </a:custGeom>
            <a:solidFill>
              <a:srgbClr val="A0CA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6497752" y="7251034"/>
              <a:ext cx="145415" cy="153670"/>
            </a:xfrm>
            <a:custGeom>
              <a:avLst/>
              <a:gdLst/>
              <a:ahLst/>
              <a:cxnLst/>
              <a:rect l="l" t="t" r="r" b="b"/>
              <a:pathLst>
                <a:path w="145415" h="153670">
                  <a:moveTo>
                    <a:pt x="145147" y="0"/>
                  </a:moveTo>
                  <a:lnTo>
                    <a:pt x="37590" y="0"/>
                  </a:lnTo>
                  <a:lnTo>
                    <a:pt x="0" y="153367"/>
                  </a:lnTo>
                  <a:lnTo>
                    <a:pt x="107556" y="153367"/>
                  </a:lnTo>
                  <a:lnTo>
                    <a:pt x="145147" y="0"/>
                  </a:lnTo>
                  <a:close/>
                </a:path>
              </a:pathLst>
            </a:custGeom>
            <a:solidFill>
              <a:srgbClr val="E2F4F0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6605302" y="5861030"/>
              <a:ext cx="267335" cy="4427855"/>
            </a:xfrm>
            <a:custGeom>
              <a:avLst/>
              <a:gdLst/>
              <a:ahLst/>
              <a:cxnLst/>
              <a:rect l="l" t="t" r="r" b="b"/>
              <a:pathLst>
                <a:path w="267334" h="4427855">
                  <a:moveTo>
                    <a:pt x="37592" y="1817674"/>
                  </a:moveTo>
                  <a:lnTo>
                    <a:pt x="0" y="1817674"/>
                  </a:lnTo>
                  <a:lnTo>
                    <a:pt x="0" y="2544457"/>
                  </a:lnTo>
                  <a:lnTo>
                    <a:pt x="37592" y="2544457"/>
                  </a:lnTo>
                  <a:lnTo>
                    <a:pt x="37592" y="1817674"/>
                  </a:lnTo>
                  <a:close/>
                </a:path>
                <a:path w="267334" h="4427855">
                  <a:moveTo>
                    <a:pt x="267322" y="0"/>
                  </a:moveTo>
                  <a:lnTo>
                    <a:pt x="225552" y="0"/>
                  </a:lnTo>
                  <a:lnTo>
                    <a:pt x="225552" y="4427537"/>
                  </a:lnTo>
                  <a:lnTo>
                    <a:pt x="267322" y="4427537"/>
                  </a:lnTo>
                  <a:lnTo>
                    <a:pt x="267322" y="0"/>
                  </a:lnTo>
                  <a:close/>
                </a:path>
              </a:pathLst>
            </a:custGeom>
            <a:solidFill>
              <a:srgbClr val="A0CA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6312927" y="10288566"/>
              <a:ext cx="2368550" cy="59055"/>
            </a:xfrm>
            <a:custGeom>
              <a:avLst/>
              <a:gdLst/>
              <a:ahLst/>
              <a:cxnLst/>
              <a:rect l="l" t="t" r="r" b="b"/>
              <a:pathLst>
                <a:path w="2368550" h="59054">
                  <a:moveTo>
                    <a:pt x="2368315" y="0"/>
                  </a:moveTo>
                  <a:lnTo>
                    <a:pt x="0" y="0"/>
                  </a:lnTo>
                  <a:lnTo>
                    <a:pt x="0" y="58479"/>
                  </a:lnTo>
                  <a:lnTo>
                    <a:pt x="2368315" y="58479"/>
                  </a:lnTo>
                  <a:lnTo>
                    <a:pt x="2368315" y="0"/>
                  </a:lnTo>
                  <a:close/>
                </a:path>
              </a:pathLst>
            </a:custGeom>
            <a:solidFill>
              <a:srgbClr val="266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6872628" y="6170126"/>
              <a:ext cx="1504315" cy="25400"/>
            </a:xfrm>
            <a:custGeom>
              <a:avLst/>
              <a:gdLst/>
              <a:ahLst/>
              <a:cxnLst/>
              <a:rect l="l" t="t" r="r" b="b"/>
              <a:pathLst>
                <a:path w="1504315" h="25400">
                  <a:moveTo>
                    <a:pt x="1503692" y="0"/>
                  </a:moveTo>
                  <a:lnTo>
                    <a:pt x="0" y="0"/>
                  </a:lnTo>
                  <a:lnTo>
                    <a:pt x="0" y="25056"/>
                  </a:lnTo>
                  <a:lnTo>
                    <a:pt x="1503692" y="25056"/>
                  </a:lnTo>
                  <a:lnTo>
                    <a:pt x="1503692" y="0"/>
                  </a:lnTo>
                  <a:close/>
                </a:path>
              </a:pathLst>
            </a:custGeom>
            <a:solidFill>
              <a:srgbClr val="7578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6933199" y="7106987"/>
              <a:ext cx="167640" cy="1870710"/>
            </a:xfrm>
            <a:custGeom>
              <a:avLst/>
              <a:gdLst/>
              <a:ahLst/>
              <a:cxnLst/>
              <a:rect l="l" t="t" r="r" b="b"/>
              <a:pathLst>
                <a:path w="167640" h="1870709">
                  <a:moveTo>
                    <a:pt x="83536" y="0"/>
                  </a:moveTo>
                  <a:lnTo>
                    <a:pt x="51021" y="6564"/>
                  </a:lnTo>
                  <a:lnTo>
                    <a:pt x="24467" y="24467"/>
                  </a:lnTo>
                  <a:lnTo>
                    <a:pt x="6564" y="51021"/>
                  </a:lnTo>
                  <a:lnTo>
                    <a:pt x="0" y="83536"/>
                  </a:lnTo>
                  <a:lnTo>
                    <a:pt x="0" y="1786678"/>
                  </a:lnTo>
                  <a:lnTo>
                    <a:pt x="6564" y="1819194"/>
                  </a:lnTo>
                  <a:lnTo>
                    <a:pt x="24467" y="1845747"/>
                  </a:lnTo>
                  <a:lnTo>
                    <a:pt x="51021" y="1863650"/>
                  </a:lnTo>
                  <a:lnTo>
                    <a:pt x="83536" y="1870215"/>
                  </a:lnTo>
                  <a:lnTo>
                    <a:pt x="116052" y="1863650"/>
                  </a:lnTo>
                  <a:lnTo>
                    <a:pt x="142605" y="1845747"/>
                  </a:lnTo>
                  <a:lnTo>
                    <a:pt x="160508" y="1819194"/>
                  </a:lnTo>
                  <a:lnTo>
                    <a:pt x="167073" y="1786678"/>
                  </a:lnTo>
                  <a:lnTo>
                    <a:pt x="167073" y="83536"/>
                  </a:lnTo>
                  <a:lnTo>
                    <a:pt x="160508" y="51021"/>
                  </a:lnTo>
                  <a:lnTo>
                    <a:pt x="142605" y="24467"/>
                  </a:lnTo>
                  <a:lnTo>
                    <a:pt x="116052" y="6564"/>
                  </a:lnTo>
                  <a:lnTo>
                    <a:pt x="83536" y="0"/>
                  </a:lnTo>
                  <a:close/>
                </a:path>
              </a:pathLst>
            </a:custGeom>
            <a:solidFill>
              <a:srgbClr val="A0CA5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2" name="object 162" descr=""/>
          <p:cNvGrpSpPr/>
          <p:nvPr/>
        </p:nvGrpSpPr>
        <p:grpSpPr>
          <a:xfrm>
            <a:off x="12248262" y="8683814"/>
            <a:ext cx="3800475" cy="1663700"/>
            <a:chOff x="12248262" y="8683814"/>
            <a:chExt cx="3800475" cy="1663700"/>
          </a:xfrm>
        </p:grpSpPr>
        <p:sp>
          <p:nvSpPr>
            <p:cNvPr id="163" name="object 163" descr=""/>
            <p:cNvSpPr/>
            <p:nvPr/>
          </p:nvSpPr>
          <p:spPr>
            <a:xfrm>
              <a:off x="12575375" y="8721127"/>
              <a:ext cx="3473450" cy="1586230"/>
            </a:xfrm>
            <a:custGeom>
              <a:avLst/>
              <a:gdLst/>
              <a:ahLst/>
              <a:cxnLst/>
              <a:rect l="l" t="t" r="r" b="b"/>
              <a:pathLst>
                <a:path w="3473450" h="1586229">
                  <a:moveTo>
                    <a:pt x="3473098" y="0"/>
                  </a:moveTo>
                  <a:lnTo>
                    <a:pt x="0" y="0"/>
                  </a:lnTo>
                  <a:lnTo>
                    <a:pt x="0" y="1585826"/>
                  </a:lnTo>
                  <a:lnTo>
                    <a:pt x="3473098" y="1585826"/>
                  </a:lnTo>
                  <a:lnTo>
                    <a:pt x="3473098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2248262" y="8721132"/>
              <a:ext cx="3309620" cy="1586230"/>
            </a:xfrm>
            <a:custGeom>
              <a:avLst/>
              <a:gdLst/>
              <a:ahLst/>
              <a:cxnLst/>
              <a:rect l="l" t="t" r="r" b="b"/>
              <a:pathLst>
                <a:path w="3309619" h="1586229">
                  <a:moveTo>
                    <a:pt x="3309553" y="0"/>
                  </a:moveTo>
                  <a:lnTo>
                    <a:pt x="27381" y="0"/>
                  </a:lnTo>
                  <a:lnTo>
                    <a:pt x="16724" y="2151"/>
                  </a:lnTo>
                  <a:lnTo>
                    <a:pt x="8020" y="8019"/>
                  </a:lnTo>
                  <a:lnTo>
                    <a:pt x="2152" y="16719"/>
                  </a:lnTo>
                  <a:lnTo>
                    <a:pt x="0" y="27370"/>
                  </a:lnTo>
                  <a:lnTo>
                    <a:pt x="0" y="1585826"/>
                  </a:lnTo>
                  <a:lnTo>
                    <a:pt x="3309553" y="1585826"/>
                  </a:lnTo>
                  <a:lnTo>
                    <a:pt x="3309553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2248261" y="8721134"/>
              <a:ext cx="1607185" cy="1586230"/>
            </a:xfrm>
            <a:custGeom>
              <a:avLst/>
              <a:gdLst/>
              <a:ahLst/>
              <a:cxnLst/>
              <a:rect l="l" t="t" r="r" b="b"/>
              <a:pathLst>
                <a:path w="1607184" h="1586229">
                  <a:moveTo>
                    <a:pt x="1568183" y="0"/>
                  </a:moveTo>
                  <a:lnTo>
                    <a:pt x="27381" y="0"/>
                  </a:lnTo>
                  <a:lnTo>
                    <a:pt x="16725" y="2159"/>
                  </a:lnTo>
                  <a:lnTo>
                    <a:pt x="8026" y="8026"/>
                  </a:lnTo>
                  <a:lnTo>
                    <a:pt x="2159" y="16725"/>
                  </a:lnTo>
                  <a:lnTo>
                    <a:pt x="0" y="27381"/>
                  </a:lnTo>
                  <a:lnTo>
                    <a:pt x="0" y="365594"/>
                  </a:lnTo>
                  <a:lnTo>
                    <a:pt x="1568183" y="365594"/>
                  </a:lnTo>
                  <a:lnTo>
                    <a:pt x="1568183" y="0"/>
                  </a:lnTo>
                  <a:close/>
                </a:path>
                <a:path w="1607184" h="1586229">
                  <a:moveTo>
                    <a:pt x="1606677" y="0"/>
                  </a:moveTo>
                  <a:lnTo>
                    <a:pt x="1568196" y="0"/>
                  </a:lnTo>
                  <a:lnTo>
                    <a:pt x="1568196" y="1585823"/>
                  </a:lnTo>
                  <a:lnTo>
                    <a:pt x="1606677" y="1585823"/>
                  </a:lnTo>
                  <a:lnTo>
                    <a:pt x="1606677" y="0"/>
                  </a:lnTo>
                  <a:close/>
                </a:path>
              </a:pathLst>
            </a:custGeom>
            <a:solidFill>
              <a:srgbClr val="3949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2421435" y="9206979"/>
              <a:ext cx="1222375" cy="707390"/>
            </a:xfrm>
            <a:custGeom>
              <a:avLst/>
              <a:gdLst/>
              <a:ahLst/>
              <a:cxnLst/>
              <a:rect l="l" t="t" r="r" b="b"/>
              <a:pathLst>
                <a:path w="1222375" h="707390">
                  <a:moveTo>
                    <a:pt x="1192047" y="0"/>
                  </a:moveTo>
                  <a:lnTo>
                    <a:pt x="29800" y="0"/>
                  </a:lnTo>
                  <a:lnTo>
                    <a:pt x="18199" y="2341"/>
                  </a:lnTo>
                  <a:lnTo>
                    <a:pt x="8727" y="8727"/>
                  </a:lnTo>
                  <a:lnTo>
                    <a:pt x="2341" y="18199"/>
                  </a:lnTo>
                  <a:lnTo>
                    <a:pt x="0" y="29800"/>
                  </a:lnTo>
                  <a:lnTo>
                    <a:pt x="0" y="677330"/>
                  </a:lnTo>
                  <a:lnTo>
                    <a:pt x="2341" y="688930"/>
                  </a:lnTo>
                  <a:lnTo>
                    <a:pt x="8727" y="698402"/>
                  </a:lnTo>
                  <a:lnTo>
                    <a:pt x="18199" y="704788"/>
                  </a:lnTo>
                  <a:lnTo>
                    <a:pt x="29800" y="707130"/>
                  </a:lnTo>
                  <a:lnTo>
                    <a:pt x="1192047" y="707130"/>
                  </a:lnTo>
                  <a:lnTo>
                    <a:pt x="1203647" y="704788"/>
                  </a:lnTo>
                  <a:lnTo>
                    <a:pt x="1213120" y="698402"/>
                  </a:lnTo>
                  <a:lnTo>
                    <a:pt x="1219506" y="688930"/>
                  </a:lnTo>
                  <a:lnTo>
                    <a:pt x="1221847" y="677330"/>
                  </a:lnTo>
                  <a:lnTo>
                    <a:pt x="1221847" y="29800"/>
                  </a:lnTo>
                  <a:lnTo>
                    <a:pt x="1219506" y="18199"/>
                  </a:lnTo>
                  <a:lnTo>
                    <a:pt x="1213120" y="8727"/>
                  </a:lnTo>
                  <a:lnTo>
                    <a:pt x="1203647" y="2341"/>
                  </a:lnTo>
                  <a:lnTo>
                    <a:pt x="1192047" y="0"/>
                  </a:lnTo>
                  <a:close/>
                </a:path>
              </a:pathLst>
            </a:custGeom>
            <a:solidFill>
              <a:srgbClr val="266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2729299" y="9255232"/>
              <a:ext cx="712470" cy="615950"/>
            </a:xfrm>
            <a:custGeom>
              <a:avLst/>
              <a:gdLst/>
              <a:ahLst/>
              <a:cxnLst/>
              <a:rect l="l" t="t" r="r" b="b"/>
              <a:pathLst>
                <a:path w="712469" h="615950">
                  <a:moveTo>
                    <a:pt x="389636" y="0"/>
                  </a:moveTo>
                  <a:lnTo>
                    <a:pt x="125069" y="0"/>
                  </a:lnTo>
                  <a:lnTo>
                    <a:pt x="0" y="615594"/>
                  </a:lnTo>
                  <a:lnTo>
                    <a:pt x="264566" y="615594"/>
                  </a:lnTo>
                  <a:lnTo>
                    <a:pt x="389636" y="0"/>
                  </a:lnTo>
                  <a:close/>
                </a:path>
                <a:path w="712469" h="615950">
                  <a:moveTo>
                    <a:pt x="711936" y="0"/>
                  </a:moveTo>
                  <a:lnTo>
                    <a:pt x="447370" y="0"/>
                  </a:lnTo>
                  <a:lnTo>
                    <a:pt x="322300" y="615594"/>
                  </a:lnTo>
                  <a:lnTo>
                    <a:pt x="586867" y="615594"/>
                  </a:lnTo>
                  <a:lnTo>
                    <a:pt x="711936" y="0"/>
                  </a:lnTo>
                  <a:close/>
                </a:path>
              </a:pathLst>
            </a:custGeom>
            <a:solidFill>
              <a:srgbClr val="3F77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512594" y="8774050"/>
              <a:ext cx="180392" cy="63882"/>
            </a:xfrm>
            <a:prstGeom prst="rect">
              <a:avLst/>
            </a:prstGeom>
          </p:spPr>
        </p:pic>
        <p:sp>
          <p:nvSpPr>
            <p:cNvPr id="169" name="object 169" descr=""/>
            <p:cNvSpPr/>
            <p:nvPr/>
          </p:nvSpPr>
          <p:spPr>
            <a:xfrm>
              <a:off x="12427750" y="8683821"/>
              <a:ext cx="1176020" cy="37465"/>
            </a:xfrm>
            <a:custGeom>
              <a:avLst/>
              <a:gdLst/>
              <a:ahLst/>
              <a:cxnLst/>
              <a:rect l="l" t="t" r="r" b="b"/>
              <a:pathLst>
                <a:path w="1176019" h="37465">
                  <a:moveTo>
                    <a:pt x="679729" y="37312"/>
                  </a:moveTo>
                  <a:lnTo>
                    <a:pt x="619353" y="0"/>
                  </a:lnTo>
                  <a:lnTo>
                    <a:pt x="60375" y="0"/>
                  </a:lnTo>
                  <a:lnTo>
                    <a:pt x="0" y="37312"/>
                  </a:lnTo>
                  <a:lnTo>
                    <a:pt x="679729" y="37312"/>
                  </a:lnTo>
                  <a:close/>
                </a:path>
                <a:path w="1176019" h="37465">
                  <a:moveTo>
                    <a:pt x="1175435" y="37312"/>
                  </a:moveTo>
                  <a:lnTo>
                    <a:pt x="1146657" y="0"/>
                  </a:lnTo>
                  <a:lnTo>
                    <a:pt x="880313" y="0"/>
                  </a:lnTo>
                  <a:lnTo>
                    <a:pt x="851535" y="37312"/>
                  </a:lnTo>
                  <a:lnTo>
                    <a:pt x="1175435" y="37312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2575370" y="9016169"/>
              <a:ext cx="909319" cy="71120"/>
            </a:xfrm>
            <a:custGeom>
              <a:avLst/>
              <a:gdLst/>
              <a:ahLst/>
              <a:cxnLst/>
              <a:rect l="l" t="t" r="r" b="b"/>
              <a:pathLst>
                <a:path w="909319" h="71120">
                  <a:moveTo>
                    <a:pt x="838613" y="0"/>
                  </a:moveTo>
                  <a:lnTo>
                    <a:pt x="70552" y="0"/>
                  </a:lnTo>
                  <a:lnTo>
                    <a:pt x="43091" y="5544"/>
                  </a:lnTo>
                  <a:lnTo>
                    <a:pt x="20665" y="20665"/>
                  </a:lnTo>
                  <a:lnTo>
                    <a:pt x="5544" y="43091"/>
                  </a:lnTo>
                  <a:lnTo>
                    <a:pt x="0" y="70552"/>
                  </a:lnTo>
                  <a:lnTo>
                    <a:pt x="909166" y="70552"/>
                  </a:lnTo>
                  <a:lnTo>
                    <a:pt x="903621" y="43091"/>
                  </a:lnTo>
                  <a:lnTo>
                    <a:pt x="888500" y="20665"/>
                  </a:lnTo>
                  <a:lnTo>
                    <a:pt x="866074" y="5544"/>
                  </a:lnTo>
                  <a:lnTo>
                    <a:pt x="838613" y="0"/>
                  </a:lnTo>
                  <a:close/>
                </a:path>
              </a:pathLst>
            </a:custGeom>
            <a:solidFill>
              <a:srgbClr val="1F7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4371256" y="8787923"/>
              <a:ext cx="1268730" cy="1519555"/>
            </a:xfrm>
            <a:custGeom>
              <a:avLst/>
              <a:gdLst/>
              <a:ahLst/>
              <a:cxnLst/>
              <a:rect l="l" t="t" r="r" b="b"/>
              <a:pathLst>
                <a:path w="1268730" h="1519554">
                  <a:moveTo>
                    <a:pt x="1268323" y="0"/>
                  </a:moveTo>
                  <a:lnTo>
                    <a:pt x="1249083" y="0"/>
                  </a:lnTo>
                  <a:lnTo>
                    <a:pt x="1249083" y="116014"/>
                  </a:lnTo>
                  <a:lnTo>
                    <a:pt x="1249083" y="140068"/>
                  </a:lnTo>
                  <a:lnTo>
                    <a:pt x="1249083" y="316699"/>
                  </a:lnTo>
                  <a:lnTo>
                    <a:pt x="1249083" y="340753"/>
                  </a:lnTo>
                  <a:lnTo>
                    <a:pt x="1249083" y="517398"/>
                  </a:lnTo>
                  <a:lnTo>
                    <a:pt x="787285" y="517398"/>
                  </a:lnTo>
                  <a:lnTo>
                    <a:pt x="787285" y="469290"/>
                  </a:lnTo>
                  <a:lnTo>
                    <a:pt x="397649" y="469290"/>
                  </a:lnTo>
                  <a:lnTo>
                    <a:pt x="397649" y="517398"/>
                  </a:lnTo>
                  <a:lnTo>
                    <a:pt x="25654" y="517398"/>
                  </a:lnTo>
                  <a:lnTo>
                    <a:pt x="25654" y="340753"/>
                  </a:lnTo>
                  <a:lnTo>
                    <a:pt x="1249083" y="340753"/>
                  </a:lnTo>
                  <a:lnTo>
                    <a:pt x="1249083" y="316699"/>
                  </a:lnTo>
                  <a:lnTo>
                    <a:pt x="787285" y="316699"/>
                  </a:lnTo>
                  <a:lnTo>
                    <a:pt x="787285" y="268592"/>
                  </a:lnTo>
                  <a:lnTo>
                    <a:pt x="397649" y="268592"/>
                  </a:lnTo>
                  <a:lnTo>
                    <a:pt x="397649" y="316699"/>
                  </a:lnTo>
                  <a:lnTo>
                    <a:pt x="25654" y="316699"/>
                  </a:lnTo>
                  <a:lnTo>
                    <a:pt x="25654" y="140068"/>
                  </a:lnTo>
                  <a:lnTo>
                    <a:pt x="1249083" y="140068"/>
                  </a:lnTo>
                  <a:lnTo>
                    <a:pt x="1249083" y="116014"/>
                  </a:lnTo>
                  <a:lnTo>
                    <a:pt x="787285" y="116014"/>
                  </a:lnTo>
                  <a:lnTo>
                    <a:pt x="787285" y="67894"/>
                  </a:lnTo>
                  <a:lnTo>
                    <a:pt x="397649" y="67894"/>
                  </a:lnTo>
                  <a:lnTo>
                    <a:pt x="397649" y="116014"/>
                  </a:lnTo>
                  <a:lnTo>
                    <a:pt x="25654" y="116014"/>
                  </a:lnTo>
                  <a:lnTo>
                    <a:pt x="25654" y="0"/>
                  </a:lnTo>
                  <a:lnTo>
                    <a:pt x="0" y="0"/>
                  </a:lnTo>
                  <a:lnTo>
                    <a:pt x="0" y="1519034"/>
                  </a:lnTo>
                  <a:lnTo>
                    <a:pt x="25654" y="1519034"/>
                  </a:lnTo>
                  <a:lnTo>
                    <a:pt x="25654" y="541451"/>
                  </a:lnTo>
                  <a:lnTo>
                    <a:pt x="1249083" y="541451"/>
                  </a:lnTo>
                  <a:lnTo>
                    <a:pt x="1249083" y="1519034"/>
                  </a:lnTo>
                  <a:lnTo>
                    <a:pt x="1268323" y="1519034"/>
                  </a:lnTo>
                  <a:lnTo>
                    <a:pt x="1268323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2248261" y="8702477"/>
              <a:ext cx="3800475" cy="1644650"/>
            </a:xfrm>
            <a:custGeom>
              <a:avLst/>
              <a:gdLst/>
              <a:ahLst/>
              <a:cxnLst/>
              <a:rect l="l" t="t" r="r" b="b"/>
              <a:pathLst>
                <a:path w="3800475" h="1644650">
                  <a:moveTo>
                    <a:pt x="3800208" y="1604492"/>
                  </a:moveTo>
                  <a:lnTo>
                    <a:pt x="0" y="1604492"/>
                  </a:lnTo>
                  <a:lnTo>
                    <a:pt x="0" y="1644573"/>
                  </a:lnTo>
                  <a:lnTo>
                    <a:pt x="3800208" y="1644573"/>
                  </a:lnTo>
                  <a:lnTo>
                    <a:pt x="3800208" y="1604492"/>
                  </a:lnTo>
                  <a:close/>
                </a:path>
                <a:path w="3800475" h="1644650">
                  <a:moveTo>
                    <a:pt x="3800208" y="0"/>
                  </a:moveTo>
                  <a:lnTo>
                    <a:pt x="1570583" y="0"/>
                  </a:lnTo>
                  <a:lnTo>
                    <a:pt x="1570583" y="85445"/>
                  </a:lnTo>
                  <a:lnTo>
                    <a:pt x="3800208" y="85445"/>
                  </a:lnTo>
                  <a:lnTo>
                    <a:pt x="3800208" y="0"/>
                  </a:lnTo>
                  <a:close/>
                </a:path>
              </a:pathLst>
            </a:custGeom>
            <a:solidFill>
              <a:srgbClr val="3949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2421443" y="9305318"/>
              <a:ext cx="1222375" cy="20320"/>
            </a:xfrm>
            <a:custGeom>
              <a:avLst/>
              <a:gdLst/>
              <a:ahLst/>
              <a:cxnLst/>
              <a:rect l="l" t="t" r="r" b="b"/>
              <a:pathLst>
                <a:path w="1222375" h="20320">
                  <a:moveTo>
                    <a:pt x="1221837" y="0"/>
                  </a:moveTo>
                  <a:lnTo>
                    <a:pt x="0" y="0"/>
                  </a:lnTo>
                  <a:lnTo>
                    <a:pt x="0" y="20041"/>
                  </a:lnTo>
                  <a:lnTo>
                    <a:pt x="1221837" y="20041"/>
                  </a:lnTo>
                  <a:lnTo>
                    <a:pt x="1221837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4" name="object 174" descr=""/>
          <p:cNvGrpSpPr/>
          <p:nvPr/>
        </p:nvGrpSpPr>
        <p:grpSpPr>
          <a:xfrm>
            <a:off x="9835993" y="1801826"/>
            <a:ext cx="1176020" cy="2124710"/>
            <a:chOff x="9835993" y="1801826"/>
            <a:chExt cx="1176020" cy="2124710"/>
          </a:xfrm>
        </p:grpSpPr>
        <p:sp>
          <p:nvSpPr>
            <p:cNvPr id="175" name="object 175" descr=""/>
            <p:cNvSpPr/>
            <p:nvPr/>
          </p:nvSpPr>
          <p:spPr>
            <a:xfrm>
              <a:off x="10538866" y="2877305"/>
              <a:ext cx="387350" cy="299085"/>
            </a:xfrm>
            <a:custGeom>
              <a:avLst/>
              <a:gdLst/>
              <a:ahLst/>
              <a:cxnLst/>
              <a:rect l="l" t="t" r="r" b="b"/>
              <a:pathLst>
                <a:path w="387350" h="299085">
                  <a:moveTo>
                    <a:pt x="387134" y="33058"/>
                  </a:moveTo>
                  <a:lnTo>
                    <a:pt x="384530" y="20180"/>
                  </a:lnTo>
                  <a:lnTo>
                    <a:pt x="377456" y="9677"/>
                  </a:lnTo>
                  <a:lnTo>
                    <a:pt x="366953" y="2590"/>
                  </a:lnTo>
                  <a:lnTo>
                    <a:pt x="354088" y="0"/>
                  </a:lnTo>
                  <a:lnTo>
                    <a:pt x="177342" y="0"/>
                  </a:lnTo>
                  <a:lnTo>
                    <a:pt x="144983" y="0"/>
                  </a:lnTo>
                  <a:lnTo>
                    <a:pt x="0" y="0"/>
                  </a:lnTo>
                  <a:lnTo>
                    <a:pt x="14033" y="21869"/>
                  </a:lnTo>
                  <a:lnTo>
                    <a:pt x="31826" y="59296"/>
                  </a:lnTo>
                  <a:lnTo>
                    <a:pt x="45720" y="110197"/>
                  </a:lnTo>
                  <a:lnTo>
                    <a:pt x="48018" y="172427"/>
                  </a:lnTo>
                  <a:lnTo>
                    <a:pt x="40170" y="215836"/>
                  </a:lnTo>
                  <a:lnTo>
                    <a:pt x="27305" y="251777"/>
                  </a:lnTo>
                  <a:lnTo>
                    <a:pt x="12788" y="279692"/>
                  </a:lnTo>
                  <a:lnTo>
                    <a:pt x="0" y="299021"/>
                  </a:lnTo>
                  <a:lnTo>
                    <a:pt x="177342" y="299021"/>
                  </a:lnTo>
                  <a:lnTo>
                    <a:pt x="189890" y="278803"/>
                  </a:lnTo>
                  <a:lnTo>
                    <a:pt x="204050" y="249567"/>
                  </a:lnTo>
                  <a:lnTo>
                    <a:pt x="216344" y="211963"/>
                  </a:lnTo>
                  <a:lnTo>
                    <a:pt x="223329" y="166687"/>
                  </a:lnTo>
                  <a:lnTo>
                    <a:pt x="220332" y="107378"/>
                  </a:lnTo>
                  <a:lnTo>
                    <a:pt x="209346" y="66103"/>
                  </a:lnTo>
                  <a:lnTo>
                    <a:pt x="354088" y="66103"/>
                  </a:lnTo>
                  <a:lnTo>
                    <a:pt x="366953" y="63500"/>
                  </a:lnTo>
                  <a:lnTo>
                    <a:pt x="377456" y="56426"/>
                  </a:lnTo>
                  <a:lnTo>
                    <a:pt x="384530" y="45923"/>
                  </a:lnTo>
                  <a:lnTo>
                    <a:pt x="387134" y="33058"/>
                  </a:lnTo>
                  <a:close/>
                </a:path>
              </a:pathLst>
            </a:custGeom>
            <a:solidFill>
              <a:srgbClr val="7D80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0341965" y="3180670"/>
              <a:ext cx="561340" cy="657225"/>
            </a:xfrm>
            <a:custGeom>
              <a:avLst/>
              <a:gdLst/>
              <a:ahLst/>
              <a:cxnLst/>
              <a:rect l="l" t="t" r="r" b="b"/>
              <a:pathLst>
                <a:path w="561340" h="657225">
                  <a:moveTo>
                    <a:pt x="561162" y="595833"/>
                  </a:moveTo>
                  <a:lnTo>
                    <a:pt x="155930" y="535432"/>
                  </a:lnTo>
                  <a:lnTo>
                    <a:pt x="155930" y="352945"/>
                  </a:lnTo>
                  <a:lnTo>
                    <a:pt x="168071" y="344754"/>
                  </a:lnTo>
                  <a:lnTo>
                    <a:pt x="189166" y="313461"/>
                  </a:lnTo>
                  <a:lnTo>
                    <a:pt x="196900" y="275145"/>
                  </a:lnTo>
                  <a:lnTo>
                    <a:pt x="196900" y="0"/>
                  </a:lnTo>
                  <a:lnTo>
                    <a:pt x="0" y="0"/>
                  </a:lnTo>
                  <a:lnTo>
                    <a:pt x="0" y="275145"/>
                  </a:lnTo>
                  <a:lnTo>
                    <a:pt x="7734" y="313461"/>
                  </a:lnTo>
                  <a:lnTo>
                    <a:pt x="28841" y="344754"/>
                  </a:lnTo>
                  <a:lnTo>
                    <a:pt x="40982" y="352945"/>
                  </a:lnTo>
                  <a:lnTo>
                    <a:pt x="40982" y="560095"/>
                  </a:lnTo>
                  <a:lnTo>
                    <a:pt x="98463" y="560095"/>
                  </a:lnTo>
                  <a:lnTo>
                    <a:pt x="98463" y="634149"/>
                  </a:lnTo>
                  <a:lnTo>
                    <a:pt x="561162" y="657148"/>
                  </a:lnTo>
                  <a:lnTo>
                    <a:pt x="561162" y="595833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876320" y="3790568"/>
              <a:ext cx="135367" cy="135367"/>
            </a:xfrm>
            <a:prstGeom prst="rect">
              <a:avLst/>
            </a:prstGeom>
          </p:spPr>
        </p:pic>
        <p:sp>
          <p:nvSpPr>
            <p:cNvPr id="178" name="object 178" descr=""/>
            <p:cNvSpPr/>
            <p:nvPr/>
          </p:nvSpPr>
          <p:spPr>
            <a:xfrm>
              <a:off x="9977709" y="3707527"/>
              <a:ext cx="462915" cy="130810"/>
            </a:xfrm>
            <a:custGeom>
              <a:avLst/>
              <a:gdLst/>
              <a:ahLst/>
              <a:cxnLst/>
              <a:rect l="l" t="t" r="r" b="b"/>
              <a:pathLst>
                <a:path w="462915" h="130810">
                  <a:moveTo>
                    <a:pt x="462708" y="0"/>
                  </a:moveTo>
                  <a:lnTo>
                    <a:pt x="0" y="68971"/>
                  </a:lnTo>
                  <a:lnTo>
                    <a:pt x="0" y="130278"/>
                  </a:lnTo>
                  <a:lnTo>
                    <a:pt x="462708" y="107284"/>
                  </a:lnTo>
                  <a:lnTo>
                    <a:pt x="462708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69156" y="3790568"/>
              <a:ext cx="135378" cy="135367"/>
            </a:xfrm>
            <a:prstGeom prst="rect">
              <a:avLst/>
            </a:prstGeom>
          </p:spPr>
        </p:pic>
        <p:pic>
          <p:nvPicPr>
            <p:cNvPr id="180" name="object 18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341969" y="3657713"/>
              <a:ext cx="196904" cy="200538"/>
            </a:xfrm>
            <a:prstGeom prst="rect">
              <a:avLst/>
            </a:prstGeom>
          </p:spPr>
        </p:pic>
        <p:sp>
          <p:nvSpPr>
            <p:cNvPr id="181" name="object 181" descr=""/>
            <p:cNvSpPr/>
            <p:nvPr/>
          </p:nvSpPr>
          <p:spPr>
            <a:xfrm>
              <a:off x="10341977" y="3215148"/>
              <a:ext cx="197485" cy="83185"/>
            </a:xfrm>
            <a:custGeom>
              <a:avLst/>
              <a:gdLst/>
              <a:ahLst/>
              <a:cxnLst/>
              <a:rect l="l" t="t" r="r" b="b"/>
              <a:pathLst>
                <a:path w="197484" h="83185">
                  <a:moveTo>
                    <a:pt x="196894" y="0"/>
                  </a:moveTo>
                  <a:lnTo>
                    <a:pt x="0" y="0"/>
                  </a:lnTo>
                  <a:lnTo>
                    <a:pt x="0" y="83034"/>
                  </a:lnTo>
                  <a:lnTo>
                    <a:pt x="196894" y="83034"/>
                  </a:lnTo>
                  <a:lnTo>
                    <a:pt x="196894" y="0"/>
                  </a:lnTo>
                  <a:close/>
                </a:path>
              </a:pathLst>
            </a:custGeom>
            <a:solidFill>
              <a:srgbClr val="7D80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0252150" y="1801826"/>
              <a:ext cx="584200" cy="1193165"/>
            </a:xfrm>
            <a:custGeom>
              <a:avLst/>
              <a:gdLst/>
              <a:ahLst/>
              <a:cxnLst/>
              <a:rect l="l" t="t" r="r" b="b"/>
              <a:pathLst>
                <a:path w="584200" h="1193164">
                  <a:moveTo>
                    <a:pt x="500508" y="0"/>
                  </a:moveTo>
                  <a:lnTo>
                    <a:pt x="201627" y="0"/>
                  </a:lnTo>
                  <a:lnTo>
                    <a:pt x="167396" y="6827"/>
                  </a:lnTo>
                  <a:lnTo>
                    <a:pt x="138145" y="25487"/>
                  </a:lnTo>
                  <a:lnTo>
                    <a:pt x="116954" y="53242"/>
                  </a:lnTo>
                  <a:lnTo>
                    <a:pt x="106907" y="87358"/>
                  </a:lnTo>
                  <a:lnTo>
                    <a:pt x="0" y="1192738"/>
                  </a:lnTo>
                  <a:lnTo>
                    <a:pt x="512581" y="1192738"/>
                  </a:lnTo>
                  <a:lnTo>
                    <a:pt x="548998" y="1169167"/>
                  </a:lnTo>
                  <a:lnTo>
                    <a:pt x="584191" y="87358"/>
                  </a:lnTo>
                  <a:lnTo>
                    <a:pt x="578488" y="53242"/>
                  </a:lnTo>
                  <a:lnTo>
                    <a:pt x="560800" y="25487"/>
                  </a:lnTo>
                  <a:lnTo>
                    <a:pt x="533887" y="6827"/>
                  </a:lnTo>
                  <a:lnTo>
                    <a:pt x="500508" y="0"/>
                  </a:lnTo>
                  <a:close/>
                </a:path>
              </a:pathLst>
            </a:custGeom>
            <a:solidFill>
              <a:srgbClr val="6471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0198727" y="1801826"/>
              <a:ext cx="580390" cy="1193165"/>
            </a:xfrm>
            <a:custGeom>
              <a:avLst/>
              <a:gdLst/>
              <a:ahLst/>
              <a:cxnLst/>
              <a:rect l="l" t="t" r="r" b="b"/>
              <a:pathLst>
                <a:path w="580390" h="1193164">
                  <a:moveTo>
                    <a:pt x="496456" y="0"/>
                  </a:moveTo>
                  <a:lnTo>
                    <a:pt x="197575" y="0"/>
                  </a:lnTo>
                  <a:lnTo>
                    <a:pt x="163344" y="6827"/>
                  </a:lnTo>
                  <a:lnTo>
                    <a:pt x="134092" y="25487"/>
                  </a:lnTo>
                  <a:lnTo>
                    <a:pt x="112902" y="53242"/>
                  </a:lnTo>
                  <a:lnTo>
                    <a:pt x="102855" y="87358"/>
                  </a:lnTo>
                  <a:lnTo>
                    <a:pt x="0" y="1150855"/>
                  </a:lnTo>
                  <a:lnTo>
                    <a:pt x="1856" y="1166870"/>
                  </a:lnTo>
                  <a:lnTo>
                    <a:pt x="9744" y="1180215"/>
                  </a:lnTo>
                  <a:lnTo>
                    <a:pt x="22268" y="1189351"/>
                  </a:lnTo>
                  <a:lnTo>
                    <a:pt x="38030" y="1192738"/>
                  </a:lnTo>
                  <a:lnTo>
                    <a:pt x="508529" y="1192738"/>
                  </a:lnTo>
                  <a:lnTo>
                    <a:pt x="544944" y="1169167"/>
                  </a:lnTo>
                  <a:lnTo>
                    <a:pt x="580139" y="87358"/>
                  </a:lnTo>
                  <a:lnTo>
                    <a:pt x="574436" y="53242"/>
                  </a:lnTo>
                  <a:lnTo>
                    <a:pt x="556748" y="25487"/>
                  </a:lnTo>
                  <a:lnTo>
                    <a:pt x="529835" y="6827"/>
                  </a:lnTo>
                  <a:lnTo>
                    <a:pt x="496456" y="0"/>
                  </a:lnTo>
                  <a:close/>
                </a:path>
              </a:pathLst>
            </a:custGeom>
            <a:solidFill>
              <a:srgbClr val="7D88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0280892" y="1898378"/>
              <a:ext cx="386715" cy="1096645"/>
            </a:xfrm>
            <a:custGeom>
              <a:avLst/>
              <a:gdLst/>
              <a:ahLst/>
              <a:cxnLst/>
              <a:rect l="l" t="t" r="r" b="b"/>
              <a:pathLst>
                <a:path w="386715" h="1096645">
                  <a:moveTo>
                    <a:pt x="377967" y="0"/>
                  </a:moveTo>
                  <a:lnTo>
                    <a:pt x="119085" y="0"/>
                  </a:lnTo>
                  <a:lnTo>
                    <a:pt x="114027" y="4366"/>
                  </a:lnTo>
                  <a:lnTo>
                    <a:pt x="113577" y="10345"/>
                  </a:lnTo>
                  <a:lnTo>
                    <a:pt x="0" y="1096186"/>
                  </a:lnTo>
                  <a:lnTo>
                    <a:pt x="23224" y="1096186"/>
                  </a:lnTo>
                  <a:lnTo>
                    <a:pt x="39768" y="937091"/>
                  </a:lnTo>
                  <a:lnTo>
                    <a:pt x="135409" y="22994"/>
                  </a:lnTo>
                  <a:lnTo>
                    <a:pt x="363245" y="22994"/>
                  </a:lnTo>
                  <a:lnTo>
                    <a:pt x="333591" y="1096186"/>
                  </a:lnTo>
                  <a:lnTo>
                    <a:pt x="356586" y="1096186"/>
                  </a:lnTo>
                  <a:lnTo>
                    <a:pt x="386469" y="11727"/>
                  </a:lnTo>
                  <a:lnTo>
                    <a:pt x="386469" y="8743"/>
                  </a:lnTo>
                  <a:lnTo>
                    <a:pt x="385318" y="5748"/>
                  </a:lnTo>
                  <a:lnTo>
                    <a:pt x="383255" y="3455"/>
                  </a:lnTo>
                  <a:lnTo>
                    <a:pt x="380951" y="1382"/>
                  </a:lnTo>
                  <a:lnTo>
                    <a:pt x="377967" y="0"/>
                  </a:lnTo>
                  <a:close/>
                </a:path>
              </a:pathLst>
            </a:custGeom>
            <a:solidFill>
              <a:srgbClr val="6471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9835993" y="3137485"/>
              <a:ext cx="1012190" cy="78105"/>
            </a:xfrm>
            <a:custGeom>
              <a:avLst/>
              <a:gdLst/>
              <a:ahLst/>
              <a:cxnLst/>
              <a:rect l="l" t="t" r="r" b="b"/>
              <a:pathLst>
                <a:path w="1012190" h="78105">
                  <a:moveTo>
                    <a:pt x="973132" y="0"/>
                  </a:moveTo>
                  <a:lnTo>
                    <a:pt x="38826" y="0"/>
                  </a:lnTo>
                  <a:lnTo>
                    <a:pt x="23712" y="3052"/>
                  </a:lnTo>
                  <a:lnTo>
                    <a:pt x="11371" y="11376"/>
                  </a:lnTo>
                  <a:lnTo>
                    <a:pt x="3050" y="23721"/>
                  </a:lnTo>
                  <a:lnTo>
                    <a:pt x="0" y="38836"/>
                  </a:lnTo>
                  <a:lnTo>
                    <a:pt x="3050" y="53949"/>
                  </a:lnTo>
                  <a:lnTo>
                    <a:pt x="11371" y="66291"/>
                  </a:lnTo>
                  <a:lnTo>
                    <a:pt x="23712" y="74611"/>
                  </a:lnTo>
                  <a:lnTo>
                    <a:pt x="38826" y="77662"/>
                  </a:lnTo>
                  <a:lnTo>
                    <a:pt x="973132" y="77662"/>
                  </a:lnTo>
                  <a:lnTo>
                    <a:pt x="988246" y="74611"/>
                  </a:lnTo>
                  <a:lnTo>
                    <a:pt x="1000587" y="66291"/>
                  </a:lnTo>
                  <a:lnTo>
                    <a:pt x="1008907" y="53949"/>
                  </a:lnTo>
                  <a:lnTo>
                    <a:pt x="1011958" y="38836"/>
                  </a:lnTo>
                  <a:lnTo>
                    <a:pt x="1008907" y="23721"/>
                  </a:lnTo>
                  <a:lnTo>
                    <a:pt x="1000587" y="11376"/>
                  </a:lnTo>
                  <a:lnTo>
                    <a:pt x="988246" y="3052"/>
                  </a:lnTo>
                  <a:lnTo>
                    <a:pt x="973132" y="0"/>
                  </a:lnTo>
                  <a:close/>
                </a:path>
              </a:pathLst>
            </a:custGeom>
            <a:solidFill>
              <a:srgbClr val="7D88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0307866" y="2835547"/>
              <a:ext cx="540385" cy="379730"/>
            </a:xfrm>
            <a:custGeom>
              <a:avLst/>
              <a:gdLst/>
              <a:ahLst/>
              <a:cxnLst/>
              <a:rect l="l" t="t" r="r" b="b"/>
              <a:pathLst>
                <a:path w="540384" h="379730">
                  <a:moveTo>
                    <a:pt x="322122" y="0"/>
                  </a:moveTo>
                  <a:lnTo>
                    <a:pt x="0" y="0"/>
                  </a:lnTo>
                  <a:lnTo>
                    <a:pt x="0" y="22987"/>
                  </a:lnTo>
                  <a:lnTo>
                    <a:pt x="322122" y="22987"/>
                  </a:lnTo>
                  <a:lnTo>
                    <a:pt x="322122" y="0"/>
                  </a:lnTo>
                  <a:close/>
                </a:path>
                <a:path w="540384" h="379730">
                  <a:moveTo>
                    <a:pt x="540080" y="340779"/>
                  </a:moveTo>
                  <a:lnTo>
                    <a:pt x="537032" y="325666"/>
                  </a:lnTo>
                  <a:lnTo>
                    <a:pt x="528713" y="313321"/>
                  </a:lnTo>
                  <a:lnTo>
                    <a:pt x="516369" y="304990"/>
                  </a:lnTo>
                  <a:lnTo>
                    <a:pt x="501256" y="301942"/>
                  </a:lnTo>
                  <a:lnTo>
                    <a:pt x="258330" y="301942"/>
                  </a:lnTo>
                  <a:lnTo>
                    <a:pt x="243217" y="304990"/>
                  </a:lnTo>
                  <a:lnTo>
                    <a:pt x="230873" y="313321"/>
                  </a:lnTo>
                  <a:lnTo>
                    <a:pt x="222554" y="325666"/>
                  </a:lnTo>
                  <a:lnTo>
                    <a:pt x="219506" y="340779"/>
                  </a:lnTo>
                  <a:lnTo>
                    <a:pt x="222554" y="355892"/>
                  </a:lnTo>
                  <a:lnTo>
                    <a:pt x="230873" y="368236"/>
                  </a:lnTo>
                  <a:lnTo>
                    <a:pt x="243217" y="376555"/>
                  </a:lnTo>
                  <a:lnTo>
                    <a:pt x="258330" y="379603"/>
                  </a:lnTo>
                  <a:lnTo>
                    <a:pt x="501256" y="379603"/>
                  </a:lnTo>
                  <a:lnTo>
                    <a:pt x="516369" y="376555"/>
                  </a:lnTo>
                  <a:lnTo>
                    <a:pt x="528713" y="368236"/>
                  </a:lnTo>
                  <a:lnTo>
                    <a:pt x="537032" y="355892"/>
                  </a:lnTo>
                  <a:lnTo>
                    <a:pt x="540080" y="340779"/>
                  </a:lnTo>
                  <a:close/>
                </a:path>
              </a:pathLst>
            </a:custGeom>
            <a:solidFill>
              <a:srgbClr val="64718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7" name="object 187" descr=""/>
          <p:cNvGrpSpPr/>
          <p:nvPr/>
        </p:nvGrpSpPr>
        <p:grpSpPr>
          <a:xfrm>
            <a:off x="11904578" y="7247978"/>
            <a:ext cx="3687445" cy="767080"/>
            <a:chOff x="11904578" y="7247978"/>
            <a:chExt cx="3687445" cy="767080"/>
          </a:xfrm>
        </p:grpSpPr>
        <p:sp>
          <p:nvSpPr>
            <p:cNvPr id="188" name="object 188" descr=""/>
            <p:cNvSpPr/>
            <p:nvPr/>
          </p:nvSpPr>
          <p:spPr>
            <a:xfrm>
              <a:off x="11904578" y="7247983"/>
              <a:ext cx="3329940" cy="705485"/>
            </a:xfrm>
            <a:custGeom>
              <a:avLst/>
              <a:gdLst/>
              <a:ahLst/>
              <a:cxnLst/>
              <a:rect l="l" t="t" r="r" b="b"/>
              <a:pathLst>
                <a:path w="3329940" h="705484">
                  <a:moveTo>
                    <a:pt x="3276172" y="0"/>
                  </a:moveTo>
                  <a:lnTo>
                    <a:pt x="53317" y="0"/>
                  </a:lnTo>
                  <a:lnTo>
                    <a:pt x="32565" y="4190"/>
                  </a:lnTo>
                  <a:lnTo>
                    <a:pt x="15617" y="15617"/>
                  </a:lnTo>
                  <a:lnTo>
                    <a:pt x="4190" y="32565"/>
                  </a:lnTo>
                  <a:lnTo>
                    <a:pt x="0" y="53317"/>
                  </a:lnTo>
                  <a:lnTo>
                    <a:pt x="0" y="651927"/>
                  </a:lnTo>
                  <a:lnTo>
                    <a:pt x="4190" y="672680"/>
                  </a:lnTo>
                  <a:lnTo>
                    <a:pt x="15617" y="689628"/>
                  </a:lnTo>
                  <a:lnTo>
                    <a:pt x="32565" y="701055"/>
                  </a:lnTo>
                  <a:lnTo>
                    <a:pt x="53317" y="705245"/>
                  </a:lnTo>
                  <a:lnTo>
                    <a:pt x="3276172" y="705245"/>
                  </a:lnTo>
                  <a:lnTo>
                    <a:pt x="3296925" y="701055"/>
                  </a:lnTo>
                  <a:lnTo>
                    <a:pt x="3313872" y="689628"/>
                  </a:lnTo>
                  <a:lnTo>
                    <a:pt x="3325299" y="672680"/>
                  </a:lnTo>
                  <a:lnTo>
                    <a:pt x="3329490" y="651927"/>
                  </a:lnTo>
                  <a:lnTo>
                    <a:pt x="3329490" y="53317"/>
                  </a:lnTo>
                  <a:lnTo>
                    <a:pt x="3325299" y="32565"/>
                  </a:lnTo>
                  <a:lnTo>
                    <a:pt x="3313872" y="15617"/>
                  </a:lnTo>
                  <a:lnTo>
                    <a:pt x="3296925" y="4190"/>
                  </a:lnTo>
                  <a:lnTo>
                    <a:pt x="3276172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2643028" y="7247997"/>
              <a:ext cx="1747520" cy="705485"/>
            </a:xfrm>
            <a:custGeom>
              <a:avLst/>
              <a:gdLst/>
              <a:ahLst/>
              <a:cxnLst/>
              <a:rect l="l" t="t" r="r" b="b"/>
              <a:pathLst>
                <a:path w="1747519" h="705484">
                  <a:moveTo>
                    <a:pt x="30657" y="0"/>
                  </a:moveTo>
                  <a:lnTo>
                    <a:pt x="0" y="0"/>
                  </a:lnTo>
                  <a:lnTo>
                    <a:pt x="0" y="705243"/>
                  </a:lnTo>
                  <a:lnTo>
                    <a:pt x="30657" y="705243"/>
                  </a:lnTo>
                  <a:lnTo>
                    <a:pt x="30657" y="0"/>
                  </a:lnTo>
                  <a:close/>
                </a:path>
                <a:path w="1747519" h="705484">
                  <a:moveTo>
                    <a:pt x="1747304" y="0"/>
                  </a:moveTo>
                  <a:lnTo>
                    <a:pt x="1716646" y="0"/>
                  </a:lnTo>
                  <a:lnTo>
                    <a:pt x="1716646" y="705243"/>
                  </a:lnTo>
                  <a:lnTo>
                    <a:pt x="1747304" y="705243"/>
                  </a:lnTo>
                  <a:lnTo>
                    <a:pt x="1747304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2673708" y="7247978"/>
              <a:ext cx="1686560" cy="225425"/>
            </a:xfrm>
            <a:custGeom>
              <a:avLst/>
              <a:gdLst/>
              <a:ahLst/>
              <a:cxnLst/>
              <a:rect l="l" t="t" r="r" b="b"/>
              <a:pathLst>
                <a:path w="1686559" h="225425">
                  <a:moveTo>
                    <a:pt x="1685969" y="0"/>
                  </a:moveTo>
                  <a:lnTo>
                    <a:pt x="0" y="0"/>
                  </a:lnTo>
                  <a:lnTo>
                    <a:pt x="0" y="224862"/>
                  </a:lnTo>
                  <a:lnTo>
                    <a:pt x="1685969" y="224862"/>
                  </a:lnTo>
                  <a:lnTo>
                    <a:pt x="1685969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2091109" y="7953225"/>
              <a:ext cx="3500754" cy="61594"/>
            </a:xfrm>
            <a:custGeom>
              <a:avLst/>
              <a:gdLst/>
              <a:ahLst/>
              <a:cxnLst/>
              <a:rect l="l" t="t" r="r" b="b"/>
              <a:pathLst>
                <a:path w="3500755" h="61595">
                  <a:moveTo>
                    <a:pt x="3500699" y="0"/>
                  </a:moveTo>
                  <a:lnTo>
                    <a:pt x="0" y="0"/>
                  </a:lnTo>
                  <a:lnTo>
                    <a:pt x="0" y="32292"/>
                  </a:lnTo>
                  <a:lnTo>
                    <a:pt x="2288" y="43627"/>
                  </a:lnTo>
                  <a:lnTo>
                    <a:pt x="8528" y="52883"/>
                  </a:lnTo>
                  <a:lnTo>
                    <a:pt x="17784" y="59123"/>
                  </a:lnTo>
                  <a:lnTo>
                    <a:pt x="29119" y="61411"/>
                  </a:lnTo>
                  <a:lnTo>
                    <a:pt x="3471569" y="61411"/>
                  </a:lnTo>
                  <a:lnTo>
                    <a:pt x="3482906" y="59123"/>
                  </a:lnTo>
                  <a:lnTo>
                    <a:pt x="3492165" y="52883"/>
                  </a:lnTo>
                  <a:lnTo>
                    <a:pt x="3498409" y="43627"/>
                  </a:lnTo>
                  <a:lnTo>
                    <a:pt x="3500699" y="32292"/>
                  </a:lnTo>
                  <a:lnTo>
                    <a:pt x="3500699" y="0"/>
                  </a:lnTo>
                  <a:close/>
                </a:path>
              </a:pathLst>
            </a:custGeom>
            <a:solidFill>
              <a:srgbClr val="3949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2591923" y="7636389"/>
              <a:ext cx="1849755" cy="220345"/>
            </a:xfrm>
            <a:custGeom>
              <a:avLst/>
              <a:gdLst/>
              <a:ahLst/>
              <a:cxnLst/>
              <a:rect l="l" t="t" r="r" b="b"/>
              <a:pathLst>
                <a:path w="1849755" h="220345">
                  <a:moveTo>
                    <a:pt x="51117" y="0"/>
                  </a:moveTo>
                  <a:lnTo>
                    <a:pt x="31216" y="4013"/>
                  </a:lnTo>
                  <a:lnTo>
                    <a:pt x="14973" y="14960"/>
                  </a:lnTo>
                  <a:lnTo>
                    <a:pt x="4025" y="31203"/>
                  </a:lnTo>
                  <a:lnTo>
                    <a:pt x="0" y="51104"/>
                  </a:lnTo>
                  <a:lnTo>
                    <a:pt x="0" y="168643"/>
                  </a:lnTo>
                  <a:lnTo>
                    <a:pt x="4025" y="188531"/>
                  </a:lnTo>
                  <a:lnTo>
                    <a:pt x="14973" y="204774"/>
                  </a:lnTo>
                  <a:lnTo>
                    <a:pt x="31216" y="215734"/>
                  </a:lnTo>
                  <a:lnTo>
                    <a:pt x="51117" y="219748"/>
                  </a:lnTo>
                  <a:lnTo>
                    <a:pt x="51117" y="0"/>
                  </a:lnTo>
                  <a:close/>
                </a:path>
                <a:path w="1849755" h="220345">
                  <a:moveTo>
                    <a:pt x="1849513" y="51104"/>
                  </a:moveTo>
                  <a:lnTo>
                    <a:pt x="1845500" y="31203"/>
                  </a:lnTo>
                  <a:lnTo>
                    <a:pt x="1834553" y="14960"/>
                  </a:lnTo>
                  <a:lnTo>
                    <a:pt x="1818309" y="4013"/>
                  </a:lnTo>
                  <a:lnTo>
                    <a:pt x="1798408" y="0"/>
                  </a:lnTo>
                  <a:lnTo>
                    <a:pt x="1798408" y="219748"/>
                  </a:lnTo>
                  <a:lnTo>
                    <a:pt x="1818309" y="215734"/>
                  </a:lnTo>
                  <a:lnTo>
                    <a:pt x="1834553" y="204774"/>
                  </a:lnTo>
                  <a:lnTo>
                    <a:pt x="1845500" y="188531"/>
                  </a:lnTo>
                  <a:lnTo>
                    <a:pt x="1849513" y="168643"/>
                  </a:lnTo>
                  <a:lnTo>
                    <a:pt x="1849513" y="51104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 descr=""/>
          <p:cNvSpPr/>
          <p:nvPr/>
        </p:nvSpPr>
        <p:spPr>
          <a:xfrm>
            <a:off x="13113867" y="6073755"/>
            <a:ext cx="1430655" cy="232410"/>
          </a:xfrm>
          <a:custGeom>
            <a:avLst/>
            <a:gdLst/>
            <a:ahLst/>
            <a:cxnLst/>
            <a:rect l="l" t="t" r="r" b="b"/>
            <a:pathLst>
              <a:path w="1430655" h="232410">
                <a:moveTo>
                  <a:pt x="1430375" y="231825"/>
                </a:moveTo>
                <a:lnTo>
                  <a:pt x="1427213" y="216204"/>
                </a:lnTo>
                <a:lnTo>
                  <a:pt x="1418615" y="203454"/>
                </a:lnTo>
                <a:lnTo>
                  <a:pt x="1405864" y="194856"/>
                </a:lnTo>
                <a:lnTo>
                  <a:pt x="1390243" y="191706"/>
                </a:lnTo>
                <a:lnTo>
                  <a:pt x="1247228" y="191706"/>
                </a:lnTo>
                <a:lnTo>
                  <a:pt x="1333500" y="0"/>
                </a:lnTo>
                <a:lnTo>
                  <a:pt x="214096" y="0"/>
                </a:lnTo>
                <a:lnTo>
                  <a:pt x="127825" y="191706"/>
                </a:lnTo>
                <a:lnTo>
                  <a:pt x="40119" y="191706"/>
                </a:lnTo>
                <a:lnTo>
                  <a:pt x="24498" y="194856"/>
                </a:lnTo>
                <a:lnTo>
                  <a:pt x="11747" y="203454"/>
                </a:lnTo>
                <a:lnTo>
                  <a:pt x="3149" y="216204"/>
                </a:lnTo>
                <a:lnTo>
                  <a:pt x="0" y="231825"/>
                </a:lnTo>
                <a:lnTo>
                  <a:pt x="109778" y="231825"/>
                </a:lnTo>
                <a:lnTo>
                  <a:pt x="1229182" y="231825"/>
                </a:lnTo>
                <a:lnTo>
                  <a:pt x="1430375" y="231825"/>
                </a:lnTo>
                <a:close/>
              </a:path>
            </a:pathLst>
          </a:custGeom>
          <a:solidFill>
            <a:srgbClr val="6BC5B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4" name="object 194" descr=""/>
          <p:cNvGrpSpPr/>
          <p:nvPr/>
        </p:nvGrpSpPr>
        <p:grpSpPr>
          <a:xfrm>
            <a:off x="10251861" y="8663444"/>
            <a:ext cx="1578610" cy="1657350"/>
            <a:chOff x="10251861" y="8663444"/>
            <a:chExt cx="1578610" cy="1657350"/>
          </a:xfrm>
        </p:grpSpPr>
        <p:sp>
          <p:nvSpPr>
            <p:cNvPr id="195" name="object 195" descr=""/>
            <p:cNvSpPr/>
            <p:nvPr/>
          </p:nvSpPr>
          <p:spPr>
            <a:xfrm>
              <a:off x="10493667" y="9154953"/>
              <a:ext cx="922019" cy="1165860"/>
            </a:xfrm>
            <a:custGeom>
              <a:avLst/>
              <a:gdLst/>
              <a:ahLst/>
              <a:cxnLst/>
              <a:rect l="l" t="t" r="r" b="b"/>
              <a:pathLst>
                <a:path w="922020" h="1165859">
                  <a:moveTo>
                    <a:pt x="921423" y="1070165"/>
                  </a:moveTo>
                  <a:lnTo>
                    <a:pt x="890816" y="1071613"/>
                  </a:lnTo>
                  <a:lnTo>
                    <a:pt x="890816" y="0"/>
                  </a:lnTo>
                  <a:lnTo>
                    <a:pt x="734669" y="0"/>
                  </a:lnTo>
                  <a:lnTo>
                    <a:pt x="734669" y="1079004"/>
                  </a:lnTo>
                  <a:lnTo>
                    <a:pt x="0" y="1113739"/>
                  </a:lnTo>
                  <a:lnTo>
                    <a:pt x="0" y="1165542"/>
                  </a:lnTo>
                  <a:lnTo>
                    <a:pt x="734669" y="1165542"/>
                  </a:lnTo>
                  <a:lnTo>
                    <a:pt x="890816" y="1165542"/>
                  </a:lnTo>
                  <a:lnTo>
                    <a:pt x="921423" y="1165542"/>
                  </a:lnTo>
                  <a:lnTo>
                    <a:pt x="921423" y="1070165"/>
                  </a:lnTo>
                  <a:close/>
                </a:path>
              </a:pathLst>
            </a:custGeom>
            <a:solidFill>
              <a:srgbClr val="7578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1384491" y="9154946"/>
              <a:ext cx="314960" cy="1165860"/>
            </a:xfrm>
            <a:custGeom>
              <a:avLst/>
              <a:gdLst/>
              <a:ahLst/>
              <a:cxnLst/>
              <a:rect l="l" t="t" r="r" b="b"/>
              <a:pathLst>
                <a:path w="314959" h="1165859">
                  <a:moveTo>
                    <a:pt x="314691" y="0"/>
                  </a:moveTo>
                  <a:lnTo>
                    <a:pt x="0" y="0"/>
                  </a:lnTo>
                  <a:lnTo>
                    <a:pt x="0" y="1165545"/>
                  </a:lnTo>
                  <a:lnTo>
                    <a:pt x="314691" y="1165545"/>
                  </a:lnTo>
                  <a:lnTo>
                    <a:pt x="314691" y="0"/>
                  </a:lnTo>
                  <a:close/>
                </a:path>
              </a:pathLst>
            </a:custGeom>
            <a:solidFill>
              <a:srgbClr val="9497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0251861" y="9591466"/>
              <a:ext cx="1056640" cy="440690"/>
            </a:xfrm>
            <a:custGeom>
              <a:avLst/>
              <a:gdLst/>
              <a:ahLst/>
              <a:cxnLst/>
              <a:rect l="l" t="t" r="r" b="b"/>
              <a:pathLst>
                <a:path w="1056640" h="440690">
                  <a:moveTo>
                    <a:pt x="1056606" y="0"/>
                  </a:moveTo>
                  <a:lnTo>
                    <a:pt x="24753" y="0"/>
                  </a:lnTo>
                  <a:lnTo>
                    <a:pt x="15116" y="1946"/>
                  </a:lnTo>
                  <a:lnTo>
                    <a:pt x="7248" y="7252"/>
                  </a:lnTo>
                  <a:lnTo>
                    <a:pt x="1944" y="15120"/>
                  </a:lnTo>
                  <a:lnTo>
                    <a:pt x="0" y="24753"/>
                  </a:lnTo>
                  <a:lnTo>
                    <a:pt x="0" y="288828"/>
                  </a:lnTo>
                  <a:lnTo>
                    <a:pt x="7722" y="336714"/>
                  </a:lnTo>
                  <a:lnTo>
                    <a:pt x="29227" y="378301"/>
                  </a:lnTo>
                  <a:lnTo>
                    <a:pt x="62020" y="411093"/>
                  </a:lnTo>
                  <a:lnTo>
                    <a:pt x="103607" y="432599"/>
                  </a:lnTo>
                  <a:lnTo>
                    <a:pt x="151492" y="440321"/>
                  </a:lnTo>
                  <a:lnTo>
                    <a:pt x="1056606" y="440321"/>
                  </a:lnTo>
                  <a:lnTo>
                    <a:pt x="1056606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0863922" y="9591466"/>
              <a:ext cx="719455" cy="440690"/>
            </a:xfrm>
            <a:custGeom>
              <a:avLst/>
              <a:gdLst/>
              <a:ahLst/>
              <a:cxnLst/>
              <a:rect l="l" t="t" r="r" b="b"/>
              <a:pathLst>
                <a:path w="719454" h="440690">
                  <a:moveTo>
                    <a:pt x="697162" y="0"/>
                  </a:moveTo>
                  <a:lnTo>
                    <a:pt x="24271" y="0"/>
                  </a:lnTo>
                  <a:lnTo>
                    <a:pt x="14824" y="1907"/>
                  </a:lnTo>
                  <a:lnTo>
                    <a:pt x="7109" y="7109"/>
                  </a:lnTo>
                  <a:lnTo>
                    <a:pt x="1907" y="14824"/>
                  </a:lnTo>
                  <a:lnTo>
                    <a:pt x="0" y="24271"/>
                  </a:lnTo>
                  <a:lnTo>
                    <a:pt x="0" y="301592"/>
                  </a:lnTo>
                  <a:lnTo>
                    <a:pt x="7072" y="345441"/>
                  </a:lnTo>
                  <a:lnTo>
                    <a:pt x="26767" y="383523"/>
                  </a:lnTo>
                  <a:lnTo>
                    <a:pt x="56798" y="413554"/>
                  </a:lnTo>
                  <a:lnTo>
                    <a:pt x="94880" y="433248"/>
                  </a:lnTo>
                  <a:lnTo>
                    <a:pt x="138728" y="440321"/>
                  </a:lnTo>
                  <a:lnTo>
                    <a:pt x="693664" y="440321"/>
                  </a:lnTo>
                  <a:lnTo>
                    <a:pt x="703680" y="438299"/>
                  </a:lnTo>
                  <a:lnTo>
                    <a:pt x="711861" y="432785"/>
                  </a:lnTo>
                  <a:lnTo>
                    <a:pt x="717378" y="424604"/>
                  </a:lnTo>
                  <a:lnTo>
                    <a:pt x="719402" y="414584"/>
                  </a:lnTo>
                  <a:lnTo>
                    <a:pt x="719402" y="22240"/>
                  </a:lnTo>
                  <a:lnTo>
                    <a:pt x="717654" y="13583"/>
                  </a:lnTo>
                  <a:lnTo>
                    <a:pt x="712887" y="6514"/>
                  </a:lnTo>
                  <a:lnTo>
                    <a:pt x="705818" y="1747"/>
                  </a:lnTo>
                  <a:lnTo>
                    <a:pt x="697162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0728131" y="10225108"/>
              <a:ext cx="922019" cy="95885"/>
            </a:xfrm>
            <a:custGeom>
              <a:avLst/>
              <a:gdLst/>
              <a:ahLst/>
              <a:cxnLst/>
              <a:rect l="l" t="t" r="r" b="b"/>
              <a:pathLst>
                <a:path w="922020" h="95884">
                  <a:moveTo>
                    <a:pt x="921427" y="0"/>
                  </a:moveTo>
                  <a:lnTo>
                    <a:pt x="0" y="43579"/>
                  </a:lnTo>
                  <a:lnTo>
                    <a:pt x="0" y="95379"/>
                  </a:lnTo>
                  <a:lnTo>
                    <a:pt x="921427" y="95379"/>
                  </a:lnTo>
                  <a:lnTo>
                    <a:pt x="921427" y="0"/>
                  </a:lnTo>
                  <a:close/>
                </a:path>
              </a:pathLst>
            </a:custGeom>
            <a:solidFill>
              <a:srgbClr val="9497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0965704" y="8663444"/>
              <a:ext cx="835660" cy="810895"/>
            </a:xfrm>
            <a:custGeom>
              <a:avLst/>
              <a:gdLst/>
              <a:ahLst/>
              <a:cxnLst/>
              <a:rect l="l" t="t" r="r" b="b"/>
              <a:pathLst>
                <a:path w="835659" h="810895">
                  <a:moveTo>
                    <a:pt x="777588" y="0"/>
                  </a:moveTo>
                  <a:lnTo>
                    <a:pt x="57568" y="0"/>
                  </a:lnTo>
                  <a:lnTo>
                    <a:pt x="35158" y="4523"/>
                  </a:lnTo>
                  <a:lnTo>
                    <a:pt x="16859" y="16858"/>
                  </a:lnTo>
                  <a:lnTo>
                    <a:pt x="4523" y="35153"/>
                  </a:lnTo>
                  <a:lnTo>
                    <a:pt x="0" y="57558"/>
                  </a:lnTo>
                  <a:lnTo>
                    <a:pt x="0" y="753055"/>
                  </a:lnTo>
                  <a:lnTo>
                    <a:pt x="4523" y="775460"/>
                  </a:lnTo>
                  <a:lnTo>
                    <a:pt x="16859" y="793755"/>
                  </a:lnTo>
                  <a:lnTo>
                    <a:pt x="35158" y="806090"/>
                  </a:lnTo>
                  <a:lnTo>
                    <a:pt x="57568" y="810614"/>
                  </a:lnTo>
                  <a:lnTo>
                    <a:pt x="777588" y="810614"/>
                  </a:lnTo>
                  <a:lnTo>
                    <a:pt x="799993" y="806090"/>
                  </a:lnTo>
                  <a:lnTo>
                    <a:pt x="818289" y="793755"/>
                  </a:lnTo>
                  <a:lnTo>
                    <a:pt x="830624" y="775460"/>
                  </a:lnTo>
                  <a:lnTo>
                    <a:pt x="835147" y="753055"/>
                  </a:lnTo>
                  <a:lnTo>
                    <a:pt x="835147" y="57558"/>
                  </a:lnTo>
                  <a:lnTo>
                    <a:pt x="830624" y="35153"/>
                  </a:lnTo>
                  <a:lnTo>
                    <a:pt x="818289" y="16858"/>
                  </a:lnTo>
                  <a:lnTo>
                    <a:pt x="799993" y="4523"/>
                  </a:lnTo>
                  <a:lnTo>
                    <a:pt x="777588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0815617" y="8663444"/>
              <a:ext cx="835660" cy="810895"/>
            </a:xfrm>
            <a:custGeom>
              <a:avLst/>
              <a:gdLst/>
              <a:ahLst/>
              <a:cxnLst/>
              <a:rect l="l" t="t" r="r" b="b"/>
              <a:pathLst>
                <a:path w="835659" h="810895">
                  <a:moveTo>
                    <a:pt x="777588" y="0"/>
                  </a:moveTo>
                  <a:lnTo>
                    <a:pt x="57568" y="0"/>
                  </a:lnTo>
                  <a:lnTo>
                    <a:pt x="35162" y="4523"/>
                  </a:lnTo>
                  <a:lnTo>
                    <a:pt x="16863" y="16858"/>
                  </a:lnTo>
                  <a:lnTo>
                    <a:pt x="4524" y="35153"/>
                  </a:lnTo>
                  <a:lnTo>
                    <a:pt x="0" y="57558"/>
                  </a:lnTo>
                  <a:lnTo>
                    <a:pt x="0" y="753055"/>
                  </a:lnTo>
                  <a:lnTo>
                    <a:pt x="4524" y="775460"/>
                  </a:lnTo>
                  <a:lnTo>
                    <a:pt x="16863" y="793755"/>
                  </a:lnTo>
                  <a:lnTo>
                    <a:pt x="35162" y="806090"/>
                  </a:lnTo>
                  <a:lnTo>
                    <a:pt x="57568" y="810614"/>
                  </a:lnTo>
                  <a:lnTo>
                    <a:pt x="777588" y="810614"/>
                  </a:lnTo>
                  <a:lnTo>
                    <a:pt x="799993" y="806090"/>
                  </a:lnTo>
                  <a:lnTo>
                    <a:pt x="818289" y="793755"/>
                  </a:lnTo>
                  <a:lnTo>
                    <a:pt x="830624" y="775460"/>
                  </a:lnTo>
                  <a:lnTo>
                    <a:pt x="835147" y="753055"/>
                  </a:lnTo>
                  <a:lnTo>
                    <a:pt x="835147" y="57558"/>
                  </a:lnTo>
                  <a:lnTo>
                    <a:pt x="830624" y="35153"/>
                  </a:lnTo>
                  <a:lnTo>
                    <a:pt x="818289" y="16858"/>
                  </a:lnTo>
                  <a:lnTo>
                    <a:pt x="799993" y="4523"/>
                  </a:lnTo>
                  <a:lnTo>
                    <a:pt x="777588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747594" y="8816253"/>
              <a:ext cx="82301" cy="232390"/>
            </a:xfrm>
            <a:prstGeom prst="rect">
              <a:avLst/>
            </a:prstGeom>
          </p:spPr>
        </p:pic>
        <p:sp>
          <p:nvSpPr>
            <p:cNvPr id="203" name="object 203" descr=""/>
            <p:cNvSpPr/>
            <p:nvPr/>
          </p:nvSpPr>
          <p:spPr>
            <a:xfrm>
              <a:off x="10346953" y="9538758"/>
              <a:ext cx="1029969" cy="52705"/>
            </a:xfrm>
            <a:custGeom>
              <a:avLst/>
              <a:gdLst/>
              <a:ahLst/>
              <a:cxnLst/>
              <a:rect l="l" t="t" r="r" b="b"/>
              <a:pathLst>
                <a:path w="1029970" h="52704">
                  <a:moveTo>
                    <a:pt x="976766" y="0"/>
                  </a:moveTo>
                  <a:lnTo>
                    <a:pt x="52710" y="0"/>
                  </a:lnTo>
                  <a:lnTo>
                    <a:pt x="32194" y="4142"/>
                  </a:lnTo>
                  <a:lnTo>
                    <a:pt x="15439" y="15439"/>
                  </a:lnTo>
                  <a:lnTo>
                    <a:pt x="4142" y="32194"/>
                  </a:lnTo>
                  <a:lnTo>
                    <a:pt x="0" y="52710"/>
                  </a:lnTo>
                  <a:lnTo>
                    <a:pt x="1029476" y="52710"/>
                  </a:lnTo>
                  <a:lnTo>
                    <a:pt x="1025333" y="32194"/>
                  </a:lnTo>
                  <a:lnTo>
                    <a:pt x="1014037" y="15439"/>
                  </a:lnTo>
                  <a:lnTo>
                    <a:pt x="997282" y="4142"/>
                  </a:lnTo>
                  <a:lnTo>
                    <a:pt x="976766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4" name="object 20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000515" y="8280417"/>
            <a:ext cx="165586" cy="165586"/>
          </a:xfrm>
          <a:prstGeom prst="rect">
            <a:avLst/>
          </a:prstGeom>
        </p:spPr>
      </p:pic>
      <p:grpSp>
        <p:nvGrpSpPr>
          <p:cNvPr id="205" name="object 205" descr=""/>
          <p:cNvGrpSpPr/>
          <p:nvPr/>
        </p:nvGrpSpPr>
        <p:grpSpPr>
          <a:xfrm>
            <a:off x="7157262" y="8280417"/>
            <a:ext cx="963930" cy="833119"/>
            <a:chOff x="7157262" y="8280417"/>
            <a:chExt cx="963930" cy="833119"/>
          </a:xfrm>
        </p:grpSpPr>
        <p:pic>
          <p:nvPicPr>
            <p:cNvPr id="206" name="object 20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57262" y="8280417"/>
              <a:ext cx="165586" cy="165586"/>
            </a:xfrm>
            <a:prstGeom prst="rect">
              <a:avLst/>
            </a:prstGeom>
          </p:spPr>
        </p:pic>
        <p:sp>
          <p:nvSpPr>
            <p:cNvPr id="207" name="object 207" descr=""/>
            <p:cNvSpPr/>
            <p:nvPr/>
          </p:nvSpPr>
          <p:spPr>
            <a:xfrm>
              <a:off x="7204763" y="8323531"/>
              <a:ext cx="916305" cy="79375"/>
            </a:xfrm>
            <a:custGeom>
              <a:avLst/>
              <a:gdLst/>
              <a:ahLst/>
              <a:cxnLst/>
              <a:rect l="l" t="t" r="r" b="b"/>
              <a:pathLst>
                <a:path w="916304" h="79375">
                  <a:moveTo>
                    <a:pt x="876580" y="0"/>
                  </a:moveTo>
                  <a:lnTo>
                    <a:pt x="39674" y="0"/>
                  </a:lnTo>
                  <a:lnTo>
                    <a:pt x="24229" y="3117"/>
                  </a:lnTo>
                  <a:lnTo>
                    <a:pt x="11618" y="11618"/>
                  </a:lnTo>
                  <a:lnTo>
                    <a:pt x="3117" y="24229"/>
                  </a:lnTo>
                  <a:lnTo>
                    <a:pt x="0" y="39674"/>
                  </a:lnTo>
                  <a:lnTo>
                    <a:pt x="3117" y="55120"/>
                  </a:lnTo>
                  <a:lnTo>
                    <a:pt x="11618" y="67734"/>
                  </a:lnTo>
                  <a:lnTo>
                    <a:pt x="24229" y="76239"/>
                  </a:lnTo>
                  <a:lnTo>
                    <a:pt x="39674" y="79358"/>
                  </a:lnTo>
                  <a:lnTo>
                    <a:pt x="876580" y="79358"/>
                  </a:lnTo>
                  <a:lnTo>
                    <a:pt x="892026" y="76239"/>
                  </a:lnTo>
                  <a:lnTo>
                    <a:pt x="904641" y="67734"/>
                  </a:lnTo>
                  <a:lnTo>
                    <a:pt x="913146" y="55120"/>
                  </a:lnTo>
                  <a:lnTo>
                    <a:pt x="916265" y="39674"/>
                  </a:lnTo>
                  <a:lnTo>
                    <a:pt x="913146" y="24229"/>
                  </a:lnTo>
                  <a:lnTo>
                    <a:pt x="904641" y="11618"/>
                  </a:lnTo>
                  <a:lnTo>
                    <a:pt x="892026" y="3117"/>
                  </a:lnTo>
                  <a:lnTo>
                    <a:pt x="876580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7385991" y="8303285"/>
              <a:ext cx="483234" cy="810260"/>
            </a:xfrm>
            <a:custGeom>
              <a:avLst/>
              <a:gdLst/>
              <a:ahLst/>
              <a:cxnLst/>
              <a:rect l="l" t="t" r="r" b="b"/>
              <a:pathLst>
                <a:path w="483234" h="810259">
                  <a:moveTo>
                    <a:pt x="482969" y="0"/>
                  </a:moveTo>
                  <a:lnTo>
                    <a:pt x="7319" y="0"/>
                  </a:lnTo>
                  <a:lnTo>
                    <a:pt x="0" y="7329"/>
                  </a:lnTo>
                  <a:lnTo>
                    <a:pt x="0" y="809818"/>
                  </a:lnTo>
                  <a:lnTo>
                    <a:pt x="482969" y="809818"/>
                  </a:lnTo>
                  <a:lnTo>
                    <a:pt x="482969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7385994" y="8990679"/>
              <a:ext cx="483234" cy="41910"/>
            </a:xfrm>
            <a:custGeom>
              <a:avLst/>
              <a:gdLst/>
              <a:ahLst/>
              <a:cxnLst/>
              <a:rect l="l" t="t" r="r" b="b"/>
              <a:pathLst>
                <a:path w="483234" h="41909">
                  <a:moveTo>
                    <a:pt x="482969" y="0"/>
                  </a:moveTo>
                  <a:lnTo>
                    <a:pt x="0" y="0"/>
                  </a:lnTo>
                  <a:lnTo>
                    <a:pt x="0" y="41401"/>
                  </a:lnTo>
                  <a:lnTo>
                    <a:pt x="482969" y="41401"/>
                  </a:lnTo>
                  <a:lnTo>
                    <a:pt x="482969" y="0"/>
                  </a:lnTo>
                  <a:close/>
                </a:path>
              </a:pathLst>
            </a:custGeom>
            <a:solidFill>
              <a:srgbClr val="F2F7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 descr=""/>
          <p:cNvSpPr/>
          <p:nvPr/>
        </p:nvSpPr>
        <p:spPr>
          <a:xfrm>
            <a:off x="8994971" y="8303290"/>
            <a:ext cx="52705" cy="762000"/>
          </a:xfrm>
          <a:custGeom>
            <a:avLst/>
            <a:gdLst/>
            <a:ahLst/>
            <a:cxnLst/>
            <a:rect l="l" t="t" r="r" b="b"/>
            <a:pathLst>
              <a:path w="52704" h="762000">
                <a:moveTo>
                  <a:pt x="0" y="0"/>
                </a:moveTo>
                <a:lnTo>
                  <a:pt x="0" y="761715"/>
                </a:lnTo>
                <a:lnTo>
                  <a:pt x="52438" y="761715"/>
                </a:lnTo>
                <a:lnTo>
                  <a:pt x="52438" y="52438"/>
                </a:lnTo>
                <a:lnTo>
                  <a:pt x="48317" y="32026"/>
                </a:lnTo>
                <a:lnTo>
                  <a:pt x="37080" y="15358"/>
                </a:lnTo>
                <a:lnTo>
                  <a:pt x="20412" y="4120"/>
                </a:lnTo>
                <a:lnTo>
                  <a:pt x="0" y="0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1" name="object 21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126529" y="8280417"/>
            <a:ext cx="165586" cy="165586"/>
          </a:xfrm>
          <a:prstGeom prst="rect">
            <a:avLst/>
          </a:prstGeom>
        </p:spPr>
      </p:pic>
      <p:grpSp>
        <p:nvGrpSpPr>
          <p:cNvPr id="212" name="object 212" descr=""/>
          <p:cNvGrpSpPr/>
          <p:nvPr/>
        </p:nvGrpSpPr>
        <p:grpSpPr>
          <a:xfrm>
            <a:off x="8283275" y="8280417"/>
            <a:ext cx="963930" cy="833119"/>
            <a:chOff x="8283275" y="8280417"/>
            <a:chExt cx="963930" cy="833119"/>
          </a:xfrm>
        </p:grpSpPr>
        <p:pic>
          <p:nvPicPr>
            <p:cNvPr id="213" name="object 21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83275" y="8280417"/>
              <a:ext cx="165586" cy="165586"/>
            </a:xfrm>
            <a:prstGeom prst="rect">
              <a:avLst/>
            </a:prstGeom>
          </p:spPr>
        </p:pic>
        <p:sp>
          <p:nvSpPr>
            <p:cNvPr id="214" name="object 214" descr=""/>
            <p:cNvSpPr/>
            <p:nvPr/>
          </p:nvSpPr>
          <p:spPr>
            <a:xfrm>
              <a:off x="8330776" y="8323531"/>
              <a:ext cx="916305" cy="79375"/>
            </a:xfrm>
            <a:custGeom>
              <a:avLst/>
              <a:gdLst/>
              <a:ahLst/>
              <a:cxnLst/>
              <a:rect l="l" t="t" r="r" b="b"/>
              <a:pathLst>
                <a:path w="916304" h="79375">
                  <a:moveTo>
                    <a:pt x="876580" y="0"/>
                  </a:moveTo>
                  <a:lnTo>
                    <a:pt x="39674" y="0"/>
                  </a:lnTo>
                  <a:lnTo>
                    <a:pt x="24229" y="3117"/>
                  </a:lnTo>
                  <a:lnTo>
                    <a:pt x="11618" y="11618"/>
                  </a:lnTo>
                  <a:lnTo>
                    <a:pt x="3117" y="24229"/>
                  </a:lnTo>
                  <a:lnTo>
                    <a:pt x="0" y="39674"/>
                  </a:lnTo>
                  <a:lnTo>
                    <a:pt x="3117" y="55120"/>
                  </a:lnTo>
                  <a:lnTo>
                    <a:pt x="11618" y="67734"/>
                  </a:lnTo>
                  <a:lnTo>
                    <a:pt x="24229" y="76239"/>
                  </a:lnTo>
                  <a:lnTo>
                    <a:pt x="39674" y="79358"/>
                  </a:lnTo>
                  <a:lnTo>
                    <a:pt x="876580" y="79358"/>
                  </a:lnTo>
                  <a:lnTo>
                    <a:pt x="892026" y="76239"/>
                  </a:lnTo>
                  <a:lnTo>
                    <a:pt x="904641" y="67734"/>
                  </a:lnTo>
                  <a:lnTo>
                    <a:pt x="913146" y="55120"/>
                  </a:lnTo>
                  <a:lnTo>
                    <a:pt x="916265" y="39674"/>
                  </a:lnTo>
                  <a:lnTo>
                    <a:pt x="913146" y="24229"/>
                  </a:lnTo>
                  <a:lnTo>
                    <a:pt x="904641" y="11618"/>
                  </a:lnTo>
                  <a:lnTo>
                    <a:pt x="892026" y="3117"/>
                  </a:lnTo>
                  <a:lnTo>
                    <a:pt x="876580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8512003" y="8303285"/>
              <a:ext cx="483234" cy="810260"/>
            </a:xfrm>
            <a:custGeom>
              <a:avLst/>
              <a:gdLst/>
              <a:ahLst/>
              <a:cxnLst/>
              <a:rect l="l" t="t" r="r" b="b"/>
              <a:pathLst>
                <a:path w="483234" h="810259">
                  <a:moveTo>
                    <a:pt x="482969" y="0"/>
                  </a:moveTo>
                  <a:lnTo>
                    <a:pt x="7319" y="0"/>
                  </a:lnTo>
                  <a:lnTo>
                    <a:pt x="0" y="7329"/>
                  </a:lnTo>
                  <a:lnTo>
                    <a:pt x="0" y="809818"/>
                  </a:lnTo>
                  <a:lnTo>
                    <a:pt x="482969" y="809818"/>
                  </a:lnTo>
                  <a:lnTo>
                    <a:pt x="482969" y="0"/>
                  </a:lnTo>
                  <a:close/>
                </a:path>
              </a:pathLst>
            </a:custGeom>
            <a:solidFill>
              <a:srgbClr val="666D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8512002" y="8990679"/>
              <a:ext cx="483234" cy="41910"/>
            </a:xfrm>
            <a:custGeom>
              <a:avLst/>
              <a:gdLst/>
              <a:ahLst/>
              <a:cxnLst/>
              <a:rect l="l" t="t" r="r" b="b"/>
              <a:pathLst>
                <a:path w="483234" h="41909">
                  <a:moveTo>
                    <a:pt x="482969" y="0"/>
                  </a:moveTo>
                  <a:lnTo>
                    <a:pt x="0" y="0"/>
                  </a:lnTo>
                  <a:lnTo>
                    <a:pt x="0" y="41401"/>
                  </a:lnTo>
                  <a:lnTo>
                    <a:pt x="482969" y="41401"/>
                  </a:lnTo>
                  <a:lnTo>
                    <a:pt x="482969" y="0"/>
                  </a:lnTo>
                  <a:close/>
                </a:path>
              </a:pathLst>
            </a:custGeom>
            <a:solidFill>
              <a:srgbClr val="B1B5C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7" name="object 217" descr=""/>
          <p:cNvGrpSpPr/>
          <p:nvPr/>
        </p:nvGrpSpPr>
        <p:grpSpPr>
          <a:xfrm>
            <a:off x="12135577" y="6300803"/>
            <a:ext cx="3375660" cy="561975"/>
            <a:chOff x="12135577" y="6300803"/>
            <a:chExt cx="3375660" cy="561975"/>
          </a:xfrm>
        </p:grpSpPr>
        <p:sp>
          <p:nvSpPr>
            <p:cNvPr id="218" name="object 218" descr=""/>
            <p:cNvSpPr/>
            <p:nvPr/>
          </p:nvSpPr>
          <p:spPr>
            <a:xfrm>
              <a:off x="14839704" y="6332383"/>
              <a:ext cx="640080" cy="455295"/>
            </a:xfrm>
            <a:custGeom>
              <a:avLst/>
              <a:gdLst/>
              <a:ahLst/>
              <a:cxnLst/>
              <a:rect l="l" t="t" r="r" b="b"/>
              <a:pathLst>
                <a:path w="640080" h="455295">
                  <a:moveTo>
                    <a:pt x="0" y="455096"/>
                  </a:moveTo>
                  <a:lnTo>
                    <a:pt x="639687" y="455096"/>
                  </a:lnTo>
                  <a:lnTo>
                    <a:pt x="639687" y="0"/>
                  </a:lnTo>
                  <a:lnTo>
                    <a:pt x="0" y="0"/>
                  </a:lnTo>
                  <a:lnTo>
                    <a:pt x="0" y="455096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2252254" y="6332383"/>
              <a:ext cx="2587625" cy="455295"/>
            </a:xfrm>
            <a:custGeom>
              <a:avLst/>
              <a:gdLst/>
              <a:ahLst/>
              <a:cxnLst/>
              <a:rect l="l" t="t" r="r" b="b"/>
              <a:pathLst>
                <a:path w="2587625" h="455295">
                  <a:moveTo>
                    <a:pt x="2587450" y="0"/>
                  </a:moveTo>
                  <a:lnTo>
                    <a:pt x="0" y="0"/>
                  </a:lnTo>
                  <a:lnTo>
                    <a:pt x="0" y="455096"/>
                  </a:lnTo>
                  <a:lnTo>
                    <a:pt x="2587450" y="455096"/>
                  </a:lnTo>
                  <a:lnTo>
                    <a:pt x="2587450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3481118" y="6411103"/>
              <a:ext cx="30480" cy="376555"/>
            </a:xfrm>
            <a:custGeom>
              <a:avLst/>
              <a:gdLst/>
              <a:ahLst/>
              <a:cxnLst/>
              <a:rect l="l" t="t" r="r" b="b"/>
              <a:pathLst>
                <a:path w="30480" h="376554">
                  <a:moveTo>
                    <a:pt x="30396" y="0"/>
                  </a:moveTo>
                  <a:lnTo>
                    <a:pt x="0" y="0"/>
                  </a:lnTo>
                  <a:lnTo>
                    <a:pt x="0" y="376375"/>
                  </a:lnTo>
                  <a:lnTo>
                    <a:pt x="30396" y="376375"/>
                  </a:lnTo>
                  <a:lnTo>
                    <a:pt x="30396" y="0"/>
                  </a:lnTo>
                  <a:close/>
                </a:path>
              </a:pathLst>
            </a:custGeom>
            <a:solidFill>
              <a:srgbClr val="959E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2135574" y="6448342"/>
              <a:ext cx="3375660" cy="414655"/>
            </a:xfrm>
            <a:custGeom>
              <a:avLst/>
              <a:gdLst/>
              <a:ahLst/>
              <a:cxnLst/>
              <a:rect l="l" t="t" r="r" b="b"/>
              <a:pathLst>
                <a:path w="3375659" h="414654">
                  <a:moveTo>
                    <a:pt x="966076" y="0"/>
                  </a:moveTo>
                  <a:lnTo>
                    <a:pt x="485863" y="0"/>
                  </a:lnTo>
                  <a:lnTo>
                    <a:pt x="485863" y="52120"/>
                  </a:lnTo>
                  <a:lnTo>
                    <a:pt x="966076" y="52120"/>
                  </a:lnTo>
                  <a:lnTo>
                    <a:pt x="966076" y="0"/>
                  </a:lnTo>
                  <a:close/>
                </a:path>
                <a:path w="3375659" h="414654">
                  <a:moveTo>
                    <a:pt x="2268004" y="0"/>
                  </a:moveTo>
                  <a:lnTo>
                    <a:pt x="1787791" y="0"/>
                  </a:lnTo>
                  <a:lnTo>
                    <a:pt x="1787791" y="52120"/>
                  </a:lnTo>
                  <a:lnTo>
                    <a:pt x="2268004" y="52120"/>
                  </a:lnTo>
                  <a:lnTo>
                    <a:pt x="2268004" y="0"/>
                  </a:lnTo>
                  <a:close/>
                </a:path>
                <a:path w="3375659" h="414654">
                  <a:moveTo>
                    <a:pt x="3375495" y="339140"/>
                  </a:moveTo>
                  <a:lnTo>
                    <a:pt x="0" y="339140"/>
                  </a:lnTo>
                  <a:lnTo>
                    <a:pt x="0" y="414413"/>
                  </a:lnTo>
                  <a:lnTo>
                    <a:pt x="3375495" y="414413"/>
                  </a:lnTo>
                  <a:lnTo>
                    <a:pt x="3375495" y="339140"/>
                  </a:lnTo>
                  <a:close/>
                </a:path>
              </a:pathLst>
            </a:custGeom>
            <a:solidFill>
              <a:srgbClr val="3949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2252261" y="6399523"/>
              <a:ext cx="2646680" cy="387985"/>
            </a:xfrm>
            <a:custGeom>
              <a:avLst/>
              <a:gdLst/>
              <a:ahLst/>
              <a:cxnLst/>
              <a:rect l="l" t="t" r="r" b="b"/>
              <a:pathLst>
                <a:path w="2646680" h="387984">
                  <a:moveTo>
                    <a:pt x="2646057" y="0"/>
                  </a:moveTo>
                  <a:lnTo>
                    <a:pt x="0" y="0"/>
                  </a:lnTo>
                  <a:lnTo>
                    <a:pt x="0" y="23164"/>
                  </a:lnTo>
                  <a:lnTo>
                    <a:pt x="2623261" y="23164"/>
                  </a:lnTo>
                  <a:lnTo>
                    <a:pt x="2623261" y="387959"/>
                  </a:lnTo>
                  <a:lnTo>
                    <a:pt x="2646057" y="387959"/>
                  </a:lnTo>
                  <a:lnTo>
                    <a:pt x="2646057" y="23164"/>
                  </a:lnTo>
                  <a:lnTo>
                    <a:pt x="2646057" y="11582"/>
                  </a:lnTo>
                  <a:lnTo>
                    <a:pt x="2646057" y="0"/>
                  </a:lnTo>
                  <a:close/>
                </a:path>
              </a:pathLst>
            </a:custGeom>
            <a:solidFill>
              <a:srgbClr val="959E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2163346" y="6300803"/>
              <a:ext cx="3316604" cy="31750"/>
            </a:xfrm>
            <a:custGeom>
              <a:avLst/>
              <a:gdLst/>
              <a:ahLst/>
              <a:cxnLst/>
              <a:rect l="l" t="t" r="r" b="b"/>
              <a:pathLst>
                <a:path w="3316605" h="31750">
                  <a:moveTo>
                    <a:pt x="3316045" y="0"/>
                  </a:moveTo>
                  <a:lnTo>
                    <a:pt x="0" y="0"/>
                  </a:lnTo>
                  <a:lnTo>
                    <a:pt x="0" y="31569"/>
                  </a:lnTo>
                  <a:lnTo>
                    <a:pt x="3316045" y="31569"/>
                  </a:lnTo>
                  <a:lnTo>
                    <a:pt x="3316045" y="0"/>
                  </a:lnTo>
                  <a:close/>
                </a:path>
              </a:pathLst>
            </a:custGeom>
            <a:solidFill>
              <a:srgbClr val="39496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4" name="object 224" descr=""/>
          <p:cNvGrpSpPr/>
          <p:nvPr/>
        </p:nvGrpSpPr>
        <p:grpSpPr>
          <a:xfrm>
            <a:off x="10190045" y="6248008"/>
            <a:ext cx="1003935" cy="1711325"/>
            <a:chOff x="10190045" y="6248008"/>
            <a:chExt cx="1003935" cy="1711325"/>
          </a:xfrm>
        </p:grpSpPr>
        <p:sp>
          <p:nvSpPr>
            <p:cNvPr id="225" name="object 225" descr=""/>
            <p:cNvSpPr/>
            <p:nvPr/>
          </p:nvSpPr>
          <p:spPr>
            <a:xfrm>
              <a:off x="10190055" y="6248008"/>
              <a:ext cx="895985" cy="1711325"/>
            </a:xfrm>
            <a:custGeom>
              <a:avLst/>
              <a:gdLst/>
              <a:ahLst/>
              <a:cxnLst/>
              <a:rect l="l" t="t" r="r" b="b"/>
              <a:pathLst>
                <a:path w="895984" h="1711325">
                  <a:moveTo>
                    <a:pt x="0" y="1710754"/>
                  </a:moveTo>
                  <a:lnTo>
                    <a:pt x="895962" y="1710754"/>
                  </a:lnTo>
                  <a:lnTo>
                    <a:pt x="895962" y="0"/>
                  </a:lnTo>
                  <a:lnTo>
                    <a:pt x="0" y="0"/>
                  </a:lnTo>
                  <a:lnTo>
                    <a:pt x="0" y="1710754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0190035" y="6248012"/>
              <a:ext cx="1003935" cy="1711325"/>
            </a:xfrm>
            <a:custGeom>
              <a:avLst/>
              <a:gdLst/>
              <a:ahLst/>
              <a:cxnLst/>
              <a:rect l="l" t="t" r="r" b="b"/>
              <a:pathLst>
                <a:path w="1003934" h="1711325">
                  <a:moveTo>
                    <a:pt x="633006" y="478383"/>
                  </a:moveTo>
                  <a:lnTo>
                    <a:pt x="218287" y="478383"/>
                  </a:lnTo>
                  <a:lnTo>
                    <a:pt x="222135" y="497459"/>
                  </a:lnTo>
                  <a:lnTo>
                    <a:pt x="232651" y="513041"/>
                  </a:lnTo>
                  <a:lnTo>
                    <a:pt x="248221" y="523544"/>
                  </a:lnTo>
                  <a:lnTo>
                    <a:pt x="267296" y="527392"/>
                  </a:lnTo>
                  <a:lnTo>
                    <a:pt x="583996" y="527392"/>
                  </a:lnTo>
                  <a:lnTo>
                    <a:pt x="603072" y="523544"/>
                  </a:lnTo>
                  <a:lnTo>
                    <a:pt x="618655" y="513041"/>
                  </a:lnTo>
                  <a:lnTo>
                    <a:pt x="629158" y="497459"/>
                  </a:lnTo>
                  <a:lnTo>
                    <a:pt x="633006" y="478383"/>
                  </a:lnTo>
                  <a:close/>
                </a:path>
                <a:path w="1003934" h="1711325">
                  <a:moveTo>
                    <a:pt x="1003414" y="0"/>
                  </a:moveTo>
                  <a:lnTo>
                    <a:pt x="963828" y="0"/>
                  </a:lnTo>
                  <a:lnTo>
                    <a:pt x="963828" y="779335"/>
                  </a:lnTo>
                  <a:lnTo>
                    <a:pt x="0" y="779335"/>
                  </a:lnTo>
                  <a:lnTo>
                    <a:pt x="0" y="796290"/>
                  </a:lnTo>
                  <a:lnTo>
                    <a:pt x="963828" y="796290"/>
                  </a:lnTo>
                  <a:lnTo>
                    <a:pt x="963828" y="1595513"/>
                  </a:lnTo>
                  <a:lnTo>
                    <a:pt x="0" y="1595513"/>
                  </a:lnTo>
                  <a:lnTo>
                    <a:pt x="0" y="1629435"/>
                  </a:lnTo>
                  <a:lnTo>
                    <a:pt x="963828" y="1629435"/>
                  </a:lnTo>
                  <a:lnTo>
                    <a:pt x="963828" y="1710753"/>
                  </a:lnTo>
                  <a:lnTo>
                    <a:pt x="1003414" y="1710753"/>
                  </a:lnTo>
                  <a:lnTo>
                    <a:pt x="1003414" y="1629435"/>
                  </a:lnTo>
                  <a:lnTo>
                    <a:pt x="1003414" y="1595513"/>
                  </a:lnTo>
                  <a:lnTo>
                    <a:pt x="1003414" y="796290"/>
                  </a:lnTo>
                  <a:lnTo>
                    <a:pt x="1003414" y="779335"/>
                  </a:lnTo>
                  <a:lnTo>
                    <a:pt x="1003414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7" name="object 227" descr=""/>
          <p:cNvSpPr/>
          <p:nvPr/>
        </p:nvSpPr>
        <p:spPr>
          <a:xfrm>
            <a:off x="11039093" y="8663447"/>
            <a:ext cx="376555" cy="57785"/>
          </a:xfrm>
          <a:custGeom>
            <a:avLst/>
            <a:gdLst/>
            <a:ahLst/>
            <a:cxnLst/>
            <a:rect l="l" t="t" r="r" b="b"/>
            <a:pathLst>
              <a:path w="376554" h="57784">
                <a:moveTo>
                  <a:pt x="375999" y="0"/>
                </a:moveTo>
                <a:lnTo>
                  <a:pt x="0" y="0"/>
                </a:lnTo>
                <a:lnTo>
                  <a:pt x="4532" y="22450"/>
                </a:lnTo>
                <a:lnTo>
                  <a:pt x="16893" y="40786"/>
                </a:lnTo>
                <a:lnTo>
                  <a:pt x="35228" y="53150"/>
                </a:lnTo>
                <a:lnTo>
                  <a:pt x="57684" y="57684"/>
                </a:lnTo>
                <a:lnTo>
                  <a:pt x="318314" y="57684"/>
                </a:lnTo>
                <a:lnTo>
                  <a:pt x="340770" y="53150"/>
                </a:lnTo>
                <a:lnTo>
                  <a:pt x="359105" y="40786"/>
                </a:lnTo>
                <a:lnTo>
                  <a:pt x="371466" y="22450"/>
                </a:lnTo>
                <a:lnTo>
                  <a:pt x="375999" y="0"/>
                </a:lnTo>
                <a:close/>
              </a:path>
            </a:pathLst>
          </a:custGeom>
          <a:solidFill>
            <a:srgbClr val="B6B7B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8" name="object 228" descr=""/>
          <p:cNvGrpSpPr/>
          <p:nvPr/>
        </p:nvGrpSpPr>
        <p:grpSpPr>
          <a:xfrm>
            <a:off x="11565972" y="1903586"/>
            <a:ext cx="765810" cy="756920"/>
            <a:chOff x="11565972" y="1903586"/>
            <a:chExt cx="765810" cy="756920"/>
          </a:xfrm>
        </p:grpSpPr>
        <p:sp>
          <p:nvSpPr>
            <p:cNvPr id="229" name="object 229" descr=""/>
            <p:cNvSpPr/>
            <p:nvPr/>
          </p:nvSpPr>
          <p:spPr>
            <a:xfrm>
              <a:off x="12146520" y="1903785"/>
              <a:ext cx="185420" cy="756920"/>
            </a:xfrm>
            <a:custGeom>
              <a:avLst/>
              <a:gdLst/>
              <a:ahLst/>
              <a:cxnLst/>
              <a:rect l="l" t="t" r="r" b="b"/>
              <a:pathLst>
                <a:path w="185420" h="756919">
                  <a:moveTo>
                    <a:pt x="0" y="756563"/>
                  </a:moveTo>
                  <a:lnTo>
                    <a:pt x="184968" y="756563"/>
                  </a:lnTo>
                  <a:lnTo>
                    <a:pt x="184968" y="0"/>
                  </a:lnTo>
                  <a:lnTo>
                    <a:pt x="0" y="0"/>
                  </a:lnTo>
                  <a:lnTo>
                    <a:pt x="0" y="756563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1565972" y="1903785"/>
              <a:ext cx="581025" cy="756920"/>
            </a:xfrm>
            <a:custGeom>
              <a:avLst/>
              <a:gdLst/>
              <a:ahLst/>
              <a:cxnLst/>
              <a:rect l="l" t="t" r="r" b="b"/>
              <a:pathLst>
                <a:path w="581025" h="756919">
                  <a:moveTo>
                    <a:pt x="580547" y="0"/>
                  </a:moveTo>
                  <a:lnTo>
                    <a:pt x="0" y="0"/>
                  </a:lnTo>
                  <a:lnTo>
                    <a:pt x="0" y="756563"/>
                  </a:lnTo>
                  <a:lnTo>
                    <a:pt x="580547" y="756563"/>
                  </a:lnTo>
                  <a:lnTo>
                    <a:pt x="580547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1612010" y="2173244"/>
              <a:ext cx="49530" cy="222885"/>
            </a:xfrm>
            <a:custGeom>
              <a:avLst/>
              <a:gdLst/>
              <a:ahLst/>
              <a:cxnLst/>
              <a:rect l="l" t="t" r="r" b="b"/>
              <a:pathLst>
                <a:path w="49529" h="222885">
                  <a:moveTo>
                    <a:pt x="49213" y="0"/>
                  </a:moveTo>
                  <a:lnTo>
                    <a:pt x="22679" y="0"/>
                  </a:lnTo>
                  <a:lnTo>
                    <a:pt x="13852" y="1781"/>
                  </a:lnTo>
                  <a:lnTo>
                    <a:pt x="6643" y="6639"/>
                  </a:lnTo>
                  <a:lnTo>
                    <a:pt x="1782" y="13848"/>
                  </a:lnTo>
                  <a:lnTo>
                    <a:pt x="0" y="22679"/>
                  </a:lnTo>
                  <a:lnTo>
                    <a:pt x="0" y="199868"/>
                  </a:lnTo>
                  <a:lnTo>
                    <a:pt x="1782" y="208695"/>
                  </a:lnTo>
                  <a:lnTo>
                    <a:pt x="6643" y="215904"/>
                  </a:lnTo>
                  <a:lnTo>
                    <a:pt x="13852" y="220765"/>
                  </a:lnTo>
                  <a:lnTo>
                    <a:pt x="22679" y="222548"/>
                  </a:lnTo>
                  <a:lnTo>
                    <a:pt x="49213" y="222548"/>
                  </a:lnTo>
                  <a:lnTo>
                    <a:pt x="49213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2" name="object 23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754865" y="2000257"/>
              <a:ext cx="203889" cy="203889"/>
            </a:xfrm>
            <a:prstGeom prst="rect">
              <a:avLst/>
            </a:prstGeom>
          </p:spPr>
        </p:pic>
        <p:sp>
          <p:nvSpPr>
            <p:cNvPr id="233" name="object 233" descr=""/>
            <p:cNvSpPr/>
            <p:nvPr/>
          </p:nvSpPr>
          <p:spPr>
            <a:xfrm>
              <a:off x="11658042" y="1903586"/>
              <a:ext cx="13335" cy="756920"/>
            </a:xfrm>
            <a:custGeom>
              <a:avLst/>
              <a:gdLst/>
              <a:ahLst/>
              <a:cxnLst/>
              <a:rect l="l" t="t" r="r" b="b"/>
              <a:pathLst>
                <a:path w="13334" h="756919">
                  <a:moveTo>
                    <a:pt x="12784" y="0"/>
                  </a:moveTo>
                  <a:lnTo>
                    <a:pt x="0" y="0"/>
                  </a:lnTo>
                  <a:lnTo>
                    <a:pt x="0" y="756762"/>
                  </a:lnTo>
                  <a:lnTo>
                    <a:pt x="12784" y="756762"/>
                  </a:lnTo>
                  <a:lnTo>
                    <a:pt x="12784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4" name="object 234" descr=""/>
          <p:cNvGrpSpPr/>
          <p:nvPr/>
        </p:nvGrpSpPr>
        <p:grpSpPr>
          <a:xfrm>
            <a:off x="11595731" y="3152313"/>
            <a:ext cx="6889115" cy="988060"/>
            <a:chOff x="11595731" y="3152313"/>
            <a:chExt cx="6889115" cy="988060"/>
          </a:xfrm>
        </p:grpSpPr>
        <p:sp>
          <p:nvSpPr>
            <p:cNvPr id="235" name="object 235" descr=""/>
            <p:cNvSpPr/>
            <p:nvPr/>
          </p:nvSpPr>
          <p:spPr>
            <a:xfrm>
              <a:off x="11595731" y="3152313"/>
              <a:ext cx="6889115" cy="863600"/>
            </a:xfrm>
            <a:custGeom>
              <a:avLst/>
              <a:gdLst/>
              <a:ahLst/>
              <a:cxnLst/>
              <a:rect l="l" t="t" r="r" b="b"/>
              <a:pathLst>
                <a:path w="6889115" h="863600">
                  <a:moveTo>
                    <a:pt x="6733554" y="0"/>
                  </a:moveTo>
                  <a:lnTo>
                    <a:pt x="155649" y="0"/>
                  </a:lnTo>
                  <a:lnTo>
                    <a:pt x="114299" y="7206"/>
                  </a:lnTo>
                  <a:lnTo>
                    <a:pt x="77126" y="27537"/>
                  </a:lnTo>
                  <a:lnTo>
                    <a:pt x="45619" y="59064"/>
                  </a:lnTo>
                  <a:lnTo>
                    <a:pt x="21268" y="99858"/>
                  </a:lnTo>
                  <a:lnTo>
                    <a:pt x="5565" y="147987"/>
                  </a:lnTo>
                  <a:lnTo>
                    <a:pt x="0" y="201522"/>
                  </a:lnTo>
                  <a:lnTo>
                    <a:pt x="0" y="661739"/>
                  </a:lnTo>
                  <a:lnTo>
                    <a:pt x="5565" y="715274"/>
                  </a:lnTo>
                  <a:lnTo>
                    <a:pt x="21268" y="763403"/>
                  </a:lnTo>
                  <a:lnTo>
                    <a:pt x="45619" y="804196"/>
                  </a:lnTo>
                  <a:lnTo>
                    <a:pt x="77126" y="835724"/>
                  </a:lnTo>
                  <a:lnTo>
                    <a:pt x="114299" y="856055"/>
                  </a:lnTo>
                  <a:lnTo>
                    <a:pt x="155649" y="863261"/>
                  </a:lnTo>
                  <a:lnTo>
                    <a:pt x="6733554" y="863261"/>
                  </a:lnTo>
                  <a:lnTo>
                    <a:pt x="6774887" y="856055"/>
                  </a:lnTo>
                  <a:lnTo>
                    <a:pt x="6812020" y="835724"/>
                  </a:lnTo>
                  <a:lnTo>
                    <a:pt x="6843474" y="804196"/>
                  </a:lnTo>
                  <a:lnTo>
                    <a:pt x="6867772" y="763403"/>
                  </a:lnTo>
                  <a:lnTo>
                    <a:pt x="6883434" y="715274"/>
                  </a:lnTo>
                  <a:lnTo>
                    <a:pt x="6888983" y="661739"/>
                  </a:lnTo>
                  <a:lnTo>
                    <a:pt x="6888983" y="201522"/>
                  </a:lnTo>
                  <a:lnTo>
                    <a:pt x="6883434" y="147987"/>
                  </a:lnTo>
                  <a:lnTo>
                    <a:pt x="6867772" y="99858"/>
                  </a:lnTo>
                  <a:lnTo>
                    <a:pt x="6843474" y="59064"/>
                  </a:lnTo>
                  <a:lnTo>
                    <a:pt x="6812020" y="27537"/>
                  </a:lnTo>
                  <a:lnTo>
                    <a:pt x="6774887" y="7206"/>
                  </a:lnTo>
                  <a:lnTo>
                    <a:pt x="6733554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1595731" y="3612529"/>
              <a:ext cx="3404235" cy="403225"/>
            </a:xfrm>
            <a:custGeom>
              <a:avLst/>
              <a:gdLst/>
              <a:ahLst/>
              <a:cxnLst/>
              <a:rect l="l" t="t" r="r" b="b"/>
              <a:pathLst>
                <a:path w="3404234" h="403225">
                  <a:moveTo>
                    <a:pt x="3403864" y="0"/>
                  </a:moveTo>
                  <a:lnTo>
                    <a:pt x="0" y="0"/>
                  </a:lnTo>
                  <a:lnTo>
                    <a:pt x="0" y="189523"/>
                  </a:lnTo>
                  <a:lnTo>
                    <a:pt x="5884" y="246328"/>
                  </a:lnTo>
                  <a:lnTo>
                    <a:pt x="22494" y="297346"/>
                  </a:lnTo>
                  <a:lnTo>
                    <a:pt x="48266" y="340552"/>
                  </a:lnTo>
                  <a:lnTo>
                    <a:pt x="81638" y="373920"/>
                  </a:lnTo>
                  <a:lnTo>
                    <a:pt x="121046" y="395426"/>
                  </a:lnTo>
                  <a:lnTo>
                    <a:pt x="164926" y="403045"/>
                  </a:lnTo>
                  <a:lnTo>
                    <a:pt x="3238938" y="403045"/>
                  </a:lnTo>
                  <a:lnTo>
                    <a:pt x="3282818" y="395426"/>
                  </a:lnTo>
                  <a:lnTo>
                    <a:pt x="3322226" y="373920"/>
                  </a:lnTo>
                  <a:lnTo>
                    <a:pt x="3355598" y="340552"/>
                  </a:lnTo>
                  <a:lnTo>
                    <a:pt x="3381370" y="297346"/>
                  </a:lnTo>
                  <a:lnTo>
                    <a:pt x="3397980" y="246328"/>
                  </a:lnTo>
                  <a:lnTo>
                    <a:pt x="3403864" y="189523"/>
                  </a:lnTo>
                  <a:lnTo>
                    <a:pt x="3403864" y="0"/>
                  </a:lnTo>
                  <a:close/>
                </a:path>
              </a:pathLst>
            </a:custGeom>
            <a:solidFill>
              <a:srgbClr val="8E97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1748046" y="4015580"/>
              <a:ext cx="3108960" cy="125095"/>
            </a:xfrm>
            <a:custGeom>
              <a:avLst/>
              <a:gdLst/>
              <a:ahLst/>
              <a:cxnLst/>
              <a:rect l="l" t="t" r="r" b="b"/>
              <a:pathLst>
                <a:path w="3108959" h="125095">
                  <a:moveTo>
                    <a:pt x="510222" y="0"/>
                  </a:moveTo>
                  <a:lnTo>
                    <a:pt x="0" y="0"/>
                  </a:lnTo>
                  <a:lnTo>
                    <a:pt x="0" y="76847"/>
                  </a:lnTo>
                  <a:lnTo>
                    <a:pt x="5803" y="95465"/>
                  </a:lnTo>
                  <a:lnTo>
                    <a:pt x="21640" y="110667"/>
                  </a:lnTo>
                  <a:lnTo>
                    <a:pt x="45123" y="120916"/>
                  </a:lnTo>
                  <a:lnTo>
                    <a:pt x="73888" y="124675"/>
                  </a:lnTo>
                  <a:lnTo>
                    <a:pt x="359943" y="124675"/>
                  </a:lnTo>
                  <a:lnTo>
                    <a:pt x="428066" y="110578"/>
                  </a:lnTo>
                  <a:lnTo>
                    <a:pt x="470916" y="73520"/>
                  </a:lnTo>
                  <a:lnTo>
                    <a:pt x="510222" y="0"/>
                  </a:lnTo>
                  <a:close/>
                </a:path>
                <a:path w="3108959" h="125095">
                  <a:moveTo>
                    <a:pt x="3108833" y="0"/>
                  </a:moveTo>
                  <a:lnTo>
                    <a:pt x="2598597" y="0"/>
                  </a:lnTo>
                  <a:lnTo>
                    <a:pt x="2598597" y="76847"/>
                  </a:lnTo>
                  <a:lnTo>
                    <a:pt x="2604401" y="95465"/>
                  </a:lnTo>
                  <a:lnTo>
                    <a:pt x="2620238" y="110667"/>
                  </a:lnTo>
                  <a:lnTo>
                    <a:pt x="2643721" y="120916"/>
                  </a:lnTo>
                  <a:lnTo>
                    <a:pt x="2672486" y="124675"/>
                  </a:lnTo>
                  <a:lnTo>
                    <a:pt x="2958541" y="124675"/>
                  </a:lnTo>
                  <a:lnTo>
                    <a:pt x="3026664" y="110578"/>
                  </a:lnTo>
                  <a:lnTo>
                    <a:pt x="3069513" y="73520"/>
                  </a:lnTo>
                  <a:lnTo>
                    <a:pt x="3108833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8" name="object 238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389357" y="8774041"/>
            <a:ext cx="198705" cy="198716"/>
          </a:xfrm>
          <a:prstGeom prst="rect">
            <a:avLst/>
          </a:prstGeom>
        </p:spPr>
      </p:pic>
      <p:pic>
        <p:nvPicPr>
          <p:cNvPr id="239" name="object 239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680271" y="8787924"/>
            <a:ext cx="184832" cy="184832"/>
          </a:xfrm>
          <a:prstGeom prst="rect">
            <a:avLst/>
          </a:prstGeom>
        </p:spPr>
      </p:pic>
      <p:pic>
        <p:nvPicPr>
          <p:cNvPr id="240" name="object 24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2929249" y="8787924"/>
            <a:ext cx="184832" cy="184832"/>
          </a:xfrm>
          <a:prstGeom prst="rect">
            <a:avLst/>
          </a:prstGeom>
        </p:spPr>
      </p:pic>
      <p:pic>
        <p:nvPicPr>
          <p:cNvPr id="241" name="object 24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178223" y="8787924"/>
            <a:ext cx="184832" cy="184832"/>
          </a:xfrm>
          <a:prstGeom prst="rect">
            <a:avLst/>
          </a:prstGeom>
        </p:spPr>
      </p:pic>
      <p:sp>
        <p:nvSpPr>
          <p:cNvPr id="242" name="object 242" descr=""/>
          <p:cNvSpPr/>
          <p:nvPr/>
        </p:nvSpPr>
        <p:spPr>
          <a:xfrm>
            <a:off x="11342751" y="10031786"/>
            <a:ext cx="312420" cy="259079"/>
          </a:xfrm>
          <a:custGeom>
            <a:avLst/>
            <a:gdLst/>
            <a:ahLst/>
            <a:cxnLst/>
            <a:rect l="l" t="t" r="r" b="b"/>
            <a:pathLst>
              <a:path w="312420" h="259079">
                <a:moveTo>
                  <a:pt x="311822" y="0"/>
                </a:moveTo>
                <a:lnTo>
                  <a:pt x="0" y="0"/>
                </a:lnTo>
                <a:lnTo>
                  <a:pt x="3218" y="19368"/>
                </a:lnTo>
                <a:lnTo>
                  <a:pt x="6853" y="48172"/>
                </a:lnTo>
                <a:lnTo>
                  <a:pt x="9812" y="85484"/>
                </a:lnTo>
                <a:lnTo>
                  <a:pt x="11004" y="130372"/>
                </a:lnTo>
                <a:lnTo>
                  <a:pt x="9746" y="174466"/>
                </a:lnTo>
                <a:lnTo>
                  <a:pt x="6794" y="211153"/>
                </a:lnTo>
                <a:lnTo>
                  <a:pt x="3196" y="239550"/>
                </a:lnTo>
                <a:lnTo>
                  <a:pt x="0" y="258777"/>
                </a:lnTo>
                <a:lnTo>
                  <a:pt x="311822" y="258777"/>
                </a:lnTo>
                <a:lnTo>
                  <a:pt x="311822" y="0"/>
                </a:lnTo>
                <a:close/>
              </a:path>
            </a:pathLst>
          </a:custGeom>
          <a:solidFill>
            <a:srgbClr val="9497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3" name="object 243" descr=""/>
          <p:cNvGrpSpPr/>
          <p:nvPr/>
        </p:nvGrpSpPr>
        <p:grpSpPr>
          <a:xfrm>
            <a:off x="14004735" y="1777600"/>
            <a:ext cx="824230" cy="859155"/>
            <a:chOff x="14004735" y="1777600"/>
            <a:chExt cx="824230" cy="859155"/>
          </a:xfrm>
        </p:grpSpPr>
        <p:sp>
          <p:nvSpPr>
            <p:cNvPr id="244" name="object 244" descr=""/>
            <p:cNvSpPr/>
            <p:nvPr/>
          </p:nvSpPr>
          <p:spPr>
            <a:xfrm>
              <a:off x="14004735" y="1777600"/>
              <a:ext cx="824230" cy="859155"/>
            </a:xfrm>
            <a:custGeom>
              <a:avLst/>
              <a:gdLst/>
              <a:ahLst/>
              <a:cxnLst/>
              <a:rect l="l" t="t" r="r" b="b"/>
              <a:pathLst>
                <a:path w="824230" h="859155">
                  <a:moveTo>
                    <a:pt x="823922" y="0"/>
                  </a:moveTo>
                  <a:lnTo>
                    <a:pt x="0" y="0"/>
                  </a:lnTo>
                  <a:lnTo>
                    <a:pt x="0" y="858623"/>
                  </a:lnTo>
                  <a:lnTo>
                    <a:pt x="823922" y="858623"/>
                  </a:lnTo>
                  <a:lnTo>
                    <a:pt x="823922" y="0"/>
                  </a:lnTo>
                  <a:close/>
                </a:path>
              </a:pathLst>
            </a:custGeom>
            <a:solidFill>
              <a:srgbClr val="DEF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4144501" y="1907093"/>
              <a:ext cx="544830" cy="600075"/>
            </a:xfrm>
            <a:custGeom>
              <a:avLst/>
              <a:gdLst/>
              <a:ahLst/>
              <a:cxnLst/>
              <a:rect l="l" t="t" r="r" b="b"/>
              <a:pathLst>
                <a:path w="544830" h="600075">
                  <a:moveTo>
                    <a:pt x="544391" y="0"/>
                  </a:moveTo>
                  <a:lnTo>
                    <a:pt x="0" y="0"/>
                  </a:lnTo>
                  <a:lnTo>
                    <a:pt x="0" y="599625"/>
                  </a:lnTo>
                  <a:lnTo>
                    <a:pt x="544391" y="599625"/>
                  </a:lnTo>
                  <a:lnTo>
                    <a:pt x="54439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4058684" y="1812765"/>
              <a:ext cx="716280" cy="787400"/>
            </a:xfrm>
            <a:custGeom>
              <a:avLst/>
              <a:gdLst/>
              <a:ahLst/>
              <a:cxnLst/>
              <a:rect l="l" t="t" r="r" b="b"/>
              <a:pathLst>
                <a:path w="716280" h="787400">
                  <a:moveTo>
                    <a:pt x="716026" y="0"/>
                  </a:moveTo>
                  <a:lnTo>
                    <a:pt x="704189" y="0"/>
                  </a:lnTo>
                  <a:lnTo>
                    <a:pt x="704189" y="12700"/>
                  </a:lnTo>
                  <a:lnTo>
                    <a:pt x="704189" y="775970"/>
                  </a:lnTo>
                  <a:lnTo>
                    <a:pt x="11836" y="775970"/>
                  </a:lnTo>
                  <a:lnTo>
                    <a:pt x="11836" y="12700"/>
                  </a:lnTo>
                  <a:lnTo>
                    <a:pt x="704189" y="12700"/>
                  </a:lnTo>
                  <a:lnTo>
                    <a:pt x="704189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75970"/>
                  </a:lnTo>
                  <a:lnTo>
                    <a:pt x="0" y="787400"/>
                  </a:lnTo>
                  <a:lnTo>
                    <a:pt x="716026" y="787400"/>
                  </a:lnTo>
                  <a:lnTo>
                    <a:pt x="716026" y="776046"/>
                  </a:lnTo>
                  <a:lnTo>
                    <a:pt x="716026" y="12700"/>
                  </a:lnTo>
                  <a:lnTo>
                    <a:pt x="716026" y="12255"/>
                  </a:lnTo>
                  <a:lnTo>
                    <a:pt x="716026" y="0"/>
                  </a:lnTo>
                  <a:close/>
                </a:path>
              </a:pathLst>
            </a:custGeom>
            <a:solidFill>
              <a:srgbClr val="F7FB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7" name="object 247" descr=""/>
          <p:cNvGrpSpPr/>
          <p:nvPr/>
        </p:nvGrpSpPr>
        <p:grpSpPr>
          <a:xfrm>
            <a:off x="13026011" y="1830017"/>
            <a:ext cx="789305" cy="386715"/>
            <a:chOff x="13026011" y="1830017"/>
            <a:chExt cx="789305" cy="386715"/>
          </a:xfrm>
        </p:grpSpPr>
        <p:sp>
          <p:nvSpPr>
            <p:cNvPr id="248" name="object 248" descr=""/>
            <p:cNvSpPr/>
            <p:nvPr/>
          </p:nvSpPr>
          <p:spPr>
            <a:xfrm>
              <a:off x="13026011" y="1830017"/>
              <a:ext cx="789305" cy="386715"/>
            </a:xfrm>
            <a:custGeom>
              <a:avLst/>
              <a:gdLst/>
              <a:ahLst/>
              <a:cxnLst/>
              <a:rect l="l" t="t" r="r" b="b"/>
              <a:pathLst>
                <a:path w="789305" h="386714">
                  <a:moveTo>
                    <a:pt x="788981" y="0"/>
                  </a:moveTo>
                  <a:lnTo>
                    <a:pt x="0" y="0"/>
                  </a:lnTo>
                  <a:lnTo>
                    <a:pt x="0" y="386595"/>
                  </a:lnTo>
                  <a:lnTo>
                    <a:pt x="788981" y="386595"/>
                  </a:lnTo>
                  <a:lnTo>
                    <a:pt x="788981" y="0"/>
                  </a:lnTo>
                  <a:close/>
                </a:path>
              </a:pathLst>
            </a:custGeom>
            <a:solidFill>
              <a:srgbClr val="DEF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3132531" y="1897355"/>
              <a:ext cx="575945" cy="252095"/>
            </a:xfrm>
            <a:custGeom>
              <a:avLst/>
              <a:gdLst/>
              <a:ahLst/>
              <a:cxnLst/>
              <a:rect l="l" t="t" r="r" b="b"/>
              <a:pathLst>
                <a:path w="575944" h="252094">
                  <a:moveTo>
                    <a:pt x="575951" y="0"/>
                  </a:moveTo>
                  <a:lnTo>
                    <a:pt x="0" y="0"/>
                  </a:lnTo>
                  <a:lnTo>
                    <a:pt x="0" y="251908"/>
                  </a:lnTo>
                  <a:lnTo>
                    <a:pt x="575951" y="251908"/>
                  </a:lnTo>
                  <a:lnTo>
                    <a:pt x="57595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0" name="object 250" descr=""/>
          <p:cNvGrpSpPr/>
          <p:nvPr/>
        </p:nvGrpSpPr>
        <p:grpSpPr>
          <a:xfrm>
            <a:off x="12948998" y="2340871"/>
            <a:ext cx="394970" cy="394970"/>
            <a:chOff x="12948998" y="2340871"/>
            <a:chExt cx="394970" cy="394970"/>
          </a:xfrm>
        </p:grpSpPr>
        <p:sp>
          <p:nvSpPr>
            <p:cNvPr id="251" name="object 251" descr=""/>
            <p:cNvSpPr/>
            <p:nvPr/>
          </p:nvSpPr>
          <p:spPr>
            <a:xfrm>
              <a:off x="12948998" y="2340871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69" h="394969">
                  <a:moveTo>
                    <a:pt x="394490" y="0"/>
                  </a:moveTo>
                  <a:lnTo>
                    <a:pt x="0" y="0"/>
                  </a:lnTo>
                  <a:lnTo>
                    <a:pt x="0" y="394490"/>
                  </a:lnTo>
                  <a:lnTo>
                    <a:pt x="394490" y="394490"/>
                  </a:lnTo>
                  <a:lnTo>
                    <a:pt x="394490" y="0"/>
                  </a:lnTo>
                  <a:close/>
                </a:path>
              </a:pathLst>
            </a:custGeom>
            <a:solidFill>
              <a:srgbClr val="DEF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3042702" y="2434575"/>
              <a:ext cx="207645" cy="207645"/>
            </a:xfrm>
            <a:custGeom>
              <a:avLst/>
              <a:gdLst/>
              <a:ahLst/>
              <a:cxnLst/>
              <a:rect l="l" t="t" r="r" b="b"/>
              <a:pathLst>
                <a:path w="207644" h="207644">
                  <a:moveTo>
                    <a:pt x="207082" y="0"/>
                  </a:moveTo>
                  <a:lnTo>
                    <a:pt x="0" y="0"/>
                  </a:lnTo>
                  <a:lnTo>
                    <a:pt x="0" y="207082"/>
                  </a:lnTo>
                  <a:lnTo>
                    <a:pt x="207082" y="207082"/>
                  </a:lnTo>
                  <a:lnTo>
                    <a:pt x="20708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2999378" y="2390615"/>
              <a:ext cx="294005" cy="294640"/>
            </a:xfrm>
            <a:custGeom>
              <a:avLst/>
              <a:gdLst/>
              <a:ahLst/>
              <a:cxnLst/>
              <a:rect l="l" t="t" r="r" b="b"/>
              <a:pathLst>
                <a:path w="294005" h="294639">
                  <a:moveTo>
                    <a:pt x="29372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275590"/>
                  </a:lnTo>
                  <a:lnTo>
                    <a:pt x="0" y="294640"/>
                  </a:lnTo>
                  <a:lnTo>
                    <a:pt x="293725" y="294640"/>
                  </a:lnTo>
                  <a:lnTo>
                    <a:pt x="293725" y="275590"/>
                  </a:lnTo>
                  <a:lnTo>
                    <a:pt x="19253" y="275590"/>
                  </a:lnTo>
                  <a:lnTo>
                    <a:pt x="19253" y="20320"/>
                  </a:lnTo>
                  <a:lnTo>
                    <a:pt x="274472" y="20320"/>
                  </a:lnTo>
                  <a:lnTo>
                    <a:pt x="274472" y="275107"/>
                  </a:lnTo>
                  <a:lnTo>
                    <a:pt x="293725" y="275107"/>
                  </a:lnTo>
                  <a:lnTo>
                    <a:pt x="293725" y="20320"/>
                  </a:lnTo>
                  <a:lnTo>
                    <a:pt x="293725" y="19888"/>
                  </a:lnTo>
                  <a:lnTo>
                    <a:pt x="293725" y="0"/>
                  </a:lnTo>
                  <a:close/>
                </a:path>
              </a:pathLst>
            </a:custGeom>
            <a:solidFill>
              <a:srgbClr val="F7FB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4" name="object 254" descr=""/>
          <p:cNvGrpSpPr/>
          <p:nvPr/>
        </p:nvGrpSpPr>
        <p:grpSpPr>
          <a:xfrm>
            <a:off x="13664232" y="2340871"/>
            <a:ext cx="205104" cy="560070"/>
            <a:chOff x="13664232" y="2340871"/>
            <a:chExt cx="205104" cy="560070"/>
          </a:xfrm>
        </p:grpSpPr>
        <p:sp>
          <p:nvSpPr>
            <p:cNvPr id="255" name="object 255" descr=""/>
            <p:cNvSpPr/>
            <p:nvPr/>
          </p:nvSpPr>
          <p:spPr>
            <a:xfrm>
              <a:off x="13664232" y="2340871"/>
              <a:ext cx="205104" cy="560070"/>
            </a:xfrm>
            <a:custGeom>
              <a:avLst/>
              <a:gdLst/>
              <a:ahLst/>
              <a:cxnLst/>
              <a:rect l="l" t="t" r="r" b="b"/>
              <a:pathLst>
                <a:path w="205105" h="560069">
                  <a:moveTo>
                    <a:pt x="204580" y="0"/>
                  </a:moveTo>
                  <a:lnTo>
                    <a:pt x="0" y="0"/>
                  </a:lnTo>
                  <a:lnTo>
                    <a:pt x="0" y="560024"/>
                  </a:lnTo>
                  <a:lnTo>
                    <a:pt x="204580" y="560024"/>
                  </a:lnTo>
                  <a:lnTo>
                    <a:pt x="204580" y="0"/>
                  </a:lnTo>
                  <a:close/>
                </a:path>
              </a:pathLst>
            </a:custGeom>
            <a:solidFill>
              <a:srgbClr val="DEF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3718388" y="2422324"/>
              <a:ext cx="96520" cy="397510"/>
            </a:xfrm>
            <a:custGeom>
              <a:avLst/>
              <a:gdLst/>
              <a:ahLst/>
              <a:cxnLst/>
              <a:rect l="l" t="t" r="r" b="b"/>
              <a:pathLst>
                <a:path w="96519" h="397510">
                  <a:moveTo>
                    <a:pt x="96269" y="0"/>
                  </a:moveTo>
                  <a:lnTo>
                    <a:pt x="0" y="0"/>
                  </a:lnTo>
                  <a:lnTo>
                    <a:pt x="0" y="397129"/>
                  </a:lnTo>
                  <a:lnTo>
                    <a:pt x="96269" y="397129"/>
                  </a:lnTo>
                  <a:lnTo>
                    <a:pt x="9626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7" name="object 257" descr=""/>
          <p:cNvGrpSpPr/>
          <p:nvPr/>
        </p:nvGrpSpPr>
        <p:grpSpPr>
          <a:xfrm>
            <a:off x="13402617" y="2340871"/>
            <a:ext cx="222250" cy="560070"/>
            <a:chOff x="13402617" y="2340871"/>
            <a:chExt cx="222250" cy="560070"/>
          </a:xfrm>
        </p:grpSpPr>
        <p:sp>
          <p:nvSpPr>
            <p:cNvPr id="258" name="object 258" descr=""/>
            <p:cNvSpPr/>
            <p:nvPr/>
          </p:nvSpPr>
          <p:spPr>
            <a:xfrm>
              <a:off x="13402617" y="2340871"/>
              <a:ext cx="17780" cy="560070"/>
            </a:xfrm>
            <a:custGeom>
              <a:avLst/>
              <a:gdLst/>
              <a:ahLst/>
              <a:cxnLst/>
              <a:rect l="l" t="t" r="r" b="b"/>
              <a:pathLst>
                <a:path w="17780" h="560069">
                  <a:moveTo>
                    <a:pt x="0" y="560024"/>
                  </a:moveTo>
                  <a:lnTo>
                    <a:pt x="17653" y="560024"/>
                  </a:lnTo>
                  <a:lnTo>
                    <a:pt x="17653" y="0"/>
                  </a:lnTo>
                  <a:lnTo>
                    <a:pt x="0" y="0"/>
                  </a:lnTo>
                  <a:lnTo>
                    <a:pt x="0" y="560024"/>
                  </a:lnTo>
                  <a:close/>
                </a:path>
              </a:pathLst>
            </a:custGeom>
            <a:solidFill>
              <a:srgbClr val="C4E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3420271" y="2340871"/>
              <a:ext cx="205104" cy="560070"/>
            </a:xfrm>
            <a:custGeom>
              <a:avLst/>
              <a:gdLst/>
              <a:ahLst/>
              <a:cxnLst/>
              <a:rect l="l" t="t" r="r" b="b"/>
              <a:pathLst>
                <a:path w="205105" h="560069">
                  <a:moveTo>
                    <a:pt x="204580" y="0"/>
                  </a:moveTo>
                  <a:lnTo>
                    <a:pt x="0" y="0"/>
                  </a:lnTo>
                  <a:lnTo>
                    <a:pt x="0" y="560024"/>
                  </a:lnTo>
                  <a:lnTo>
                    <a:pt x="204580" y="560024"/>
                  </a:lnTo>
                  <a:lnTo>
                    <a:pt x="204580" y="0"/>
                  </a:lnTo>
                  <a:close/>
                </a:path>
              </a:pathLst>
            </a:custGeom>
            <a:solidFill>
              <a:srgbClr val="DEF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3474416" y="2422324"/>
              <a:ext cx="96520" cy="397510"/>
            </a:xfrm>
            <a:custGeom>
              <a:avLst/>
              <a:gdLst/>
              <a:ahLst/>
              <a:cxnLst/>
              <a:rect l="l" t="t" r="r" b="b"/>
              <a:pathLst>
                <a:path w="96519" h="397510">
                  <a:moveTo>
                    <a:pt x="96279" y="0"/>
                  </a:moveTo>
                  <a:lnTo>
                    <a:pt x="0" y="0"/>
                  </a:lnTo>
                  <a:lnTo>
                    <a:pt x="0" y="397129"/>
                  </a:lnTo>
                  <a:lnTo>
                    <a:pt x="96279" y="397129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3440740" y="2390615"/>
              <a:ext cx="163830" cy="459740"/>
            </a:xfrm>
            <a:custGeom>
              <a:avLst/>
              <a:gdLst/>
              <a:ahLst/>
              <a:cxnLst/>
              <a:rect l="l" t="t" r="r" b="b"/>
              <a:pathLst>
                <a:path w="163830" h="459739">
                  <a:moveTo>
                    <a:pt x="163652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440690"/>
                  </a:lnTo>
                  <a:lnTo>
                    <a:pt x="0" y="459740"/>
                  </a:lnTo>
                  <a:lnTo>
                    <a:pt x="163652" y="459740"/>
                  </a:lnTo>
                  <a:lnTo>
                    <a:pt x="163652" y="440690"/>
                  </a:lnTo>
                  <a:lnTo>
                    <a:pt x="19240" y="440690"/>
                  </a:lnTo>
                  <a:lnTo>
                    <a:pt x="19240" y="20320"/>
                  </a:lnTo>
                  <a:lnTo>
                    <a:pt x="144399" y="20320"/>
                  </a:lnTo>
                  <a:lnTo>
                    <a:pt x="144399" y="440651"/>
                  </a:lnTo>
                  <a:lnTo>
                    <a:pt x="163652" y="440651"/>
                  </a:lnTo>
                  <a:lnTo>
                    <a:pt x="163652" y="20320"/>
                  </a:lnTo>
                  <a:lnTo>
                    <a:pt x="163652" y="19888"/>
                  </a:lnTo>
                  <a:lnTo>
                    <a:pt x="163652" y="0"/>
                  </a:lnTo>
                  <a:close/>
                </a:path>
              </a:pathLst>
            </a:custGeom>
            <a:solidFill>
              <a:srgbClr val="F7FB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2" name="object 262" descr=""/>
          <p:cNvSpPr/>
          <p:nvPr/>
        </p:nvSpPr>
        <p:spPr>
          <a:xfrm>
            <a:off x="10247352" y="5330528"/>
            <a:ext cx="1222375" cy="71755"/>
          </a:xfrm>
          <a:custGeom>
            <a:avLst/>
            <a:gdLst/>
            <a:ahLst/>
            <a:cxnLst/>
            <a:rect l="l" t="t" r="r" b="b"/>
            <a:pathLst>
              <a:path w="1222375" h="71754">
                <a:moveTo>
                  <a:pt x="1222077" y="0"/>
                </a:moveTo>
                <a:lnTo>
                  <a:pt x="0" y="0"/>
                </a:lnTo>
                <a:lnTo>
                  <a:pt x="0" y="71620"/>
                </a:lnTo>
                <a:lnTo>
                  <a:pt x="1222077" y="71620"/>
                </a:lnTo>
                <a:lnTo>
                  <a:pt x="1222077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3" name="object 263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340096" y="5584318"/>
            <a:ext cx="98122" cy="164026"/>
          </a:xfrm>
          <a:prstGeom prst="rect">
            <a:avLst/>
          </a:prstGeom>
        </p:spPr>
      </p:pic>
      <p:pic>
        <p:nvPicPr>
          <p:cNvPr id="264" name="object 264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743994" y="5584318"/>
            <a:ext cx="98112" cy="164026"/>
          </a:xfrm>
          <a:prstGeom prst="rect">
            <a:avLst/>
          </a:prstGeom>
        </p:spPr>
      </p:pic>
      <p:pic>
        <p:nvPicPr>
          <p:cNvPr id="265" name="object 265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345435" y="5584318"/>
            <a:ext cx="98112" cy="164026"/>
          </a:xfrm>
          <a:prstGeom prst="rect">
            <a:avLst/>
          </a:prstGeom>
        </p:spPr>
      </p:pic>
      <p:grpSp>
        <p:nvGrpSpPr>
          <p:cNvPr id="266" name="object 266" descr=""/>
          <p:cNvGrpSpPr/>
          <p:nvPr/>
        </p:nvGrpSpPr>
        <p:grpSpPr>
          <a:xfrm>
            <a:off x="10214867" y="5217431"/>
            <a:ext cx="1288415" cy="531495"/>
            <a:chOff x="10214867" y="5217431"/>
            <a:chExt cx="1288415" cy="531495"/>
          </a:xfrm>
        </p:grpSpPr>
        <p:pic>
          <p:nvPicPr>
            <p:cNvPr id="267" name="object 26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941546" y="5584318"/>
              <a:ext cx="98112" cy="164026"/>
            </a:xfrm>
            <a:prstGeom prst="rect">
              <a:avLst/>
            </a:prstGeom>
          </p:spPr>
        </p:pic>
        <p:sp>
          <p:nvSpPr>
            <p:cNvPr id="268" name="object 268" descr=""/>
            <p:cNvSpPr/>
            <p:nvPr/>
          </p:nvSpPr>
          <p:spPr>
            <a:xfrm>
              <a:off x="10214864" y="5217432"/>
              <a:ext cx="993775" cy="471805"/>
            </a:xfrm>
            <a:custGeom>
              <a:avLst/>
              <a:gdLst/>
              <a:ahLst/>
              <a:cxnLst/>
              <a:rect l="l" t="t" r="r" b="b"/>
              <a:pathLst>
                <a:path w="993775" h="471804">
                  <a:moveTo>
                    <a:pt x="993203" y="62877"/>
                  </a:moveTo>
                  <a:lnTo>
                    <a:pt x="988263" y="38417"/>
                  </a:lnTo>
                  <a:lnTo>
                    <a:pt x="974763" y="18427"/>
                  </a:lnTo>
                  <a:lnTo>
                    <a:pt x="954735" y="4953"/>
                  </a:lnTo>
                  <a:lnTo>
                    <a:pt x="930186" y="0"/>
                  </a:lnTo>
                  <a:lnTo>
                    <a:pt x="63042" y="0"/>
                  </a:lnTo>
                  <a:lnTo>
                    <a:pt x="38481" y="4953"/>
                  </a:lnTo>
                  <a:lnTo>
                    <a:pt x="18453" y="18427"/>
                  </a:lnTo>
                  <a:lnTo>
                    <a:pt x="4953" y="38417"/>
                  </a:lnTo>
                  <a:lnTo>
                    <a:pt x="0" y="62877"/>
                  </a:lnTo>
                  <a:lnTo>
                    <a:pt x="0" y="98615"/>
                  </a:lnTo>
                  <a:lnTo>
                    <a:pt x="2755" y="112280"/>
                  </a:lnTo>
                  <a:lnTo>
                    <a:pt x="10287" y="123431"/>
                  </a:lnTo>
                  <a:lnTo>
                    <a:pt x="21437" y="130949"/>
                  </a:lnTo>
                  <a:lnTo>
                    <a:pt x="35102" y="133705"/>
                  </a:lnTo>
                  <a:lnTo>
                    <a:pt x="958113" y="133705"/>
                  </a:lnTo>
                  <a:lnTo>
                    <a:pt x="971778" y="130949"/>
                  </a:lnTo>
                  <a:lnTo>
                    <a:pt x="982929" y="123431"/>
                  </a:lnTo>
                  <a:lnTo>
                    <a:pt x="990447" y="112280"/>
                  </a:lnTo>
                  <a:lnTo>
                    <a:pt x="993203" y="98615"/>
                  </a:lnTo>
                  <a:lnTo>
                    <a:pt x="993203" y="62877"/>
                  </a:lnTo>
                  <a:close/>
                </a:path>
                <a:path w="993775" h="471804">
                  <a:moveTo>
                    <a:pt x="993216" y="180505"/>
                  </a:moveTo>
                  <a:lnTo>
                    <a:pt x="990625" y="167678"/>
                  </a:lnTo>
                  <a:lnTo>
                    <a:pt x="983564" y="157213"/>
                  </a:lnTo>
                  <a:lnTo>
                    <a:pt x="973086" y="150152"/>
                  </a:lnTo>
                  <a:lnTo>
                    <a:pt x="960259" y="147561"/>
                  </a:lnTo>
                  <a:lnTo>
                    <a:pt x="32943" y="147561"/>
                  </a:lnTo>
                  <a:lnTo>
                    <a:pt x="20129" y="150152"/>
                  </a:lnTo>
                  <a:lnTo>
                    <a:pt x="9652" y="157213"/>
                  </a:lnTo>
                  <a:lnTo>
                    <a:pt x="2590" y="167678"/>
                  </a:lnTo>
                  <a:lnTo>
                    <a:pt x="0" y="180505"/>
                  </a:lnTo>
                  <a:lnTo>
                    <a:pt x="0" y="408749"/>
                  </a:lnTo>
                  <a:lnTo>
                    <a:pt x="4940" y="433247"/>
                  </a:lnTo>
                  <a:lnTo>
                    <a:pt x="18440" y="453275"/>
                  </a:lnTo>
                  <a:lnTo>
                    <a:pt x="38481" y="466813"/>
                  </a:lnTo>
                  <a:lnTo>
                    <a:pt x="63030" y="471779"/>
                  </a:lnTo>
                  <a:lnTo>
                    <a:pt x="930173" y="471779"/>
                  </a:lnTo>
                  <a:lnTo>
                    <a:pt x="954735" y="466813"/>
                  </a:lnTo>
                  <a:lnTo>
                    <a:pt x="974763" y="453275"/>
                  </a:lnTo>
                  <a:lnTo>
                    <a:pt x="988263" y="433247"/>
                  </a:lnTo>
                  <a:lnTo>
                    <a:pt x="993216" y="408749"/>
                  </a:lnTo>
                  <a:lnTo>
                    <a:pt x="993216" y="180505"/>
                  </a:lnTo>
                  <a:close/>
                </a:path>
              </a:pathLst>
            </a:custGeom>
            <a:solidFill>
              <a:srgbClr val="A0CA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0672788" y="5217432"/>
              <a:ext cx="830580" cy="471805"/>
            </a:xfrm>
            <a:custGeom>
              <a:avLst/>
              <a:gdLst/>
              <a:ahLst/>
              <a:cxnLst/>
              <a:rect l="l" t="t" r="r" b="b"/>
              <a:pathLst>
                <a:path w="830579" h="471804">
                  <a:moveTo>
                    <a:pt x="830287" y="180505"/>
                  </a:moveTo>
                  <a:lnTo>
                    <a:pt x="827709" y="167678"/>
                  </a:lnTo>
                  <a:lnTo>
                    <a:pt x="820648" y="157200"/>
                  </a:lnTo>
                  <a:lnTo>
                    <a:pt x="810171" y="150139"/>
                  </a:lnTo>
                  <a:lnTo>
                    <a:pt x="797356" y="147548"/>
                  </a:lnTo>
                  <a:lnTo>
                    <a:pt x="32956" y="147548"/>
                  </a:lnTo>
                  <a:lnTo>
                    <a:pt x="20129" y="150139"/>
                  </a:lnTo>
                  <a:lnTo>
                    <a:pt x="9652" y="157200"/>
                  </a:lnTo>
                  <a:lnTo>
                    <a:pt x="2590" y="167678"/>
                  </a:lnTo>
                  <a:lnTo>
                    <a:pt x="0" y="180505"/>
                  </a:lnTo>
                  <a:lnTo>
                    <a:pt x="0" y="408749"/>
                  </a:lnTo>
                  <a:lnTo>
                    <a:pt x="4978" y="433222"/>
                  </a:lnTo>
                  <a:lnTo>
                    <a:pt x="18516" y="453263"/>
                  </a:lnTo>
                  <a:lnTo>
                    <a:pt x="38569" y="466813"/>
                  </a:lnTo>
                  <a:lnTo>
                    <a:pt x="63042" y="471779"/>
                  </a:lnTo>
                  <a:lnTo>
                    <a:pt x="767270" y="471779"/>
                  </a:lnTo>
                  <a:lnTo>
                    <a:pt x="791794" y="466826"/>
                  </a:lnTo>
                  <a:lnTo>
                    <a:pt x="811834" y="453326"/>
                  </a:lnTo>
                  <a:lnTo>
                    <a:pt x="825334" y="433285"/>
                  </a:lnTo>
                  <a:lnTo>
                    <a:pt x="830287" y="408749"/>
                  </a:lnTo>
                  <a:lnTo>
                    <a:pt x="830287" y="180505"/>
                  </a:lnTo>
                  <a:close/>
                </a:path>
                <a:path w="830579" h="471804">
                  <a:moveTo>
                    <a:pt x="830287" y="62877"/>
                  </a:moveTo>
                  <a:lnTo>
                    <a:pt x="825347" y="38404"/>
                  </a:lnTo>
                  <a:lnTo>
                    <a:pt x="811885" y="18427"/>
                  </a:lnTo>
                  <a:lnTo>
                    <a:pt x="791895" y="4953"/>
                  </a:lnTo>
                  <a:lnTo>
                    <a:pt x="767422" y="0"/>
                  </a:lnTo>
                  <a:lnTo>
                    <a:pt x="63042" y="0"/>
                  </a:lnTo>
                  <a:lnTo>
                    <a:pt x="38569" y="4978"/>
                  </a:lnTo>
                  <a:lnTo>
                    <a:pt x="18516" y="18516"/>
                  </a:lnTo>
                  <a:lnTo>
                    <a:pt x="4978" y="38569"/>
                  </a:lnTo>
                  <a:lnTo>
                    <a:pt x="0" y="63042"/>
                  </a:lnTo>
                  <a:lnTo>
                    <a:pt x="0" y="98615"/>
                  </a:lnTo>
                  <a:lnTo>
                    <a:pt x="2768" y="112280"/>
                  </a:lnTo>
                  <a:lnTo>
                    <a:pt x="10287" y="123431"/>
                  </a:lnTo>
                  <a:lnTo>
                    <a:pt x="21437" y="130949"/>
                  </a:lnTo>
                  <a:lnTo>
                    <a:pt x="35102" y="133705"/>
                  </a:lnTo>
                  <a:lnTo>
                    <a:pt x="795197" y="133705"/>
                  </a:lnTo>
                  <a:lnTo>
                    <a:pt x="808863" y="130949"/>
                  </a:lnTo>
                  <a:lnTo>
                    <a:pt x="820013" y="123431"/>
                  </a:lnTo>
                  <a:lnTo>
                    <a:pt x="827532" y="112280"/>
                  </a:lnTo>
                  <a:lnTo>
                    <a:pt x="830287" y="98615"/>
                  </a:lnTo>
                  <a:lnTo>
                    <a:pt x="830287" y="62877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0" name="object 270" descr=""/>
          <p:cNvSpPr/>
          <p:nvPr/>
        </p:nvSpPr>
        <p:spPr>
          <a:xfrm>
            <a:off x="10247352" y="4587933"/>
            <a:ext cx="1222375" cy="71755"/>
          </a:xfrm>
          <a:custGeom>
            <a:avLst/>
            <a:gdLst/>
            <a:ahLst/>
            <a:cxnLst/>
            <a:rect l="l" t="t" r="r" b="b"/>
            <a:pathLst>
              <a:path w="1222375" h="71754">
                <a:moveTo>
                  <a:pt x="1222077" y="0"/>
                </a:moveTo>
                <a:lnTo>
                  <a:pt x="0" y="0"/>
                </a:lnTo>
                <a:lnTo>
                  <a:pt x="0" y="71620"/>
                </a:lnTo>
                <a:lnTo>
                  <a:pt x="1222077" y="71620"/>
                </a:lnTo>
                <a:lnTo>
                  <a:pt x="1222077" y="0"/>
                </a:lnTo>
                <a:close/>
              </a:path>
            </a:pathLst>
          </a:custGeom>
          <a:solidFill>
            <a:srgbClr val="93D5C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1" name="object 27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340103" y="4841720"/>
            <a:ext cx="98112" cy="164026"/>
          </a:xfrm>
          <a:prstGeom prst="rect">
            <a:avLst/>
          </a:prstGeom>
        </p:spPr>
      </p:pic>
      <p:pic>
        <p:nvPicPr>
          <p:cNvPr id="272" name="object 272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743994" y="4841720"/>
            <a:ext cx="98112" cy="164026"/>
          </a:xfrm>
          <a:prstGeom prst="rect">
            <a:avLst/>
          </a:prstGeom>
        </p:spPr>
      </p:pic>
      <p:pic>
        <p:nvPicPr>
          <p:cNvPr id="273" name="object 273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345435" y="4841720"/>
            <a:ext cx="98112" cy="164026"/>
          </a:xfrm>
          <a:prstGeom prst="rect">
            <a:avLst/>
          </a:prstGeom>
        </p:spPr>
      </p:pic>
      <p:grpSp>
        <p:nvGrpSpPr>
          <p:cNvPr id="274" name="object 274" descr=""/>
          <p:cNvGrpSpPr/>
          <p:nvPr/>
        </p:nvGrpSpPr>
        <p:grpSpPr>
          <a:xfrm>
            <a:off x="10214867" y="4474834"/>
            <a:ext cx="1288415" cy="531495"/>
            <a:chOff x="10214867" y="4474834"/>
            <a:chExt cx="1288415" cy="531495"/>
          </a:xfrm>
        </p:grpSpPr>
        <p:pic>
          <p:nvPicPr>
            <p:cNvPr id="275" name="object 27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941546" y="4841720"/>
              <a:ext cx="98112" cy="164026"/>
            </a:xfrm>
            <a:prstGeom prst="rect">
              <a:avLst/>
            </a:prstGeom>
          </p:spPr>
        </p:pic>
        <p:sp>
          <p:nvSpPr>
            <p:cNvPr id="276" name="object 276" descr=""/>
            <p:cNvSpPr/>
            <p:nvPr/>
          </p:nvSpPr>
          <p:spPr>
            <a:xfrm>
              <a:off x="10214864" y="4474838"/>
              <a:ext cx="993775" cy="471805"/>
            </a:xfrm>
            <a:custGeom>
              <a:avLst/>
              <a:gdLst/>
              <a:ahLst/>
              <a:cxnLst/>
              <a:rect l="l" t="t" r="r" b="b"/>
              <a:pathLst>
                <a:path w="993775" h="471804">
                  <a:moveTo>
                    <a:pt x="993203" y="62877"/>
                  </a:moveTo>
                  <a:lnTo>
                    <a:pt x="988263" y="38417"/>
                  </a:lnTo>
                  <a:lnTo>
                    <a:pt x="974763" y="18427"/>
                  </a:lnTo>
                  <a:lnTo>
                    <a:pt x="954735" y="4953"/>
                  </a:lnTo>
                  <a:lnTo>
                    <a:pt x="930186" y="0"/>
                  </a:lnTo>
                  <a:lnTo>
                    <a:pt x="63042" y="0"/>
                  </a:lnTo>
                  <a:lnTo>
                    <a:pt x="38481" y="4953"/>
                  </a:lnTo>
                  <a:lnTo>
                    <a:pt x="18453" y="18427"/>
                  </a:lnTo>
                  <a:lnTo>
                    <a:pt x="4953" y="38417"/>
                  </a:lnTo>
                  <a:lnTo>
                    <a:pt x="0" y="62877"/>
                  </a:lnTo>
                  <a:lnTo>
                    <a:pt x="0" y="98615"/>
                  </a:lnTo>
                  <a:lnTo>
                    <a:pt x="2755" y="112280"/>
                  </a:lnTo>
                  <a:lnTo>
                    <a:pt x="10287" y="123431"/>
                  </a:lnTo>
                  <a:lnTo>
                    <a:pt x="21437" y="130949"/>
                  </a:lnTo>
                  <a:lnTo>
                    <a:pt x="35102" y="133705"/>
                  </a:lnTo>
                  <a:lnTo>
                    <a:pt x="958113" y="133705"/>
                  </a:lnTo>
                  <a:lnTo>
                    <a:pt x="971778" y="130949"/>
                  </a:lnTo>
                  <a:lnTo>
                    <a:pt x="982929" y="123431"/>
                  </a:lnTo>
                  <a:lnTo>
                    <a:pt x="990447" y="112280"/>
                  </a:lnTo>
                  <a:lnTo>
                    <a:pt x="993203" y="98615"/>
                  </a:lnTo>
                  <a:lnTo>
                    <a:pt x="993203" y="62877"/>
                  </a:lnTo>
                  <a:close/>
                </a:path>
                <a:path w="993775" h="471804">
                  <a:moveTo>
                    <a:pt x="993216" y="180505"/>
                  </a:moveTo>
                  <a:lnTo>
                    <a:pt x="990625" y="167678"/>
                  </a:lnTo>
                  <a:lnTo>
                    <a:pt x="983564" y="157213"/>
                  </a:lnTo>
                  <a:lnTo>
                    <a:pt x="973086" y="150139"/>
                  </a:lnTo>
                  <a:lnTo>
                    <a:pt x="960259" y="147561"/>
                  </a:lnTo>
                  <a:lnTo>
                    <a:pt x="32943" y="147561"/>
                  </a:lnTo>
                  <a:lnTo>
                    <a:pt x="20129" y="150139"/>
                  </a:lnTo>
                  <a:lnTo>
                    <a:pt x="9652" y="157213"/>
                  </a:lnTo>
                  <a:lnTo>
                    <a:pt x="2590" y="167678"/>
                  </a:lnTo>
                  <a:lnTo>
                    <a:pt x="0" y="180505"/>
                  </a:lnTo>
                  <a:lnTo>
                    <a:pt x="0" y="408749"/>
                  </a:lnTo>
                  <a:lnTo>
                    <a:pt x="4940" y="433235"/>
                  </a:lnTo>
                  <a:lnTo>
                    <a:pt x="18440" y="453275"/>
                  </a:lnTo>
                  <a:lnTo>
                    <a:pt x="38481" y="466813"/>
                  </a:lnTo>
                  <a:lnTo>
                    <a:pt x="63030" y="471779"/>
                  </a:lnTo>
                  <a:lnTo>
                    <a:pt x="930173" y="471779"/>
                  </a:lnTo>
                  <a:lnTo>
                    <a:pt x="954735" y="466813"/>
                  </a:lnTo>
                  <a:lnTo>
                    <a:pt x="974763" y="453275"/>
                  </a:lnTo>
                  <a:lnTo>
                    <a:pt x="988263" y="433235"/>
                  </a:lnTo>
                  <a:lnTo>
                    <a:pt x="993216" y="408749"/>
                  </a:lnTo>
                  <a:lnTo>
                    <a:pt x="993216" y="180505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0672788" y="4474838"/>
              <a:ext cx="830580" cy="471805"/>
            </a:xfrm>
            <a:custGeom>
              <a:avLst/>
              <a:gdLst/>
              <a:ahLst/>
              <a:cxnLst/>
              <a:rect l="l" t="t" r="r" b="b"/>
              <a:pathLst>
                <a:path w="830579" h="471804">
                  <a:moveTo>
                    <a:pt x="830287" y="180505"/>
                  </a:moveTo>
                  <a:lnTo>
                    <a:pt x="827709" y="167678"/>
                  </a:lnTo>
                  <a:lnTo>
                    <a:pt x="820648" y="157200"/>
                  </a:lnTo>
                  <a:lnTo>
                    <a:pt x="810171" y="150139"/>
                  </a:lnTo>
                  <a:lnTo>
                    <a:pt x="797356" y="147548"/>
                  </a:lnTo>
                  <a:lnTo>
                    <a:pt x="32956" y="147548"/>
                  </a:lnTo>
                  <a:lnTo>
                    <a:pt x="20129" y="150139"/>
                  </a:lnTo>
                  <a:lnTo>
                    <a:pt x="9652" y="157200"/>
                  </a:lnTo>
                  <a:lnTo>
                    <a:pt x="2590" y="167678"/>
                  </a:lnTo>
                  <a:lnTo>
                    <a:pt x="0" y="180505"/>
                  </a:lnTo>
                  <a:lnTo>
                    <a:pt x="0" y="408749"/>
                  </a:lnTo>
                  <a:lnTo>
                    <a:pt x="4978" y="433222"/>
                  </a:lnTo>
                  <a:lnTo>
                    <a:pt x="18516" y="453263"/>
                  </a:lnTo>
                  <a:lnTo>
                    <a:pt x="38569" y="466813"/>
                  </a:lnTo>
                  <a:lnTo>
                    <a:pt x="63042" y="471779"/>
                  </a:lnTo>
                  <a:lnTo>
                    <a:pt x="767270" y="471779"/>
                  </a:lnTo>
                  <a:lnTo>
                    <a:pt x="791794" y="466826"/>
                  </a:lnTo>
                  <a:lnTo>
                    <a:pt x="811834" y="453326"/>
                  </a:lnTo>
                  <a:lnTo>
                    <a:pt x="825334" y="433285"/>
                  </a:lnTo>
                  <a:lnTo>
                    <a:pt x="830287" y="408749"/>
                  </a:lnTo>
                  <a:lnTo>
                    <a:pt x="830287" y="180505"/>
                  </a:lnTo>
                  <a:close/>
                </a:path>
                <a:path w="830579" h="471804">
                  <a:moveTo>
                    <a:pt x="830287" y="62877"/>
                  </a:moveTo>
                  <a:lnTo>
                    <a:pt x="825347" y="38404"/>
                  </a:lnTo>
                  <a:lnTo>
                    <a:pt x="811885" y="18415"/>
                  </a:lnTo>
                  <a:lnTo>
                    <a:pt x="791895" y="4940"/>
                  </a:lnTo>
                  <a:lnTo>
                    <a:pt x="767422" y="0"/>
                  </a:lnTo>
                  <a:lnTo>
                    <a:pt x="63042" y="0"/>
                  </a:lnTo>
                  <a:lnTo>
                    <a:pt x="38569" y="4978"/>
                  </a:lnTo>
                  <a:lnTo>
                    <a:pt x="18516" y="18516"/>
                  </a:lnTo>
                  <a:lnTo>
                    <a:pt x="4978" y="38557"/>
                  </a:lnTo>
                  <a:lnTo>
                    <a:pt x="0" y="63042"/>
                  </a:lnTo>
                  <a:lnTo>
                    <a:pt x="0" y="98615"/>
                  </a:lnTo>
                  <a:lnTo>
                    <a:pt x="2768" y="112280"/>
                  </a:lnTo>
                  <a:lnTo>
                    <a:pt x="10287" y="123431"/>
                  </a:lnTo>
                  <a:lnTo>
                    <a:pt x="21437" y="130949"/>
                  </a:lnTo>
                  <a:lnTo>
                    <a:pt x="35102" y="133705"/>
                  </a:lnTo>
                  <a:lnTo>
                    <a:pt x="795197" y="133705"/>
                  </a:lnTo>
                  <a:lnTo>
                    <a:pt x="808863" y="130949"/>
                  </a:lnTo>
                  <a:lnTo>
                    <a:pt x="820013" y="123431"/>
                  </a:lnTo>
                  <a:lnTo>
                    <a:pt x="827532" y="112280"/>
                  </a:lnTo>
                  <a:lnTo>
                    <a:pt x="830287" y="98615"/>
                  </a:lnTo>
                  <a:lnTo>
                    <a:pt x="830287" y="62877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8" name="object 278" descr=""/>
          <p:cNvGrpSpPr/>
          <p:nvPr/>
        </p:nvGrpSpPr>
        <p:grpSpPr>
          <a:xfrm>
            <a:off x="3773424" y="6007858"/>
            <a:ext cx="1116330" cy="4290060"/>
            <a:chOff x="3773424" y="6007858"/>
            <a:chExt cx="1116330" cy="4290060"/>
          </a:xfrm>
        </p:grpSpPr>
        <p:sp>
          <p:nvSpPr>
            <p:cNvPr id="279" name="object 279" descr=""/>
            <p:cNvSpPr/>
            <p:nvPr/>
          </p:nvSpPr>
          <p:spPr>
            <a:xfrm>
              <a:off x="3773434" y="6007858"/>
              <a:ext cx="1116330" cy="4157345"/>
            </a:xfrm>
            <a:custGeom>
              <a:avLst/>
              <a:gdLst/>
              <a:ahLst/>
              <a:cxnLst/>
              <a:rect l="l" t="t" r="r" b="b"/>
              <a:pathLst>
                <a:path w="1116329" h="4157345">
                  <a:moveTo>
                    <a:pt x="1116039" y="0"/>
                  </a:moveTo>
                  <a:lnTo>
                    <a:pt x="0" y="0"/>
                  </a:lnTo>
                  <a:lnTo>
                    <a:pt x="0" y="4156889"/>
                  </a:lnTo>
                  <a:lnTo>
                    <a:pt x="1116039" y="4156889"/>
                  </a:lnTo>
                  <a:lnTo>
                    <a:pt x="1116039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3933837" y="6007867"/>
              <a:ext cx="955675" cy="4157345"/>
            </a:xfrm>
            <a:custGeom>
              <a:avLst/>
              <a:gdLst/>
              <a:ahLst/>
              <a:cxnLst/>
              <a:rect l="l" t="t" r="r" b="b"/>
              <a:pathLst>
                <a:path w="955675" h="4157345">
                  <a:moveTo>
                    <a:pt x="955624" y="3887393"/>
                  </a:moveTo>
                  <a:lnTo>
                    <a:pt x="598335" y="3887393"/>
                  </a:lnTo>
                  <a:lnTo>
                    <a:pt x="381330" y="3887393"/>
                  </a:lnTo>
                  <a:lnTo>
                    <a:pt x="23266" y="3887393"/>
                  </a:lnTo>
                  <a:lnTo>
                    <a:pt x="23266" y="2811970"/>
                  </a:lnTo>
                  <a:lnTo>
                    <a:pt x="56108" y="2805328"/>
                  </a:lnTo>
                  <a:lnTo>
                    <a:pt x="88620" y="2783395"/>
                  </a:lnTo>
                  <a:lnTo>
                    <a:pt x="110553" y="2750883"/>
                  </a:lnTo>
                  <a:lnTo>
                    <a:pt x="118592" y="2711069"/>
                  </a:lnTo>
                  <a:lnTo>
                    <a:pt x="118592" y="1660118"/>
                  </a:lnTo>
                  <a:lnTo>
                    <a:pt x="110553" y="1620304"/>
                  </a:lnTo>
                  <a:lnTo>
                    <a:pt x="88620" y="1587779"/>
                  </a:lnTo>
                  <a:lnTo>
                    <a:pt x="56108" y="1565846"/>
                  </a:lnTo>
                  <a:lnTo>
                    <a:pt x="23266" y="1559217"/>
                  </a:lnTo>
                  <a:lnTo>
                    <a:pt x="23266" y="0"/>
                  </a:lnTo>
                  <a:lnTo>
                    <a:pt x="0" y="0"/>
                  </a:lnTo>
                  <a:lnTo>
                    <a:pt x="0" y="4156887"/>
                  </a:lnTo>
                  <a:lnTo>
                    <a:pt x="23266" y="4156887"/>
                  </a:lnTo>
                  <a:lnTo>
                    <a:pt x="23266" y="3912362"/>
                  </a:lnTo>
                  <a:lnTo>
                    <a:pt x="381330" y="3912362"/>
                  </a:lnTo>
                  <a:lnTo>
                    <a:pt x="381330" y="3928427"/>
                  </a:lnTo>
                  <a:lnTo>
                    <a:pt x="382866" y="3936047"/>
                  </a:lnTo>
                  <a:lnTo>
                    <a:pt x="387070" y="3942270"/>
                  </a:lnTo>
                  <a:lnTo>
                    <a:pt x="393293" y="3946474"/>
                  </a:lnTo>
                  <a:lnTo>
                    <a:pt x="400913" y="3948011"/>
                  </a:lnTo>
                  <a:lnTo>
                    <a:pt x="578751" y="3948011"/>
                  </a:lnTo>
                  <a:lnTo>
                    <a:pt x="586371" y="3946474"/>
                  </a:lnTo>
                  <a:lnTo>
                    <a:pt x="592594" y="3942270"/>
                  </a:lnTo>
                  <a:lnTo>
                    <a:pt x="596798" y="3936047"/>
                  </a:lnTo>
                  <a:lnTo>
                    <a:pt x="598335" y="3928427"/>
                  </a:lnTo>
                  <a:lnTo>
                    <a:pt x="598335" y="3912362"/>
                  </a:lnTo>
                  <a:lnTo>
                    <a:pt x="955624" y="3912362"/>
                  </a:lnTo>
                  <a:lnTo>
                    <a:pt x="955624" y="3887393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3773424" y="10164748"/>
              <a:ext cx="1116330" cy="133350"/>
            </a:xfrm>
            <a:custGeom>
              <a:avLst/>
              <a:gdLst/>
              <a:ahLst/>
              <a:cxnLst/>
              <a:rect l="l" t="t" r="r" b="b"/>
              <a:pathLst>
                <a:path w="1116329" h="133350">
                  <a:moveTo>
                    <a:pt x="0" y="132917"/>
                  </a:moveTo>
                  <a:lnTo>
                    <a:pt x="1116049" y="132917"/>
                  </a:lnTo>
                  <a:lnTo>
                    <a:pt x="1116049" y="0"/>
                  </a:lnTo>
                  <a:lnTo>
                    <a:pt x="0" y="0"/>
                  </a:lnTo>
                  <a:lnTo>
                    <a:pt x="0" y="132917"/>
                  </a:lnTo>
                  <a:close/>
                </a:path>
              </a:pathLst>
            </a:custGeom>
            <a:solidFill>
              <a:srgbClr val="39496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2" name="object 282" descr=""/>
          <p:cNvSpPr/>
          <p:nvPr/>
        </p:nvSpPr>
        <p:spPr>
          <a:xfrm>
            <a:off x="2604680" y="10229461"/>
            <a:ext cx="223520" cy="111125"/>
          </a:xfrm>
          <a:custGeom>
            <a:avLst/>
            <a:gdLst/>
            <a:ahLst/>
            <a:cxnLst/>
            <a:rect l="l" t="t" r="r" b="b"/>
            <a:pathLst>
              <a:path w="223519" h="111125">
                <a:moveTo>
                  <a:pt x="223207" y="0"/>
                </a:moveTo>
                <a:lnTo>
                  <a:pt x="0" y="0"/>
                </a:lnTo>
                <a:lnTo>
                  <a:pt x="37203" y="110823"/>
                </a:lnTo>
                <a:lnTo>
                  <a:pt x="223207" y="110823"/>
                </a:lnTo>
                <a:lnTo>
                  <a:pt x="223207" y="0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 descr=""/>
          <p:cNvSpPr/>
          <p:nvPr/>
        </p:nvSpPr>
        <p:spPr>
          <a:xfrm>
            <a:off x="1290229" y="10229461"/>
            <a:ext cx="223520" cy="111125"/>
          </a:xfrm>
          <a:custGeom>
            <a:avLst/>
            <a:gdLst/>
            <a:ahLst/>
            <a:cxnLst/>
            <a:rect l="l" t="t" r="r" b="b"/>
            <a:pathLst>
              <a:path w="223519" h="111125">
                <a:moveTo>
                  <a:pt x="223207" y="0"/>
                </a:moveTo>
                <a:lnTo>
                  <a:pt x="0" y="0"/>
                </a:lnTo>
                <a:lnTo>
                  <a:pt x="0" y="110823"/>
                </a:lnTo>
                <a:lnTo>
                  <a:pt x="186004" y="110823"/>
                </a:lnTo>
                <a:lnTo>
                  <a:pt x="223207" y="0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4" name="object 284" descr=""/>
          <p:cNvGrpSpPr/>
          <p:nvPr/>
        </p:nvGrpSpPr>
        <p:grpSpPr>
          <a:xfrm>
            <a:off x="1243731" y="6007858"/>
            <a:ext cx="1618615" cy="4290060"/>
            <a:chOff x="1243731" y="6007858"/>
            <a:chExt cx="1618615" cy="4290060"/>
          </a:xfrm>
        </p:grpSpPr>
        <p:sp>
          <p:nvSpPr>
            <p:cNvPr id="285" name="object 285" descr=""/>
            <p:cNvSpPr/>
            <p:nvPr/>
          </p:nvSpPr>
          <p:spPr>
            <a:xfrm>
              <a:off x="1243731" y="6007858"/>
              <a:ext cx="502284" cy="4157345"/>
            </a:xfrm>
            <a:custGeom>
              <a:avLst/>
              <a:gdLst/>
              <a:ahLst/>
              <a:cxnLst/>
              <a:rect l="l" t="t" r="r" b="b"/>
              <a:pathLst>
                <a:path w="502284" h="4157345">
                  <a:moveTo>
                    <a:pt x="0" y="4156889"/>
                  </a:moveTo>
                  <a:lnTo>
                    <a:pt x="502215" y="4156889"/>
                  </a:lnTo>
                  <a:lnTo>
                    <a:pt x="502215" y="0"/>
                  </a:lnTo>
                  <a:lnTo>
                    <a:pt x="0" y="0"/>
                  </a:lnTo>
                  <a:lnTo>
                    <a:pt x="0" y="4156889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1745946" y="6007858"/>
              <a:ext cx="1116330" cy="4157345"/>
            </a:xfrm>
            <a:custGeom>
              <a:avLst/>
              <a:gdLst/>
              <a:ahLst/>
              <a:cxnLst/>
              <a:rect l="l" t="t" r="r" b="b"/>
              <a:pathLst>
                <a:path w="1116330" h="4157345">
                  <a:moveTo>
                    <a:pt x="1116039" y="0"/>
                  </a:moveTo>
                  <a:lnTo>
                    <a:pt x="0" y="0"/>
                  </a:lnTo>
                  <a:lnTo>
                    <a:pt x="0" y="4156889"/>
                  </a:lnTo>
                  <a:lnTo>
                    <a:pt x="1116039" y="4156889"/>
                  </a:lnTo>
                  <a:lnTo>
                    <a:pt x="1116039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659918" y="9893091"/>
              <a:ext cx="1202690" cy="27305"/>
            </a:xfrm>
            <a:custGeom>
              <a:avLst/>
              <a:gdLst/>
              <a:ahLst/>
              <a:cxnLst/>
              <a:rect l="l" t="t" r="r" b="b"/>
              <a:pathLst>
                <a:path w="1202689" h="27304">
                  <a:moveTo>
                    <a:pt x="1202068" y="0"/>
                  </a:moveTo>
                  <a:lnTo>
                    <a:pt x="0" y="0"/>
                  </a:lnTo>
                  <a:lnTo>
                    <a:pt x="0" y="27130"/>
                  </a:lnTo>
                  <a:lnTo>
                    <a:pt x="1202068" y="27130"/>
                  </a:lnTo>
                  <a:lnTo>
                    <a:pt x="1202068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8" name="object 28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13287" y="9895249"/>
              <a:ext cx="217009" cy="88520"/>
            </a:xfrm>
            <a:prstGeom prst="rect">
              <a:avLst/>
            </a:prstGeom>
          </p:spPr>
        </p:pic>
        <p:sp>
          <p:nvSpPr>
            <p:cNvPr id="289" name="object 289" descr=""/>
            <p:cNvSpPr/>
            <p:nvPr/>
          </p:nvSpPr>
          <p:spPr>
            <a:xfrm>
              <a:off x="1659918" y="9537353"/>
              <a:ext cx="1202690" cy="27305"/>
            </a:xfrm>
            <a:custGeom>
              <a:avLst/>
              <a:gdLst/>
              <a:ahLst/>
              <a:cxnLst/>
              <a:rect l="l" t="t" r="r" b="b"/>
              <a:pathLst>
                <a:path w="1202689" h="27304">
                  <a:moveTo>
                    <a:pt x="1202068" y="0"/>
                  </a:moveTo>
                  <a:lnTo>
                    <a:pt x="0" y="0"/>
                  </a:lnTo>
                  <a:lnTo>
                    <a:pt x="0" y="27130"/>
                  </a:lnTo>
                  <a:lnTo>
                    <a:pt x="1202068" y="27130"/>
                  </a:lnTo>
                  <a:lnTo>
                    <a:pt x="1202068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0" name="object 29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13287" y="9539510"/>
              <a:ext cx="217009" cy="88520"/>
            </a:xfrm>
            <a:prstGeom prst="rect">
              <a:avLst/>
            </a:prstGeom>
          </p:spPr>
        </p:pic>
        <p:sp>
          <p:nvSpPr>
            <p:cNvPr id="291" name="object 291" descr=""/>
            <p:cNvSpPr/>
            <p:nvPr/>
          </p:nvSpPr>
          <p:spPr>
            <a:xfrm>
              <a:off x="1659918" y="9181615"/>
              <a:ext cx="1202690" cy="27305"/>
            </a:xfrm>
            <a:custGeom>
              <a:avLst/>
              <a:gdLst/>
              <a:ahLst/>
              <a:cxnLst/>
              <a:rect l="l" t="t" r="r" b="b"/>
              <a:pathLst>
                <a:path w="1202689" h="27304">
                  <a:moveTo>
                    <a:pt x="1202068" y="0"/>
                  </a:moveTo>
                  <a:lnTo>
                    <a:pt x="0" y="0"/>
                  </a:lnTo>
                  <a:lnTo>
                    <a:pt x="0" y="27119"/>
                  </a:lnTo>
                  <a:lnTo>
                    <a:pt x="1202068" y="27119"/>
                  </a:lnTo>
                  <a:lnTo>
                    <a:pt x="1202068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2" name="object 29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13287" y="9183772"/>
              <a:ext cx="217009" cy="88520"/>
            </a:xfrm>
            <a:prstGeom prst="rect">
              <a:avLst/>
            </a:prstGeom>
          </p:spPr>
        </p:pic>
        <p:sp>
          <p:nvSpPr>
            <p:cNvPr id="293" name="object 293" descr=""/>
            <p:cNvSpPr/>
            <p:nvPr/>
          </p:nvSpPr>
          <p:spPr>
            <a:xfrm>
              <a:off x="1659918" y="8825867"/>
              <a:ext cx="1202690" cy="27305"/>
            </a:xfrm>
            <a:custGeom>
              <a:avLst/>
              <a:gdLst/>
              <a:ahLst/>
              <a:cxnLst/>
              <a:rect l="l" t="t" r="r" b="b"/>
              <a:pathLst>
                <a:path w="1202689" h="27304">
                  <a:moveTo>
                    <a:pt x="1202068" y="0"/>
                  </a:moveTo>
                  <a:lnTo>
                    <a:pt x="0" y="0"/>
                  </a:lnTo>
                  <a:lnTo>
                    <a:pt x="0" y="27130"/>
                  </a:lnTo>
                  <a:lnTo>
                    <a:pt x="1202068" y="27130"/>
                  </a:lnTo>
                  <a:lnTo>
                    <a:pt x="1202068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4" name="object 29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213286" y="8828033"/>
              <a:ext cx="217009" cy="88520"/>
            </a:xfrm>
            <a:prstGeom prst="rect">
              <a:avLst/>
            </a:prstGeom>
          </p:spPr>
        </p:pic>
        <p:sp>
          <p:nvSpPr>
            <p:cNvPr id="295" name="object 295" descr=""/>
            <p:cNvSpPr/>
            <p:nvPr/>
          </p:nvSpPr>
          <p:spPr>
            <a:xfrm>
              <a:off x="1659918" y="8470129"/>
              <a:ext cx="1202690" cy="27305"/>
            </a:xfrm>
            <a:custGeom>
              <a:avLst/>
              <a:gdLst/>
              <a:ahLst/>
              <a:cxnLst/>
              <a:rect l="l" t="t" r="r" b="b"/>
              <a:pathLst>
                <a:path w="1202689" h="27304">
                  <a:moveTo>
                    <a:pt x="1202068" y="0"/>
                  </a:moveTo>
                  <a:lnTo>
                    <a:pt x="0" y="0"/>
                  </a:lnTo>
                  <a:lnTo>
                    <a:pt x="0" y="27130"/>
                  </a:lnTo>
                  <a:lnTo>
                    <a:pt x="1202068" y="27130"/>
                  </a:lnTo>
                  <a:lnTo>
                    <a:pt x="1202068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6" name="object 29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213287" y="8472293"/>
              <a:ext cx="217009" cy="88520"/>
            </a:xfrm>
            <a:prstGeom prst="rect">
              <a:avLst/>
            </a:prstGeom>
          </p:spPr>
        </p:pic>
        <p:sp>
          <p:nvSpPr>
            <p:cNvPr id="297" name="object 297" descr=""/>
            <p:cNvSpPr/>
            <p:nvPr/>
          </p:nvSpPr>
          <p:spPr>
            <a:xfrm>
              <a:off x="1652933" y="6328623"/>
              <a:ext cx="27940" cy="3836670"/>
            </a:xfrm>
            <a:custGeom>
              <a:avLst/>
              <a:gdLst/>
              <a:ahLst/>
              <a:cxnLst/>
              <a:rect l="l" t="t" r="r" b="b"/>
              <a:pathLst>
                <a:path w="27939" h="3836670">
                  <a:moveTo>
                    <a:pt x="0" y="3836124"/>
                  </a:moveTo>
                  <a:lnTo>
                    <a:pt x="27904" y="3836124"/>
                  </a:lnTo>
                  <a:lnTo>
                    <a:pt x="27904" y="0"/>
                  </a:lnTo>
                  <a:lnTo>
                    <a:pt x="0" y="0"/>
                  </a:lnTo>
                  <a:lnTo>
                    <a:pt x="0" y="3836124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745946" y="10164748"/>
              <a:ext cx="1116330" cy="133350"/>
            </a:xfrm>
            <a:custGeom>
              <a:avLst/>
              <a:gdLst/>
              <a:ahLst/>
              <a:cxnLst/>
              <a:rect l="l" t="t" r="r" b="b"/>
              <a:pathLst>
                <a:path w="1116330" h="133350">
                  <a:moveTo>
                    <a:pt x="0" y="132917"/>
                  </a:moveTo>
                  <a:lnTo>
                    <a:pt x="1116039" y="132917"/>
                  </a:lnTo>
                  <a:lnTo>
                    <a:pt x="1116039" y="0"/>
                  </a:lnTo>
                  <a:lnTo>
                    <a:pt x="0" y="0"/>
                  </a:lnTo>
                  <a:lnTo>
                    <a:pt x="0" y="132917"/>
                  </a:lnTo>
                  <a:close/>
                </a:path>
              </a:pathLst>
            </a:custGeom>
            <a:solidFill>
              <a:srgbClr val="39496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652930" y="6328619"/>
              <a:ext cx="1209675" cy="1734820"/>
            </a:xfrm>
            <a:custGeom>
              <a:avLst/>
              <a:gdLst/>
              <a:ahLst/>
              <a:cxnLst/>
              <a:rect l="l" t="t" r="r" b="b"/>
              <a:pathLst>
                <a:path w="1209675" h="1734820">
                  <a:moveTo>
                    <a:pt x="1209052" y="479082"/>
                  </a:moveTo>
                  <a:lnTo>
                    <a:pt x="1169238" y="487121"/>
                  </a:lnTo>
                  <a:lnTo>
                    <a:pt x="1136713" y="509041"/>
                  </a:lnTo>
                  <a:lnTo>
                    <a:pt x="1114793" y="541566"/>
                  </a:lnTo>
                  <a:lnTo>
                    <a:pt x="1106754" y="581393"/>
                  </a:lnTo>
                  <a:lnTo>
                    <a:pt x="1106754" y="1632331"/>
                  </a:lnTo>
                  <a:lnTo>
                    <a:pt x="1114793" y="1672158"/>
                  </a:lnTo>
                  <a:lnTo>
                    <a:pt x="1136713" y="1704670"/>
                  </a:lnTo>
                  <a:lnTo>
                    <a:pt x="1169238" y="1726590"/>
                  </a:lnTo>
                  <a:lnTo>
                    <a:pt x="1209052" y="1734629"/>
                  </a:lnTo>
                  <a:lnTo>
                    <a:pt x="1209052" y="479082"/>
                  </a:lnTo>
                  <a:close/>
                </a:path>
                <a:path w="1209675" h="1734820">
                  <a:moveTo>
                    <a:pt x="1209052" y="0"/>
                  </a:moveTo>
                  <a:lnTo>
                    <a:pt x="0" y="0"/>
                  </a:lnTo>
                  <a:lnTo>
                    <a:pt x="0" y="21805"/>
                  </a:lnTo>
                  <a:lnTo>
                    <a:pt x="1209052" y="21805"/>
                  </a:lnTo>
                  <a:lnTo>
                    <a:pt x="1209052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243731" y="10164748"/>
              <a:ext cx="502284" cy="133350"/>
            </a:xfrm>
            <a:custGeom>
              <a:avLst/>
              <a:gdLst/>
              <a:ahLst/>
              <a:cxnLst/>
              <a:rect l="l" t="t" r="r" b="b"/>
              <a:pathLst>
                <a:path w="502285" h="133350">
                  <a:moveTo>
                    <a:pt x="502215" y="0"/>
                  </a:moveTo>
                  <a:lnTo>
                    <a:pt x="0" y="0"/>
                  </a:lnTo>
                  <a:lnTo>
                    <a:pt x="0" y="132917"/>
                  </a:lnTo>
                  <a:lnTo>
                    <a:pt x="502215" y="132917"/>
                  </a:lnTo>
                  <a:lnTo>
                    <a:pt x="502215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301" descr=""/>
          <p:cNvSpPr/>
          <p:nvPr/>
        </p:nvSpPr>
        <p:spPr>
          <a:xfrm>
            <a:off x="3271209" y="10164747"/>
            <a:ext cx="502284" cy="133350"/>
          </a:xfrm>
          <a:custGeom>
            <a:avLst/>
            <a:gdLst/>
            <a:ahLst/>
            <a:cxnLst/>
            <a:rect l="l" t="t" r="r" b="b"/>
            <a:pathLst>
              <a:path w="502285" h="133350">
                <a:moveTo>
                  <a:pt x="502215" y="0"/>
                </a:moveTo>
                <a:lnTo>
                  <a:pt x="0" y="0"/>
                </a:lnTo>
                <a:lnTo>
                  <a:pt x="0" y="132917"/>
                </a:lnTo>
                <a:lnTo>
                  <a:pt x="502215" y="132917"/>
                </a:lnTo>
                <a:lnTo>
                  <a:pt x="502215" y="0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2" name="object 302" descr=""/>
          <p:cNvGrpSpPr/>
          <p:nvPr/>
        </p:nvGrpSpPr>
        <p:grpSpPr>
          <a:xfrm>
            <a:off x="10158607" y="8945696"/>
            <a:ext cx="445134" cy="344170"/>
            <a:chOff x="10158607" y="8945696"/>
            <a:chExt cx="445134" cy="344170"/>
          </a:xfrm>
        </p:grpSpPr>
        <p:sp>
          <p:nvSpPr>
            <p:cNvPr id="303" name="object 303" descr=""/>
            <p:cNvSpPr/>
            <p:nvPr/>
          </p:nvSpPr>
          <p:spPr>
            <a:xfrm>
              <a:off x="10168204" y="8991022"/>
              <a:ext cx="337185" cy="299085"/>
            </a:xfrm>
            <a:custGeom>
              <a:avLst/>
              <a:gdLst/>
              <a:ahLst/>
              <a:cxnLst/>
              <a:rect l="l" t="t" r="r" b="b"/>
              <a:pathLst>
                <a:path w="337184" h="299084">
                  <a:moveTo>
                    <a:pt x="337172" y="0"/>
                  </a:moveTo>
                  <a:lnTo>
                    <a:pt x="89242" y="0"/>
                  </a:lnTo>
                  <a:lnTo>
                    <a:pt x="54508" y="11722"/>
                  </a:lnTo>
                  <a:lnTo>
                    <a:pt x="26136" y="43713"/>
                  </a:lnTo>
                  <a:lnTo>
                    <a:pt x="7010" y="91173"/>
                  </a:lnTo>
                  <a:lnTo>
                    <a:pt x="0" y="149275"/>
                  </a:lnTo>
                  <a:lnTo>
                    <a:pt x="7010" y="207391"/>
                  </a:lnTo>
                  <a:lnTo>
                    <a:pt x="26136" y="254838"/>
                  </a:lnTo>
                  <a:lnTo>
                    <a:pt x="54508" y="286829"/>
                  </a:lnTo>
                  <a:lnTo>
                    <a:pt x="89242" y="298564"/>
                  </a:lnTo>
                  <a:lnTo>
                    <a:pt x="337172" y="298551"/>
                  </a:lnTo>
                  <a:lnTo>
                    <a:pt x="337172" y="0"/>
                  </a:lnTo>
                  <a:close/>
                </a:path>
              </a:pathLst>
            </a:custGeom>
            <a:solidFill>
              <a:srgbClr val="E3EE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0416144" y="8991011"/>
              <a:ext cx="179070" cy="299085"/>
            </a:xfrm>
            <a:custGeom>
              <a:avLst/>
              <a:gdLst/>
              <a:ahLst/>
              <a:cxnLst/>
              <a:rect l="l" t="t" r="r" b="b"/>
              <a:pathLst>
                <a:path w="179070" h="299084">
                  <a:moveTo>
                    <a:pt x="89243" y="0"/>
                  </a:moveTo>
                  <a:lnTo>
                    <a:pt x="54506" y="11731"/>
                  </a:lnTo>
                  <a:lnTo>
                    <a:pt x="26139" y="43723"/>
                  </a:lnTo>
                  <a:lnTo>
                    <a:pt x="7013" y="91175"/>
                  </a:lnTo>
                  <a:lnTo>
                    <a:pt x="0" y="149283"/>
                  </a:lnTo>
                  <a:lnTo>
                    <a:pt x="7013" y="207391"/>
                  </a:lnTo>
                  <a:lnTo>
                    <a:pt x="26139" y="254843"/>
                  </a:lnTo>
                  <a:lnTo>
                    <a:pt x="54506" y="286835"/>
                  </a:lnTo>
                  <a:lnTo>
                    <a:pt x="89243" y="298566"/>
                  </a:lnTo>
                  <a:lnTo>
                    <a:pt x="123980" y="286835"/>
                  </a:lnTo>
                  <a:lnTo>
                    <a:pt x="152347" y="254843"/>
                  </a:lnTo>
                  <a:lnTo>
                    <a:pt x="171473" y="207391"/>
                  </a:lnTo>
                  <a:lnTo>
                    <a:pt x="178486" y="149283"/>
                  </a:lnTo>
                  <a:lnTo>
                    <a:pt x="171473" y="91175"/>
                  </a:lnTo>
                  <a:lnTo>
                    <a:pt x="152347" y="43723"/>
                  </a:lnTo>
                  <a:lnTo>
                    <a:pt x="123980" y="11731"/>
                  </a:lnTo>
                  <a:lnTo>
                    <a:pt x="89243" y="0"/>
                  </a:lnTo>
                  <a:close/>
                </a:path>
              </a:pathLst>
            </a:custGeom>
            <a:solidFill>
              <a:srgbClr val="BBD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469342" y="9080003"/>
              <a:ext cx="72092" cy="120582"/>
            </a:xfrm>
            <a:prstGeom prst="rect">
              <a:avLst/>
            </a:prstGeom>
          </p:spPr>
        </p:pic>
        <p:sp>
          <p:nvSpPr>
            <p:cNvPr id="306" name="object 306" descr=""/>
            <p:cNvSpPr/>
            <p:nvPr/>
          </p:nvSpPr>
          <p:spPr>
            <a:xfrm>
              <a:off x="10158603" y="8945708"/>
              <a:ext cx="445134" cy="205740"/>
            </a:xfrm>
            <a:custGeom>
              <a:avLst/>
              <a:gdLst/>
              <a:ahLst/>
              <a:cxnLst/>
              <a:rect l="l" t="t" r="r" b="b"/>
              <a:pathLst>
                <a:path w="445134" h="205740">
                  <a:moveTo>
                    <a:pt x="444576" y="0"/>
                  </a:moveTo>
                  <a:lnTo>
                    <a:pt x="364769" y="0"/>
                  </a:lnTo>
                  <a:lnTo>
                    <a:pt x="337781" y="0"/>
                  </a:lnTo>
                  <a:lnTo>
                    <a:pt x="27343" y="0"/>
                  </a:lnTo>
                  <a:lnTo>
                    <a:pt x="16700" y="2146"/>
                  </a:lnTo>
                  <a:lnTo>
                    <a:pt x="8013" y="8001"/>
                  </a:lnTo>
                  <a:lnTo>
                    <a:pt x="2146" y="16700"/>
                  </a:lnTo>
                  <a:lnTo>
                    <a:pt x="0" y="27343"/>
                  </a:lnTo>
                  <a:lnTo>
                    <a:pt x="0" y="194589"/>
                  </a:lnTo>
                  <a:lnTo>
                    <a:pt x="284975" y="194589"/>
                  </a:lnTo>
                  <a:lnTo>
                    <a:pt x="284975" y="27343"/>
                  </a:lnTo>
                  <a:lnTo>
                    <a:pt x="337781" y="27343"/>
                  </a:lnTo>
                  <a:lnTo>
                    <a:pt x="337781" y="199390"/>
                  </a:lnTo>
                  <a:lnTo>
                    <a:pt x="341198" y="199390"/>
                  </a:lnTo>
                  <a:lnTo>
                    <a:pt x="341198" y="205740"/>
                  </a:lnTo>
                  <a:lnTo>
                    <a:pt x="361353" y="205740"/>
                  </a:lnTo>
                  <a:lnTo>
                    <a:pt x="361353" y="199390"/>
                  </a:lnTo>
                  <a:lnTo>
                    <a:pt x="364769" y="199390"/>
                  </a:lnTo>
                  <a:lnTo>
                    <a:pt x="364769" y="27343"/>
                  </a:lnTo>
                  <a:lnTo>
                    <a:pt x="444576" y="27343"/>
                  </a:lnTo>
                  <a:lnTo>
                    <a:pt x="444576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7" name="object 307" descr=""/>
          <p:cNvGrpSpPr/>
          <p:nvPr/>
        </p:nvGrpSpPr>
        <p:grpSpPr>
          <a:xfrm>
            <a:off x="10514648" y="2700084"/>
            <a:ext cx="429895" cy="564515"/>
            <a:chOff x="10514648" y="2700084"/>
            <a:chExt cx="429895" cy="564515"/>
          </a:xfrm>
        </p:grpSpPr>
        <p:sp>
          <p:nvSpPr>
            <p:cNvPr id="308" name="object 308" descr=""/>
            <p:cNvSpPr/>
            <p:nvPr/>
          </p:nvSpPr>
          <p:spPr>
            <a:xfrm>
              <a:off x="10522439" y="2724894"/>
              <a:ext cx="403225" cy="539750"/>
            </a:xfrm>
            <a:custGeom>
              <a:avLst/>
              <a:gdLst/>
              <a:ahLst/>
              <a:cxnLst/>
              <a:rect l="l" t="t" r="r" b="b"/>
              <a:pathLst>
                <a:path w="403225" h="539750">
                  <a:moveTo>
                    <a:pt x="25109" y="0"/>
                  </a:moveTo>
                  <a:lnTo>
                    <a:pt x="16381" y="410"/>
                  </a:lnTo>
                  <a:lnTo>
                    <a:pt x="8734" y="4046"/>
                  </a:lnTo>
                  <a:lnTo>
                    <a:pt x="2997" y="10298"/>
                  </a:lnTo>
                  <a:lnTo>
                    <a:pt x="0" y="18554"/>
                  </a:lnTo>
                  <a:lnTo>
                    <a:pt x="438" y="27307"/>
                  </a:lnTo>
                  <a:lnTo>
                    <a:pt x="4074" y="34949"/>
                  </a:lnTo>
                  <a:lnTo>
                    <a:pt x="10311" y="40670"/>
                  </a:lnTo>
                  <a:lnTo>
                    <a:pt x="18554" y="43663"/>
                  </a:lnTo>
                  <a:lnTo>
                    <a:pt x="329131" y="90321"/>
                  </a:lnTo>
                  <a:lnTo>
                    <a:pt x="170235" y="224234"/>
                  </a:lnTo>
                  <a:lnTo>
                    <a:pt x="167366" y="230411"/>
                  </a:lnTo>
                  <a:lnTo>
                    <a:pt x="167366" y="517261"/>
                  </a:lnTo>
                  <a:lnTo>
                    <a:pt x="169101" y="525858"/>
                  </a:lnTo>
                  <a:lnTo>
                    <a:pt x="173833" y="532877"/>
                  </a:lnTo>
                  <a:lnTo>
                    <a:pt x="180852" y="537609"/>
                  </a:lnTo>
                  <a:lnTo>
                    <a:pt x="189449" y="539344"/>
                  </a:lnTo>
                  <a:lnTo>
                    <a:pt x="198042" y="537609"/>
                  </a:lnTo>
                  <a:lnTo>
                    <a:pt x="205061" y="532877"/>
                  </a:lnTo>
                  <a:lnTo>
                    <a:pt x="209796" y="525858"/>
                  </a:lnTo>
                  <a:lnTo>
                    <a:pt x="211532" y="517261"/>
                  </a:lnTo>
                  <a:lnTo>
                    <a:pt x="211532" y="247186"/>
                  </a:lnTo>
                  <a:lnTo>
                    <a:pt x="394930" y="92614"/>
                  </a:lnTo>
                  <a:lnTo>
                    <a:pt x="399154" y="87853"/>
                  </a:lnTo>
                  <a:lnTo>
                    <a:pt x="401807" y="82202"/>
                  </a:lnTo>
                  <a:lnTo>
                    <a:pt x="402775" y="76036"/>
                  </a:lnTo>
                  <a:lnTo>
                    <a:pt x="401945" y="69725"/>
                  </a:lnTo>
                  <a:lnTo>
                    <a:pt x="399589" y="61369"/>
                  </a:lnTo>
                  <a:lnTo>
                    <a:pt x="392553" y="55192"/>
                  </a:lnTo>
                  <a:lnTo>
                    <a:pt x="25109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0514648" y="2700084"/>
              <a:ext cx="429895" cy="94615"/>
            </a:xfrm>
            <a:custGeom>
              <a:avLst/>
              <a:gdLst/>
              <a:ahLst/>
              <a:cxnLst/>
              <a:rect l="l" t="t" r="r" b="b"/>
              <a:pathLst>
                <a:path w="429895" h="94614">
                  <a:moveTo>
                    <a:pt x="21831" y="0"/>
                  </a:moveTo>
                  <a:lnTo>
                    <a:pt x="14185" y="430"/>
                  </a:lnTo>
                  <a:lnTo>
                    <a:pt x="7531" y="3650"/>
                  </a:lnTo>
                  <a:lnTo>
                    <a:pt x="2568" y="9133"/>
                  </a:lnTo>
                  <a:lnTo>
                    <a:pt x="0" y="16355"/>
                  </a:lnTo>
                  <a:lnTo>
                    <a:pt x="430" y="24001"/>
                  </a:lnTo>
                  <a:lnTo>
                    <a:pt x="3650" y="30656"/>
                  </a:lnTo>
                  <a:lnTo>
                    <a:pt x="9133" y="35618"/>
                  </a:lnTo>
                  <a:lnTo>
                    <a:pt x="16355" y="38187"/>
                  </a:lnTo>
                  <a:lnTo>
                    <a:pt x="407432" y="94363"/>
                  </a:lnTo>
                  <a:lnTo>
                    <a:pt x="415080" y="93931"/>
                  </a:lnTo>
                  <a:lnTo>
                    <a:pt x="421738" y="90709"/>
                  </a:lnTo>
                  <a:lnTo>
                    <a:pt x="426704" y="85225"/>
                  </a:lnTo>
                  <a:lnTo>
                    <a:pt x="429274" y="78008"/>
                  </a:lnTo>
                  <a:lnTo>
                    <a:pt x="428838" y="70360"/>
                  </a:lnTo>
                  <a:lnTo>
                    <a:pt x="425616" y="63703"/>
                  </a:lnTo>
                  <a:lnTo>
                    <a:pt x="420135" y="58740"/>
                  </a:lnTo>
                  <a:lnTo>
                    <a:pt x="412919" y="56176"/>
                  </a:lnTo>
                  <a:lnTo>
                    <a:pt x="21831" y="0"/>
                  </a:lnTo>
                  <a:close/>
                </a:path>
              </a:pathLst>
            </a:custGeom>
            <a:solidFill>
              <a:srgbClr val="9DA5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0" name="object 310" descr=""/>
          <p:cNvGrpSpPr/>
          <p:nvPr/>
        </p:nvGrpSpPr>
        <p:grpSpPr>
          <a:xfrm>
            <a:off x="11595731" y="3152310"/>
            <a:ext cx="6889115" cy="460375"/>
            <a:chOff x="11595731" y="3152310"/>
            <a:chExt cx="6889115" cy="460375"/>
          </a:xfrm>
        </p:grpSpPr>
        <p:sp>
          <p:nvSpPr>
            <p:cNvPr id="311" name="object 311" descr=""/>
            <p:cNvSpPr/>
            <p:nvPr/>
          </p:nvSpPr>
          <p:spPr>
            <a:xfrm>
              <a:off x="11595731" y="3152310"/>
              <a:ext cx="3404235" cy="460375"/>
            </a:xfrm>
            <a:custGeom>
              <a:avLst/>
              <a:gdLst/>
              <a:ahLst/>
              <a:cxnLst/>
              <a:rect l="l" t="t" r="r" b="b"/>
              <a:pathLst>
                <a:path w="3404234" h="460375">
                  <a:moveTo>
                    <a:pt x="3238938" y="0"/>
                  </a:moveTo>
                  <a:lnTo>
                    <a:pt x="164926" y="0"/>
                  </a:lnTo>
                  <a:lnTo>
                    <a:pt x="121046" y="7639"/>
                  </a:lnTo>
                  <a:lnTo>
                    <a:pt x="81638" y="29190"/>
                  </a:lnTo>
                  <a:lnTo>
                    <a:pt x="48266" y="62604"/>
                  </a:lnTo>
                  <a:lnTo>
                    <a:pt x="22494" y="105831"/>
                  </a:lnTo>
                  <a:lnTo>
                    <a:pt x="5884" y="156824"/>
                  </a:lnTo>
                  <a:lnTo>
                    <a:pt x="0" y="213532"/>
                  </a:lnTo>
                  <a:lnTo>
                    <a:pt x="0" y="460216"/>
                  </a:lnTo>
                  <a:lnTo>
                    <a:pt x="3403864" y="460216"/>
                  </a:lnTo>
                  <a:lnTo>
                    <a:pt x="3403864" y="213532"/>
                  </a:lnTo>
                  <a:lnTo>
                    <a:pt x="3397980" y="156824"/>
                  </a:lnTo>
                  <a:lnTo>
                    <a:pt x="3381370" y="105831"/>
                  </a:lnTo>
                  <a:lnTo>
                    <a:pt x="3355598" y="62604"/>
                  </a:lnTo>
                  <a:lnTo>
                    <a:pt x="3322226" y="29190"/>
                  </a:lnTo>
                  <a:lnTo>
                    <a:pt x="3282818" y="7639"/>
                  </a:lnTo>
                  <a:lnTo>
                    <a:pt x="3238938" y="0"/>
                  </a:lnTo>
                  <a:close/>
                </a:path>
              </a:pathLst>
            </a:custGeom>
            <a:solidFill>
              <a:srgbClr val="A0CA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4834670" y="3152313"/>
              <a:ext cx="3650615" cy="460375"/>
            </a:xfrm>
            <a:custGeom>
              <a:avLst/>
              <a:gdLst/>
              <a:ahLst/>
              <a:cxnLst/>
              <a:rect l="l" t="t" r="r" b="b"/>
              <a:pathLst>
                <a:path w="3650615" h="460375">
                  <a:moveTo>
                    <a:pt x="3494616" y="0"/>
                  </a:moveTo>
                  <a:lnTo>
                    <a:pt x="0" y="0"/>
                  </a:lnTo>
                  <a:lnTo>
                    <a:pt x="43880" y="7638"/>
                  </a:lnTo>
                  <a:lnTo>
                    <a:pt x="83288" y="29187"/>
                  </a:lnTo>
                  <a:lnTo>
                    <a:pt x="116660" y="62600"/>
                  </a:lnTo>
                  <a:lnTo>
                    <a:pt x="142432" y="105827"/>
                  </a:lnTo>
                  <a:lnTo>
                    <a:pt x="159042" y="156820"/>
                  </a:lnTo>
                  <a:lnTo>
                    <a:pt x="164926" y="213532"/>
                  </a:lnTo>
                  <a:lnTo>
                    <a:pt x="164926" y="460216"/>
                  </a:lnTo>
                  <a:lnTo>
                    <a:pt x="3650045" y="460216"/>
                  </a:lnTo>
                  <a:lnTo>
                    <a:pt x="3650045" y="201522"/>
                  </a:lnTo>
                  <a:lnTo>
                    <a:pt x="3644496" y="147987"/>
                  </a:lnTo>
                  <a:lnTo>
                    <a:pt x="3628834" y="99858"/>
                  </a:lnTo>
                  <a:lnTo>
                    <a:pt x="3604536" y="59064"/>
                  </a:lnTo>
                  <a:lnTo>
                    <a:pt x="3573082" y="27537"/>
                  </a:lnTo>
                  <a:lnTo>
                    <a:pt x="3535949" y="7206"/>
                  </a:lnTo>
                  <a:lnTo>
                    <a:pt x="3494616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3" name="object 31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595731" y="3152313"/>
              <a:ext cx="164926" cy="213532"/>
            </a:xfrm>
            <a:prstGeom prst="rect">
              <a:avLst/>
            </a:prstGeom>
          </p:spPr>
        </p:pic>
      </p:grpSp>
      <p:grpSp>
        <p:nvGrpSpPr>
          <p:cNvPr id="314" name="object 314" descr=""/>
          <p:cNvGrpSpPr/>
          <p:nvPr/>
        </p:nvGrpSpPr>
        <p:grpSpPr>
          <a:xfrm>
            <a:off x="1201177" y="2284238"/>
            <a:ext cx="4235450" cy="1073785"/>
            <a:chOff x="1201177" y="2284238"/>
            <a:chExt cx="4235450" cy="1073785"/>
          </a:xfrm>
        </p:grpSpPr>
        <p:sp>
          <p:nvSpPr>
            <p:cNvPr id="315" name="object 315" descr=""/>
            <p:cNvSpPr/>
            <p:nvPr/>
          </p:nvSpPr>
          <p:spPr>
            <a:xfrm>
              <a:off x="1201166" y="2362243"/>
              <a:ext cx="1304925" cy="995680"/>
            </a:xfrm>
            <a:custGeom>
              <a:avLst/>
              <a:gdLst/>
              <a:ahLst/>
              <a:cxnLst/>
              <a:rect l="l" t="t" r="r" b="b"/>
              <a:pathLst>
                <a:path w="1304925" h="995679">
                  <a:moveTo>
                    <a:pt x="1304823" y="0"/>
                  </a:moveTo>
                  <a:lnTo>
                    <a:pt x="363677" y="0"/>
                  </a:lnTo>
                  <a:lnTo>
                    <a:pt x="132524" y="0"/>
                  </a:lnTo>
                  <a:lnTo>
                    <a:pt x="40525" y="0"/>
                  </a:lnTo>
                  <a:lnTo>
                    <a:pt x="24752" y="3187"/>
                  </a:lnTo>
                  <a:lnTo>
                    <a:pt x="11874" y="11861"/>
                  </a:lnTo>
                  <a:lnTo>
                    <a:pt x="3187" y="24752"/>
                  </a:lnTo>
                  <a:lnTo>
                    <a:pt x="0" y="40525"/>
                  </a:lnTo>
                  <a:lnTo>
                    <a:pt x="0" y="914577"/>
                  </a:lnTo>
                  <a:lnTo>
                    <a:pt x="6337" y="945946"/>
                  </a:lnTo>
                  <a:lnTo>
                    <a:pt x="23609" y="971575"/>
                  </a:lnTo>
                  <a:lnTo>
                    <a:pt x="49237" y="988847"/>
                  </a:lnTo>
                  <a:lnTo>
                    <a:pt x="80606" y="995184"/>
                  </a:lnTo>
                  <a:lnTo>
                    <a:pt x="404215" y="995184"/>
                  </a:lnTo>
                  <a:lnTo>
                    <a:pt x="404215" y="943457"/>
                  </a:lnTo>
                  <a:lnTo>
                    <a:pt x="1304823" y="943457"/>
                  </a:lnTo>
                  <a:lnTo>
                    <a:pt x="1304823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2303887" y="2362234"/>
              <a:ext cx="404495" cy="995680"/>
            </a:xfrm>
            <a:custGeom>
              <a:avLst/>
              <a:gdLst/>
              <a:ahLst/>
              <a:cxnLst/>
              <a:rect l="l" t="t" r="r" b="b"/>
              <a:pathLst>
                <a:path w="404494" h="995679">
                  <a:moveTo>
                    <a:pt x="404207" y="0"/>
                  </a:moveTo>
                  <a:lnTo>
                    <a:pt x="40522" y="0"/>
                  </a:lnTo>
                  <a:lnTo>
                    <a:pt x="24750" y="3185"/>
                  </a:lnTo>
                  <a:lnTo>
                    <a:pt x="11870" y="11871"/>
                  </a:lnTo>
                  <a:lnTo>
                    <a:pt x="3184" y="24755"/>
                  </a:lnTo>
                  <a:lnTo>
                    <a:pt x="0" y="40532"/>
                  </a:lnTo>
                  <a:lnTo>
                    <a:pt x="0" y="995184"/>
                  </a:lnTo>
                  <a:lnTo>
                    <a:pt x="404207" y="995184"/>
                  </a:lnTo>
                  <a:lnTo>
                    <a:pt x="404207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313615" y="2284238"/>
              <a:ext cx="1386840" cy="78105"/>
            </a:xfrm>
            <a:custGeom>
              <a:avLst/>
              <a:gdLst/>
              <a:ahLst/>
              <a:cxnLst/>
              <a:rect l="l" t="t" r="r" b="b"/>
              <a:pathLst>
                <a:path w="1386839" h="78105">
                  <a:moveTo>
                    <a:pt x="1347403" y="0"/>
                  </a:moveTo>
                  <a:lnTo>
                    <a:pt x="77997" y="0"/>
                  </a:lnTo>
                  <a:lnTo>
                    <a:pt x="47637" y="6129"/>
                  </a:lnTo>
                  <a:lnTo>
                    <a:pt x="22844" y="22844"/>
                  </a:lnTo>
                  <a:lnTo>
                    <a:pt x="6129" y="47637"/>
                  </a:lnTo>
                  <a:lnTo>
                    <a:pt x="0" y="77997"/>
                  </a:lnTo>
                  <a:lnTo>
                    <a:pt x="1347403" y="77997"/>
                  </a:lnTo>
                  <a:lnTo>
                    <a:pt x="1362583" y="74933"/>
                  </a:lnTo>
                  <a:lnTo>
                    <a:pt x="1374977" y="66577"/>
                  </a:lnTo>
                  <a:lnTo>
                    <a:pt x="1383333" y="54183"/>
                  </a:lnTo>
                  <a:lnTo>
                    <a:pt x="1386397" y="39004"/>
                  </a:lnTo>
                  <a:lnTo>
                    <a:pt x="1383333" y="23823"/>
                  </a:lnTo>
                  <a:lnTo>
                    <a:pt x="1374977" y="11425"/>
                  </a:lnTo>
                  <a:lnTo>
                    <a:pt x="1362583" y="3065"/>
                  </a:lnTo>
                  <a:lnTo>
                    <a:pt x="134740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2303881" y="2362231"/>
              <a:ext cx="3133090" cy="877569"/>
            </a:xfrm>
            <a:custGeom>
              <a:avLst/>
              <a:gdLst/>
              <a:ahLst/>
              <a:cxnLst/>
              <a:rect l="l" t="t" r="r" b="b"/>
              <a:pathLst>
                <a:path w="3133090" h="877569">
                  <a:moveTo>
                    <a:pt x="3132696" y="631050"/>
                  </a:moveTo>
                  <a:lnTo>
                    <a:pt x="404202" y="631050"/>
                  </a:lnTo>
                  <a:lnTo>
                    <a:pt x="404202" y="256451"/>
                  </a:lnTo>
                  <a:lnTo>
                    <a:pt x="404202" y="230987"/>
                  </a:lnTo>
                  <a:lnTo>
                    <a:pt x="404202" y="0"/>
                  </a:lnTo>
                  <a:lnTo>
                    <a:pt x="370471" y="0"/>
                  </a:lnTo>
                  <a:lnTo>
                    <a:pt x="370471" y="230987"/>
                  </a:lnTo>
                  <a:lnTo>
                    <a:pt x="0" y="230987"/>
                  </a:lnTo>
                  <a:lnTo>
                    <a:pt x="0" y="256451"/>
                  </a:lnTo>
                  <a:lnTo>
                    <a:pt x="370471" y="256451"/>
                  </a:lnTo>
                  <a:lnTo>
                    <a:pt x="370471" y="631050"/>
                  </a:lnTo>
                  <a:lnTo>
                    <a:pt x="370471" y="664375"/>
                  </a:lnTo>
                  <a:lnTo>
                    <a:pt x="370471" y="877049"/>
                  </a:lnTo>
                  <a:lnTo>
                    <a:pt x="404202" y="877049"/>
                  </a:lnTo>
                  <a:lnTo>
                    <a:pt x="404202" y="664375"/>
                  </a:lnTo>
                  <a:lnTo>
                    <a:pt x="3132696" y="664375"/>
                  </a:lnTo>
                  <a:lnTo>
                    <a:pt x="3132696" y="631050"/>
                  </a:lnTo>
                  <a:close/>
                </a:path>
              </a:pathLst>
            </a:custGeom>
            <a:solidFill>
              <a:srgbClr val="D6E7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9" name="object 319" descr=""/>
          <p:cNvGrpSpPr/>
          <p:nvPr/>
        </p:nvGrpSpPr>
        <p:grpSpPr>
          <a:xfrm>
            <a:off x="5429740" y="4502355"/>
            <a:ext cx="2180590" cy="607060"/>
            <a:chOff x="5429740" y="4502355"/>
            <a:chExt cx="2180590" cy="607060"/>
          </a:xfrm>
        </p:grpSpPr>
        <p:sp>
          <p:nvSpPr>
            <p:cNvPr id="320" name="object 320" descr=""/>
            <p:cNvSpPr/>
            <p:nvPr/>
          </p:nvSpPr>
          <p:spPr>
            <a:xfrm>
              <a:off x="6907161" y="4502359"/>
              <a:ext cx="702945" cy="607060"/>
            </a:xfrm>
            <a:custGeom>
              <a:avLst/>
              <a:gdLst/>
              <a:ahLst/>
              <a:cxnLst/>
              <a:rect l="l" t="t" r="r" b="b"/>
              <a:pathLst>
                <a:path w="702945" h="607060">
                  <a:moveTo>
                    <a:pt x="702843" y="0"/>
                  </a:moveTo>
                  <a:lnTo>
                    <a:pt x="0" y="0"/>
                  </a:lnTo>
                  <a:lnTo>
                    <a:pt x="0" y="118465"/>
                  </a:lnTo>
                  <a:lnTo>
                    <a:pt x="592442" y="118465"/>
                  </a:lnTo>
                  <a:lnTo>
                    <a:pt x="592442" y="606513"/>
                  </a:lnTo>
                  <a:lnTo>
                    <a:pt x="702843" y="606513"/>
                  </a:lnTo>
                  <a:lnTo>
                    <a:pt x="702843" y="118465"/>
                  </a:lnTo>
                  <a:lnTo>
                    <a:pt x="702843" y="0"/>
                  </a:lnTo>
                  <a:close/>
                </a:path>
              </a:pathLst>
            </a:custGeom>
            <a:solidFill>
              <a:srgbClr val="326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6859330" y="4620822"/>
              <a:ext cx="48260" cy="488315"/>
            </a:xfrm>
            <a:custGeom>
              <a:avLst/>
              <a:gdLst/>
              <a:ahLst/>
              <a:cxnLst/>
              <a:rect l="l" t="t" r="r" b="b"/>
              <a:pathLst>
                <a:path w="48259" h="488314">
                  <a:moveTo>
                    <a:pt x="0" y="488047"/>
                  </a:moveTo>
                  <a:lnTo>
                    <a:pt x="47841" y="488047"/>
                  </a:lnTo>
                  <a:lnTo>
                    <a:pt x="47841" y="0"/>
                  </a:lnTo>
                  <a:lnTo>
                    <a:pt x="0" y="0"/>
                  </a:lnTo>
                  <a:lnTo>
                    <a:pt x="0" y="488047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6907171" y="4620822"/>
              <a:ext cx="110489" cy="488315"/>
            </a:xfrm>
            <a:custGeom>
              <a:avLst/>
              <a:gdLst/>
              <a:ahLst/>
              <a:cxnLst/>
              <a:rect l="l" t="t" r="r" b="b"/>
              <a:pathLst>
                <a:path w="110490" h="488314">
                  <a:moveTo>
                    <a:pt x="110394" y="0"/>
                  </a:moveTo>
                  <a:lnTo>
                    <a:pt x="0" y="0"/>
                  </a:lnTo>
                  <a:lnTo>
                    <a:pt x="0" y="488047"/>
                  </a:lnTo>
                  <a:lnTo>
                    <a:pt x="110394" y="488047"/>
                  </a:lnTo>
                  <a:lnTo>
                    <a:pt x="110394" y="0"/>
                  </a:lnTo>
                  <a:close/>
                </a:path>
              </a:pathLst>
            </a:custGeom>
            <a:solidFill>
              <a:srgbClr val="326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5429740" y="4502355"/>
              <a:ext cx="1477645" cy="118745"/>
            </a:xfrm>
            <a:custGeom>
              <a:avLst/>
              <a:gdLst/>
              <a:ahLst/>
              <a:cxnLst/>
              <a:rect l="l" t="t" r="r" b="b"/>
              <a:pathLst>
                <a:path w="1477645" h="118745">
                  <a:moveTo>
                    <a:pt x="1477431" y="0"/>
                  </a:moveTo>
                  <a:lnTo>
                    <a:pt x="0" y="0"/>
                  </a:lnTo>
                  <a:lnTo>
                    <a:pt x="0" y="118467"/>
                  </a:lnTo>
                  <a:lnTo>
                    <a:pt x="1477431" y="118467"/>
                  </a:lnTo>
                  <a:lnTo>
                    <a:pt x="147743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6274246" y="4816772"/>
              <a:ext cx="331470" cy="63500"/>
            </a:xfrm>
            <a:custGeom>
              <a:avLst/>
              <a:gdLst/>
              <a:ahLst/>
              <a:cxnLst/>
              <a:rect l="l" t="t" r="r" b="b"/>
              <a:pathLst>
                <a:path w="331470" h="63500">
                  <a:moveTo>
                    <a:pt x="326052" y="0"/>
                  </a:moveTo>
                  <a:lnTo>
                    <a:pt x="5130" y="0"/>
                  </a:lnTo>
                  <a:lnTo>
                    <a:pt x="0" y="5130"/>
                  </a:lnTo>
                  <a:lnTo>
                    <a:pt x="0" y="58343"/>
                  </a:lnTo>
                  <a:lnTo>
                    <a:pt x="5130" y="63474"/>
                  </a:lnTo>
                  <a:lnTo>
                    <a:pt x="319728" y="63474"/>
                  </a:lnTo>
                  <a:lnTo>
                    <a:pt x="326052" y="63474"/>
                  </a:lnTo>
                  <a:lnTo>
                    <a:pt x="331183" y="58343"/>
                  </a:lnTo>
                  <a:lnTo>
                    <a:pt x="331183" y="5130"/>
                  </a:lnTo>
                  <a:lnTo>
                    <a:pt x="326052" y="0"/>
                  </a:lnTo>
                  <a:close/>
                </a:path>
              </a:pathLst>
            </a:custGeom>
            <a:solidFill>
              <a:srgbClr val="ADDF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6416377" y="4816772"/>
              <a:ext cx="331470" cy="63500"/>
            </a:xfrm>
            <a:custGeom>
              <a:avLst/>
              <a:gdLst/>
              <a:ahLst/>
              <a:cxnLst/>
              <a:rect l="l" t="t" r="r" b="b"/>
              <a:pathLst>
                <a:path w="331470" h="63500">
                  <a:moveTo>
                    <a:pt x="326052" y="0"/>
                  </a:moveTo>
                  <a:lnTo>
                    <a:pt x="5130" y="0"/>
                  </a:lnTo>
                  <a:lnTo>
                    <a:pt x="0" y="5130"/>
                  </a:lnTo>
                  <a:lnTo>
                    <a:pt x="0" y="58343"/>
                  </a:lnTo>
                  <a:lnTo>
                    <a:pt x="5130" y="63474"/>
                  </a:lnTo>
                  <a:lnTo>
                    <a:pt x="319728" y="63474"/>
                  </a:lnTo>
                  <a:lnTo>
                    <a:pt x="326052" y="63474"/>
                  </a:lnTo>
                  <a:lnTo>
                    <a:pt x="331183" y="58343"/>
                  </a:lnTo>
                  <a:lnTo>
                    <a:pt x="331183" y="5130"/>
                  </a:lnTo>
                  <a:lnTo>
                    <a:pt x="326052" y="0"/>
                  </a:lnTo>
                  <a:close/>
                </a:path>
              </a:pathLst>
            </a:custGeom>
            <a:solidFill>
              <a:srgbClr val="D3ED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6464670" y="4822293"/>
              <a:ext cx="73660" cy="11430"/>
            </a:xfrm>
            <a:custGeom>
              <a:avLst/>
              <a:gdLst/>
              <a:ahLst/>
              <a:cxnLst/>
              <a:rect l="l" t="t" r="r" b="b"/>
              <a:pathLst>
                <a:path w="73659" h="11429">
                  <a:moveTo>
                    <a:pt x="70668" y="0"/>
                  </a:moveTo>
                  <a:lnTo>
                    <a:pt x="2471" y="0"/>
                  </a:lnTo>
                  <a:lnTo>
                    <a:pt x="0" y="2471"/>
                  </a:lnTo>
                  <a:lnTo>
                    <a:pt x="0" y="8565"/>
                  </a:lnTo>
                  <a:lnTo>
                    <a:pt x="2471" y="11036"/>
                  </a:lnTo>
                  <a:lnTo>
                    <a:pt x="67620" y="11036"/>
                  </a:lnTo>
                  <a:lnTo>
                    <a:pt x="70668" y="11036"/>
                  </a:lnTo>
                  <a:lnTo>
                    <a:pt x="73139" y="8565"/>
                  </a:lnTo>
                  <a:lnTo>
                    <a:pt x="73139" y="2471"/>
                  </a:lnTo>
                  <a:lnTo>
                    <a:pt x="70668" y="0"/>
                  </a:lnTo>
                  <a:close/>
                </a:path>
              </a:pathLst>
            </a:custGeom>
            <a:solidFill>
              <a:srgbClr val="A7CA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6450873" y="4851268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5088" y="0"/>
                  </a:moveTo>
                  <a:lnTo>
                    <a:pt x="4355" y="0"/>
                  </a:lnTo>
                  <a:lnTo>
                    <a:pt x="0" y="4345"/>
                  </a:lnTo>
                  <a:lnTo>
                    <a:pt x="0" y="15078"/>
                  </a:lnTo>
                  <a:lnTo>
                    <a:pt x="4355" y="19433"/>
                  </a:lnTo>
                  <a:lnTo>
                    <a:pt x="15088" y="19433"/>
                  </a:lnTo>
                  <a:lnTo>
                    <a:pt x="19433" y="15078"/>
                  </a:lnTo>
                  <a:lnTo>
                    <a:pt x="19433" y="9716"/>
                  </a:lnTo>
                  <a:lnTo>
                    <a:pt x="19433" y="4345"/>
                  </a:lnTo>
                  <a:lnTo>
                    <a:pt x="15088" y="0"/>
                  </a:lnTo>
                  <a:close/>
                </a:path>
              </a:pathLst>
            </a:custGeom>
            <a:solidFill>
              <a:srgbClr val="8ED2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6555747" y="4816764"/>
              <a:ext cx="124460" cy="34925"/>
            </a:xfrm>
            <a:custGeom>
              <a:avLst/>
              <a:gdLst/>
              <a:ahLst/>
              <a:cxnLst/>
              <a:rect l="l" t="t" r="r" b="b"/>
              <a:pathLst>
                <a:path w="124459" h="34925">
                  <a:moveTo>
                    <a:pt x="124195" y="0"/>
                  </a:moveTo>
                  <a:lnTo>
                    <a:pt x="0" y="0"/>
                  </a:lnTo>
                  <a:lnTo>
                    <a:pt x="0" y="34501"/>
                  </a:lnTo>
                  <a:lnTo>
                    <a:pt x="124195" y="34501"/>
                  </a:lnTo>
                  <a:lnTo>
                    <a:pt x="124195" y="0"/>
                  </a:lnTo>
                  <a:close/>
                </a:path>
              </a:pathLst>
            </a:custGeom>
            <a:solidFill>
              <a:srgbClr val="ADDF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9" name="object 329" descr=""/>
          <p:cNvSpPr/>
          <p:nvPr/>
        </p:nvSpPr>
        <p:spPr>
          <a:xfrm>
            <a:off x="1201176" y="3187455"/>
            <a:ext cx="4775200" cy="170180"/>
          </a:xfrm>
          <a:custGeom>
            <a:avLst/>
            <a:gdLst/>
            <a:ahLst/>
            <a:cxnLst/>
            <a:rect l="l" t="t" r="r" b="b"/>
            <a:pathLst>
              <a:path w="4775200" h="170179">
                <a:moveTo>
                  <a:pt x="4774755" y="0"/>
                </a:moveTo>
                <a:lnTo>
                  <a:pt x="0" y="0"/>
                </a:lnTo>
                <a:lnTo>
                  <a:pt x="6071" y="45184"/>
                </a:lnTo>
                <a:lnTo>
                  <a:pt x="23204" y="85785"/>
                </a:lnTo>
                <a:lnTo>
                  <a:pt x="49779" y="120183"/>
                </a:lnTo>
                <a:lnTo>
                  <a:pt x="84178" y="146759"/>
                </a:lnTo>
                <a:lnTo>
                  <a:pt x="124779" y="163892"/>
                </a:lnTo>
                <a:lnTo>
                  <a:pt x="169963" y="169963"/>
                </a:lnTo>
                <a:lnTo>
                  <a:pt x="4604791" y="169963"/>
                </a:lnTo>
                <a:lnTo>
                  <a:pt x="4649975" y="163892"/>
                </a:lnTo>
                <a:lnTo>
                  <a:pt x="4690576" y="146759"/>
                </a:lnTo>
                <a:lnTo>
                  <a:pt x="4724975" y="120183"/>
                </a:lnTo>
                <a:lnTo>
                  <a:pt x="4751550" y="85785"/>
                </a:lnTo>
                <a:lnTo>
                  <a:pt x="4768684" y="45184"/>
                </a:lnTo>
                <a:lnTo>
                  <a:pt x="4774755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0" name="object 330" descr=""/>
          <p:cNvGrpSpPr/>
          <p:nvPr/>
        </p:nvGrpSpPr>
        <p:grpSpPr>
          <a:xfrm>
            <a:off x="6882638" y="2437088"/>
            <a:ext cx="105410" cy="150495"/>
            <a:chOff x="6882638" y="2437088"/>
            <a:chExt cx="105410" cy="150495"/>
          </a:xfrm>
        </p:grpSpPr>
        <p:sp>
          <p:nvSpPr>
            <p:cNvPr id="331" name="object 331" descr=""/>
            <p:cNvSpPr/>
            <p:nvPr/>
          </p:nvSpPr>
          <p:spPr>
            <a:xfrm>
              <a:off x="6882638" y="2437088"/>
              <a:ext cx="105410" cy="150495"/>
            </a:xfrm>
            <a:custGeom>
              <a:avLst/>
              <a:gdLst/>
              <a:ahLst/>
              <a:cxnLst/>
              <a:rect l="l" t="t" r="r" b="b"/>
              <a:pathLst>
                <a:path w="105409" h="150494">
                  <a:moveTo>
                    <a:pt x="105127" y="0"/>
                  </a:moveTo>
                  <a:lnTo>
                    <a:pt x="0" y="0"/>
                  </a:lnTo>
                  <a:lnTo>
                    <a:pt x="0" y="150225"/>
                  </a:lnTo>
                  <a:lnTo>
                    <a:pt x="105127" y="150225"/>
                  </a:lnTo>
                  <a:lnTo>
                    <a:pt x="105127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6882638" y="2469149"/>
              <a:ext cx="105410" cy="12700"/>
            </a:xfrm>
            <a:custGeom>
              <a:avLst/>
              <a:gdLst/>
              <a:ahLst/>
              <a:cxnLst/>
              <a:rect l="l" t="t" r="r" b="b"/>
              <a:pathLst>
                <a:path w="105409" h="12700">
                  <a:moveTo>
                    <a:pt x="105127" y="0"/>
                  </a:moveTo>
                  <a:lnTo>
                    <a:pt x="0" y="0"/>
                  </a:lnTo>
                  <a:lnTo>
                    <a:pt x="0" y="12125"/>
                  </a:lnTo>
                  <a:lnTo>
                    <a:pt x="105127" y="12125"/>
                  </a:lnTo>
                  <a:lnTo>
                    <a:pt x="105127" y="0"/>
                  </a:lnTo>
                  <a:close/>
                </a:path>
              </a:pathLst>
            </a:custGeom>
            <a:solidFill>
              <a:srgbClr val="EAF7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3" name="object 333" descr=""/>
          <p:cNvGrpSpPr/>
          <p:nvPr/>
        </p:nvGrpSpPr>
        <p:grpSpPr>
          <a:xfrm>
            <a:off x="8505204" y="4404433"/>
            <a:ext cx="1014730" cy="1058545"/>
            <a:chOff x="8505204" y="4404433"/>
            <a:chExt cx="1014730" cy="1058545"/>
          </a:xfrm>
        </p:grpSpPr>
        <p:sp>
          <p:nvSpPr>
            <p:cNvPr id="334" name="object 334" descr=""/>
            <p:cNvSpPr/>
            <p:nvPr/>
          </p:nvSpPr>
          <p:spPr>
            <a:xfrm>
              <a:off x="8505204" y="4404433"/>
              <a:ext cx="932815" cy="1058545"/>
            </a:xfrm>
            <a:custGeom>
              <a:avLst/>
              <a:gdLst/>
              <a:ahLst/>
              <a:cxnLst/>
              <a:rect l="l" t="t" r="r" b="b"/>
              <a:pathLst>
                <a:path w="932815" h="1058545">
                  <a:moveTo>
                    <a:pt x="910631" y="0"/>
                  </a:moveTo>
                  <a:lnTo>
                    <a:pt x="21611" y="0"/>
                  </a:lnTo>
                  <a:lnTo>
                    <a:pt x="13199" y="1698"/>
                  </a:lnTo>
                  <a:lnTo>
                    <a:pt x="6329" y="6329"/>
                  </a:lnTo>
                  <a:lnTo>
                    <a:pt x="1698" y="13199"/>
                  </a:lnTo>
                  <a:lnTo>
                    <a:pt x="0" y="21611"/>
                  </a:lnTo>
                  <a:lnTo>
                    <a:pt x="0" y="1036408"/>
                  </a:lnTo>
                  <a:lnTo>
                    <a:pt x="1698" y="1044820"/>
                  </a:lnTo>
                  <a:lnTo>
                    <a:pt x="6329" y="1051690"/>
                  </a:lnTo>
                  <a:lnTo>
                    <a:pt x="13199" y="1056321"/>
                  </a:lnTo>
                  <a:lnTo>
                    <a:pt x="21611" y="1058020"/>
                  </a:lnTo>
                  <a:lnTo>
                    <a:pt x="910631" y="1058020"/>
                  </a:lnTo>
                  <a:lnTo>
                    <a:pt x="919038" y="1056321"/>
                  </a:lnTo>
                  <a:lnTo>
                    <a:pt x="925905" y="1051690"/>
                  </a:lnTo>
                  <a:lnTo>
                    <a:pt x="930535" y="1044820"/>
                  </a:lnTo>
                  <a:lnTo>
                    <a:pt x="932233" y="1036408"/>
                  </a:lnTo>
                  <a:lnTo>
                    <a:pt x="932233" y="21611"/>
                  </a:lnTo>
                  <a:lnTo>
                    <a:pt x="930535" y="13199"/>
                  </a:lnTo>
                  <a:lnTo>
                    <a:pt x="925905" y="6329"/>
                  </a:lnTo>
                  <a:lnTo>
                    <a:pt x="919038" y="1698"/>
                  </a:lnTo>
                  <a:lnTo>
                    <a:pt x="910631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8636459" y="4500344"/>
              <a:ext cx="671830" cy="872490"/>
            </a:xfrm>
            <a:custGeom>
              <a:avLst/>
              <a:gdLst/>
              <a:ahLst/>
              <a:cxnLst/>
              <a:rect l="l" t="t" r="r" b="b"/>
              <a:pathLst>
                <a:path w="671829" h="872489">
                  <a:moveTo>
                    <a:pt x="671728" y="0"/>
                  </a:moveTo>
                  <a:lnTo>
                    <a:pt x="0" y="0"/>
                  </a:lnTo>
                  <a:lnTo>
                    <a:pt x="0" y="872476"/>
                  </a:lnTo>
                  <a:lnTo>
                    <a:pt x="671728" y="872476"/>
                  </a:lnTo>
                  <a:lnTo>
                    <a:pt x="671728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8636459" y="4500344"/>
              <a:ext cx="39370" cy="872490"/>
            </a:xfrm>
            <a:custGeom>
              <a:avLst/>
              <a:gdLst/>
              <a:ahLst/>
              <a:cxnLst/>
              <a:rect l="l" t="t" r="r" b="b"/>
              <a:pathLst>
                <a:path w="39370" h="872489">
                  <a:moveTo>
                    <a:pt x="39056" y="0"/>
                  </a:moveTo>
                  <a:lnTo>
                    <a:pt x="0" y="0"/>
                  </a:lnTo>
                  <a:lnTo>
                    <a:pt x="0" y="872476"/>
                  </a:lnTo>
                  <a:lnTo>
                    <a:pt x="39056" y="872476"/>
                  </a:lnTo>
                  <a:lnTo>
                    <a:pt x="39056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8699411" y="4554137"/>
              <a:ext cx="608965" cy="762000"/>
            </a:xfrm>
            <a:custGeom>
              <a:avLst/>
              <a:gdLst/>
              <a:ahLst/>
              <a:cxnLst/>
              <a:rect l="l" t="t" r="r" b="b"/>
              <a:pathLst>
                <a:path w="608965" h="762000">
                  <a:moveTo>
                    <a:pt x="608825" y="549503"/>
                  </a:moveTo>
                  <a:lnTo>
                    <a:pt x="0" y="719810"/>
                  </a:lnTo>
                  <a:lnTo>
                    <a:pt x="0" y="761403"/>
                  </a:lnTo>
                  <a:lnTo>
                    <a:pt x="608825" y="591096"/>
                  </a:lnTo>
                  <a:lnTo>
                    <a:pt x="608825" y="549503"/>
                  </a:lnTo>
                  <a:close/>
                </a:path>
                <a:path w="608965" h="762000">
                  <a:moveTo>
                    <a:pt x="608825" y="202095"/>
                  </a:moveTo>
                  <a:lnTo>
                    <a:pt x="0" y="372402"/>
                  </a:lnTo>
                  <a:lnTo>
                    <a:pt x="0" y="445185"/>
                  </a:lnTo>
                  <a:lnTo>
                    <a:pt x="608825" y="274878"/>
                  </a:lnTo>
                  <a:lnTo>
                    <a:pt x="608825" y="202095"/>
                  </a:lnTo>
                  <a:close/>
                </a:path>
                <a:path w="608965" h="762000">
                  <a:moveTo>
                    <a:pt x="608825" y="0"/>
                  </a:moveTo>
                  <a:lnTo>
                    <a:pt x="0" y="170307"/>
                  </a:lnTo>
                  <a:lnTo>
                    <a:pt x="0" y="338289"/>
                  </a:lnTo>
                  <a:lnTo>
                    <a:pt x="608825" y="167982"/>
                  </a:lnTo>
                  <a:lnTo>
                    <a:pt x="608825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8505203" y="4858365"/>
              <a:ext cx="1014730" cy="457200"/>
            </a:xfrm>
            <a:custGeom>
              <a:avLst/>
              <a:gdLst/>
              <a:ahLst/>
              <a:cxnLst/>
              <a:rect l="l" t="t" r="r" b="b"/>
              <a:pathLst>
                <a:path w="1014729" h="457200">
                  <a:moveTo>
                    <a:pt x="53035" y="7620"/>
                  </a:moveTo>
                  <a:lnTo>
                    <a:pt x="49491" y="7620"/>
                  </a:lnTo>
                  <a:lnTo>
                    <a:pt x="49491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4620"/>
                  </a:lnTo>
                  <a:lnTo>
                    <a:pt x="0" y="140970"/>
                  </a:lnTo>
                  <a:lnTo>
                    <a:pt x="49390" y="140970"/>
                  </a:lnTo>
                  <a:lnTo>
                    <a:pt x="49390" y="134620"/>
                  </a:lnTo>
                  <a:lnTo>
                    <a:pt x="53035" y="134620"/>
                  </a:lnTo>
                  <a:lnTo>
                    <a:pt x="53035" y="7620"/>
                  </a:lnTo>
                  <a:close/>
                </a:path>
                <a:path w="1014729" h="457200">
                  <a:moveTo>
                    <a:pt x="1014399" y="409879"/>
                  </a:moveTo>
                  <a:lnTo>
                    <a:pt x="959116" y="409879"/>
                  </a:lnTo>
                  <a:lnTo>
                    <a:pt x="959116" y="457174"/>
                  </a:lnTo>
                  <a:lnTo>
                    <a:pt x="1014399" y="457174"/>
                  </a:lnTo>
                  <a:lnTo>
                    <a:pt x="1014399" y="409879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9" name="object 339" descr=""/>
          <p:cNvGrpSpPr/>
          <p:nvPr/>
        </p:nvGrpSpPr>
        <p:grpSpPr>
          <a:xfrm>
            <a:off x="8263960" y="6183179"/>
            <a:ext cx="1348105" cy="349250"/>
            <a:chOff x="8263960" y="6183179"/>
            <a:chExt cx="1348105" cy="349250"/>
          </a:xfrm>
        </p:grpSpPr>
        <p:sp>
          <p:nvSpPr>
            <p:cNvPr id="340" name="object 340" descr=""/>
            <p:cNvSpPr/>
            <p:nvPr/>
          </p:nvSpPr>
          <p:spPr>
            <a:xfrm>
              <a:off x="8263960" y="6183179"/>
              <a:ext cx="1223010" cy="315595"/>
            </a:xfrm>
            <a:custGeom>
              <a:avLst/>
              <a:gdLst/>
              <a:ahLst/>
              <a:cxnLst/>
              <a:rect l="l" t="t" r="r" b="b"/>
              <a:pathLst>
                <a:path w="1223009" h="315595">
                  <a:moveTo>
                    <a:pt x="1222936" y="0"/>
                  </a:moveTo>
                  <a:lnTo>
                    <a:pt x="0" y="0"/>
                  </a:lnTo>
                  <a:lnTo>
                    <a:pt x="0" y="234359"/>
                  </a:lnTo>
                  <a:lnTo>
                    <a:pt x="6377" y="265945"/>
                  </a:lnTo>
                  <a:lnTo>
                    <a:pt x="23768" y="291739"/>
                  </a:lnTo>
                  <a:lnTo>
                    <a:pt x="49563" y="309131"/>
                  </a:lnTo>
                  <a:lnTo>
                    <a:pt x="81149" y="315508"/>
                  </a:lnTo>
                  <a:lnTo>
                    <a:pt x="1222936" y="315508"/>
                  </a:lnTo>
                  <a:lnTo>
                    <a:pt x="1222936" y="0"/>
                  </a:lnTo>
                  <a:close/>
                </a:path>
              </a:pathLst>
            </a:custGeom>
            <a:solidFill>
              <a:srgbClr val="DD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9040217" y="6183211"/>
              <a:ext cx="572135" cy="315595"/>
            </a:xfrm>
            <a:custGeom>
              <a:avLst/>
              <a:gdLst/>
              <a:ahLst/>
              <a:cxnLst/>
              <a:rect l="l" t="t" r="r" b="b"/>
              <a:pathLst>
                <a:path w="572134" h="315595">
                  <a:moveTo>
                    <a:pt x="571783" y="0"/>
                  </a:moveTo>
                  <a:lnTo>
                    <a:pt x="0" y="0"/>
                  </a:lnTo>
                  <a:lnTo>
                    <a:pt x="0" y="144362"/>
                  </a:lnTo>
                  <a:lnTo>
                    <a:pt x="6113" y="189815"/>
                  </a:lnTo>
                  <a:lnTo>
                    <a:pt x="23362" y="230668"/>
                  </a:lnTo>
                  <a:lnTo>
                    <a:pt x="50114" y="265289"/>
                  </a:lnTo>
                  <a:lnTo>
                    <a:pt x="84735" y="292041"/>
                  </a:lnTo>
                  <a:lnTo>
                    <a:pt x="125588" y="309290"/>
                  </a:lnTo>
                  <a:lnTo>
                    <a:pt x="171041" y="315404"/>
                  </a:lnTo>
                  <a:lnTo>
                    <a:pt x="571783" y="315404"/>
                  </a:lnTo>
                  <a:lnTo>
                    <a:pt x="571783" y="0"/>
                  </a:lnTo>
                  <a:close/>
                </a:path>
              </a:pathLst>
            </a:custGeom>
            <a:solidFill>
              <a:srgbClr val="B6B7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8263966" y="6183216"/>
              <a:ext cx="1348105" cy="349250"/>
            </a:xfrm>
            <a:custGeom>
              <a:avLst/>
              <a:gdLst/>
              <a:ahLst/>
              <a:cxnLst/>
              <a:rect l="l" t="t" r="r" b="b"/>
              <a:pathLst>
                <a:path w="1348104" h="349250">
                  <a:moveTo>
                    <a:pt x="776249" y="0"/>
                  </a:moveTo>
                  <a:lnTo>
                    <a:pt x="0" y="0"/>
                  </a:lnTo>
                  <a:lnTo>
                    <a:pt x="0" y="96494"/>
                  </a:lnTo>
                  <a:lnTo>
                    <a:pt x="776249" y="96494"/>
                  </a:lnTo>
                  <a:lnTo>
                    <a:pt x="776249" y="0"/>
                  </a:lnTo>
                  <a:close/>
                </a:path>
                <a:path w="1348104" h="349250">
                  <a:moveTo>
                    <a:pt x="1348028" y="315404"/>
                  </a:moveTo>
                  <a:lnTo>
                    <a:pt x="303745" y="315404"/>
                  </a:lnTo>
                  <a:lnTo>
                    <a:pt x="306374" y="328383"/>
                  </a:lnTo>
                  <a:lnTo>
                    <a:pt x="313524" y="338988"/>
                  </a:lnTo>
                  <a:lnTo>
                    <a:pt x="324129" y="346138"/>
                  </a:lnTo>
                  <a:lnTo>
                    <a:pt x="337108" y="348767"/>
                  </a:lnTo>
                  <a:lnTo>
                    <a:pt x="1348028" y="348767"/>
                  </a:lnTo>
                  <a:lnTo>
                    <a:pt x="1348028" y="315404"/>
                  </a:lnTo>
                  <a:close/>
                </a:path>
              </a:pathLst>
            </a:custGeom>
            <a:solidFill>
              <a:srgbClr val="26666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3" name="object 343" descr=""/>
          <p:cNvGrpSpPr/>
          <p:nvPr/>
        </p:nvGrpSpPr>
        <p:grpSpPr>
          <a:xfrm>
            <a:off x="4201390" y="6508670"/>
            <a:ext cx="688340" cy="3129280"/>
            <a:chOff x="4201390" y="6508670"/>
            <a:chExt cx="688340" cy="3129280"/>
          </a:xfrm>
        </p:grpSpPr>
        <p:sp>
          <p:nvSpPr>
            <p:cNvPr id="344" name="object 344" descr=""/>
            <p:cNvSpPr/>
            <p:nvPr/>
          </p:nvSpPr>
          <p:spPr>
            <a:xfrm>
              <a:off x="4211536" y="6608835"/>
              <a:ext cx="678180" cy="3028950"/>
            </a:xfrm>
            <a:custGeom>
              <a:avLst/>
              <a:gdLst/>
              <a:ahLst/>
              <a:cxnLst/>
              <a:rect l="l" t="t" r="r" b="b"/>
              <a:pathLst>
                <a:path w="678179" h="3028950">
                  <a:moveTo>
                    <a:pt x="0" y="3028567"/>
                  </a:moveTo>
                  <a:lnTo>
                    <a:pt x="677937" y="3028567"/>
                  </a:lnTo>
                  <a:lnTo>
                    <a:pt x="677937" y="0"/>
                  </a:lnTo>
                  <a:lnTo>
                    <a:pt x="0" y="0"/>
                  </a:lnTo>
                  <a:lnTo>
                    <a:pt x="0" y="3028567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4211536" y="6508670"/>
              <a:ext cx="678180" cy="100330"/>
            </a:xfrm>
            <a:custGeom>
              <a:avLst/>
              <a:gdLst/>
              <a:ahLst/>
              <a:cxnLst/>
              <a:rect l="l" t="t" r="r" b="b"/>
              <a:pathLst>
                <a:path w="678179" h="100329">
                  <a:moveTo>
                    <a:pt x="677937" y="0"/>
                  </a:moveTo>
                  <a:lnTo>
                    <a:pt x="0" y="0"/>
                  </a:lnTo>
                  <a:lnTo>
                    <a:pt x="0" y="100164"/>
                  </a:lnTo>
                  <a:lnTo>
                    <a:pt x="677937" y="100164"/>
                  </a:lnTo>
                  <a:lnTo>
                    <a:pt x="677937" y="0"/>
                  </a:lnTo>
                  <a:close/>
                </a:path>
              </a:pathLst>
            </a:custGeom>
            <a:solidFill>
              <a:srgbClr val="AFB0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4201390" y="9591467"/>
              <a:ext cx="688340" cy="46355"/>
            </a:xfrm>
            <a:custGeom>
              <a:avLst/>
              <a:gdLst/>
              <a:ahLst/>
              <a:cxnLst/>
              <a:rect l="l" t="t" r="r" b="b"/>
              <a:pathLst>
                <a:path w="688339" h="46354">
                  <a:moveTo>
                    <a:pt x="688083" y="0"/>
                  </a:moveTo>
                  <a:lnTo>
                    <a:pt x="0" y="0"/>
                  </a:lnTo>
                  <a:lnTo>
                    <a:pt x="0" y="45935"/>
                  </a:lnTo>
                  <a:lnTo>
                    <a:pt x="688083" y="45935"/>
                  </a:lnTo>
                  <a:lnTo>
                    <a:pt x="688083" y="0"/>
                  </a:lnTo>
                  <a:close/>
                </a:path>
              </a:pathLst>
            </a:custGeom>
            <a:solidFill>
              <a:srgbClr val="6E7A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4211472" y="6839794"/>
              <a:ext cx="643890" cy="2584450"/>
            </a:xfrm>
            <a:custGeom>
              <a:avLst/>
              <a:gdLst/>
              <a:ahLst/>
              <a:cxnLst/>
              <a:rect l="l" t="t" r="r" b="b"/>
              <a:pathLst>
                <a:path w="643889" h="2584450">
                  <a:moveTo>
                    <a:pt x="643813" y="2303678"/>
                  </a:moveTo>
                  <a:lnTo>
                    <a:pt x="0" y="2082673"/>
                  </a:lnTo>
                  <a:lnTo>
                    <a:pt x="0" y="2363292"/>
                  </a:lnTo>
                  <a:lnTo>
                    <a:pt x="643813" y="2584297"/>
                  </a:lnTo>
                  <a:lnTo>
                    <a:pt x="643813" y="2303678"/>
                  </a:lnTo>
                  <a:close/>
                </a:path>
                <a:path w="643889" h="2584450">
                  <a:moveTo>
                    <a:pt x="643813" y="2127935"/>
                  </a:moveTo>
                  <a:lnTo>
                    <a:pt x="0" y="1907146"/>
                  </a:lnTo>
                  <a:lnTo>
                    <a:pt x="0" y="2038515"/>
                  </a:lnTo>
                  <a:lnTo>
                    <a:pt x="643813" y="2259520"/>
                  </a:lnTo>
                  <a:lnTo>
                    <a:pt x="643813" y="2127935"/>
                  </a:lnTo>
                  <a:close/>
                </a:path>
                <a:path w="643889" h="2584450">
                  <a:moveTo>
                    <a:pt x="643890" y="220916"/>
                  </a:moveTo>
                  <a:lnTo>
                    <a:pt x="50" y="0"/>
                  </a:lnTo>
                  <a:lnTo>
                    <a:pt x="50" y="412127"/>
                  </a:lnTo>
                  <a:lnTo>
                    <a:pt x="643890" y="633056"/>
                  </a:lnTo>
                  <a:lnTo>
                    <a:pt x="643890" y="220916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8" name="object 348" descr=""/>
          <p:cNvGrpSpPr/>
          <p:nvPr/>
        </p:nvGrpSpPr>
        <p:grpSpPr>
          <a:xfrm>
            <a:off x="9147475" y="7099923"/>
            <a:ext cx="426084" cy="702310"/>
            <a:chOff x="9147475" y="7099923"/>
            <a:chExt cx="426084" cy="702310"/>
          </a:xfrm>
        </p:grpSpPr>
        <p:sp>
          <p:nvSpPr>
            <p:cNvPr id="349" name="object 349" descr=""/>
            <p:cNvSpPr/>
            <p:nvPr/>
          </p:nvSpPr>
          <p:spPr>
            <a:xfrm>
              <a:off x="9442399" y="7239907"/>
              <a:ext cx="130810" cy="372110"/>
            </a:xfrm>
            <a:custGeom>
              <a:avLst/>
              <a:gdLst/>
              <a:ahLst/>
              <a:cxnLst/>
              <a:rect l="l" t="t" r="r" b="b"/>
              <a:pathLst>
                <a:path w="130809" h="372109">
                  <a:moveTo>
                    <a:pt x="130771" y="80695"/>
                  </a:moveTo>
                  <a:lnTo>
                    <a:pt x="127596" y="44488"/>
                  </a:lnTo>
                  <a:lnTo>
                    <a:pt x="118668" y="18973"/>
                  </a:lnTo>
                  <a:lnTo>
                    <a:pt x="103987" y="4165"/>
                  </a:lnTo>
                  <a:lnTo>
                    <a:pt x="85331" y="0"/>
                  </a:lnTo>
                  <a:lnTo>
                    <a:pt x="61785" y="4940"/>
                  </a:lnTo>
                  <a:lnTo>
                    <a:pt x="33337" y="18986"/>
                  </a:lnTo>
                  <a:lnTo>
                    <a:pt x="0" y="42125"/>
                  </a:lnTo>
                  <a:lnTo>
                    <a:pt x="4953" y="86690"/>
                  </a:lnTo>
                  <a:lnTo>
                    <a:pt x="12992" y="79209"/>
                  </a:lnTo>
                  <a:lnTo>
                    <a:pt x="28067" y="144462"/>
                  </a:lnTo>
                  <a:lnTo>
                    <a:pt x="43484" y="130886"/>
                  </a:lnTo>
                  <a:lnTo>
                    <a:pt x="52285" y="119621"/>
                  </a:lnTo>
                  <a:lnTo>
                    <a:pt x="55994" y="110451"/>
                  </a:lnTo>
                  <a:lnTo>
                    <a:pt x="56108" y="103200"/>
                  </a:lnTo>
                  <a:lnTo>
                    <a:pt x="54025" y="97637"/>
                  </a:lnTo>
                  <a:lnTo>
                    <a:pt x="50469" y="92837"/>
                  </a:lnTo>
                  <a:lnTo>
                    <a:pt x="46024" y="87426"/>
                  </a:lnTo>
                  <a:lnTo>
                    <a:pt x="41249" y="80086"/>
                  </a:lnTo>
                  <a:lnTo>
                    <a:pt x="36830" y="69430"/>
                  </a:lnTo>
                  <a:lnTo>
                    <a:pt x="34645" y="59080"/>
                  </a:lnTo>
                  <a:lnTo>
                    <a:pt x="34988" y="58762"/>
                  </a:lnTo>
                  <a:lnTo>
                    <a:pt x="60134" y="40652"/>
                  </a:lnTo>
                  <a:lnTo>
                    <a:pt x="80378" y="32346"/>
                  </a:lnTo>
                  <a:lnTo>
                    <a:pt x="95732" y="33883"/>
                  </a:lnTo>
                  <a:lnTo>
                    <a:pt x="106743" y="46431"/>
                  </a:lnTo>
                  <a:lnTo>
                    <a:pt x="112128" y="70281"/>
                  </a:lnTo>
                  <a:lnTo>
                    <a:pt x="111874" y="105435"/>
                  </a:lnTo>
                  <a:lnTo>
                    <a:pt x="105968" y="151892"/>
                  </a:lnTo>
                  <a:lnTo>
                    <a:pt x="94437" y="209638"/>
                  </a:lnTo>
                  <a:lnTo>
                    <a:pt x="77266" y="278688"/>
                  </a:lnTo>
                  <a:lnTo>
                    <a:pt x="54470" y="359041"/>
                  </a:lnTo>
                  <a:lnTo>
                    <a:pt x="61328" y="365506"/>
                  </a:lnTo>
                  <a:lnTo>
                    <a:pt x="69202" y="369735"/>
                  </a:lnTo>
                  <a:lnTo>
                    <a:pt x="77533" y="371500"/>
                  </a:lnTo>
                  <a:lnTo>
                    <a:pt x="85826" y="370586"/>
                  </a:lnTo>
                  <a:lnTo>
                    <a:pt x="91706" y="368211"/>
                  </a:lnTo>
                  <a:lnTo>
                    <a:pt x="97751" y="364083"/>
                  </a:lnTo>
                  <a:lnTo>
                    <a:pt x="102374" y="358267"/>
                  </a:lnTo>
                  <a:lnTo>
                    <a:pt x="103987" y="350786"/>
                  </a:lnTo>
                  <a:lnTo>
                    <a:pt x="102425" y="344652"/>
                  </a:lnTo>
                  <a:lnTo>
                    <a:pt x="98628" y="339242"/>
                  </a:lnTo>
                  <a:lnTo>
                    <a:pt x="92976" y="335064"/>
                  </a:lnTo>
                  <a:lnTo>
                    <a:pt x="85826" y="332638"/>
                  </a:lnTo>
                  <a:lnTo>
                    <a:pt x="105702" y="253593"/>
                  </a:lnTo>
                  <a:lnTo>
                    <a:pt x="119811" y="185254"/>
                  </a:lnTo>
                  <a:lnTo>
                    <a:pt x="128168" y="127622"/>
                  </a:lnTo>
                  <a:lnTo>
                    <a:pt x="130771" y="80695"/>
                  </a:lnTo>
                  <a:close/>
                </a:path>
              </a:pathLst>
            </a:custGeom>
            <a:solidFill>
              <a:srgbClr val="A7CA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9168664" y="7099928"/>
              <a:ext cx="349885" cy="680085"/>
            </a:xfrm>
            <a:custGeom>
              <a:avLst/>
              <a:gdLst/>
              <a:ahLst/>
              <a:cxnLst/>
              <a:rect l="l" t="t" r="r" b="b"/>
              <a:pathLst>
                <a:path w="349884" h="680084">
                  <a:moveTo>
                    <a:pt x="349465" y="504761"/>
                  </a:moveTo>
                  <a:lnTo>
                    <a:pt x="344944" y="465162"/>
                  </a:lnTo>
                  <a:lnTo>
                    <a:pt x="337934" y="442404"/>
                  </a:lnTo>
                  <a:lnTo>
                    <a:pt x="259168" y="13208"/>
                  </a:lnTo>
                  <a:lnTo>
                    <a:pt x="56692" y="0"/>
                  </a:lnTo>
                  <a:lnTo>
                    <a:pt x="4292" y="466598"/>
                  </a:lnTo>
                  <a:lnTo>
                    <a:pt x="2463" y="475907"/>
                  </a:lnTo>
                  <a:lnTo>
                    <a:pt x="1143" y="485394"/>
                  </a:lnTo>
                  <a:lnTo>
                    <a:pt x="342" y="495020"/>
                  </a:lnTo>
                  <a:lnTo>
                    <a:pt x="76" y="504075"/>
                  </a:lnTo>
                  <a:lnTo>
                    <a:pt x="0" y="504812"/>
                  </a:lnTo>
                  <a:lnTo>
                    <a:pt x="2311" y="532879"/>
                  </a:lnTo>
                  <a:lnTo>
                    <a:pt x="8813" y="559562"/>
                  </a:lnTo>
                  <a:lnTo>
                    <a:pt x="33210" y="607237"/>
                  </a:lnTo>
                  <a:lnTo>
                    <a:pt x="61302" y="637692"/>
                  </a:lnTo>
                  <a:lnTo>
                    <a:pt x="95935" y="660704"/>
                  </a:lnTo>
                  <a:lnTo>
                    <a:pt x="133616" y="674598"/>
                  </a:lnTo>
                  <a:lnTo>
                    <a:pt x="174764" y="679462"/>
                  </a:lnTo>
                  <a:lnTo>
                    <a:pt x="195656" y="678218"/>
                  </a:lnTo>
                  <a:lnTo>
                    <a:pt x="235165" y="668705"/>
                  </a:lnTo>
                  <a:lnTo>
                    <a:pt x="285750" y="639699"/>
                  </a:lnTo>
                  <a:lnTo>
                    <a:pt x="312534" y="612228"/>
                  </a:lnTo>
                  <a:lnTo>
                    <a:pt x="332765" y="579399"/>
                  </a:lnTo>
                  <a:lnTo>
                    <a:pt x="345363" y="542264"/>
                  </a:lnTo>
                  <a:lnTo>
                    <a:pt x="349326" y="511238"/>
                  </a:lnTo>
                  <a:lnTo>
                    <a:pt x="349465" y="504761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9147475" y="7756804"/>
              <a:ext cx="392430" cy="45720"/>
            </a:xfrm>
            <a:custGeom>
              <a:avLst/>
              <a:gdLst/>
              <a:ahLst/>
              <a:cxnLst/>
              <a:rect l="l" t="t" r="r" b="b"/>
              <a:pathLst>
                <a:path w="392429" h="45720">
                  <a:moveTo>
                    <a:pt x="195962" y="0"/>
                  </a:moveTo>
                  <a:lnTo>
                    <a:pt x="155056" y="973"/>
                  </a:lnTo>
                  <a:lnTo>
                    <a:pt x="69688" y="10640"/>
                  </a:lnTo>
                  <a:lnTo>
                    <a:pt x="32663" y="20185"/>
                  </a:lnTo>
                  <a:lnTo>
                    <a:pt x="0" y="45160"/>
                  </a:lnTo>
                  <a:lnTo>
                    <a:pt x="391914" y="45160"/>
                  </a:lnTo>
                  <a:lnTo>
                    <a:pt x="359184" y="20185"/>
                  </a:lnTo>
                  <a:lnTo>
                    <a:pt x="322115" y="10640"/>
                  </a:lnTo>
                  <a:lnTo>
                    <a:pt x="274661" y="3832"/>
                  </a:lnTo>
                  <a:lnTo>
                    <a:pt x="216686" y="245"/>
                  </a:lnTo>
                  <a:lnTo>
                    <a:pt x="195962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9174458" y="7139532"/>
              <a:ext cx="73025" cy="158750"/>
            </a:xfrm>
            <a:custGeom>
              <a:avLst/>
              <a:gdLst/>
              <a:ahLst/>
              <a:cxnLst/>
              <a:rect l="l" t="t" r="r" b="b"/>
              <a:pathLst>
                <a:path w="73025" h="158750">
                  <a:moveTo>
                    <a:pt x="72626" y="0"/>
                  </a:moveTo>
                  <a:lnTo>
                    <a:pt x="0" y="33014"/>
                  </a:lnTo>
                  <a:lnTo>
                    <a:pt x="44019" y="158455"/>
                  </a:lnTo>
                  <a:lnTo>
                    <a:pt x="72626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9147475" y="7642190"/>
              <a:ext cx="392430" cy="160020"/>
            </a:xfrm>
            <a:custGeom>
              <a:avLst/>
              <a:gdLst/>
              <a:ahLst/>
              <a:cxnLst/>
              <a:rect l="l" t="t" r="r" b="b"/>
              <a:pathLst>
                <a:path w="392429" h="160020">
                  <a:moveTo>
                    <a:pt x="366564" y="0"/>
                  </a:moveTo>
                  <a:lnTo>
                    <a:pt x="326861" y="40350"/>
                  </a:lnTo>
                  <a:lnTo>
                    <a:pt x="253825" y="78359"/>
                  </a:lnTo>
                  <a:lnTo>
                    <a:pt x="197109" y="88257"/>
                  </a:lnTo>
                  <a:lnTo>
                    <a:pt x="142832" y="86493"/>
                  </a:lnTo>
                  <a:lnTo>
                    <a:pt x="94198" y="77312"/>
                  </a:lnTo>
                  <a:lnTo>
                    <a:pt x="54406" y="64961"/>
                  </a:lnTo>
                  <a:lnTo>
                    <a:pt x="67549" y="81025"/>
                  </a:lnTo>
                  <a:lnTo>
                    <a:pt x="82500" y="95418"/>
                  </a:lnTo>
                  <a:lnTo>
                    <a:pt x="99084" y="107954"/>
                  </a:lnTo>
                  <a:lnTo>
                    <a:pt x="117127" y="118446"/>
                  </a:lnTo>
                  <a:lnTo>
                    <a:pt x="69688" y="125254"/>
                  </a:lnTo>
                  <a:lnTo>
                    <a:pt x="32663" y="134799"/>
                  </a:lnTo>
                  <a:lnTo>
                    <a:pt x="8588" y="146500"/>
                  </a:lnTo>
                  <a:lnTo>
                    <a:pt x="0" y="159775"/>
                  </a:lnTo>
                  <a:lnTo>
                    <a:pt x="391914" y="159775"/>
                  </a:lnTo>
                  <a:lnTo>
                    <a:pt x="383304" y="146500"/>
                  </a:lnTo>
                  <a:lnTo>
                    <a:pt x="359184" y="134799"/>
                  </a:lnTo>
                  <a:lnTo>
                    <a:pt x="322115" y="125254"/>
                  </a:lnTo>
                  <a:lnTo>
                    <a:pt x="274661" y="118446"/>
                  </a:lnTo>
                  <a:lnTo>
                    <a:pt x="306937" y="97430"/>
                  </a:lnTo>
                  <a:lnTo>
                    <a:pt x="333731" y="69966"/>
                  </a:lnTo>
                  <a:lnTo>
                    <a:pt x="353967" y="37131"/>
                  </a:lnTo>
                  <a:lnTo>
                    <a:pt x="366564" y="0"/>
                  </a:lnTo>
                  <a:close/>
                </a:path>
              </a:pathLst>
            </a:custGeom>
            <a:solidFill>
              <a:srgbClr val="A7CAB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4" name="object 354" descr=""/>
          <p:cNvGrpSpPr/>
          <p:nvPr/>
        </p:nvGrpSpPr>
        <p:grpSpPr>
          <a:xfrm>
            <a:off x="8478897" y="7501374"/>
            <a:ext cx="535305" cy="304800"/>
            <a:chOff x="8478897" y="7501374"/>
            <a:chExt cx="535305" cy="304800"/>
          </a:xfrm>
        </p:grpSpPr>
        <p:sp>
          <p:nvSpPr>
            <p:cNvPr id="355" name="object 355" descr=""/>
            <p:cNvSpPr/>
            <p:nvPr/>
          </p:nvSpPr>
          <p:spPr>
            <a:xfrm>
              <a:off x="8550335" y="7760532"/>
              <a:ext cx="392430" cy="45720"/>
            </a:xfrm>
            <a:custGeom>
              <a:avLst/>
              <a:gdLst/>
              <a:ahLst/>
              <a:cxnLst/>
              <a:rect l="l" t="t" r="r" b="b"/>
              <a:pathLst>
                <a:path w="392429" h="45720">
                  <a:moveTo>
                    <a:pt x="195962" y="0"/>
                  </a:moveTo>
                  <a:lnTo>
                    <a:pt x="155056" y="973"/>
                  </a:lnTo>
                  <a:lnTo>
                    <a:pt x="106214" y="5073"/>
                  </a:lnTo>
                  <a:lnTo>
                    <a:pt x="44456" y="16547"/>
                  </a:lnTo>
                  <a:lnTo>
                    <a:pt x="5344" y="34616"/>
                  </a:lnTo>
                  <a:lnTo>
                    <a:pt x="0" y="45160"/>
                  </a:lnTo>
                  <a:lnTo>
                    <a:pt x="391914" y="45160"/>
                  </a:lnTo>
                  <a:lnTo>
                    <a:pt x="347351" y="16605"/>
                  </a:lnTo>
                  <a:lnTo>
                    <a:pt x="306319" y="7955"/>
                  </a:lnTo>
                  <a:lnTo>
                    <a:pt x="256158" y="2173"/>
                  </a:lnTo>
                  <a:lnTo>
                    <a:pt x="216686" y="245"/>
                  </a:lnTo>
                  <a:lnTo>
                    <a:pt x="195962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8478888" y="7501375"/>
              <a:ext cx="535305" cy="281940"/>
            </a:xfrm>
            <a:custGeom>
              <a:avLst/>
              <a:gdLst/>
              <a:ahLst/>
              <a:cxnLst/>
              <a:rect l="l" t="t" r="r" b="b"/>
              <a:pathLst>
                <a:path w="535304" h="281940">
                  <a:moveTo>
                    <a:pt x="534797" y="159600"/>
                  </a:moveTo>
                  <a:lnTo>
                    <a:pt x="507276" y="105600"/>
                  </a:lnTo>
                  <a:lnTo>
                    <a:pt x="475361" y="82829"/>
                  </a:lnTo>
                  <a:lnTo>
                    <a:pt x="433514" y="63868"/>
                  </a:lnTo>
                  <a:lnTo>
                    <a:pt x="446735" y="0"/>
                  </a:lnTo>
                  <a:lnTo>
                    <a:pt x="88011" y="0"/>
                  </a:lnTo>
                  <a:lnTo>
                    <a:pt x="101282" y="63868"/>
                  </a:lnTo>
                  <a:lnTo>
                    <a:pt x="59385" y="82829"/>
                  </a:lnTo>
                  <a:lnTo>
                    <a:pt x="27470" y="105600"/>
                  </a:lnTo>
                  <a:lnTo>
                    <a:pt x="7137" y="131419"/>
                  </a:lnTo>
                  <a:lnTo>
                    <a:pt x="0" y="159600"/>
                  </a:lnTo>
                  <a:lnTo>
                    <a:pt x="1181" y="171170"/>
                  </a:lnTo>
                  <a:lnTo>
                    <a:pt x="40144" y="224002"/>
                  </a:lnTo>
                  <a:lnTo>
                    <a:pt x="105651" y="256882"/>
                  </a:lnTo>
                  <a:lnTo>
                    <a:pt x="147231" y="268795"/>
                  </a:lnTo>
                  <a:lnTo>
                    <a:pt x="204698" y="278396"/>
                  </a:lnTo>
                  <a:lnTo>
                    <a:pt x="267398" y="281736"/>
                  </a:lnTo>
                  <a:lnTo>
                    <a:pt x="299300" y="280885"/>
                  </a:lnTo>
                  <a:lnTo>
                    <a:pt x="359537" y="274332"/>
                  </a:lnTo>
                  <a:lnTo>
                    <a:pt x="441820" y="252183"/>
                  </a:lnTo>
                  <a:lnTo>
                    <a:pt x="485686" y="230149"/>
                  </a:lnTo>
                  <a:lnTo>
                    <a:pt x="516801" y="203708"/>
                  </a:lnTo>
                  <a:lnTo>
                    <a:pt x="534136" y="169240"/>
                  </a:lnTo>
                  <a:lnTo>
                    <a:pt x="534797" y="164490"/>
                  </a:lnTo>
                  <a:lnTo>
                    <a:pt x="534797" y="15960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8496984" y="7675233"/>
              <a:ext cx="514984" cy="130810"/>
            </a:xfrm>
            <a:custGeom>
              <a:avLst/>
              <a:gdLst/>
              <a:ahLst/>
              <a:cxnLst/>
              <a:rect l="l" t="t" r="r" b="b"/>
              <a:pathLst>
                <a:path w="514984" h="130809">
                  <a:moveTo>
                    <a:pt x="514853" y="0"/>
                  </a:moveTo>
                  <a:lnTo>
                    <a:pt x="464051" y="26161"/>
                  </a:lnTo>
                  <a:lnTo>
                    <a:pt x="405914" y="48459"/>
                  </a:lnTo>
                  <a:lnTo>
                    <a:pt x="346614" y="63733"/>
                  </a:lnTo>
                  <a:lnTo>
                    <a:pt x="288773" y="72068"/>
                  </a:lnTo>
                  <a:lnTo>
                    <a:pt x="232884" y="74421"/>
                  </a:lnTo>
                  <a:lnTo>
                    <a:pt x="179440" y="71750"/>
                  </a:lnTo>
                  <a:lnTo>
                    <a:pt x="128937" y="65012"/>
                  </a:lnTo>
                  <a:lnTo>
                    <a:pt x="81866" y="55166"/>
                  </a:lnTo>
                  <a:lnTo>
                    <a:pt x="38723" y="43168"/>
                  </a:lnTo>
                  <a:lnTo>
                    <a:pt x="0" y="29978"/>
                  </a:lnTo>
                  <a:lnTo>
                    <a:pt x="22058" y="50133"/>
                  </a:lnTo>
                  <a:lnTo>
                    <a:pt x="51553" y="67952"/>
                  </a:lnTo>
                  <a:lnTo>
                    <a:pt x="87558" y="83023"/>
                  </a:lnTo>
                  <a:lnTo>
                    <a:pt x="129147" y="94939"/>
                  </a:lnTo>
                  <a:lnTo>
                    <a:pt x="97805" y="101843"/>
                  </a:lnTo>
                  <a:lnTo>
                    <a:pt x="73916" y="110271"/>
                  </a:lnTo>
                  <a:lnTo>
                    <a:pt x="58693" y="119912"/>
                  </a:lnTo>
                  <a:lnTo>
                    <a:pt x="53349" y="130456"/>
                  </a:lnTo>
                  <a:lnTo>
                    <a:pt x="445263" y="130456"/>
                  </a:lnTo>
                  <a:lnTo>
                    <a:pt x="439900" y="119931"/>
                  </a:lnTo>
                  <a:lnTo>
                    <a:pt x="424633" y="110322"/>
                  </a:lnTo>
                  <a:lnTo>
                    <a:pt x="400701" y="101901"/>
                  </a:lnTo>
                  <a:lnTo>
                    <a:pt x="369339" y="94939"/>
                  </a:lnTo>
                  <a:lnTo>
                    <a:pt x="423734" y="78320"/>
                  </a:lnTo>
                  <a:lnTo>
                    <a:pt x="467595" y="56281"/>
                  </a:lnTo>
                  <a:lnTo>
                    <a:pt x="498707" y="29835"/>
                  </a:lnTo>
                  <a:lnTo>
                    <a:pt x="514853" y="0"/>
                  </a:lnTo>
                  <a:close/>
                </a:path>
              </a:pathLst>
            </a:custGeom>
            <a:solidFill>
              <a:srgbClr val="A7CA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8" name="object 358" descr=""/>
          <p:cNvSpPr/>
          <p:nvPr/>
        </p:nvSpPr>
        <p:spPr>
          <a:xfrm>
            <a:off x="7084427" y="5771076"/>
            <a:ext cx="720090" cy="363855"/>
          </a:xfrm>
          <a:custGeom>
            <a:avLst/>
            <a:gdLst/>
            <a:ahLst/>
            <a:cxnLst/>
            <a:rect l="l" t="t" r="r" b="b"/>
            <a:pathLst>
              <a:path w="720090" h="363854">
                <a:moveTo>
                  <a:pt x="656095" y="0"/>
                </a:moveTo>
                <a:lnTo>
                  <a:pt x="62249" y="0"/>
                </a:lnTo>
                <a:lnTo>
                  <a:pt x="35811" y="3661"/>
                </a:lnTo>
                <a:lnTo>
                  <a:pt x="15296" y="13617"/>
                </a:lnTo>
                <a:lnTo>
                  <a:pt x="2695" y="28324"/>
                </a:lnTo>
                <a:lnTo>
                  <a:pt x="0" y="46239"/>
                </a:lnTo>
                <a:lnTo>
                  <a:pt x="43338" y="327874"/>
                </a:lnTo>
                <a:lnTo>
                  <a:pt x="50200" y="341829"/>
                </a:lnTo>
                <a:lnTo>
                  <a:pt x="64797" y="353172"/>
                </a:lnTo>
                <a:lnTo>
                  <a:pt x="85031" y="360793"/>
                </a:lnTo>
                <a:lnTo>
                  <a:pt x="108802" y="363580"/>
                </a:lnTo>
                <a:lnTo>
                  <a:pt x="622127" y="363580"/>
                </a:lnTo>
                <a:lnTo>
                  <a:pt x="665770" y="353172"/>
                </a:lnTo>
                <a:lnTo>
                  <a:pt x="719957" y="46239"/>
                </a:lnTo>
                <a:lnTo>
                  <a:pt x="716643" y="28324"/>
                </a:lnTo>
                <a:lnTo>
                  <a:pt x="703528" y="13617"/>
                </a:lnTo>
                <a:lnTo>
                  <a:pt x="682662" y="3661"/>
                </a:lnTo>
                <a:lnTo>
                  <a:pt x="656095" y="0"/>
                </a:lnTo>
                <a:close/>
              </a:path>
            </a:pathLst>
          </a:custGeom>
          <a:solidFill>
            <a:srgbClr val="B2D47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9" name="object 359" descr=""/>
          <p:cNvGrpSpPr/>
          <p:nvPr/>
        </p:nvGrpSpPr>
        <p:grpSpPr>
          <a:xfrm>
            <a:off x="6742654" y="6180658"/>
            <a:ext cx="1034415" cy="1595755"/>
            <a:chOff x="6742654" y="6180658"/>
            <a:chExt cx="1034415" cy="1595755"/>
          </a:xfrm>
        </p:grpSpPr>
        <p:sp>
          <p:nvSpPr>
            <p:cNvPr id="360" name="object 360" descr=""/>
            <p:cNvSpPr/>
            <p:nvPr/>
          </p:nvSpPr>
          <p:spPr>
            <a:xfrm>
              <a:off x="6915604" y="6180658"/>
              <a:ext cx="861694" cy="81280"/>
            </a:xfrm>
            <a:custGeom>
              <a:avLst/>
              <a:gdLst/>
              <a:ahLst/>
              <a:cxnLst/>
              <a:rect l="l" t="t" r="r" b="b"/>
              <a:pathLst>
                <a:path w="861695" h="81279">
                  <a:moveTo>
                    <a:pt x="820592" y="0"/>
                  </a:moveTo>
                  <a:lnTo>
                    <a:pt x="40480" y="0"/>
                  </a:lnTo>
                  <a:lnTo>
                    <a:pt x="24724" y="3179"/>
                  </a:lnTo>
                  <a:lnTo>
                    <a:pt x="11856" y="11851"/>
                  </a:lnTo>
                  <a:lnTo>
                    <a:pt x="3181" y="24715"/>
                  </a:lnTo>
                  <a:lnTo>
                    <a:pt x="0" y="40469"/>
                  </a:lnTo>
                  <a:lnTo>
                    <a:pt x="3181" y="56226"/>
                  </a:lnTo>
                  <a:lnTo>
                    <a:pt x="11856" y="69093"/>
                  </a:lnTo>
                  <a:lnTo>
                    <a:pt x="24724" y="77769"/>
                  </a:lnTo>
                  <a:lnTo>
                    <a:pt x="40480" y="80950"/>
                  </a:lnTo>
                  <a:lnTo>
                    <a:pt x="820592" y="80950"/>
                  </a:lnTo>
                  <a:lnTo>
                    <a:pt x="836349" y="77769"/>
                  </a:lnTo>
                  <a:lnTo>
                    <a:pt x="849216" y="69093"/>
                  </a:lnTo>
                  <a:lnTo>
                    <a:pt x="857891" y="56226"/>
                  </a:lnTo>
                  <a:lnTo>
                    <a:pt x="861073" y="40469"/>
                  </a:lnTo>
                  <a:lnTo>
                    <a:pt x="857891" y="24715"/>
                  </a:lnTo>
                  <a:lnTo>
                    <a:pt x="849216" y="11851"/>
                  </a:lnTo>
                  <a:lnTo>
                    <a:pt x="836349" y="3179"/>
                  </a:lnTo>
                  <a:lnTo>
                    <a:pt x="820592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6742654" y="6180658"/>
              <a:ext cx="769620" cy="81280"/>
            </a:xfrm>
            <a:custGeom>
              <a:avLst/>
              <a:gdLst/>
              <a:ahLst/>
              <a:cxnLst/>
              <a:rect l="l" t="t" r="r" b="b"/>
              <a:pathLst>
                <a:path w="769620" h="81279">
                  <a:moveTo>
                    <a:pt x="750982" y="0"/>
                  </a:moveTo>
                  <a:lnTo>
                    <a:pt x="18146" y="0"/>
                  </a:lnTo>
                  <a:lnTo>
                    <a:pt x="11083" y="1424"/>
                  </a:lnTo>
                  <a:lnTo>
                    <a:pt x="5315" y="5310"/>
                  </a:lnTo>
                  <a:lnTo>
                    <a:pt x="1426" y="11074"/>
                  </a:lnTo>
                  <a:lnTo>
                    <a:pt x="0" y="18135"/>
                  </a:lnTo>
                  <a:lnTo>
                    <a:pt x="0" y="62804"/>
                  </a:lnTo>
                  <a:lnTo>
                    <a:pt x="1426" y="69867"/>
                  </a:lnTo>
                  <a:lnTo>
                    <a:pt x="5315" y="75635"/>
                  </a:lnTo>
                  <a:lnTo>
                    <a:pt x="11083" y="79524"/>
                  </a:lnTo>
                  <a:lnTo>
                    <a:pt x="18146" y="80950"/>
                  </a:lnTo>
                  <a:lnTo>
                    <a:pt x="750982" y="80950"/>
                  </a:lnTo>
                  <a:lnTo>
                    <a:pt x="758045" y="79524"/>
                  </a:lnTo>
                  <a:lnTo>
                    <a:pt x="763813" y="75635"/>
                  </a:lnTo>
                  <a:lnTo>
                    <a:pt x="767702" y="69867"/>
                  </a:lnTo>
                  <a:lnTo>
                    <a:pt x="769128" y="62804"/>
                  </a:lnTo>
                  <a:lnTo>
                    <a:pt x="769128" y="18135"/>
                  </a:lnTo>
                  <a:lnTo>
                    <a:pt x="767702" y="11074"/>
                  </a:lnTo>
                  <a:lnTo>
                    <a:pt x="763813" y="5310"/>
                  </a:lnTo>
                  <a:lnTo>
                    <a:pt x="758045" y="1424"/>
                  </a:lnTo>
                  <a:lnTo>
                    <a:pt x="750982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6923748" y="6261613"/>
              <a:ext cx="805180" cy="1514475"/>
            </a:xfrm>
            <a:custGeom>
              <a:avLst/>
              <a:gdLst/>
              <a:ahLst/>
              <a:cxnLst/>
              <a:rect l="l" t="t" r="r" b="b"/>
              <a:pathLst>
                <a:path w="805179" h="1514475">
                  <a:moveTo>
                    <a:pt x="805091" y="1514411"/>
                  </a:moveTo>
                  <a:lnTo>
                    <a:pt x="699516" y="0"/>
                  </a:lnTo>
                  <a:lnTo>
                    <a:pt x="613740" y="0"/>
                  </a:lnTo>
                  <a:lnTo>
                    <a:pt x="636625" y="218897"/>
                  </a:lnTo>
                  <a:lnTo>
                    <a:pt x="286156" y="218897"/>
                  </a:lnTo>
                  <a:lnTo>
                    <a:pt x="309054" y="0"/>
                  </a:lnTo>
                  <a:lnTo>
                    <a:pt x="223266" y="0"/>
                  </a:lnTo>
                  <a:lnTo>
                    <a:pt x="208000" y="218897"/>
                  </a:lnTo>
                  <a:lnTo>
                    <a:pt x="0" y="218897"/>
                  </a:lnTo>
                  <a:lnTo>
                    <a:pt x="0" y="248907"/>
                  </a:lnTo>
                  <a:lnTo>
                    <a:pt x="205905" y="248907"/>
                  </a:lnTo>
                  <a:lnTo>
                    <a:pt x="117703" y="1514411"/>
                  </a:lnTo>
                  <a:lnTo>
                    <a:pt x="150698" y="1514411"/>
                  </a:lnTo>
                  <a:lnTo>
                    <a:pt x="283019" y="248907"/>
                  </a:lnTo>
                  <a:lnTo>
                    <a:pt x="639762" y="248907"/>
                  </a:lnTo>
                  <a:lnTo>
                    <a:pt x="772096" y="1514411"/>
                  </a:lnTo>
                  <a:lnTo>
                    <a:pt x="805091" y="1514411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3" name="object 363" descr=""/>
          <p:cNvGrpSpPr/>
          <p:nvPr/>
        </p:nvGrpSpPr>
        <p:grpSpPr>
          <a:xfrm>
            <a:off x="5386048" y="5771076"/>
            <a:ext cx="795655" cy="363855"/>
            <a:chOff x="5386048" y="5771076"/>
            <a:chExt cx="795655" cy="363855"/>
          </a:xfrm>
        </p:grpSpPr>
        <p:sp>
          <p:nvSpPr>
            <p:cNvPr id="364" name="object 364" descr=""/>
            <p:cNvSpPr/>
            <p:nvPr/>
          </p:nvSpPr>
          <p:spPr>
            <a:xfrm>
              <a:off x="5461353" y="5771076"/>
              <a:ext cx="720090" cy="363855"/>
            </a:xfrm>
            <a:custGeom>
              <a:avLst/>
              <a:gdLst/>
              <a:ahLst/>
              <a:cxnLst/>
              <a:rect l="l" t="t" r="r" b="b"/>
              <a:pathLst>
                <a:path w="720089" h="363854">
                  <a:moveTo>
                    <a:pt x="657425" y="0"/>
                  </a:moveTo>
                  <a:lnTo>
                    <a:pt x="63579" y="0"/>
                  </a:lnTo>
                  <a:lnTo>
                    <a:pt x="37035" y="3661"/>
                  </a:lnTo>
                  <a:lnTo>
                    <a:pt x="16232" y="13617"/>
                  </a:lnTo>
                  <a:lnTo>
                    <a:pt x="3208" y="28324"/>
                  </a:lnTo>
                  <a:lnTo>
                    <a:pt x="0" y="46239"/>
                  </a:lnTo>
                  <a:lnTo>
                    <a:pt x="35286" y="327874"/>
                  </a:lnTo>
                  <a:lnTo>
                    <a:pt x="41750" y="341829"/>
                  </a:lnTo>
                  <a:lnTo>
                    <a:pt x="56025" y="353172"/>
                  </a:lnTo>
                  <a:lnTo>
                    <a:pt x="76043" y="360793"/>
                  </a:lnTo>
                  <a:lnTo>
                    <a:pt x="99735" y="363580"/>
                  </a:lnTo>
                  <a:lnTo>
                    <a:pt x="613059" y="363580"/>
                  </a:lnTo>
                  <a:lnTo>
                    <a:pt x="657002" y="353172"/>
                  </a:lnTo>
                  <a:lnTo>
                    <a:pt x="719957" y="46239"/>
                  </a:lnTo>
                  <a:lnTo>
                    <a:pt x="717155" y="28324"/>
                  </a:lnTo>
                  <a:lnTo>
                    <a:pt x="704464" y="13617"/>
                  </a:lnTo>
                  <a:lnTo>
                    <a:pt x="683886" y="3661"/>
                  </a:lnTo>
                  <a:lnTo>
                    <a:pt x="657425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5386048" y="5771076"/>
              <a:ext cx="720090" cy="363855"/>
            </a:xfrm>
            <a:custGeom>
              <a:avLst/>
              <a:gdLst/>
              <a:ahLst/>
              <a:cxnLst/>
              <a:rect l="l" t="t" r="r" b="b"/>
              <a:pathLst>
                <a:path w="720089" h="363854">
                  <a:moveTo>
                    <a:pt x="656105" y="0"/>
                  </a:moveTo>
                  <a:lnTo>
                    <a:pt x="62249" y="0"/>
                  </a:lnTo>
                  <a:lnTo>
                    <a:pt x="35816" y="3661"/>
                  </a:lnTo>
                  <a:lnTo>
                    <a:pt x="15300" y="13617"/>
                  </a:lnTo>
                  <a:lnTo>
                    <a:pt x="2696" y="28324"/>
                  </a:lnTo>
                  <a:lnTo>
                    <a:pt x="0" y="46239"/>
                  </a:lnTo>
                  <a:lnTo>
                    <a:pt x="43338" y="327874"/>
                  </a:lnTo>
                  <a:lnTo>
                    <a:pt x="50200" y="341829"/>
                  </a:lnTo>
                  <a:lnTo>
                    <a:pt x="64797" y="353172"/>
                  </a:lnTo>
                  <a:lnTo>
                    <a:pt x="85031" y="360793"/>
                  </a:lnTo>
                  <a:lnTo>
                    <a:pt x="108802" y="363580"/>
                  </a:lnTo>
                  <a:lnTo>
                    <a:pt x="622127" y="363580"/>
                  </a:lnTo>
                  <a:lnTo>
                    <a:pt x="665770" y="353172"/>
                  </a:lnTo>
                  <a:lnTo>
                    <a:pt x="719957" y="46239"/>
                  </a:lnTo>
                  <a:lnTo>
                    <a:pt x="716644" y="28324"/>
                  </a:lnTo>
                  <a:lnTo>
                    <a:pt x="703533" y="13617"/>
                  </a:lnTo>
                  <a:lnTo>
                    <a:pt x="682671" y="3661"/>
                  </a:lnTo>
                  <a:lnTo>
                    <a:pt x="656105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6" name="object 366" descr=""/>
          <p:cNvGrpSpPr/>
          <p:nvPr/>
        </p:nvGrpSpPr>
        <p:grpSpPr>
          <a:xfrm>
            <a:off x="5438802" y="6134651"/>
            <a:ext cx="1036955" cy="1641475"/>
            <a:chOff x="5438802" y="6134651"/>
            <a:chExt cx="1036955" cy="1641475"/>
          </a:xfrm>
        </p:grpSpPr>
        <p:sp>
          <p:nvSpPr>
            <p:cNvPr id="367" name="object 367" descr=""/>
            <p:cNvSpPr/>
            <p:nvPr/>
          </p:nvSpPr>
          <p:spPr>
            <a:xfrm>
              <a:off x="5614644" y="6180659"/>
              <a:ext cx="861694" cy="81280"/>
            </a:xfrm>
            <a:custGeom>
              <a:avLst/>
              <a:gdLst/>
              <a:ahLst/>
              <a:cxnLst/>
              <a:rect l="l" t="t" r="r" b="b"/>
              <a:pathLst>
                <a:path w="861695" h="81279">
                  <a:moveTo>
                    <a:pt x="820592" y="0"/>
                  </a:moveTo>
                  <a:lnTo>
                    <a:pt x="40480" y="0"/>
                  </a:lnTo>
                  <a:lnTo>
                    <a:pt x="24724" y="3179"/>
                  </a:lnTo>
                  <a:lnTo>
                    <a:pt x="11856" y="11851"/>
                  </a:lnTo>
                  <a:lnTo>
                    <a:pt x="3181" y="24715"/>
                  </a:lnTo>
                  <a:lnTo>
                    <a:pt x="0" y="40469"/>
                  </a:lnTo>
                  <a:lnTo>
                    <a:pt x="3181" y="56226"/>
                  </a:lnTo>
                  <a:lnTo>
                    <a:pt x="11856" y="69093"/>
                  </a:lnTo>
                  <a:lnTo>
                    <a:pt x="24724" y="77769"/>
                  </a:lnTo>
                  <a:lnTo>
                    <a:pt x="40480" y="80950"/>
                  </a:lnTo>
                  <a:lnTo>
                    <a:pt x="820592" y="80950"/>
                  </a:lnTo>
                  <a:lnTo>
                    <a:pt x="836349" y="77769"/>
                  </a:lnTo>
                  <a:lnTo>
                    <a:pt x="849216" y="69093"/>
                  </a:lnTo>
                  <a:lnTo>
                    <a:pt x="857891" y="56226"/>
                  </a:lnTo>
                  <a:lnTo>
                    <a:pt x="861073" y="40469"/>
                  </a:lnTo>
                  <a:lnTo>
                    <a:pt x="857891" y="24715"/>
                  </a:lnTo>
                  <a:lnTo>
                    <a:pt x="849216" y="11851"/>
                  </a:lnTo>
                  <a:lnTo>
                    <a:pt x="836349" y="3179"/>
                  </a:lnTo>
                  <a:lnTo>
                    <a:pt x="820592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5441695" y="6180659"/>
              <a:ext cx="769620" cy="81280"/>
            </a:xfrm>
            <a:custGeom>
              <a:avLst/>
              <a:gdLst/>
              <a:ahLst/>
              <a:cxnLst/>
              <a:rect l="l" t="t" r="r" b="b"/>
              <a:pathLst>
                <a:path w="769620" h="81279">
                  <a:moveTo>
                    <a:pt x="750982" y="0"/>
                  </a:moveTo>
                  <a:lnTo>
                    <a:pt x="18146" y="0"/>
                  </a:lnTo>
                  <a:lnTo>
                    <a:pt x="11083" y="1424"/>
                  </a:lnTo>
                  <a:lnTo>
                    <a:pt x="5315" y="5310"/>
                  </a:lnTo>
                  <a:lnTo>
                    <a:pt x="1426" y="11074"/>
                  </a:lnTo>
                  <a:lnTo>
                    <a:pt x="0" y="18135"/>
                  </a:lnTo>
                  <a:lnTo>
                    <a:pt x="0" y="62804"/>
                  </a:lnTo>
                  <a:lnTo>
                    <a:pt x="1426" y="69867"/>
                  </a:lnTo>
                  <a:lnTo>
                    <a:pt x="5315" y="75635"/>
                  </a:lnTo>
                  <a:lnTo>
                    <a:pt x="11083" y="79524"/>
                  </a:lnTo>
                  <a:lnTo>
                    <a:pt x="18146" y="80950"/>
                  </a:lnTo>
                  <a:lnTo>
                    <a:pt x="750982" y="80950"/>
                  </a:lnTo>
                  <a:lnTo>
                    <a:pt x="758045" y="79524"/>
                  </a:lnTo>
                  <a:lnTo>
                    <a:pt x="763813" y="75635"/>
                  </a:lnTo>
                  <a:lnTo>
                    <a:pt x="767702" y="69867"/>
                  </a:lnTo>
                  <a:lnTo>
                    <a:pt x="769128" y="62804"/>
                  </a:lnTo>
                  <a:lnTo>
                    <a:pt x="769128" y="18135"/>
                  </a:lnTo>
                  <a:lnTo>
                    <a:pt x="767702" y="11074"/>
                  </a:lnTo>
                  <a:lnTo>
                    <a:pt x="763813" y="5310"/>
                  </a:lnTo>
                  <a:lnTo>
                    <a:pt x="758045" y="1424"/>
                  </a:lnTo>
                  <a:lnTo>
                    <a:pt x="750982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6214452" y="6261612"/>
              <a:ext cx="191770" cy="1514475"/>
            </a:xfrm>
            <a:custGeom>
              <a:avLst/>
              <a:gdLst/>
              <a:ahLst/>
              <a:cxnLst/>
              <a:rect l="l" t="t" r="r" b="b"/>
              <a:pathLst>
                <a:path w="191770" h="1514475">
                  <a:moveTo>
                    <a:pt x="85777" y="0"/>
                  </a:moveTo>
                  <a:lnTo>
                    <a:pt x="0" y="0"/>
                  </a:lnTo>
                  <a:lnTo>
                    <a:pt x="158351" y="1514404"/>
                  </a:lnTo>
                  <a:lnTo>
                    <a:pt x="191344" y="1514404"/>
                  </a:lnTo>
                  <a:lnTo>
                    <a:pt x="85777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5438800" y="6261614"/>
              <a:ext cx="687705" cy="1514475"/>
            </a:xfrm>
            <a:custGeom>
              <a:avLst/>
              <a:gdLst/>
              <a:ahLst/>
              <a:cxnLst/>
              <a:rect l="l" t="t" r="r" b="b"/>
              <a:pathLst>
                <a:path w="687704" h="1514475">
                  <a:moveTo>
                    <a:pt x="191338" y="0"/>
                  </a:moveTo>
                  <a:lnTo>
                    <a:pt x="105575" y="0"/>
                  </a:lnTo>
                  <a:lnTo>
                    <a:pt x="0" y="1514411"/>
                  </a:lnTo>
                  <a:lnTo>
                    <a:pt x="32994" y="1514411"/>
                  </a:lnTo>
                  <a:lnTo>
                    <a:pt x="191338" y="0"/>
                  </a:lnTo>
                  <a:close/>
                </a:path>
                <a:path w="687704" h="1514475">
                  <a:moveTo>
                    <a:pt x="687374" y="1514411"/>
                  </a:moveTo>
                  <a:lnTo>
                    <a:pt x="581812" y="0"/>
                  </a:lnTo>
                  <a:lnTo>
                    <a:pt x="496036" y="0"/>
                  </a:lnTo>
                  <a:lnTo>
                    <a:pt x="654380" y="1514411"/>
                  </a:lnTo>
                  <a:lnTo>
                    <a:pt x="687374" y="1514411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5696339" y="6261612"/>
              <a:ext cx="191770" cy="1514475"/>
            </a:xfrm>
            <a:custGeom>
              <a:avLst/>
              <a:gdLst/>
              <a:ahLst/>
              <a:cxnLst/>
              <a:rect l="l" t="t" r="r" b="b"/>
              <a:pathLst>
                <a:path w="191770" h="1514475">
                  <a:moveTo>
                    <a:pt x="191344" y="0"/>
                  </a:moveTo>
                  <a:lnTo>
                    <a:pt x="105577" y="0"/>
                  </a:lnTo>
                  <a:lnTo>
                    <a:pt x="0" y="1514404"/>
                  </a:lnTo>
                  <a:lnTo>
                    <a:pt x="32993" y="1514404"/>
                  </a:lnTo>
                  <a:lnTo>
                    <a:pt x="191344" y="0"/>
                  </a:lnTo>
                  <a:close/>
                </a:path>
              </a:pathLst>
            </a:custGeom>
            <a:solidFill>
              <a:srgbClr val="A7CA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5479936" y="6134652"/>
              <a:ext cx="636270" cy="231775"/>
            </a:xfrm>
            <a:custGeom>
              <a:avLst/>
              <a:gdLst/>
              <a:ahLst/>
              <a:cxnLst/>
              <a:rect l="l" t="t" r="r" b="b"/>
              <a:pathLst>
                <a:path w="636270" h="231775">
                  <a:moveTo>
                    <a:pt x="635736" y="126961"/>
                  </a:moveTo>
                  <a:lnTo>
                    <a:pt x="260604" y="126961"/>
                  </a:lnTo>
                  <a:lnTo>
                    <a:pt x="260604" y="0"/>
                  </a:lnTo>
                  <a:lnTo>
                    <a:pt x="164934" y="0"/>
                  </a:lnTo>
                  <a:lnTo>
                    <a:pt x="164934" y="126961"/>
                  </a:lnTo>
                  <a:lnTo>
                    <a:pt x="0" y="126961"/>
                  </a:lnTo>
                  <a:lnTo>
                    <a:pt x="0" y="231432"/>
                  </a:lnTo>
                  <a:lnTo>
                    <a:pt x="635736" y="231432"/>
                  </a:lnTo>
                  <a:lnTo>
                    <a:pt x="635736" y="126961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3" name="object 373" descr=""/>
          <p:cNvSpPr/>
          <p:nvPr/>
        </p:nvSpPr>
        <p:spPr>
          <a:xfrm>
            <a:off x="7302034" y="6261612"/>
            <a:ext cx="191770" cy="1514475"/>
          </a:xfrm>
          <a:custGeom>
            <a:avLst/>
            <a:gdLst/>
            <a:ahLst/>
            <a:cxnLst/>
            <a:rect l="l" t="t" r="r" b="b"/>
            <a:pathLst>
              <a:path w="191770" h="1514475">
                <a:moveTo>
                  <a:pt x="85777" y="0"/>
                </a:moveTo>
                <a:lnTo>
                  <a:pt x="0" y="0"/>
                </a:lnTo>
                <a:lnTo>
                  <a:pt x="158351" y="1514404"/>
                </a:lnTo>
                <a:lnTo>
                  <a:pt x="191344" y="1514404"/>
                </a:lnTo>
                <a:lnTo>
                  <a:pt x="85777" y="0"/>
                </a:lnTo>
                <a:close/>
              </a:path>
            </a:pathLst>
          </a:custGeom>
          <a:solidFill>
            <a:srgbClr val="D9E8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4" name="object 374" descr=""/>
          <p:cNvGrpSpPr/>
          <p:nvPr/>
        </p:nvGrpSpPr>
        <p:grpSpPr>
          <a:xfrm>
            <a:off x="6791500" y="6261610"/>
            <a:ext cx="948055" cy="1514475"/>
            <a:chOff x="6791500" y="6261610"/>
            <a:chExt cx="948055" cy="1514475"/>
          </a:xfrm>
        </p:grpSpPr>
        <p:sp>
          <p:nvSpPr>
            <p:cNvPr id="375" name="object 375" descr=""/>
            <p:cNvSpPr/>
            <p:nvPr/>
          </p:nvSpPr>
          <p:spPr>
            <a:xfrm>
              <a:off x="6791490" y="6261614"/>
              <a:ext cx="636270" cy="1514475"/>
            </a:xfrm>
            <a:custGeom>
              <a:avLst/>
              <a:gdLst/>
              <a:ahLst/>
              <a:cxnLst/>
              <a:rect l="l" t="t" r="r" b="b"/>
              <a:pathLst>
                <a:path w="636270" h="1514475">
                  <a:moveTo>
                    <a:pt x="635736" y="0"/>
                  </a:moveTo>
                  <a:lnTo>
                    <a:pt x="205854" y="0"/>
                  </a:lnTo>
                  <a:lnTo>
                    <a:pt x="120078" y="0"/>
                  </a:lnTo>
                  <a:lnTo>
                    <a:pt x="0" y="0"/>
                  </a:lnTo>
                  <a:lnTo>
                    <a:pt x="0" y="104470"/>
                  </a:lnTo>
                  <a:lnTo>
                    <a:pt x="112788" y="104470"/>
                  </a:lnTo>
                  <a:lnTo>
                    <a:pt x="14503" y="1514411"/>
                  </a:lnTo>
                  <a:lnTo>
                    <a:pt x="47498" y="1514411"/>
                  </a:lnTo>
                  <a:lnTo>
                    <a:pt x="194919" y="104470"/>
                  </a:lnTo>
                  <a:lnTo>
                    <a:pt x="635736" y="104470"/>
                  </a:lnTo>
                  <a:lnTo>
                    <a:pt x="635736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7427229" y="6262584"/>
              <a:ext cx="311785" cy="103505"/>
            </a:xfrm>
            <a:custGeom>
              <a:avLst/>
              <a:gdLst/>
              <a:ahLst/>
              <a:cxnLst/>
              <a:rect l="l" t="t" r="r" b="b"/>
              <a:pathLst>
                <a:path w="311784" h="103504">
                  <a:moveTo>
                    <a:pt x="311728" y="0"/>
                  </a:moveTo>
                  <a:lnTo>
                    <a:pt x="0" y="0"/>
                  </a:lnTo>
                  <a:lnTo>
                    <a:pt x="0" y="103494"/>
                  </a:lnTo>
                  <a:lnTo>
                    <a:pt x="311728" y="103494"/>
                  </a:lnTo>
                  <a:lnTo>
                    <a:pt x="311728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7" name="object 377" descr=""/>
          <p:cNvSpPr/>
          <p:nvPr/>
        </p:nvSpPr>
        <p:spPr>
          <a:xfrm>
            <a:off x="6115677" y="6262092"/>
            <a:ext cx="311785" cy="103505"/>
          </a:xfrm>
          <a:custGeom>
            <a:avLst/>
            <a:gdLst/>
            <a:ahLst/>
            <a:cxnLst/>
            <a:rect l="l" t="t" r="r" b="b"/>
            <a:pathLst>
              <a:path w="311785" h="103504">
                <a:moveTo>
                  <a:pt x="311728" y="0"/>
                </a:moveTo>
                <a:lnTo>
                  <a:pt x="0" y="0"/>
                </a:lnTo>
                <a:lnTo>
                  <a:pt x="0" y="103494"/>
                </a:lnTo>
                <a:lnTo>
                  <a:pt x="311728" y="103494"/>
                </a:lnTo>
                <a:lnTo>
                  <a:pt x="311728" y="0"/>
                </a:lnTo>
                <a:close/>
              </a:path>
            </a:pathLst>
          </a:custGeom>
          <a:solidFill>
            <a:srgbClr val="D9E8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 descr=""/>
          <p:cNvSpPr/>
          <p:nvPr/>
        </p:nvSpPr>
        <p:spPr>
          <a:xfrm>
            <a:off x="6792658" y="7380264"/>
            <a:ext cx="948690" cy="50165"/>
          </a:xfrm>
          <a:custGeom>
            <a:avLst/>
            <a:gdLst/>
            <a:ahLst/>
            <a:cxnLst/>
            <a:rect l="l" t="t" r="r" b="b"/>
            <a:pathLst>
              <a:path w="948690" h="50165">
                <a:moveTo>
                  <a:pt x="923825" y="0"/>
                </a:moveTo>
                <a:lnTo>
                  <a:pt x="24774" y="0"/>
                </a:lnTo>
                <a:lnTo>
                  <a:pt x="15134" y="1946"/>
                </a:lnTo>
                <a:lnTo>
                  <a:pt x="7258" y="7255"/>
                </a:lnTo>
                <a:lnTo>
                  <a:pt x="1947" y="15129"/>
                </a:lnTo>
                <a:lnTo>
                  <a:pt x="0" y="24774"/>
                </a:lnTo>
                <a:lnTo>
                  <a:pt x="1947" y="34418"/>
                </a:lnTo>
                <a:lnTo>
                  <a:pt x="7258" y="42293"/>
                </a:lnTo>
                <a:lnTo>
                  <a:pt x="15134" y="47601"/>
                </a:lnTo>
                <a:lnTo>
                  <a:pt x="24774" y="49548"/>
                </a:lnTo>
                <a:lnTo>
                  <a:pt x="923825" y="49548"/>
                </a:lnTo>
                <a:lnTo>
                  <a:pt x="933469" y="47601"/>
                </a:lnTo>
                <a:lnTo>
                  <a:pt x="941344" y="42293"/>
                </a:lnTo>
                <a:lnTo>
                  <a:pt x="946652" y="34418"/>
                </a:lnTo>
                <a:lnTo>
                  <a:pt x="948599" y="24774"/>
                </a:lnTo>
                <a:lnTo>
                  <a:pt x="946652" y="15129"/>
                </a:lnTo>
                <a:lnTo>
                  <a:pt x="941344" y="7255"/>
                </a:lnTo>
                <a:lnTo>
                  <a:pt x="933469" y="1946"/>
                </a:lnTo>
                <a:lnTo>
                  <a:pt x="923825" y="0"/>
                </a:lnTo>
                <a:close/>
              </a:path>
            </a:pathLst>
          </a:custGeom>
          <a:solidFill>
            <a:srgbClr val="D9E8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 descr=""/>
          <p:cNvSpPr/>
          <p:nvPr/>
        </p:nvSpPr>
        <p:spPr>
          <a:xfrm>
            <a:off x="5447538" y="7380264"/>
            <a:ext cx="948690" cy="50165"/>
          </a:xfrm>
          <a:custGeom>
            <a:avLst/>
            <a:gdLst/>
            <a:ahLst/>
            <a:cxnLst/>
            <a:rect l="l" t="t" r="r" b="b"/>
            <a:pathLst>
              <a:path w="948689" h="50165">
                <a:moveTo>
                  <a:pt x="923825" y="0"/>
                </a:moveTo>
                <a:lnTo>
                  <a:pt x="24774" y="0"/>
                </a:lnTo>
                <a:lnTo>
                  <a:pt x="15134" y="1946"/>
                </a:lnTo>
                <a:lnTo>
                  <a:pt x="7258" y="7255"/>
                </a:lnTo>
                <a:lnTo>
                  <a:pt x="1947" y="15129"/>
                </a:lnTo>
                <a:lnTo>
                  <a:pt x="0" y="24774"/>
                </a:lnTo>
                <a:lnTo>
                  <a:pt x="1947" y="34418"/>
                </a:lnTo>
                <a:lnTo>
                  <a:pt x="7258" y="42293"/>
                </a:lnTo>
                <a:lnTo>
                  <a:pt x="15134" y="47601"/>
                </a:lnTo>
                <a:lnTo>
                  <a:pt x="24774" y="49548"/>
                </a:lnTo>
                <a:lnTo>
                  <a:pt x="923825" y="49548"/>
                </a:lnTo>
                <a:lnTo>
                  <a:pt x="933469" y="47601"/>
                </a:lnTo>
                <a:lnTo>
                  <a:pt x="941344" y="42293"/>
                </a:lnTo>
                <a:lnTo>
                  <a:pt x="946652" y="34418"/>
                </a:lnTo>
                <a:lnTo>
                  <a:pt x="948599" y="24774"/>
                </a:lnTo>
                <a:lnTo>
                  <a:pt x="946652" y="15129"/>
                </a:lnTo>
                <a:lnTo>
                  <a:pt x="941344" y="7255"/>
                </a:lnTo>
                <a:lnTo>
                  <a:pt x="933469" y="1946"/>
                </a:lnTo>
                <a:lnTo>
                  <a:pt x="923825" y="0"/>
                </a:lnTo>
                <a:close/>
              </a:path>
            </a:pathLst>
          </a:custGeom>
          <a:solidFill>
            <a:srgbClr val="D9E8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object 380" descr=""/>
          <p:cNvSpPr/>
          <p:nvPr/>
        </p:nvSpPr>
        <p:spPr>
          <a:xfrm>
            <a:off x="5347482" y="9347617"/>
            <a:ext cx="3303270" cy="76835"/>
          </a:xfrm>
          <a:custGeom>
            <a:avLst/>
            <a:gdLst/>
            <a:ahLst/>
            <a:cxnLst/>
            <a:rect l="l" t="t" r="r" b="b"/>
            <a:pathLst>
              <a:path w="3303270" h="76834">
                <a:moveTo>
                  <a:pt x="3303218" y="0"/>
                </a:moveTo>
                <a:lnTo>
                  <a:pt x="0" y="0"/>
                </a:lnTo>
                <a:lnTo>
                  <a:pt x="0" y="10230"/>
                </a:lnTo>
                <a:lnTo>
                  <a:pt x="3303218" y="76468"/>
                </a:lnTo>
                <a:lnTo>
                  <a:pt x="3303218" y="0"/>
                </a:lnTo>
                <a:close/>
              </a:path>
            </a:pathLst>
          </a:custGeom>
          <a:solidFill>
            <a:srgbClr val="B6B7B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1" name="object 381" descr=""/>
          <p:cNvGrpSpPr/>
          <p:nvPr/>
        </p:nvGrpSpPr>
        <p:grpSpPr>
          <a:xfrm>
            <a:off x="8589562" y="6903904"/>
            <a:ext cx="323215" cy="462915"/>
            <a:chOff x="8589562" y="6903904"/>
            <a:chExt cx="323215" cy="462915"/>
          </a:xfrm>
        </p:grpSpPr>
        <p:sp>
          <p:nvSpPr>
            <p:cNvPr id="382" name="object 382" descr=""/>
            <p:cNvSpPr/>
            <p:nvPr/>
          </p:nvSpPr>
          <p:spPr>
            <a:xfrm>
              <a:off x="8589562" y="7317888"/>
              <a:ext cx="323215" cy="48895"/>
            </a:xfrm>
            <a:custGeom>
              <a:avLst/>
              <a:gdLst/>
              <a:ahLst/>
              <a:cxnLst/>
              <a:rect l="l" t="t" r="r" b="b"/>
              <a:pathLst>
                <a:path w="323215" h="48895">
                  <a:moveTo>
                    <a:pt x="161408" y="0"/>
                  </a:moveTo>
                  <a:lnTo>
                    <a:pt x="110117" y="2519"/>
                  </a:lnTo>
                  <a:lnTo>
                    <a:pt x="70484" y="8525"/>
                  </a:lnTo>
                  <a:lnTo>
                    <a:pt x="16941" y="26709"/>
                  </a:lnTo>
                  <a:lnTo>
                    <a:pt x="0" y="48427"/>
                  </a:lnTo>
                  <a:lnTo>
                    <a:pt x="322974" y="48427"/>
                  </a:lnTo>
                  <a:lnTo>
                    <a:pt x="286230" y="17760"/>
                  </a:lnTo>
                  <a:lnTo>
                    <a:pt x="244021" y="6893"/>
                  </a:lnTo>
                  <a:lnTo>
                    <a:pt x="197409" y="1223"/>
                  </a:lnTo>
                  <a:lnTo>
                    <a:pt x="161408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3" name="object 38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637233" y="7087503"/>
              <a:ext cx="239825" cy="239835"/>
            </a:xfrm>
            <a:prstGeom prst="rect">
              <a:avLst/>
            </a:prstGeom>
          </p:spPr>
        </p:pic>
        <p:sp>
          <p:nvSpPr>
            <p:cNvPr id="384" name="object 384" descr=""/>
            <p:cNvSpPr/>
            <p:nvPr/>
          </p:nvSpPr>
          <p:spPr>
            <a:xfrm>
              <a:off x="8637244" y="6903904"/>
              <a:ext cx="240029" cy="303530"/>
            </a:xfrm>
            <a:custGeom>
              <a:avLst/>
              <a:gdLst/>
              <a:ahLst/>
              <a:cxnLst/>
              <a:rect l="l" t="t" r="r" b="b"/>
              <a:pathLst>
                <a:path w="240029" h="303529">
                  <a:moveTo>
                    <a:pt x="239762" y="0"/>
                  </a:moveTo>
                  <a:lnTo>
                    <a:pt x="0" y="0"/>
                  </a:lnTo>
                  <a:lnTo>
                    <a:pt x="0" y="303477"/>
                  </a:lnTo>
                  <a:lnTo>
                    <a:pt x="239762" y="303477"/>
                  </a:lnTo>
                  <a:lnTo>
                    <a:pt x="239762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8589562" y="7225157"/>
              <a:ext cx="323215" cy="141605"/>
            </a:xfrm>
            <a:custGeom>
              <a:avLst/>
              <a:gdLst/>
              <a:ahLst/>
              <a:cxnLst/>
              <a:rect l="l" t="t" r="r" b="b"/>
              <a:pathLst>
                <a:path w="323215" h="141604">
                  <a:moveTo>
                    <a:pt x="286127" y="0"/>
                  </a:moveTo>
                  <a:lnTo>
                    <a:pt x="252892" y="27776"/>
                  </a:lnTo>
                  <a:lnTo>
                    <a:pt x="197165" y="54221"/>
                  </a:lnTo>
                  <a:lnTo>
                    <a:pt x="154601" y="62488"/>
                  </a:lnTo>
                  <a:lnTo>
                    <a:pt x="113236" y="62964"/>
                  </a:lnTo>
                  <a:lnTo>
                    <a:pt x="74468" y="57715"/>
                  </a:lnTo>
                  <a:lnTo>
                    <a:pt x="85007" y="69137"/>
                  </a:lnTo>
                  <a:lnTo>
                    <a:pt x="96905" y="79104"/>
                  </a:lnTo>
                  <a:lnTo>
                    <a:pt x="110031" y="87474"/>
                  </a:lnTo>
                  <a:lnTo>
                    <a:pt x="124257" y="94101"/>
                  </a:lnTo>
                  <a:lnTo>
                    <a:pt x="110117" y="95249"/>
                  </a:lnTo>
                  <a:lnTo>
                    <a:pt x="70484" y="101255"/>
                  </a:lnTo>
                  <a:lnTo>
                    <a:pt x="16941" y="119440"/>
                  </a:lnTo>
                  <a:lnTo>
                    <a:pt x="0" y="141158"/>
                  </a:lnTo>
                  <a:lnTo>
                    <a:pt x="322974" y="141158"/>
                  </a:lnTo>
                  <a:lnTo>
                    <a:pt x="286230" y="110490"/>
                  </a:lnTo>
                  <a:lnTo>
                    <a:pt x="244021" y="99623"/>
                  </a:lnTo>
                  <a:lnTo>
                    <a:pt x="208768" y="94866"/>
                  </a:lnTo>
                  <a:lnTo>
                    <a:pt x="237026" y="79981"/>
                  </a:lnTo>
                  <a:lnTo>
                    <a:pt x="260185" y="58341"/>
                  </a:lnTo>
                  <a:lnTo>
                    <a:pt x="276976" y="31246"/>
                  </a:lnTo>
                  <a:lnTo>
                    <a:pt x="286127" y="0"/>
                  </a:lnTo>
                  <a:close/>
                </a:path>
              </a:pathLst>
            </a:custGeom>
            <a:solidFill>
              <a:srgbClr val="A7CA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6" name="object 386" descr=""/>
          <p:cNvSpPr/>
          <p:nvPr/>
        </p:nvSpPr>
        <p:spPr>
          <a:xfrm>
            <a:off x="10190056" y="6178733"/>
            <a:ext cx="1334770" cy="69850"/>
          </a:xfrm>
          <a:custGeom>
            <a:avLst/>
            <a:gdLst/>
            <a:ahLst/>
            <a:cxnLst/>
            <a:rect l="l" t="t" r="r" b="b"/>
            <a:pathLst>
              <a:path w="1334770" h="69850">
                <a:moveTo>
                  <a:pt x="1334315" y="0"/>
                </a:moveTo>
                <a:lnTo>
                  <a:pt x="0" y="0"/>
                </a:lnTo>
                <a:lnTo>
                  <a:pt x="0" y="69275"/>
                </a:lnTo>
                <a:lnTo>
                  <a:pt x="1334315" y="69275"/>
                </a:lnTo>
                <a:lnTo>
                  <a:pt x="1334315" y="0"/>
                </a:lnTo>
                <a:close/>
              </a:path>
            </a:pathLst>
          </a:custGeom>
          <a:solidFill>
            <a:srgbClr val="39496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 descr=""/>
          <p:cNvSpPr/>
          <p:nvPr/>
        </p:nvSpPr>
        <p:spPr>
          <a:xfrm>
            <a:off x="10190056" y="7958752"/>
            <a:ext cx="1334770" cy="44450"/>
          </a:xfrm>
          <a:custGeom>
            <a:avLst/>
            <a:gdLst/>
            <a:ahLst/>
            <a:cxnLst/>
            <a:rect l="l" t="t" r="r" b="b"/>
            <a:pathLst>
              <a:path w="1334770" h="44450">
                <a:moveTo>
                  <a:pt x="1334315" y="0"/>
                </a:moveTo>
                <a:lnTo>
                  <a:pt x="0" y="0"/>
                </a:lnTo>
                <a:lnTo>
                  <a:pt x="0" y="44176"/>
                </a:lnTo>
                <a:lnTo>
                  <a:pt x="1334315" y="44176"/>
                </a:lnTo>
                <a:lnTo>
                  <a:pt x="1334315" y="0"/>
                </a:lnTo>
                <a:close/>
              </a:path>
            </a:pathLst>
          </a:custGeom>
          <a:solidFill>
            <a:srgbClr val="39496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object 388" descr=""/>
          <p:cNvSpPr/>
          <p:nvPr/>
        </p:nvSpPr>
        <p:spPr>
          <a:xfrm>
            <a:off x="9040217" y="6183214"/>
            <a:ext cx="572135" cy="96520"/>
          </a:xfrm>
          <a:custGeom>
            <a:avLst/>
            <a:gdLst/>
            <a:ahLst/>
            <a:cxnLst/>
            <a:rect l="l" t="t" r="r" b="b"/>
            <a:pathLst>
              <a:path w="572134" h="96520">
                <a:moveTo>
                  <a:pt x="571783" y="0"/>
                </a:moveTo>
                <a:lnTo>
                  <a:pt x="0" y="0"/>
                </a:lnTo>
                <a:lnTo>
                  <a:pt x="0" y="96489"/>
                </a:lnTo>
                <a:lnTo>
                  <a:pt x="571783" y="96489"/>
                </a:lnTo>
                <a:lnTo>
                  <a:pt x="571783" y="0"/>
                </a:lnTo>
                <a:close/>
              </a:path>
            </a:pathLst>
          </a:custGeom>
          <a:solidFill>
            <a:srgbClr val="6BC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 descr=""/>
          <p:cNvSpPr/>
          <p:nvPr/>
        </p:nvSpPr>
        <p:spPr>
          <a:xfrm>
            <a:off x="10190045" y="6718403"/>
            <a:ext cx="1003935" cy="17145"/>
          </a:xfrm>
          <a:custGeom>
            <a:avLst/>
            <a:gdLst/>
            <a:ahLst/>
            <a:cxnLst/>
            <a:rect l="l" t="t" r="r" b="b"/>
            <a:pathLst>
              <a:path w="1003934" h="17145">
                <a:moveTo>
                  <a:pt x="1003414" y="0"/>
                </a:moveTo>
                <a:lnTo>
                  <a:pt x="0" y="0"/>
                </a:lnTo>
                <a:lnTo>
                  <a:pt x="0" y="16962"/>
                </a:lnTo>
                <a:lnTo>
                  <a:pt x="1003414" y="16962"/>
                </a:lnTo>
                <a:lnTo>
                  <a:pt x="1003414" y="0"/>
                </a:lnTo>
                <a:close/>
              </a:path>
            </a:pathLst>
          </a:custGeom>
          <a:solidFill>
            <a:srgbClr val="6E7A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 descr=""/>
          <p:cNvSpPr/>
          <p:nvPr/>
        </p:nvSpPr>
        <p:spPr>
          <a:xfrm>
            <a:off x="10190036" y="6400158"/>
            <a:ext cx="1003935" cy="57150"/>
          </a:xfrm>
          <a:custGeom>
            <a:avLst/>
            <a:gdLst/>
            <a:ahLst/>
            <a:cxnLst/>
            <a:rect l="l" t="t" r="r" b="b"/>
            <a:pathLst>
              <a:path w="1003934" h="57150">
                <a:moveTo>
                  <a:pt x="1003414" y="0"/>
                </a:moveTo>
                <a:lnTo>
                  <a:pt x="0" y="0"/>
                </a:lnTo>
                <a:lnTo>
                  <a:pt x="0" y="16967"/>
                </a:lnTo>
                <a:lnTo>
                  <a:pt x="220091" y="16967"/>
                </a:lnTo>
                <a:lnTo>
                  <a:pt x="222135" y="27063"/>
                </a:lnTo>
                <a:lnTo>
                  <a:pt x="232651" y="42646"/>
                </a:lnTo>
                <a:lnTo>
                  <a:pt x="248221" y="53149"/>
                </a:lnTo>
                <a:lnTo>
                  <a:pt x="267296" y="56997"/>
                </a:lnTo>
                <a:lnTo>
                  <a:pt x="583996" y="56997"/>
                </a:lnTo>
                <a:lnTo>
                  <a:pt x="603072" y="53149"/>
                </a:lnTo>
                <a:lnTo>
                  <a:pt x="618655" y="42646"/>
                </a:lnTo>
                <a:lnTo>
                  <a:pt x="629158" y="27063"/>
                </a:lnTo>
                <a:lnTo>
                  <a:pt x="631190" y="16967"/>
                </a:lnTo>
                <a:lnTo>
                  <a:pt x="1003414" y="16967"/>
                </a:lnTo>
                <a:lnTo>
                  <a:pt x="1003414" y="0"/>
                </a:lnTo>
                <a:close/>
              </a:path>
            </a:pathLst>
          </a:custGeom>
          <a:solidFill>
            <a:srgbClr val="6E7A8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1" name="object 391" descr=""/>
          <p:cNvGrpSpPr/>
          <p:nvPr/>
        </p:nvGrpSpPr>
        <p:grpSpPr>
          <a:xfrm>
            <a:off x="16783761" y="4978744"/>
            <a:ext cx="842010" cy="407670"/>
            <a:chOff x="16783761" y="4978744"/>
            <a:chExt cx="842010" cy="407670"/>
          </a:xfrm>
        </p:grpSpPr>
        <p:sp>
          <p:nvSpPr>
            <p:cNvPr id="392" name="object 392" descr=""/>
            <p:cNvSpPr/>
            <p:nvPr/>
          </p:nvSpPr>
          <p:spPr>
            <a:xfrm>
              <a:off x="16783761" y="5216236"/>
              <a:ext cx="361315" cy="104775"/>
            </a:xfrm>
            <a:custGeom>
              <a:avLst/>
              <a:gdLst/>
              <a:ahLst/>
              <a:cxnLst/>
              <a:rect l="l" t="t" r="r" b="b"/>
              <a:pathLst>
                <a:path w="361315" h="104775">
                  <a:moveTo>
                    <a:pt x="361224" y="0"/>
                  </a:moveTo>
                  <a:lnTo>
                    <a:pt x="29527" y="0"/>
                  </a:lnTo>
                  <a:lnTo>
                    <a:pt x="18036" y="2319"/>
                  </a:lnTo>
                  <a:lnTo>
                    <a:pt x="8650" y="8645"/>
                  </a:lnTo>
                  <a:lnTo>
                    <a:pt x="2321" y="18027"/>
                  </a:lnTo>
                  <a:lnTo>
                    <a:pt x="0" y="29517"/>
                  </a:lnTo>
                  <a:lnTo>
                    <a:pt x="0" y="74751"/>
                  </a:lnTo>
                  <a:lnTo>
                    <a:pt x="2321" y="86241"/>
                  </a:lnTo>
                  <a:lnTo>
                    <a:pt x="8650" y="95624"/>
                  </a:lnTo>
                  <a:lnTo>
                    <a:pt x="18036" y="101949"/>
                  </a:lnTo>
                  <a:lnTo>
                    <a:pt x="29527" y="104269"/>
                  </a:lnTo>
                  <a:lnTo>
                    <a:pt x="361224" y="104269"/>
                  </a:lnTo>
                  <a:lnTo>
                    <a:pt x="361224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17071871" y="5216234"/>
              <a:ext cx="361315" cy="104775"/>
            </a:xfrm>
            <a:custGeom>
              <a:avLst/>
              <a:gdLst/>
              <a:ahLst/>
              <a:cxnLst/>
              <a:rect l="l" t="t" r="r" b="b"/>
              <a:pathLst>
                <a:path w="361315" h="104775">
                  <a:moveTo>
                    <a:pt x="361235" y="0"/>
                  </a:moveTo>
                  <a:lnTo>
                    <a:pt x="29527" y="0"/>
                  </a:lnTo>
                  <a:lnTo>
                    <a:pt x="18031" y="2319"/>
                  </a:lnTo>
                  <a:lnTo>
                    <a:pt x="8646" y="8646"/>
                  </a:lnTo>
                  <a:lnTo>
                    <a:pt x="2319" y="18031"/>
                  </a:lnTo>
                  <a:lnTo>
                    <a:pt x="0" y="29527"/>
                  </a:lnTo>
                  <a:lnTo>
                    <a:pt x="0" y="74751"/>
                  </a:lnTo>
                  <a:lnTo>
                    <a:pt x="2319" y="86241"/>
                  </a:lnTo>
                  <a:lnTo>
                    <a:pt x="8646" y="95624"/>
                  </a:lnTo>
                  <a:lnTo>
                    <a:pt x="18031" y="101949"/>
                  </a:lnTo>
                  <a:lnTo>
                    <a:pt x="29527" y="104269"/>
                  </a:lnTo>
                  <a:lnTo>
                    <a:pt x="361235" y="104269"/>
                  </a:lnTo>
                  <a:lnTo>
                    <a:pt x="361235" y="92960"/>
                  </a:lnTo>
                  <a:lnTo>
                    <a:pt x="351758" y="92960"/>
                  </a:lnTo>
                  <a:lnTo>
                    <a:pt x="351758" y="11936"/>
                  </a:lnTo>
                  <a:lnTo>
                    <a:pt x="361235" y="11936"/>
                  </a:lnTo>
                  <a:lnTo>
                    <a:pt x="361235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7089133" y="5228177"/>
              <a:ext cx="334645" cy="81280"/>
            </a:xfrm>
            <a:custGeom>
              <a:avLst/>
              <a:gdLst/>
              <a:ahLst/>
              <a:cxnLst/>
              <a:rect l="l" t="t" r="r" b="b"/>
              <a:pathLst>
                <a:path w="334644" h="81279">
                  <a:moveTo>
                    <a:pt x="334492" y="0"/>
                  </a:moveTo>
                  <a:lnTo>
                    <a:pt x="2781" y="0"/>
                  </a:lnTo>
                  <a:lnTo>
                    <a:pt x="2781" y="6350"/>
                  </a:lnTo>
                  <a:lnTo>
                    <a:pt x="0" y="6350"/>
                  </a:lnTo>
                  <a:lnTo>
                    <a:pt x="0" y="74930"/>
                  </a:lnTo>
                  <a:lnTo>
                    <a:pt x="3022" y="74930"/>
                  </a:lnTo>
                  <a:lnTo>
                    <a:pt x="3022" y="81280"/>
                  </a:lnTo>
                  <a:lnTo>
                    <a:pt x="334492" y="81280"/>
                  </a:lnTo>
                  <a:lnTo>
                    <a:pt x="334492" y="74930"/>
                  </a:lnTo>
                  <a:lnTo>
                    <a:pt x="334492" y="6350"/>
                  </a:lnTo>
                  <a:lnTo>
                    <a:pt x="334492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7089134" y="5255442"/>
              <a:ext cx="334645" cy="3175"/>
            </a:xfrm>
            <a:custGeom>
              <a:avLst/>
              <a:gdLst/>
              <a:ahLst/>
              <a:cxnLst/>
              <a:rect l="l" t="t" r="r" b="b"/>
              <a:pathLst>
                <a:path w="334644" h="3175">
                  <a:moveTo>
                    <a:pt x="334492" y="0"/>
                  </a:moveTo>
                  <a:lnTo>
                    <a:pt x="0" y="0"/>
                  </a:lnTo>
                  <a:lnTo>
                    <a:pt x="0" y="2827"/>
                  </a:lnTo>
                  <a:lnTo>
                    <a:pt x="334492" y="2827"/>
                  </a:lnTo>
                  <a:lnTo>
                    <a:pt x="334492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7279808" y="4978744"/>
              <a:ext cx="346075" cy="407670"/>
            </a:xfrm>
            <a:custGeom>
              <a:avLst/>
              <a:gdLst/>
              <a:ahLst/>
              <a:cxnLst/>
              <a:rect l="l" t="t" r="r" b="b"/>
              <a:pathLst>
                <a:path w="346075" h="407670">
                  <a:moveTo>
                    <a:pt x="61076" y="0"/>
                  </a:moveTo>
                  <a:lnTo>
                    <a:pt x="0" y="359109"/>
                  </a:lnTo>
                  <a:lnTo>
                    <a:pt x="284891" y="407568"/>
                  </a:lnTo>
                  <a:lnTo>
                    <a:pt x="345968" y="48459"/>
                  </a:lnTo>
                  <a:lnTo>
                    <a:pt x="6107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7286747" y="4991110"/>
              <a:ext cx="107950" cy="356235"/>
            </a:xfrm>
            <a:custGeom>
              <a:avLst/>
              <a:gdLst/>
              <a:ahLst/>
              <a:cxnLst/>
              <a:rect l="l" t="t" r="r" b="b"/>
              <a:pathLst>
                <a:path w="107950" h="356235">
                  <a:moveTo>
                    <a:pt x="59181" y="0"/>
                  </a:moveTo>
                  <a:lnTo>
                    <a:pt x="0" y="347926"/>
                  </a:lnTo>
                  <a:lnTo>
                    <a:pt x="48574" y="356188"/>
                  </a:lnTo>
                  <a:lnTo>
                    <a:pt x="107745" y="8261"/>
                  </a:lnTo>
                  <a:lnTo>
                    <a:pt x="59181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7279811" y="4978761"/>
              <a:ext cx="123825" cy="370205"/>
            </a:xfrm>
            <a:custGeom>
              <a:avLst/>
              <a:gdLst/>
              <a:ahLst/>
              <a:cxnLst/>
              <a:rect l="l" t="t" r="r" b="b"/>
              <a:pathLst>
                <a:path w="123825" h="370204">
                  <a:moveTo>
                    <a:pt x="74942" y="2349"/>
                  </a:moveTo>
                  <a:lnTo>
                    <a:pt x="61074" y="0"/>
                  </a:lnTo>
                  <a:lnTo>
                    <a:pt x="0" y="359105"/>
                  </a:lnTo>
                  <a:lnTo>
                    <a:pt x="13868" y="361467"/>
                  </a:lnTo>
                  <a:lnTo>
                    <a:pt x="74942" y="2349"/>
                  </a:lnTo>
                  <a:close/>
                </a:path>
                <a:path w="123825" h="370204">
                  <a:moveTo>
                    <a:pt x="123520" y="10617"/>
                  </a:moveTo>
                  <a:lnTo>
                    <a:pt x="109639" y="8255"/>
                  </a:lnTo>
                  <a:lnTo>
                    <a:pt x="48564" y="367372"/>
                  </a:lnTo>
                  <a:lnTo>
                    <a:pt x="62445" y="369722"/>
                  </a:lnTo>
                  <a:lnTo>
                    <a:pt x="123520" y="10617"/>
                  </a:lnTo>
                  <a:close/>
                </a:path>
              </a:pathLst>
            </a:custGeom>
            <a:solidFill>
              <a:srgbClr val="48ACB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9" name="object 399" descr=""/>
          <p:cNvGrpSpPr/>
          <p:nvPr/>
        </p:nvGrpSpPr>
        <p:grpSpPr>
          <a:xfrm>
            <a:off x="17600721" y="4495140"/>
            <a:ext cx="289560" cy="364490"/>
            <a:chOff x="17600721" y="4495140"/>
            <a:chExt cx="289560" cy="364490"/>
          </a:xfrm>
        </p:grpSpPr>
        <p:sp>
          <p:nvSpPr>
            <p:cNvPr id="400" name="object 400" descr=""/>
            <p:cNvSpPr/>
            <p:nvPr/>
          </p:nvSpPr>
          <p:spPr>
            <a:xfrm>
              <a:off x="17600721" y="4495140"/>
              <a:ext cx="289560" cy="364490"/>
            </a:xfrm>
            <a:custGeom>
              <a:avLst/>
              <a:gdLst/>
              <a:ahLst/>
              <a:cxnLst/>
              <a:rect l="l" t="t" r="r" b="b"/>
              <a:pathLst>
                <a:path w="289559" h="364489">
                  <a:moveTo>
                    <a:pt x="288985" y="0"/>
                  </a:moveTo>
                  <a:lnTo>
                    <a:pt x="0" y="0"/>
                  </a:lnTo>
                  <a:lnTo>
                    <a:pt x="0" y="364261"/>
                  </a:lnTo>
                  <a:lnTo>
                    <a:pt x="288985" y="364261"/>
                  </a:lnTo>
                  <a:lnTo>
                    <a:pt x="288985" y="0"/>
                  </a:lnTo>
                  <a:close/>
                </a:path>
              </a:pathLst>
            </a:custGeom>
            <a:solidFill>
              <a:srgbClr val="A6DD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7607757" y="4506480"/>
              <a:ext cx="49530" cy="353060"/>
            </a:xfrm>
            <a:custGeom>
              <a:avLst/>
              <a:gdLst/>
              <a:ahLst/>
              <a:cxnLst/>
              <a:rect l="l" t="t" r="r" b="b"/>
              <a:pathLst>
                <a:path w="49530" h="353060">
                  <a:moveTo>
                    <a:pt x="49275" y="0"/>
                  </a:moveTo>
                  <a:lnTo>
                    <a:pt x="0" y="0"/>
                  </a:lnTo>
                  <a:lnTo>
                    <a:pt x="0" y="352921"/>
                  </a:lnTo>
                  <a:lnTo>
                    <a:pt x="49275" y="352921"/>
                  </a:lnTo>
                  <a:lnTo>
                    <a:pt x="49275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7649997" y="4495140"/>
              <a:ext cx="14604" cy="364490"/>
            </a:xfrm>
            <a:custGeom>
              <a:avLst/>
              <a:gdLst/>
              <a:ahLst/>
              <a:cxnLst/>
              <a:rect l="l" t="t" r="r" b="b"/>
              <a:pathLst>
                <a:path w="14605" h="364489">
                  <a:moveTo>
                    <a:pt x="14072" y="0"/>
                  </a:moveTo>
                  <a:lnTo>
                    <a:pt x="0" y="0"/>
                  </a:lnTo>
                  <a:lnTo>
                    <a:pt x="0" y="364261"/>
                  </a:lnTo>
                  <a:lnTo>
                    <a:pt x="14072" y="364261"/>
                  </a:lnTo>
                  <a:lnTo>
                    <a:pt x="14072" y="0"/>
                  </a:lnTo>
                  <a:close/>
                </a:path>
              </a:pathLst>
            </a:custGeom>
            <a:solidFill>
              <a:srgbClr val="BBE4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3" name="object 403" descr=""/>
          <p:cNvSpPr/>
          <p:nvPr/>
        </p:nvSpPr>
        <p:spPr>
          <a:xfrm>
            <a:off x="17600721" y="4495140"/>
            <a:ext cx="14604" cy="364490"/>
          </a:xfrm>
          <a:custGeom>
            <a:avLst/>
            <a:gdLst/>
            <a:ahLst/>
            <a:cxnLst/>
            <a:rect l="l" t="t" r="r" b="b"/>
            <a:pathLst>
              <a:path w="14605" h="364489">
                <a:moveTo>
                  <a:pt x="14072" y="0"/>
                </a:moveTo>
                <a:lnTo>
                  <a:pt x="0" y="0"/>
                </a:lnTo>
                <a:lnTo>
                  <a:pt x="0" y="364261"/>
                </a:lnTo>
                <a:lnTo>
                  <a:pt x="14072" y="364261"/>
                </a:lnTo>
                <a:lnTo>
                  <a:pt x="14072" y="0"/>
                </a:lnTo>
                <a:close/>
              </a:path>
            </a:pathLst>
          </a:custGeom>
          <a:solidFill>
            <a:srgbClr val="BBE4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4" name="object 404" descr=""/>
          <p:cNvGrpSpPr/>
          <p:nvPr/>
        </p:nvGrpSpPr>
        <p:grpSpPr>
          <a:xfrm>
            <a:off x="17675331" y="4650279"/>
            <a:ext cx="785495" cy="198755"/>
            <a:chOff x="17675331" y="4650279"/>
            <a:chExt cx="785495" cy="198755"/>
          </a:xfrm>
        </p:grpSpPr>
        <p:sp>
          <p:nvSpPr>
            <p:cNvPr id="405" name="object 405" descr=""/>
            <p:cNvSpPr/>
            <p:nvPr/>
          </p:nvSpPr>
          <p:spPr>
            <a:xfrm>
              <a:off x="18037518" y="4753933"/>
              <a:ext cx="381000" cy="46990"/>
            </a:xfrm>
            <a:custGeom>
              <a:avLst/>
              <a:gdLst/>
              <a:ahLst/>
              <a:cxnLst/>
              <a:rect l="l" t="t" r="r" b="b"/>
              <a:pathLst>
                <a:path w="381000" h="46989">
                  <a:moveTo>
                    <a:pt x="380784" y="0"/>
                  </a:moveTo>
                  <a:lnTo>
                    <a:pt x="2743" y="0"/>
                  </a:lnTo>
                  <a:lnTo>
                    <a:pt x="2743" y="6350"/>
                  </a:lnTo>
                  <a:lnTo>
                    <a:pt x="0" y="6350"/>
                  </a:lnTo>
                  <a:lnTo>
                    <a:pt x="0" y="10160"/>
                  </a:lnTo>
                  <a:lnTo>
                    <a:pt x="0" y="38100"/>
                  </a:lnTo>
                  <a:lnTo>
                    <a:pt x="0" y="41910"/>
                  </a:lnTo>
                  <a:lnTo>
                    <a:pt x="2159" y="41910"/>
                  </a:lnTo>
                  <a:lnTo>
                    <a:pt x="2159" y="46990"/>
                  </a:lnTo>
                  <a:lnTo>
                    <a:pt x="380784" y="46990"/>
                  </a:lnTo>
                  <a:lnTo>
                    <a:pt x="380784" y="41910"/>
                  </a:lnTo>
                  <a:lnTo>
                    <a:pt x="380784" y="38100"/>
                  </a:lnTo>
                  <a:lnTo>
                    <a:pt x="373951" y="38100"/>
                  </a:lnTo>
                  <a:lnTo>
                    <a:pt x="373951" y="10160"/>
                  </a:lnTo>
                  <a:lnTo>
                    <a:pt x="380784" y="10160"/>
                  </a:lnTo>
                  <a:lnTo>
                    <a:pt x="380784" y="6350"/>
                  </a:lnTo>
                  <a:lnTo>
                    <a:pt x="38078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8051994" y="4764095"/>
              <a:ext cx="360045" cy="27940"/>
            </a:xfrm>
            <a:custGeom>
              <a:avLst/>
              <a:gdLst/>
              <a:ahLst/>
              <a:cxnLst/>
              <a:rect l="l" t="t" r="r" b="b"/>
              <a:pathLst>
                <a:path w="360044" h="27939">
                  <a:moveTo>
                    <a:pt x="359475" y="0"/>
                  </a:moveTo>
                  <a:lnTo>
                    <a:pt x="0" y="0"/>
                  </a:lnTo>
                  <a:lnTo>
                    <a:pt x="0" y="27883"/>
                  </a:lnTo>
                  <a:lnTo>
                    <a:pt x="359475" y="27883"/>
                  </a:lnTo>
                  <a:lnTo>
                    <a:pt x="359475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7675327" y="4754543"/>
              <a:ext cx="381000" cy="46990"/>
            </a:xfrm>
            <a:custGeom>
              <a:avLst/>
              <a:gdLst/>
              <a:ahLst/>
              <a:cxnLst/>
              <a:rect l="l" t="t" r="r" b="b"/>
              <a:pathLst>
                <a:path w="381000" h="46989">
                  <a:moveTo>
                    <a:pt x="380771" y="0"/>
                  </a:moveTo>
                  <a:lnTo>
                    <a:pt x="2768" y="0"/>
                  </a:lnTo>
                  <a:lnTo>
                    <a:pt x="2768" y="5080"/>
                  </a:lnTo>
                  <a:lnTo>
                    <a:pt x="0" y="5080"/>
                  </a:lnTo>
                  <a:lnTo>
                    <a:pt x="0" y="41910"/>
                  </a:lnTo>
                  <a:lnTo>
                    <a:pt x="2755" y="41910"/>
                  </a:lnTo>
                  <a:lnTo>
                    <a:pt x="2755" y="46990"/>
                  </a:lnTo>
                  <a:lnTo>
                    <a:pt x="380771" y="46990"/>
                  </a:lnTo>
                  <a:lnTo>
                    <a:pt x="380771" y="41910"/>
                  </a:lnTo>
                  <a:lnTo>
                    <a:pt x="380771" y="5080"/>
                  </a:lnTo>
                  <a:lnTo>
                    <a:pt x="380771" y="0"/>
                  </a:lnTo>
                  <a:close/>
                </a:path>
              </a:pathLst>
            </a:custGeom>
            <a:solidFill>
              <a:srgbClr val="9FD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7684179" y="4764106"/>
              <a:ext cx="372110" cy="27940"/>
            </a:xfrm>
            <a:custGeom>
              <a:avLst/>
              <a:gdLst/>
              <a:ahLst/>
              <a:cxnLst/>
              <a:rect l="l" t="t" r="r" b="b"/>
              <a:pathLst>
                <a:path w="372109" h="27939">
                  <a:moveTo>
                    <a:pt x="371919" y="0"/>
                  </a:moveTo>
                  <a:lnTo>
                    <a:pt x="1041" y="0"/>
                  </a:lnTo>
                  <a:lnTo>
                    <a:pt x="1041" y="2540"/>
                  </a:lnTo>
                  <a:lnTo>
                    <a:pt x="0" y="2540"/>
                  </a:lnTo>
                  <a:lnTo>
                    <a:pt x="0" y="25400"/>
                  </a:lnTo>
                  <a:lnTo>
                    <a:pt x="1104" y="25400"/>
                  </a:lnTo>
                  <a:lnTo>
                    <a:pt x="1104" y="27940"/>
                  </a:lnTo>
                  <a:lnTo>
                    <a:pt x="371919" y="27940"/>
                  </a:lnTo>
                  <a:lnTo>
                    <a:pt x="371919" y="25400"/>
                  </a:lnTo>
                  <a:lnTo>
                    <a:pt x="371919" y="2540"/>
                  </a:lnTo>
                  <a:lnTo>
                    <a:pt x="371919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7684183" y="4771069"/>
              <a:ext cx="389890" cy="3175"/>
            </a:xfrm>
            <a:custGeom>
              <a:avLst/>
              <a:gdLst/>
              <a:ahLst/>
              <a:cxnLst/>
              <a:rect l="l" t="t" r="r" b="b"/>
              <a:pathLst>
                <a:path w="389890" h="3175">
                  <a:moveTo>
                    <a:pt x="389454" y="0"/>
                  </a:moveTo>
                  <a:lnTo>
                    <a:pt x="0" y="0"/>
                  </a:lnTo>
                  <a:lnTo>
                    <a:pt x="0" y="2785"/>
                  </a:lnTo>
                  <a:lnTo>
                    <a:pt x="389454" y="2785"/>
                  </a:lnTo>
                  <a:lnTo>
                    <a:pt x="389454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17717567" y="4800923"/>
              <a:ext cx="381000" cy="46990"/>
            </a:xfrm>
            <a:custGeom>
              <a:avLst/>
              <a:gdLst/>
              <a:ahLst/>
              <a:cxnLst/>
              <a:rect l="l" t="t" r="r" b="b"/>
              <a:pathLst>
                <a:path w="381000" h="46989">
                  <a:moveTo>
                    <a:pt x="380784" y="6350"/>
                  </a:moveTo>
                  <a:lnTo>
                    <a:pt x="378040" y="6350"/>
                  </a:lnTo>
                  <a:lnTo>
                    <a:pt x="3780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0160"/>
                  </a:lnTo>
                  <a:lnTo>
                    <a:pt x="6832" y="10160"/>
                  </a:lnTo>
                  <a:lnTo>
                    <a:pt x="6832" y="38100"/>
                  </a:lnTo>
                  <a:lnTo>
                    <a:pt x="0" y="38100"/>
                  </a:lnTo>
                  <a:lnTo>
                    <a:pt x="0" y="41910"/>
                  </a:lnTo>
                  <a:lnTo>
                    <a:pt x="0" y="46990"/>
                  </a:lnTo>
                  <a:lnTo>
                    <a:pt x="378625" y="46990"/>
                  </a:lnTo>
                  <a:lnTo>
                    <a:pt x="378625" y="41910"/>
                  </a:lnTo>
                  <a:lnTo>
                    <a:pt x="380784" y="41910"/>
                  </a:lnTo>
                  <a:lnTo>
                    <a:pt x="380784" y="38100"/>
                  </a:lnTo>
                  <a:lnTo>
                    <a:pt x="380784" y="10160"/>
                  </a:lnTo>
                  <a:lnTo>
                    <a:pt x="380784" y="635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7724402" y="4811078"/>
              <a:ext cx="360045" cy="27940"/>
            </a:xfrm>
            <a:custGeom>
              <a:avLst/>
              <a:gdLst/>
              <a:ahLst/>
              <a:cxnLst/>
              <a:rect l="l" t="t" r="r" b="b"/>
              <a:pathLst>
                <a:path w="360044" h="27939">
                  <a:moveTo>
                    <a:pt x="359465" y="0"/>
                  </a:moveTo>
                  <a:lnTo>
                    <a:pt x="0" y="0"/>
                  </a:lnTo>
                  <a:lnTo>
                    <a:pt x="0" y="27883"/>
                  </a:lnTo>
                  <a:lnTo>
                    <a:pt x="359465" y="27883"/>
                  </a:lnTo>
                  <a:lnTo>
                    <a:pt x="359465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18079771" y="4801520"/>
              <a:ext cx="381000" cy="46990"/>
            </a:xfrm>
            <a:custGeom>
              <a:avLst/>
              <a:gdLst/>
              <a:ahLst/>
              <a:cxnLst/>
              <a:rect l="l" t="t" r="r" b="b"/>
              <a:pathLst>
                <a:path w="381000" h="46989">
                  <a:moveTo>
                    <a:pt x="380771" y="5080"/>
                  </a:moveTo>
                  <a:lnTo>
                    <a:pt x="378002" y="5080"/>
                  </a:lnTo>
                  <a:lnTo>
                    <a:pt x="378002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41910"/>
                  </a:lnTo>
                  <a:lnTo>
                    <a:pt x="0" y="46990"/>
                  </a:lnTo>
                  <a:lnTo>
                    <a:pt x="378015" y="46990"/>
                  </a:lnTo>
                  <a:lnTo>
                    <a:pt x="378015" y="41910"/>
                  </a:lnTo>
                  <a:lnTo>
                    <a:pt x="380771" y="41910"/>
                  </a:lnTo>
                  <a:lnTo>
                    <a:pt x="380771" y="508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7724400" y="4811083"/>
              <a:ext cx="727710" cy="27940"/>
            </a:xfrm>
            <a:custGeom>
              <a:avLst/>
              <a:gdLst/>
              <a:ahLst/>
              <a:cxnLst/>
              <a:rect l="l" t="t" r="r" b="b"/>
              <a:pathLst>
                <a:path w="727709" h="27939">
                  <a:moveTo>
                    <a:pt x="727290" y="2540"/>
                  </a:moveTo>
                  <a:lnTo>
                    <a:pt x="726236" y="2540"/>
                  </a:lnTo>
                  <a:lnTo>
                    <a:pt x="726236" y="0"/>
                  </a:lnTo>
                  <a:lnTo>
                    <a:pt x="355371" y="0"/>
                  </a:lnTo>
                  <a:lnTo>
                    <a:pt x="355371" y="2540"/>
                  </a:lnTo>
                  <a:lnTo>
                    <a:pt x="355371" y="6972"/>
                  </a:lnTo>
                  <a:lnTo>
                    <a:pt x="0" y="6972"/>
                  </a:lnTo>
                  <a:lnTo>
                    <a:pt x="0" y="9753"/>
                  </a:lnTo>
                  <a:lnTo>
                    <a:pt x="355371" y="9753"/>
                  </a:lnTo>
                  <a:lnTo>
                    <a:pt x="355371" y="25400"/>
                  </a:lnTo>
                  <a:lnTo>
                    <a:pt x="355371" y="27940"/>
                  </a:lnTo>
                  <a:lnTo>
                    <a:pt x="726186" y="27940"/>
                  </a:lnTo>
                  <a:lnTo>
                    <a:pt x="726186" y="25400"/>
                  </a:lnTo>
                  <a:lnTo>
                    <a:pt x="727290" y="25400"/>
                  </a:lnTo>
                  <a:lnTo>
                    <a:pt x="727290" y="254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8015945" y="4650282"/>
              <a:ext cx="361315" cy="104775"/>
            </a:xfrm>
            <a:custGeom>
              <a:avLst/>
              <a:gdLst/>
              <a:ahLst/>
              <a:cxnLst/>
              <a:rect l="l" t="t" r="r" b="b"/>
              <a:pathLst>
                <a:path w="361315" h="104775">
                  <a:moveTo>
                    <a:pt x="331696" y="0"/>
                  </a:moveTo>
                  <a:lnTo>
                    <a:pt x="0" y="0"/>
                  </a:lnTo>
                  <a:lnTo>
                    <a:pt x="0" y="104269"/>
                  </a:lnTo>
                  <a:lnTo>
                    <a:pt x="331696" y="104269"/>
                  </a:lnTo>
                  <a:lnTo>
                    <a:pt x="343188" y="101949"/>
                  </a:lnTo>
                  <a:lnTo>
                    <a:pt x="352574" y="95624"/>
                  </a:lnTo>
                  <a:lnTo>
                    <a:pt x="358903" y="86241"/>
                  </a:lnTo>
                  <a:lnTo>
                    <a:pt x="361224" y="74751"/>
                  </a:lnTo>
                  <a:lnTo>
                    <a:pt x="361224" y="29517"/>
                  </a:lnTo>
                  <a:lnTo>
                    <a:pt x="358903" y="18027"/>
                  </a:lnTo>
                  <a:lnTo>
                    <a:pt x="352574" y="8645"/>
                  </a:lnTo>
                  <a:lnTo>
                    <a:pt x="343188" y="2319"/>
                  </a:lnTo>
                  <a:lnTo>
                    <a:pt x="331696" y="0"/>
                  </a:lnTo>
                  <a:close/>
                </a:path>
              </a:pathLst>
            </a:custGeom>
            <a:solidFill>
              <a:srgbClr val="C3E8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17727825" y="4650279"/>
              <a:ext cx="361315" cy="104775"/>
            </a:xfrm>
            <a:custGeom>
              <a:avLst/>
              <a:gdLst/>
              <a:ahLst/>
              <a:cxnLst/>
              <a:rect l="l" t="t" r="r" b="b"/>
              <a:pathLst>
                <a:path w="361315" h="104775">
                  <a:moveTo>
                    <a:pt x="331717" y="0"/>
                  </a:moveTo>
                  <a:lnTo>
                    <a:pt x="0" y="0"/>
                  </a:lnTo>
                  <a:lnTo>
                    <a:pt x="0" y="11936"/>
                  </a:lnTo>
                  <a:lnTo>
                    <a:pt x="9476" y="11936"/>
                  </a:lnTo>
                  <a:lnTo>
                    <a:pt x="9476" y="92970"/>
                  </a:lnTo>
                  <a:lnTo>
                    <a:pt x="0" y="92970"/>
                  </a:lnTo>
                  <a:lnTo>
                    <a:pt x="0" y="104269"/>
                  </a:lnTo>
                  <a:lnTo>
                    <a:pt x="331717" y="104269"/>
                  </a:lnTo>
                  <a:lnTo>
                    <a:pt x="343207" y="101949"/>
                  </a:lnTo>
                  <a:lnTo>
                    <a:pt x="352590" y="95624"/>
                  </a:lnTo>
                  <a:lnTo>
                    <a:pt x="358915" y="86241"/>
                  </a:lnTo>
                  <a:lnTo>
                    <a:pt x="361235" y="74751"/>
                  </a:lnTo>
                  <a:lnTo>
                    <a:pt x="361235" y="29527"/>
                  </a:lnTo>
                  <a:lnTo>
                    <a:pt x="358915" y="18031"/>
                  </a:lnTo>
                  <a:lnTo>
                    <a:pt x="352590" y="8646"/>
                  </a:lnTo>
                  <a:lnTo>
                    <a:pt x="343207" y="2319"/>
                  </a:lnTo>
                  <a:lnTo>
                    <a:pt x="331717" y="0"/>
                  </a:lnTo>
                  <a:close/>
                </a:path>
              </a:pathLst>
            </a:custGeom>
            <a:solidFill>
              <a:srgbClr val="D1EC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17737290" y="4662226"/>
              <a:ext cx="334645" cy="81280"/>
            </a:xfrm>
            <a:custGeom>
              <a:avLst/>
              <a:gdLst/>
              <a:ahLst/>
              <a:cxnLst/>
              <a:rect l="l" t="t" r="r" b="b"/>
              <a:pathLst>
                <a:path w="334644" h="81279">
                  <a:moveTo>
                    <a:pt x="334505" y="6350"/>
                  </a:moveTo>
                  <a:lnTo>
                    <a:pt x="331724" y="6350"/>
                  </a:lnTo>
                  <a:lnTo>
                    <a:pt x="331724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74930"/>
                  </a:lnTo>
                  <a:lnTo>
                    <a:pt x="0" y="81280"/>
                  </a:lnTo>
                  <a:lnTo>
                    <a:pt x="331470" y="81280"/>
                  </a:lnTo>
                  <a:lnTo>
                    <a:pt x="331470" y="74930"/>
                  </a:lnTo>
                  <a:lnTo>
                    <a:pt x="334505" y="74930"/>
                  </a:lnTo>
                  <a:lnTo>
                    <a:pt x="334505" y="635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7737302" y="4689490"/>
              <a:ext cx="334645" cy="3175"/>
            </a:xfrm>
            <a:custGeom>
              <a:avLst/>
              <a:gdLst/>
              <a:ahLst/>
              <a:cxnLst/>
              <a:rect l="l" t="t" r="r" b="b"/>
              <a:pathLst>
                <a:path w="334644" h="3175">
                  <a:moveTo>
                    <a:pt x="334492" y="0"/>
                  </a:moveTo>
                  <a:lnTo>
                    <a:pt x="0" y="0"/>
                  </a:lnTo>
                  <a:lnTo>
                    <a:pt x="0" y="2827"/>
                  </a:lnTo>
                  <a:lnTo>
                    <a:pt x="334492" y="2827"/>
                  </a:lnTo>
                  <a:lnTo>
                    <a:pt x="334492" y="0"/>
                  </a:lnTo>
                  <a:close/>
                </a:path>
              </a:pathLst>
            </a:custGeom>
            <a:solidFill>
              <a:srgbClr val="D1E4D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8" name="object 418" descr=""/>
          <p:cNvGrpSpPr/>
          <p:nvPr/>
        </p:nvGrpSpPr>
        <p:grpSpPr>
          <a:xfrm>
            <a:off x="16119713" y="4848512"/>
            <a:ext cx="2542540" cy="538480"/>
            <a:chOff x="16119713" y="4848512"/>
            <a:chExt cx="2542540" cy="538480"/>
          </a:xfrm>
        </p:grpSpPr>
        <p:sp>
          <p:nvSpPr>
            <p:cNvPr id="419" name="object 419" descr=""/>
            <p:cNvSpPr/>
            <p:nvPr/>
          </p:nvSpPr>
          <p:spPr>
            <a:xfrm>
              <a:off x="17373821" y="4978744"/>
              <a:ext cx="346075" cy="407670"/>
            </a:xfrm>
            <a:custGeom>
              <a:avLst/>
              <a:gdLst/>
              <a:ahLst/>
              <a:cxnLst/>
              <a:rect l="l" t="t" r="r" b="b"/>
              <a:pathLst>
                <a:path w="346075" h="407670">
                  <a:moveTo>
                    <a:pt x="61076" y="0"/>
                  </a:moveTo>
                  <a:lnTo>
                    <a:pt x="0" y="359109"/>
                  </a:lnTo>
                  <a:lnTo>
                    <a:pt x="284891" y="407568"/>
                  </a:lnTo>
                  <a:lnTo>
                    <a:pt x="345968" y="48459"/>
                  </a:lnTo>
                  <a:lnTo>
                    <a:pt x="61076" y="0"/>
                  </a:lnTo>
                  <a:close/>
                </a:path>
              </a:pathLst>
            </a:custGeom>
            <a:solidFill>
              <a:srgbClr val="A6DD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7380760" y="4991109"/>
              <a:ext cx="107950" cy="356235"/>
            </a:xfrm>
            <a:custGeom>
              <a:avLst/>
              <a:gdLst/>
              <a:ahLst/>
              <a:cxnLst/>
              <a:rect l="l" t="t" r="r" b="b"/>
              <a:pathLst>
                <a:path w="107950" h="356235">
                  <a:moveTo>
                    <a:pt x="59181" y="0"/>
                  </a:moveTo>
                  <a:lnTo>
                    <a:pt x="0" y="347926"/>
                  </a:lnTo>
                  <a:lnTo>
                    <a:pt x="48574" y="356188"/>
                  </a:lnTo>
                  <a:lnTo>
                    <a:pt x="107745" y="8261"/>
                  </a:lnTo>
                  <a:lnTo>
                    <a:pt x="59181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17373817" y="4978761"/>
              <a:ext cx="123825" cy="370205"/>
            </a:xfrm>
            <a:custGeom>
              <a:avLst/>
              <a:gdLst/>
              <a:ahLst/>
              <a:cxnLst/>
              <a:rect l="l" t="t" r="r" b="b"/>
              <a:pathLst>
                <a:path w="123825" h="370204">
                  <a:moveTo>
                    <a:pt x="74955" y="2349"/>
                  </a:moveTo>
                  <a:lnTo>
                    <a:pt x="61074" y="0"/>
                  </a:lnTo>
                  <a:lnTo>
                    <a:pt x="0" y="359105"/>
                  </a:lnTo>
                  <a:lnTo>
                    <a:pt x="13881" y="361467"/>
                  </a:lnTo>
                  <a:lnTo>
                    <a:pt x="74955" y="2349"/>
                  </a:lnTo>
                  <a:close/>
                </a:path>
                <a:path w="123825" h="370204">
                  <a:moveTo>
                    <a:pt x="123532" y="10617"/>
                  </a:moveTo>
                  <a:lnTo>
                    <a:pt x="109651" y="8255"/>
                  </a:lnTo>
                  <a:lnTo>
                    <a:pt x="48577" y="367372"/>
                  </a:lnTo>
                  <a:lnTo>
                    <a:pt x="62445" y="369722"/>
                  </a:lnTo>
                  <a:lnTo>
                    <a:pt x="123532" y="10617"/>
                  </a:lnTo>
                  <a:close/>
                </a:path>
              </a:pathLst>
            </a:custGeom>
            <a:solidFill>
              <a:srgbClr val="BBE4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17497341" y="4956246"/>
              <a:ext cx="151130" cy="364490"/>
            </a:xfrm>
            <a:custGeom>
              <a:avLst/>
              <a:gdLst/>
              <a:ahLst/>
              <a:cxnLst/>
              <a:rect l="l" t="t" r="r" b="b"/>
              <a:pathLst>
                <a:path w="151130" h="364489">
                  <a:moveTo>
                    <a:pt x="0" y="364261"/>
                  </a:moveTo>
                  <a:lnTo>
                    <a:pt x="151000" y="364261"/>
                  </a:lnTo>
                  <a:lnTo>
                    <a:pt x="151000" y="0"/>
                  </a:lnTo>
                  <a:lnTo>
                    <a:pt x="0" y="0"/>
                  </a:lnTo>
                  <a:lnTo>
                    <a:pt x="0" y="364261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7504378" y="4967586"/>
              <a:ext cx="90170" cy="353060"/>
            </a:xfrm>
            <a:custGeom>
              <a:avLst/>
              <a:gdLst/>
              <a:ahLst/>
              <a:cxnLst/>
              <a:rect l="l" t="t" r="r" b="b"/>
              <a:pathLst>
                <a:path w="90169" h="353060">
                  <a:moveTo>
                    <a:pt x="90091" y="0"/>
                  </a:moveTo>
                  <a:lnTo>
                    <a:pt x="0" y="0"/>
                  </a:lnTo>
                  <a:lnTo>
                    <a:pt x="0" y="352921"/>
                  </a:lnTo>
                  <a:lnTo>
                    <a:pt x="90091" y="352921"/>
                  </a:lnTo>
                  <a:lnTo>
                    <a:pt x="90091" y="0"/>
                  </a:lnTo>
                  <a:close/>
                </a:path>
              </a:pathLst>
            </a:custGeom>
            <a:solidFill>
              <a:srgbClr val="E8F1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7648342" y="4902677"/>
              <a:ext cx="27940" cy="417830"/>
            </a:xfrm>
            <a:custGeom>
              <a:avLst/>
              <a:gdLst/>
              <a:ahLst/>
              <a:cxnLst/>
              <a:rect l="l" t="t" r="r" b="b"/>
              <a:pathLst>
                <a:path w="27940" h="417829">
                  <a:moveTo>
                    <a:pt x="0" y="417830"/>
                  </a:moveTo>
                  <a:lnTo>
                    <a:pt x="27705" y="417830"/>
                  </a:lnTo>
                  <a:lnTo>
                    <a:pt x="27705" y="0"/>
                  </a:lnTo>
                  <a:lnTo>
                    <a:pt x="0" y="0"/>
                  </a:lnTo>
                  <a:lnTo>
                    <a:pt x="0" y="417830"/>
                  </a:lnTo>
                  <a:close/>
                </a:path>
              </a:pathLst>
            </a:custGeom>
            <a:solidFill>
              <a:srgbClr val="8B9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7676048" y="4902677"/>
              <a:ext cx="287655" cy="417830"/>
            </a:xfrm>
            <a:custGeom>
              <a:avLst/>
              <a:gdLst/>
              <a:ahLst/>
              <a:cxnLst/>
              <a:rect l="l" t="t" r="r" b="b"/>
              <a:pathLst>
                <a:path w="287655" h="417829">
                  <a:moveTo>
                    <a:pt x="287425" y="0"/>
                  </a:moveTo>
                  <a:lnTo>
                    <a:pt x="0" y="0"/>
                  </a:lnTo>
                  <a:lnTo>
                    <a:pt x="0" y="417830"/>
                  </a:lnTo>
                  <a:lnTo>
                    <a:pt x="287425" y="417830"/>
                  </a:lnTo>
                  <a:lnTo>
                    <a:pt x="287425" y="0"/>
                  </a:lnTo>
                  <a:close/>
                </a:path>
              </a:pathLst>
            </a:custGeom>
            <a:solidFill>
              <a:srgbClr val="606D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6119713" y="5320509"/>
              <a:ext cx="2052955" cy="66040"/>
            </a:xfrm>
            <a:custGeom>
              <a:avLst/>
              <a:gdLst/>
              <a:ahLst/>
              <a:cxnLst/>
              <a:rect l="l" t="t" r="r" b="b"/>
              <a:pathLst>
                <a:path w="2052955" h="66039">
                  <a:moveTo>
                    <a:pt x="2019823" y="0"/>
                  </a:moveTo>
                  <a:lnTo>
                    <a:pt x="33014" y="0"/>
                  </a:lnTo>
                  <a:lnTo>
                    <a:pt x="20161" y="2593"/>
                  </a:lnTo>
                  <a:lnTo>
                    <a:pt x="9667" y="9667"/>
                  </a:lnTo>
                  <a:lnTo>
                    <a:pt x="2593" y="20161"/>
                  </a:lnTo>
                  <a:lnTo>
                    <a:pt x="0" y="33014"/>
                  </a:lnTo>
                  <a:lnTo>
                    <a:pt x="2593" y="45863"/>
                  </a:lnTo>
                  <a:lnTo>
                    <a:pt x="9667" y="56358"/>
                  </a:lnTo>
                  <a:lnTo>
                    <a:pt x="20161" y="63434"/>
                  </a:lnTo>
                  <a:lnTo>
                    <a:pt x="33014" y="66029"/>
                  </a:lnTo>
                  <a:lnTo>
                    <a:pt x="2019823" y="66029"/>
                  </a:lnTo>
                  <a:lnTo>
                    <a:pt x="2032672" y="63434"/>
                  </a:lnTo>
                  <a:lnTo>
                    <a:pt x="2043166" y="56358"/>
                  </a:lnTo>
                  <a:lnTo>
                    <a:pt x="2050243" y="45863"/>
                  </a:lnTo>
                  <a:lnTo>
                    <a:pt x="2052838" y="33014"/>
                  </a:lnTo>
                  <a:lnTo>
                    <a:pt x="2050243" y="20161"/>
                  </a:lnTo>
                  <a:lnTo>
                    <a:pt x="2043166" y="9667"/>
                  </a:lnTo>
                  <a:lnTo>
                    <a:pt x="2032672" y="2593"/>
                  </a:lnTo>
                  <a:lnTo>
                    <a:pt x="2019823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7565533" y="5320509"/>
              <a:ext cx="607060" cy="66040"/>
            </a:xfrm>
            <a:custGeom>
              <a:avLst/>
              <a:gdLst/>
              <a:ahLst/>
              <a:cxnLst/>
              <a:rect l="l" t="t" r="r" b="b"/>
              <a:pathLst>
                <a:path w="607059" h="66039">
                  <a:moveTo>
                    <a:pt x="574003" y="0"/>
                  </a:moveTo>
                  <a:lnTo>
                    <a:pt x="33014" y="0"/>
                  </a:lnTo>
                  <a:lnTo>
                    <a:pt x="20165" y="2593"/>
                  </a:lnTo>
                  <a:lnTo>
                    <a:pt x="9671" y="9667"/>
                  </a:lnTo>
                  <a:lnTo>
                    <a:pt x="2594" y="20161"/>
                  </a:lnTo>
                  <a:lnTo>
                    <a:pt x="0" y="33014"/>
                  </a:lnTo>
                  <a:lnTo>
                    <a:pt x="2594" y="45863"/>
                  </a:lnTo>
                  <a:lnTo>
                    <a:pt x="9671" y="56358"/>
                  </a:lnTo>
                  <a:lnTo>
                    <a:pt x="20165" y="63434"/>
                  </a:lnTo>
                  <a:lnTo>
                    <a:pt x="33014" y="66029"/>
                  </a:lnTo>
                  <a:lnTo>
                    <a:pt x="574003" y="66029"/>
                  </a:lnTo>
                  <a:lnTo>
                    <a:pt x="586852" y="63434"/>
                  </a:lnTo>
                  <a:lnTo>
                    <a:pt x="597346" y="56358"/>
                  </a:lnTo>
                  <a:lnTo>
                    <a:pt x="604423" y="45863"/>
                  </a:lnTo>
                  <a:lnTo>
                    <a:pt x="607018" y="33014"/>
                  </a:lnTo>
                  <a:lnTo>
                    <a:pt x="604423" y="20161"/>
                  </a:lnTo>
                  <a:lnTo>
                    <a:pt x="597346" y="9667"/>
                  </a:lnTo>
                  <a:lnTo>
                    <a:pt x="586852" y="2593"/>
                  </a:lnTo>
                  <a:lnTo>
                    <a:pt x="574003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6609007" y="4848512"/>
              <a:ext cx="2052955" cy="66040"/>
            </a:xfrm>
            <a:custGeom>
              <a:avLst/>
              <a:gdLst/>
              <a:ahLst/>
              <a:cxnLst/>
              <a:rect l="l" t="t" r="r" b="b"/>
              <a:pathLst>
                <a:path w="2052955" h="66039">
                  <a:moveTo>
                    <a:pt x="2019823" y="0"/>
                  </a:moveTo>
                  <a:lnTo>
                    <a:pt x="33014" y="0"/>
                  </a:lnTo>
                  <a:lnTo>
                    <a:pt x="20161" y="2594"/>
                  </a:lnTo>
                  <a:lnTo>
                    <a:pt x="9667" y="9671"/>
                  </a:lnTo>
                  <a:lnTo>
                    <a:pt x="2593" y="20165"/>
                  </a:lnTo>
                  <a:lnTo>
                    <a:pt x="0" y="33014"/>
                  </a:lnTo>
                  <a:lnTo>
                    <a:pt x="2593" y="45863"/>
                  </a:lnTo>
                  <a:lnTo>
                    <a:pt x="9667" y="56358"/>
                  </a:lnTo>
                  <a:lnTo>
                    <a:pt x="20161" y="63434"/>
                  </a:lnTo>
                  <a:lnTo>
                    <a:pt x="33014" y="66029"/>
                  </a:lnTo>
                  <a:lnTo>
                    <a:pt x="2019823" y="66029"/>
                  </a:lnTo>
                  <a:lnTo>
                    <a:pt x="2032676" y="63434"/>
                  </a:lnTo>
                  <a:lnTo>
                    <a:pt x="2043170" y="56358"/>
                  </a:lnTo>
                  <a:lnTo>
                    <a:pt x="2050244" y="45863"/>
                  </a:lnTo>
                  <a:lnTo>
                    <a:pt x="2052838" y="33014"/>
                  </a:lnTo>
                  <a:lnTo>
                    <a:pt x="2050244" y="20165"/>
                  </a:lnTo>
                  <a:lnTo>
                    <a:pt x="2043170" y="9671"/>
                  </a:lnTo>
                  <a:lnTo>
                    <a:pt x="2032676" y="2594"/>
                  </a:lnTo>
                  <a:lnTo>
                    <a:pt x="2019823" y="0"/>
                  </a:lnTo>
                  <a:close/>
                </a:path>
              </a:pathLst>
            </a:custGeom>
            <a:solidFill>
              <a:srgbClr val="D9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18054827" y="4848512"/>
              <a:ext cx="607060" cy="66040"/>
            </a:xfrm>
            <a:custGeom>
              <a:avLst/>
              <a:gdLst/>
              <a:ahLst/>
              <a:cxnLst/>
              <a:rect l="l" t="t" r="r" b="b"/>
              <a:pathLst>
                <a:path w="607059" h="66039">
                  <a:moveTo>
                    <a:pt x="574003" y="0"/>
                  </a:moveTo>
                  <a:lnTo>
                    <a:pt x="33014" y="0"/>
                  </a:lnTo>
                  <a:lnTo>
                    <a:pt x="20165" y="2594"/>
                  </a:lnTo>
                  <a:lnTo>
                    <a:pt x="9671" y="9671"/>
                  </a:lnTo>
                  <a:lnTo>
                    <a:pt x="2594" y="20165"/>
                  </a:lnTo>
                  <a:lnTo>
                    <a:pt x="0" y="33014"/>
                  </a:lnTo>
                  <a:lnTo>
                    <a:pt x="2594" y="45863"/>
                  </a:lnTo>
                  <a:lnTo>
                    <a:pt x="9671" y="56358"/>
                  </a:lnTo>
                  <a:lnTo>
                    <a:pt x="20165" y="63434"/>
                  </a:lnTo>
                  <a:lnTo>
                    <a:pt x="33014" y="66029"/>
                  </a:lnTo>
                  <a:lnTo>
                    <a:pt x="574003" y="66029"/>
                  </a:lnTo>
                  <a:lnTo>
                    <a:pt x="586857" y="63434"/>
                  </a:lnTo>
                  <a:lnTo>
                    <a:pt x="597350" y="56358"/>
                  </a:lnTo>
                  <a:lnTo>
                    <a:pt x="604424" y="45863"/>
                  </a:lnTo>
                  <a:lnTo>
                    <a:pt x="607018" y="33014"/>
                  </a:lnTo>
                  <a:lnTo>
                    <a:pt x="604424" y="20165"/>
                  </a:lnTo>
                  <a:lnTo>
                    <a:pt x="597350" y="9671"/>
                  </a:lnTo>
                  <a:lnTo>
                    <a:pt x="586857" y="2594"/>
                  </a:lnTo>
                  <a:lnTo>
                    <a:pt x="574003" y="0"/>
                  </a:lnTo>
                  <a:close/>
                </a:path>
              </a:pathLst>
            </a:custGeom>
            <a:solidFill>
              <a:srgbClr val="98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17497337" y="4956257"/>
              <a:ext cx="97155" cy="364490"/>
            </a:xfrm>
            <a:custGeom>
              <a:avLst/>
              <a:gdLst/>
              <a:ahLst/>
              <a:cxnLst/>
              <a:rect l="l" t="t" r="r" b="b"/>
              <a:pathLst>
                <a:path w="97155" h="364489">
                  <a:moveTo>
                    <a:pt x="14071" y="0"/>
                  </a:moveTo>
                  <a:lnTo>
                    <a:pt x="0" y="0"/>
                  </a:lnTo>
                  <a:lnTo>
                    <a:pt x="0" y="364261"/>
                  </a:lnTo>
                  <a:lnTo>
                    <a:pt x="14071" y="364261"/>
                  </a:lnTo>
                  <a:lnTo>
                    <a:pt x="14071" y="0"/>
                  </a:lnTo>
                  <a:close/>
                </a:path>
                <a:path w="97155" h="364489">
                  <a:moveTo>
                    <a:pt x="97129" y="0"/>
                  </a:moveTo>
                  <a:lnTo>
                    <a:pt x="83058" y="0"/>
                  </a:lnTo>
                  <a:lnTo>
                    <a:pt x="83058" y="364261"/>
                  </a:lnTo>
                  <a:lnTo>
                    <a:pt x="97129" y="364261"/>
                  </a:lnTo>
                  <a:lnTo>
                    <a:pt x="97129" y="0"/>
                  </a:lnTo>
                  <a:close/>
                </a:path>
              </a:pathLst>
            </a:custGeom>
            <a:solidFill>
              <a:srgbClr val="B2D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17648342" y="4914551"/>
              <a:ext cx="315595" cy="41910"/>
            </a:xfrm>
            <a:custGeom>
              <a:avLst/>
              <a:gdLst/>
              <a:ahLst/>
              <a:cxnLst/>
              <a:rect l="l" t="t" r="r" b="b"/>
              <a:pathLst>
                <a:path w="315594" h="41910">
                  <a:moveTo>
                    <a:pt x="315131" y="0"/>
                  </a:moveTo>
                  <a:lnTo>
                    <a:pt x="0" y="0"/>
                  </a:lnTo>
                  <a:lnTo>
                    <a:pt x="0" y="41695"/>
                  </a:lnTo>
                  <a:lnTo>
                    <a:pt x="315131" y="41695"/>
                  </a:lnTo>
                  <a:lnTo>
                    <a:pt x="315131" y="0"/>
                  </a:lnTo>
                  <a:close/>
                </a:path>
              </a:pathLst>
            </a:custGeom>
            <a:solidFill>
              <a:srgbClr val="408D67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2" name="object 432" descr=""/>
          <p:cNvGrpSpPr/>
          <p:nvPr/>
        </p:nvGrpSpPr>
        <p:grpSpPr>
          <a:xfrm>
            <a:off x="12321916" y="4566872"/>
            <a:ext cx="3084830" cy="1603375"/>
            <a:chOff x="12321916" y="4566872"/>
            <a:chExt cx="3084830" cy="1603375"/>
          </a:xfrm>
        </p:grpSpPr>
        <p:sp>
          <p:nvSpPr>
            <p:cNvPr id="433" name="object 433" descr=""/>
            <p:cNvSpPr/>
            <p:nvPr/>
          </p:nvSpPr>
          <p:spPr>
            <a:xfrm>
              <a:off x="12353557" y="4566872"/>
              <a:ext cx="3053080" cy="1603375"/>
            </a:xfrm>
            <a:custGeom>
              <a:avLst/>
              <a:gdLst/>
              <a:ahLst/>
              <a:cxnLst/>
              <a:rect l="l" t="t" r="r" b="b"/>
              <a:pathLst>
                <a:path w="3053080" h="1603375">
                  <a:moveTo>
                    <a:pt x="3003573" y="0"/>
                  </a:moveTo>
                  <a:lnTo>
                    <a:pt x="49003" y="0"/>
                  </a:lnTo>
                  <a:lnTo>
                    <a:pt x="29927" y="3852"/>
                  </a:lnTo>
                  <a:lnTo>
                    <a:pt x="14351" y="14356"/>
                  </a:lnTo>
                  <a:lnTo>
                    <a:pt x="3850" y="29936"/>
                  </a:lnTo>
                  <a:lnTo>
                    <a:pt x="0" y="49014"/>
                  </a:lnTo>
                  <a:lnTo>
                    <a:pt x="0" y="1554235"/>
                  </a:lnTo>
                  <a:lnTo>
                    <a:pt x="3850" y="1573312"/>
                  </a:lnTo>
                  <a:lnTo>
                    <a:pt x="14351" y="1588892"/>
                  </a:lnTo>
                  <a:lnTo>
                    <a:pt x="29927" y="1599397"/>
                  </a:lnTo>
                  <a:lnTo>
                    <a:pt x="49003" y="1603249"/>
                  </a:lnTo>
                  <a:lnTo>
                    <a:pt x="3003573" y="1603249"/>
                  </a:lnTo>
                  <a:lnTo>
                    <a:pt x="3022650" y="1599397"/>
                  </a:lnTo>
                  <a:lnTo>
                    <a:pt x="3038230" y="1588892"/>
                  </a:lnTo>
                  <a:lnTo>
                    <a:pt x="3048735" y="1573312"/>
                  </a:lnTo>
                  <a:lnTo>
                    <a:pt x="3052587" y="1554235"/>
                  </a:lnTo>
                  <a:lnTo>
                    <a:pt x="3052587" y="49014"/>
                  </a:lnTo>
                  <a:lnTo>
                    <a:pt x="3048735" y="29936"/>
                  </a:lnTo>
                  <a:lnTo>
                    <a:pt x="3038230" y="14356"/>
                  </a:lnTo>
                  <a:lnTo>
                    <a:pt x="3022650" y="3852"/>
                  </a:lnTo>
                  <a:lnTo>
                    <a:pt x="3003573" y="0"/>
                  </a:lnTo>
                  <a:close/>
                </a:path>
              </a:pathLst>
            </a:custGeom>
            <a:solidFill>
              <a:srgbClr val="6BC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12321916" y="4566872"/>
              <a:ext cx="3053080" cy="1603375"/>
            </a:xfrm>
            <a:custGeom>
              <a:avLst/>
              <a:gdLst/>
              <a:ahLst/>
              <a:cxnLst/>
              <a:rect l="l" t="t" r="r" b="b"/>
              <a:pathLst>
                <a:path w="3053080" h="1603375">
                  <a:moveTo>
                    <a:pt x="3003573" y="0"/>
                  </a:moveTo>
                  <a:lnTo>
                    <a:pt x="49003" y="0"/>
                  </a:lnTo>
                  <a:lnTo>
                    <a:pt x="29927" y="3852"/>
                  </a:lnTo>
                  <a:lnTo>
                    <a:pt x="14351" y="14356"/>
                  </a:lnTo>
                  <a:lnTo>
                    <a:pt x="3850" y="29936"/>
                  </a:lnTo>
                  <a:lnTo>
                    <a:pt x="0" y="49014"/>
                  </a:lnTo>
                  <a:lnTo>
                    <a:pt x="0" y="1554235"/>
                  </a:lnTo>
                  <a:lnTo>
                    <a:pt x="3850" y="1573312"/>
                  </a:lnTo>
                  <a:lnTo>
                    <a:pt x="14351" y="1588892"/>
                  </a:lnTo>
                  <a:lnTo>
                    <a:pt x="29927" y="1599397"/>
                  </a:lnTo>
                  <a:lnTo>
                    <a:pt x="49003" y="1603249"/>
                  </a:lnTo>
                  <a:lnTo>
                    <a:pt x="3003573" y="1603249"/>
                  </a:lnTo>
                  <a:lnTo>
                    <a:pt x="3022650" y="1599397"/>
                  </a:lnTo>
                  <a:lnTo>
                    <a:pt x="3038230" y="1588892"/>
                  </a:lnTo>
                  <a:lnTo>
                    <a:pt x="3048735" y="1573312"/>
                  </a:lnTo>
                  <a:lnTo>
                    <a:pt x="3052587" y="1554235"/>
                  </a:lnTo>
                  <a:lnTo>
                    <a:pt x="3052587" y="49014"/>
                  </a:lnTo>
                  <a:lnTo>
                    <a:pt x="3048735" y="29936"/>
                  </a:lnTo>
                  <a:lnTo>
                    <a:pt x="3038230" y="14356"/>
                  </a:lnTo>
                  <a:lnTo>
                    <a:pt x="3022650" y="3852"/>
                  </a:lnTo>
                  <a:lnTo>
                    <a:pt x="3003573" y="0"/>
                  </a:lnTo>
                  <a:close/>
                </a:path>
              </a:pathLst>
            </a:custGeom>
            <a:solidFill>
              <a:srgbClr val="26666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5" name="object 435" descr=""/>
          <p:cNvSpPr txBox="1"/>
          <p:nvPr/>
        </p:nvSpPr>
        <p:spPr>
          <a:xfrm>
            <a:off x="624158" y="728636"/>
            <a:ext cx="1936114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Furniture</a:t>
            </a:r>
            <a:r>
              <a:rPr dirty="0" sz="1700" spc="2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-</a:t>
            </a:r>
            <a:r>
              <a:rPr dirty="0" sz="1700" spc="2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Various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6033" y="5184628"/>
            <a:ext cx="1915917" cy="64753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45726" y="4307759"/>
            <a:ext cx="1736151" cy="677759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6721408" y="8177664"/>
            <a:ext cx="2185035" cy="675640"/>
            <a:chOff x="16721408" y="8177664"/>
            <a:chExt cx="2185035" cy="67564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21408" y="8460195"/>
              <a:ext cx="260323" cy="18401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852723" y="8177664"/>
              <a:ext cx="1865630" cy="672465"/>
            </a:xfrm>
            <a:custGeom>
              <a:avLst/>
              <a:gdLst/>
              <a:ahLst/>
              <a:cxnLst/>
              <a:rect l="l" t="t" r="r" b="b"/>
              <a:pathLst>
                <a:path w="1865630" h="672465">
                  <a:moveTo>
                    <a:pt x="245324" y="0"/>
                  </a:moveTo>
                  <a:lnTo>
                    <a:pt x="198634" y="579"/>
                  </a:lnTo>
                  <a:lnTo>
                    <a:pt x="134680" y="4965"/>
                  </a:lnTo>
                  <a:lnTo>
                    <a:pt x="90745" y="31574"/>
                  </a:lnTo>
                  <a:lnTo>
                    <a:pt x="53695" y="73963"/>
                  </a:lnTo>
                  <a:lnTo>
                    <a:pt x="20251" y="147044"/>
                  </a:lnTo>
                  <a:lnTo>
                    <a:pt x="8189" y="198461"/>
                  </a:lnTo>
                  <a:lnTo>
                    <a:pt x="997" y="261592"/>
                  </a:lnTo>
                  <a:lnTo>
                    <a:pt x="0" y="337782"/>
                  </a:lnTo>
                  <a:lnTo>
                    <a:pt x="6518" y="428379"/>
                  </a:lnTo>
                  <a:lnTo>
                    <a:pt x="17782" y="483303"/>
                  </a:lnTo>
                  <a:lnTo>
                    <a:pt x="37472" y="535768"/>
                  </a:lnTo>
                  <a:lnTo>
                    <a:pt x="62452" y="582416"/>
                  </a:lnTo>
                  <a:lnTo>
                    <a:pt x="89585" y="619892"/>
                  </a:lnTo>
                  <a:lnTo>
                    <a:pt x="137760" y="653901"/>
                  </a:lnTo>
                  <a:lnTo>
                    <a:pt x="510247" y="663404"/>
                  </a:lnTo>
                  <a:lnTo>
                    <a:pt x="700021" y="667473"/>
                  </a:lnTo>
                  <a:lnTo>
                    <a:pt x="832107" y="669762"/>
                  </a:lnTo>
                  <a:lnTo>
                    <a:pt x="963261" y="671438"/>
                  </a:lnTo>
                  <a:lnTo>
                    <a:pt x="1027044" y="671973"/>
                  </a:lnTo>
                  <a:lnTo>
                    <a:pt x="1088862" y="672265"/>
                  </a:lnTo>
                  <a:lnTo>
                    <a:pt x="1148137" y="672287"/>
                  </a:lnTo>
                  <a:lnTo>
                    <a:pt x="1204291" y="672008"/>
                  </a:lnTo>
                  <a:lnTo>
                    <a:pt x="1256748" y="671399"/>
                  </a:lnTo>
                  <a:lnTo>
                    <a:pt x="1304929" y="670431"/>
                  </a:lnTo>
                  <a:lnTo>
                    <a:pt x="1455869" y="665489"/>
                  </a:lnTo>
                  <a:lnTo>
                    <a:pt x="1536952" y="663580"/>
                  </a:lnTo>
                  <a:lnTo>
                    <a:pt x="1596498" y="662513"/>
                  </a:lnTo>
                  <a:lnTo>
                    <a:pt x="1639503" y="661455"/>
                  </a:lnTo>
                  <a:lnTo>
                    <a:pt x="1695857" y="656029"/>
                  </a:lnTo>
                  <a:lnTo>
                    <a:pt x="1745963" y="640635"/>
                  </a:lnTo>
                  <a:lnTo>
                    <a:pt x="1782737" y="618553"/>
                  </a:lnTo>
                  <a:lnTo>
                    <a:pt x="1811714" y="584873"/>
                  </a:lnTo>
                  <a:lnTo>
                    <a:pt x="1833621" y="542438"/>
                  </a:lnTo>
                  <a:lnTo>
                    <a:pt x="1849185" y="494093"/>
                  </a:lnTo>
                  <a:lnTo>
                    <a:pt x="1859131" y="442683"/>
                  </a:lnTo>
                  <a:lnTo>
                    <a:pt x="1864187" y="391053"/>
                  </a:lnTo>
                  <a:lnTo>
                    <a:pt x="1865080" y="342046"/>
                  </a:lnTo>
                  <a:lnTo>
                    <a:pt x="1862535" y="298509"/>
                  </a:lnTo>
                  <a:lnTo>
                    <a:pt x="1851380" y="209415"/>
                  </a:lnTo>
                  <a:lnTo>
                    <a:pt x="1838348" y="147164"/>
                  </a:lnTo>
                  <a:lnTo>
                    <a:pt x="1822366" y="105098"/>
                  </a:lnTo>
                  <a:lnTo>
                    <a:pt x="1777248" y="54889"/>
                  </a:lnTo>
                  <a:lnTo>
                    <a:pt x="1727999" y="25819"/>
                  </a:lnTo>
                  <a:lnTo>
                    <a:pt x="1661709" y="14541"/>
                  </a:lnTo>
                  <a:lnTo>
                    <a:pt x="1615961" y="10654"/>
                  </a:lnTo>
                  <a:lnTo>
                    <a:pt x="1563531" y="7790"/>
                  </a:lnTo>
                  <a:lnTo>
                    <a:pt x="1505709" y="5839"/>
                  </a:lnTo>
                  <a:lnTo>
                    <a:pt x="1443783" y="4691"/>
                  </a:lnTo>
                  <a:lnTo>
                    <a:pt x="1379045" y="4238"/>
                  </a:lnTo>
                  <a:lnTo>
                    <a:pt x="1312782" y="4370"/>
                  </a:lnTo>
                  <a:lnTo>
                    <a:pt x="1246285" y="4978"/>
                  </a:lnTo>
                  <a:lnTo>
                    <a:pt x="1180844" y="5953"/>
                  </a:lnTo>
                  <a:lnTo>
                    <a:pt x="1117748" y="7186"/>
                  </a:lnTo>
                  <a:lnTo>
                    <a:pt x="1003748" y="9986"/>
                  </a:lnTo>
                  <a:lnTo>
                    <a:pt x="882575" y="13387"/>
                  </a:lnTo>
                  <a:lnTo>
                    <a:pt x="846451" y="13722"/>
                  </a:lnTo>
                  <a:lnTo>
                    <a:pt x="800863" y="13248"/>
                  </a:lnTo>
                  <a:lnTo>
                    <a:pt x="747513" y="12131"/>
                  </a:lnTo>
                  <a:lnTo>
                    <a:pt x="624328" y="8632"/>
                  </a:lnTo>
                  <a:lnTo>
                    <a:pt x="490499" y="4557"/>
                  </a:lnTo>
                  <a:lnTo>
                    <a:pt x="423844" y="2719"/>
                  </a:lnTo>
                  <a:lnTo>
                    <a:pt x="359630" y="1236"/>
                  </a:lnTo>
                  <a:lnTo>
                    <a:pt x="299556" y="274"/>
                  </a:lnTo>
                  <a:lnTo>
                    <a:pt x="24532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037330" y="8180305"/>
              <a:ext cx="1348105" cy="673100"/>
            </a:xfrm>
            <a:custGeom>
              <a:avLst/>
              <a:gdLst/>
              <a:ahLst/>
              <a:cxnLst/>
              <a:rect l="l" t="t" r="r" b="b"/>
              <a:pathLst>
                <a:path w="1348105" h="673100">
                  <a:moveTo>
                    <a:pt x="255790" y="648779"/>
                  </a:moveTo>
                  <a:lnTo>
                    <a:pt x="220281" y="572414"/>
                  </a:lnTo>
                  <a:lnTo>
                    <a:pt x="200914" y="527113"/>
                  </a:lnTo>
                  <a:lnTo>
                    <a:pt x="183019" y="481241"/>
                  </a:lnTo>
                  <a:lnTo>
                    <a:pt x="167005" y="434759"/>
                  </a:lnTo>
                  <a:lnTo>
                    <a:pt x="153225" y="387578"/>
                  </a:lnTo>
                  <a:lnTo>
                    <a:pt x="142100" y="339636"/>
                  </a:lnTo>
                  <a:lnTo>
                    <a:pt x="134035" y="289699"/>
                  </a:lnTo>
                  <a:lnTo>
                    <a:pt x="129082" y="237299"/>
                  </a:lnTo>
                  <a:lnTo>
                    <a:pt x="127177" y="184035"/>
                  </a:lnTo>
                  <a:lnTo>
                    <a:pt x="128282" y="131508"/>
                  </a:lnTo>
                  <a:lnTo>
                    <a:pt x="132549" y="84035"/>
                  </a:lnTo>
                  <a:lnTo>
                    <a:pt x="140093" y="34201"/>
                  </a:lnTo>
                  <a:lnTo>
                    <a:pt x="146951" y="63"/>
                  </a:lnTo>
                  <a:lnTo>
                    <a:pt x="138912" y="0"/>
                  </a:lnTo>
                  <a:lnTo>
                    <a:pt x="59601" y="977"/>
                  </a:lnTo>
                  <a:lnTo>
                    <a:pt x="16624" y="3213"/>
                  </a:lnTo>
                  <a:lnTo>
                    <a:pt x="7264" y="62712"/>
                  </a:lnTo>
                  <a:lnTo>
                    <a:pt x="2311" y="113449"/>
                  </a:lnTo>
                  <a:lnTo>
                    <a:pt x="0" y="164376"/>
                  </a:lnTo>
                  <a:lnTo>
                    <a:pt x="342" y="215252"/>
                  </a:lnTo>
                  <a:lnTo>
                    <a:pt x="3505" y="265518"/>
                  </a:lnTo>
                  <a:lnTo>
                    <a:pt x="9499" y="315125"/>
                  </a:lnTo>
                  <a:lnTo>
                    <a:pt x="18135" y="364083"/>
                  </a:lnTo>
                  <a:lnTo>
                    <a:pt x="29248" y="412445"/>
                  </a:lnTo>
                  <a:lnTo>
                    <a:pt x="42633" y="460260"/>
                  </a:lnTo>
                  <a:lnTo>
                    <a:pt x="58115" y="507568"/>
                  </a:lnTo>
                  <a:lnTo>
                    <a:pt x="75526" y="554418"/>
                  </a:lnTo>
                  <a:lnTo>
                    <a:pt x="94653" y="600862"/>
                  </a:lnTo>
                  <a:lnTo>
                    <a:pt x="111861" y="640308"/>
                  </a:lnTo>
                  <a:lnTo>
                    <a:pt x="255790" y="648779"/>
                  </a:lnTo>
                  <a:close/>
                </a:path>
                <a:path w="1348105" h="673100">
                  <a:moveTo>
                    <a:pt x="600011" y="664845"/>
                  </a:moveTo>
                  <a:lnTo>
                    <a:pt x="569683" y="614286"/>
                  </a:lnTo>
                  <a:lnTo>
                    <a:pt x="531787" y="542467"/>
                  </a:lnTo>
                  <a:lnTo>
                    <a:pt x="509117" y="492556"/>
                  </a:lnTo>
                  <a:lnTo>
                    <a:pt x="489673" y="441109"/>
                  </a:lnTo>
                  <a:lnTo>
                    <a:pt x="474052" y="387591"/>
                  </a:lnTo>
                  <a:lnTo>
                    <a:pt x="464388" y="338797"/>
                  </a:lnTo>
                  <a:lnTo>
                    <a:pt x="458419" y="287235"/>
                  </a:lnTo>
                  <a:lnTo>
                    <a:pt x="456260" y="235546"/>
                  </a:lnTo>
                  <a:lnTo>
                    <a:pt x="458063" y="186397"/>
                  </a:lnTo>
                  <a:lnTo>
                    <a:pt x="464883" y="131762"/>
                  </a:lnTo>
                  <a:lnTo>
                    <a:pt x="476097" y="77838"/>
                  </a:lnTo>
                  <a:lnTo>
                    <a:pt x="487705" y="37934"/>
                  </a:lnTo>
                  <a:lnTo>
                    <a:pt x="487819" y="37249"/>
                  </a:lnTo>
                  <a:lnTo>
                    <a:pt x="501421" y="7645"/>
                  </a:lnTo>
                  <a:lnTo>
                    <a:pt x="367220" y="4254"/>
                  </a:lnTo>
                  <a:lnTo>
                    <a:pt x="352450" y="50342"/>
                  </a:lnTo>
                  <a:lnTo>
                    <a:pt x="341655" y="99720"/>
                  </a:lnTo>
                  <a:lnTo>
                    <a:pt x="334581" y="149504"/>
                  </a:lnTo>
                  <a:lnTo>
                    <a:pt x="330466" y="201726"/>
                  </a:lnTo>
                  <a:lnTo>
                    <a:pt x="329780" y="253720"/>
                  </a:lnTo>
                  <a:lnTo>
                    <a:pt x="332486" y="305511"/>
                  </a:lnTo>
                  <a:lnTo>
                    <a:pt x="338556" y="357149"/>
                  </a:lnTo>
                  <a:lnTo>
                    <a:pt x="347954" y="408673"/>
                  </a:lnTo>
                  <a:lnTo>
                    <a:pt x="360807" y="458635"/>
                  </a:lnTo>
                  <a:lnTo>
                    <a:pt x="377202" y="507403"/>
                  </a:lnTo>
                  <a:lnTo>
                    <a:pt x="396544" y="555104"/>
                  </a:lnTo>
                  <a:lnTo>
                    <a:pt x="418198" y="601865"/>
                  </a:lnTo>
                  <a:lnTo>
                    <a:pt x="441579" y="647852"/>
                  </a:lnTo>
                  <a:lnTo>
                    <a:pt x="446887" y="657733"/>
                  </a:lnTo>
                  <a:lnTo>
                    <a:pt x="600011" y="664845"/>
                  </a:lnTo>
                  <a:close/>
                </a:path>
                <a:path w="1348105" h="673100">
                  <a:moveTo>
                    <a:pt x="983894" y="672706"/>
                  </a:moveTo>
                  <a:lnTo>
                    <a:pt x="977506" y="650900"/>
                  </a:lnTo>
                  <a:lnTo>
                    <a:pt x="966622" y="625309"/>
                  </a:lnTo>
                  <a:lnTo>
                    <a:pt x="954112" y="600354"/>
                  </a:lnTo>
                  <a:lnTo>
                    <a:pt x="941565" y="576173"/>
                  </a:lnTo>
                  <a:lnTo>
                    <a:pt x="930948" y="555117"/>
                  </a:lnTo>
                  <a:lnTo>
                    <a:pt x="912495" y="514845"/>
                  </a:lnTo>
                  <a:lnTo>
                    <a:pt x="891540" y="449021"/>
                  </a:lnTo>
                  <a:lnTo>
                    <a:pt x="883551" y="405587"/>
                  </a:lnTo>
                  <a:lnTo>
                    <a:pt x="879602" y="361073"/>
                  </a:lnTo>
                  <a:lnTo>
                    <a:pt x="879157" y="314502"/>
                  </a:lnTo>
                  <a:lnTo>
                    <a:pt x="882015" y="270522"/>
                  </a:lnTo>
                  <a:lnTo>
                    <a:pt x="888136" y="224840"/>
                  </a:lnTo>
                  <a:lnTo>
                    <a:pt x="896950" y="178600"/>
                  </a:lnTo>
                  <a:lnTo>
                    <a:pt x="907910" y="132956"/>
                  </a:lnTo>
                  <a:lnTo>
                    <a:pt x="918552" y="95237"/>
                  </a:lnTo>
                  <a:lnTo>
                    <a:pt x="928827" y="62585"/>
                  </a:lnTo>
                  <a:lnTo>
                    <a:pt x="933907" y="47599"/>
                  </a:lnTo>
                  <a:lnTo>
                    <a:pt x="950556" y="7569"/>
                  </a:lnTo>
                  <a:lnTo>
                    <a:pt x="952487" y="4419"/>
                  </a:lnTo>
                  <a:lnTo>
                    <a:pt x="813066" y="7886"/>
                  </a:lnTo>
                  <a:lnTo>
                    <a:pt x="789038" y="85737"/>
                  </a:lnTo>
                  <a:lnTo>
                    <a:pt x="774992" y="140271"/>
                  </a:lnTo>
                  <a:lnTo>
                    <a:pt x="764108" y="195376"/>
                  </a:lnTo>
                  <a:lnTo>
                    <a:pt x="756462" y="251015"/>
                  </a:lnTo>
                  <a:lnTo>
                    <a:pt x="752144" y="307162"/>
                  </a:lnTo>
                  <a:lnTo>
                    <a:pt x="751878" y="362254"/>
                  </a:lnTo>
                  <a:lnTo>
                    <a:pt x="756285" y="417347"/>
                  </a:lnTo>
                  <a:lnTo>
                    <a:pt x="765606" y="471817"/>
                  </a:lnTo>
                  <a:lnTo>
                    <a:pt x="780059" y="524992"/>
                  </a:lnTo>
                  <a:lnTo>
                    <a:pt x="800709" y="577634"/>
                  </a:lnTo>
                  <a:lnTo>
                    <a:pt x="825271" y="628611"/>
                  </a:lnTo>
                  <a:lnTo>
                    <a:pt x="837653" y="654304"/>
                  </a:lnTo>
                  <a:lnTo>
                    <a:pt x="845680" y="672033"/>
                  </a:lnTo>
                  <a:lnTo>
                    <a:pt x="959065" y="672922"/>
                  </a:lnTo>
                  <a:lnTo>
                    <a:pt x="983894" y="672706"/>
                  </a:lnTo>
                  <a:close/>
                </a:path>
                <a:path w="1348105" h="673100">
                  <a:moveTo>
                    <a:pt x="1347914" y="647522"/>
                  </a:moveTo>
                  <a:lnTo>
                    <a:pt x="1345145" y="626567"/>
                  </a:lnTo>
                  <a:lnTo>
                    <a:pt x="1328902" y="581291"/>
                  </a:lnTo>
                  <a:lnTo>
                    <a:pt x="1314881" y="535965"/>
                  </a:lnTo>
                  <a:lnTo>
                    <a:pt x="1303070" y="490461"/>
                  </a:lnTo>
                  <a:lnTo>
                    <a:pt x="1293431" y="444614"/>
                  </a:lnTo>
                  <a:lnTo>
                    <a:pt x="1285963" y="398272"/>
                  </a:lnTo>
                  <a:lnTo>
                    <a:pt x="1280617" y="351307"/>
                  </a:lnTo>
                  <a:lnTo>
                    <a:pt x="1277378" y="303530"/>
                  </a:lnTo>
                  <a:lnTo>
                    <a:pt x="1276375" y="255778"/>
                  </a:lnTo>
                  <a:lnTo>
                    <a:pt x="1277632" y="208673"/>
                  </a:lnTo>
                  <a:lnTo>
                    <a:pt x="1281087" y="162001"/>
                  </a:lnTo>
                  <a:lnTo>
                    <a:pt x="1286624" y="115582"/>
                  </a:lnTo>
                  <a:lnTo>
                    <a:pt x="1294155" y="69176"/>
                  </a:lnTo>
                  <a:lnTo>
                    <a:pt x="1303566" y="22606"/>
                  </a:lnTo>
                  <a:lnTo>
                    <a:pt x="1308252" y="2971"/>
                  </a:lnTo>
                  <a:lnTo>
                    <a:pt x="1259166" y="2057"/>
                  </a:lnTo>
                  <a:lnTo>
                    <a:pt x="1198841" y="1638"/>
                  </a:lnTo>
                  <a:lnTo>
                    <a:pt x="1187081" y="53517"/>
                  </a:lnTo>
                  <a:lnTo>
                    <a:pt x="1178471" y="104025"/>
                  </a:lnTo>
                  <a:lnTo>
                    <a:pt x="1172413" y="155028"/>
                  </a:lnTo>
                  <a:lnTo>
                    <a:pt x="1168857" y="206400"/>
                  </a:lnTo>
                  <a:lnTo>
                    <a:pt x="1167765" y="257962"/>
                  </a:lnTo>
                  <a:lnTo>
                    <a:pt x="1169073" y="309575"/>
                  </a:lnTo>
                  <a:lnTo>
                    <a:pt x="1172768" y="361099"/>
                  </a:lnTo>
                  <a:lnTo>
                    <a:pt x="1178801" y="412381"/>
                  </a:lnTo>
                  <a:lnTo>
                    <a:pt x="1187107" y="463270"/>
                  </a:lnTo>
                  <a:lnTo>
                    <a:pt x="1197673" y="513626"/>
                  </a:lnTo>
                  <a:lnTo>
                    <a:pt x="1210437" y="563283"/>
                  </a:lnTo>
                  <a:lnTo>
                    <a:pt x="1225359" y="612101"/>
                  </a:lnTo>
                  <a:lnTo>
                    <a:pt x="1242402" y="659942"/>
                  </a:lnTo>
                  <a:lnTo>
                    <a:pt x="1243698" y="662101"/>
                  </a:lnTo>
                  <a:lnTo>
                    <a:pt x="1282141" y="660971"/>
                  </a:lnTo>
                  <a:lnTo>
                    <a:pt x="1333207" y="661035"/>
                  </a:lnTo>
                  <a:lnTo>
                    <a:pt x="1343672" y="661339"/>
                  </a:lnTo>
                  <a:lnTo>
                    <a:pt x="1343787" y="660971"/>
                  </a:lnTo>
                  <a:lnTo>
                    <a:pt x="1347914" y="647522"/>
                  </a:lnTo>
                  <a:close/>
                </a:path>
              </a:pathLst>
            </a:custGeom>
            <a:solidFill>
              <a:srgbClr val="C8D6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8462291" y="8194151"/>
              <a:ext cx="255904" cy="637540"/>
            </a:xfrm>
            <a:custGeom>
              <a:avLst/>
              <a:gdLst/>
              <a:ahLst/>
              <a:cxnLst/>
              <a:rect l="l" t="t" r="r" b="b"/>
              <a:pathLst>
                <a:path w="255905" h="637540">
                  <a:moveTo>
                    <a:pt x="68836" y="0"/>
                  </a:moveTo>
                  <a:lnTo>
                    <a:pt x="50892" y="42121"/>
                  </a:lnTo>
                  <a:lnTo>
                    <a:pt x="35535" y="88773"/>
                  </a:lnTo>
                  <a:lnTo>
                    <a:pt x="22836" y="138954"/>
                  </a:lnTo>
                  <a:lnTo>
                    <a:pt x="12864" y="191663"/>
                  </a:lnTo>
                  <a:lnTo>
                    <a:pt x="5687" y="245897"/>
                  </a:lnTo>
                  <a:lnTo>
                    <a:pt x="1376" y="300656"/>
                  </a:lnTo>
                  <a:lnTo>
                    <a:pt x="0" y="354936"/>
                  </a:lnTo>
                  <a:lnTo>
                    <a:pt x="1627" y="407737"/>
                  </a:lnTo>
                  <a:lnTo>
                    <a:pt x="6327" y="458057"/>
                  </a:lnTo>
                  <a:lnTo>
                    <a:pt x="14171" y="504894"/>
                  </a:lnTo>
                  <a:lnTo>
                    <a:pt x="25226" y="547245"/>
                  </a:lnTo>
                  <a:lnTo>
                    <a:pt x="39562" y="584110"/>
                  </a:lnTo>
                  <a:lnTo>
                    <a:pt x="78354" y="637373"/>
                  </a:lnTo>
                  <a:lnTo>
                    <a:pt x="92032" y="636222"/>
                  </a:lnTo>
                  <a:lnTo>
                    <a:pt x="136395" y="624148"/>
                  </a:lnTo>
                  <a:lnTo>
                    <a:pt x="173169" y="602067"/>
                  </a:lnTo>
                  <a:lnTo>
                    <a:pt x="202146" y="568386"/>
                  </a:lnTo>
                  <a:lnTo>
                    <a:pt x="224053" y="525952"/>
                  </a:lnTo>
                  <a:lnTo>
                    <a:pt x="239617" y="477607"/>
                  </a:lnTo>
                  <a:lnTo>
                    <a:pt x="249563" y="426197"/>
                  </a:lnTo>
                  <a:lnTo>
                    <a:pt x="254619" y="374566"/>
                  </a:lnTo>
                  <a:lnTo>
                    <a:pt x="255511" y="325560"/>
                  </a:lnTo>
                  <a:lnTo>
                    <a:pt x="252967" y="282022"/>
                  </a:lnTo>
                  <a:lnTo>
                    <a:pt x="241812" y="192928"/>
                  </a:lnTo>
                  <a:lnTo>
                    <a:pt x="228780" y="130678"/>
                  </a:lnTo>
                  <a:lnTo>
                    <a:pt x="212798" y="88612"/>
                  </a:lnTo>
                  <a:lnTo>
                    <a:pt x="167680" y="38402"/>
                  </a:lnTo>
                  <a:lnTo>
                    <a:pt x="126054" y="11863"/>
                  </a:lnTo>
                  <a:lnTo>
                    <a:pt x="68836" y="0"/>
                  </a:lnTo>
                  <a:close/>
                </a:path>
              </a:pathLst>
            </a:custGeom>
            <a:solidFill>
              <a:srgbClr val="68C5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45860" y="8460195"/>
              <a:ext cx="260323" cy="184011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13846378" y="6427190"/>
            <a:ext cx="410845" cy="440055"/>
          </a:xfrm>
          <a:custGeom>
            <a:avLst/>
            <a:gdLst/>
            <a:ahLst/>
            <a:cxnLst/>
            <a:rect l="l" t="t" r="r" b="b"/>
            <a:pathLst>
              <a:path w="410844" h="440054">
                <a:moveTo>
                  <a:pt x="44092" y="0"/>
                </a:moveTo>
                <a:lnTo>
                  <a:pt x="27966" y="136"/>
                </a:lnTo>
                <a:lnTo>
                  <a:pt x="0" y="2248"/>
                </a:lnTo>
                <a:lnTo>
                  <a:pt x="59872" y="85251"/>
                </a:lnTo>
                <a:lnTo>
                  <a:pt x="186486" y="178724"/>
                </a:lnTo>
                <a:lnTo>
                  <a:pt x="366501" y="439470"/>
                </a:lnTo>
                <a:lnTo>
                  <a:pt x="410814" y="439470"/>
                </a:lnTo>
                <a:lnTo>
                  <a:pt x="410814" y="340206"/>
                </a:lnTo>
                <a:lnTo>
                  <a:pt x="407212" y="312959"/>
                </a:lnTo>
                <a:lnTo>
                  <a:pt x="396974" y="292595"/>
                </a:lnTo>
                <a:lnTo>
                  <a:pt x="380953" y="278380"/>
                </a:lnTo>
                <a:lnTo>
                  <a:pt x="359999" y="269580"/>
                </a:lnTo>
                <a:lnTo>
                  <a:pt x="338911" y="256590"/>
                </a:lnTo>
                <a:lnTo>
                  <a:pt x="320478" y="232750"/>
                </a:lnTo>
                <a:lnTo>
                  <a:pt x="302565" y="201742"/>
                </a:lnTo>
                <a:lnTo>
                  <a:pt x="283038" y="167248"/>
                </a:lnTo>
                <a:lnTo>
                  <a:pt x="246613" y="131509"/>
                </a:lnTo>
                <a:lnTo>
                  <a:pt x="202560" y="114699"/>
                </a:lnTo>
                <a:lnTo>
                  <a:pt x="162977" y="109776"/>
                </a:lnTo>
                <a:lnTo>
                  <a:pt x="139964" y="109700"/>
                </a:lnTo>
                <a:lnTo>
                  <a:pt x="127514" y="96568"/>
                </a:lnTo>
                <a:lnTo>
                  <a:pt x="111240" y="66181"/>
                </a:lnTo>
                <a:lnTo>
                  <a:pt x="90666" y="32051"/>
                </a:lnTo>
                <a:lnTo>
                  <a:pt x="65317" y="7693"/>
                </a:lnTo>
                <a:lnTo>
                  <a:pt x="54501" y="2348"/>
                </a:lnTo>
                <a:lnTo>
                  <a:pt x="44092" y="0"/>
                </a:lnTo>
                <a:close/>
              </a:path>
            </a:pathLst>
          </a:custGeom>
          <a:solidFill>
            <a:srgbClr val="1A20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4115158" y="9694850"/>
            <a:ext cx="107950" cy="149225"/>
          </a:xfrm>
          <a:custGeom>
            <a:avLst/>
            <a:gdLst/>
            <a:ahLst/>
            <a:cxnLst/>
            <a:rect l="l" t="t" r="r" b="b"/>
            <a:pathLst>
              <a:path w="107950" h="149225">
                <a:moveTo>
                  <a:pt x="107682" y="0"/>
                </a:moveTo>
                <a:lnTo>
                  <a:pt x="0" y="0"/>
                </a:lnTo>
                <a:lnTo>
                  <a:pt x="21517" y="148854"/>
                </a:lnTo>
                <a:lnTo>
                  <a:pt x="76416" y="148854"/>
                </a:lnTo>
                <a:lnTo>
                  <a:pt x="107682" y="0"/>
                </a:lnTo>
                <a:close/>
              </a:path>
            </a:pathLst>
          </a:custGeom>
          <a:solidFill>
            <a:srgbClr val="25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5558072" y="10231779"/>
            <a:ext cx="107950" cy="133350"/>
          </a:xfrm>
          <a:custGeom>
            <a:avLst/>
            <a:gdLst/>
            <a:ahLst/>
            <a:cxnLst/>
            <a:rect l="l" t="t" r="r" b="b"/>
            <a:pathLst>
              <a:path w="107950" h="133350">
                <a:moveTo>
                  <a:pt x="107682" y="0"/>
                </a:moveTo>
                <a:lnTo>
                  <a:pt x="0" y="0"/>
                </a:lnTo>
                <a:lnTo>
                  <a:pt x="41956" y="132906"/>
                </a:lnTo>
                <a:lnTo>
                  <a:pt x="96855" y="132906"/>
                </a:lnTo>
                <a:lnTo>
                  <a:pt x="107682" y="0"/>
                </a:lnTo>
                <a:close/>
              </a:path>
            </a:pathLst>
          </a:custGeom>
          <a:solidFill>
            <a:srgbClr val="25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5022599" y="9694850"/>
            <a:ext cx="107950" cy="149225"/>
          </a:xfrm>
          <a:custGeom>
            <a:avLst/>
            <a:gdLst/>
            <a:ahLst/>
            <a:cxnLst/>
            <a:rect l="l" t="t" r="r" b="b"/>
            <a:pathLst>
              <a:path w="107950" h="149225">
                <a:moveTo>
                  <a:pt x="107682" y="0"/>
                </a:moveTo>
                <a:lnTo>
                  <a:pt x="0" y="0"/>
                </a:lnTo>
                <a:lnTo>
                  <a:pt x="21517" y="148854"/>
                </a:lnTo>
                <a:lnTo>
                  <a:pt x="76416" y="148854"/>
                </a:lnTo>
                <a:lnTo>
                  <a:pt x="107682" y="0"/>
                </a:lnTo>
                <a:close/>
              </a:path>
            </a:pathLst>
          </a:custGeom>
          <a:solidFill>
            <a:srgbClr val="1A204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13492210" y="6742232"/>
            <a:ext cx="738505" cy="3018790"/>
            <a:chOff x="13492210" y="6742232"/>
            <a:chExt cx="738505" cy="3018790"/>
          </a:xfrm>
        </p:grpSpPr>
        <p:sp>
          <p:nvSpPr>
            <p:cNvPr id="15" name="object 15" descr=""/>
            <p:cNvSpPr/>
            <p:nvPr/>
          </p:nvSpPr>
          <p:spPr>
            <a:xfrm>
              <a:off x="13492210" y="6742232"/>
              <a:ext cx="738505" cy="3018790"/>
            </a:xfrm>
            <a:custGeom>
              <a:avLst/>
              <a:gdLst/>
              <a:ahLst/>
              <a:cxnLst/>
              <a:rect l="l" t="t" r="r" b="b"/>
              <a:pathLst>
                <a:path w="738505" h="3018790">
                  <a:moveTo>
                    <a:pt x="0" y="0"/>
                  </a:moveTo>
                  <a:lnTo>
                    <a:pt x="30595" y="2727937"/>
                  </a:lnTo>
                  <a:lnTo>
                    <a:pt x="720344" y="3018347"/>
                  </a:lnTo>
                  <a:lnTo>
                    <a:pt x="736043" y="470100"/>
                  </a:lnTo>
                  <a:lnTo>
                    <a:pt x="573605" y="470100"/>
                  </a:lnTo>
                  <a:lnTo>
                    <a:pt x="79201" y="354093"/>
                  </a:lnTo>
                  <a:lnTo>
                    <a:pt x="79201" y="313236"/>
                  </a:lnTo>
                  <a:lnTo>
                    <a:pt x="281216" y="313236"/>
                  </a:lnTo>
                  <a:lnTo>
                    <a:pt x="222736" y="300975"/>
                  </a:lnTo>
                  <a:lnTo>
                    <a:pt x="222736" y="289970"/>
                  </a:lnTo>
                  <a:lnTo>
                    <a:pt x="137681" y="289970"/>
                  </a:lnTo>
                  <a:lnTo>
                    <a:pt x="84772" y="277782"/>
                  </a:lnTo>
                  <a:lnTo>
                    <a:pt x="76992" y="88395"/>
                  </a:lnTo>
                  <a:lnTo>
                    <a:pt x="712059" y="88395"/>
                  </a:lnTo>
                  <a:lnTo>
                    <a:pt x="0" y="0"/>
                  </a:lnTo>
                  <a:close/>
                </a:path>
                <a:path w="738505" h="3018790">
                  <a:moveTo>
                    <a:pt x="738269" y="108823"/>
                  </a:moveTo>
                  <a:lnTo>
                    <a:pt x="222736" y="108823"/>
                  </a:lnTo>
                  <a:lnTo>
                    <a:pt x="281216" y="122833"/>
                  </a:lnTo>
                  <a:lnTo>
                    <a:pt x="281216" y="313236"/>
                  </a:lnTo>
                  <a:lnTo>
                    <a:pt x="79201" y="313236"/>
                  </a:lnTo>
                  <a:lnTo>
                    <a:pt x="573605" y="423589"/>
                  </a:lnTo>
                  <a:lnTo>
                    <a:pt x="573605" y="470100"/>
                  </a:lnTo>
                  <a:lnTo>
                    <a:pt x="736043" y="470100"/>
                  </a:lnTo>
                  <a:lnTo>
                    <a:pt x="736758" y="354093"/>
                  </a:lnTo>
                  <a:lnTo>
                    <a:pt x="573605" y="354093"/>
                  </a:lnTo>
                  <a:lnTo>
                    <a:pt x="509816" y="341832"/>
                  </a:lnTo>
                  <a:lnTo>
                    <a:pt x="509816" y="337759"/>
                  </a:lnTo>
                  <a:lnTo>
                    <a:pt x="430070" y="337759"/>
                  </a:lnTo>
                  <a:lnTo>
                    <a:pt x="366271" y="325497"/>
                  </a:lnTo>
                  <a:lnTo>
                    <a:pt x="366271" y="133357"/>
                  </a:lnTo>
                  <a:lnTo>
                    <a:pt x="738118" y="133357"/>
                  </a:lnTo>
                  <a:lnTo>
                    <a:pt x="738269" y="108823"/>
                  </a:lnTo>
                  <a:close/>
                </a:path>
                <a:path w="738505" h="3018790">
                  <a:moveTo>
                    <a:pt x="738017" y="149723"/>
                  </a:moveTo>
                  <a:lnTo>
                    <a:pt x="509816" y="149723"/>
                  </a:lnTo>
                  <a:lnTo>
                    <a:pt x="573605" y="163691"/>
                  </a:lnTo>
                  <a:lnTo>
                    <a:pt x="573605" y="354093"/>
                  </a:lnTo>
                  <a:lnTo>
                    <a:pt x="736758" y="354093"/>
                  </a:lnTo>
                  <a:lnTo>
                    <a:pt x="738017" y="149723"/>
                  </a:lnTo>
                  <a:close/>
                </a:path>
                <a:path w="738505" h="3018790">
                  <a:moveTo>
                    <a:pt x="738118" y="133357"/>
                  </a:moveTo>
                  <a:lnTo>
                    <a:pt x="366271" y="133357"/>
                  </a:lnTo>
                  <a:lnTo>
                    <a:pt x="430070" y="147367"/>
                  </a:lnTo>
                  <a:lnTo>
                    <a:pt x="430070" y="337759"/>
                  </a:lnTo>
                  <a:lnTo>
                    <a:pt x="509816" y="337759"/>
                  </a:lnTo>
                  <a:lnTo>
                    <a:pt x="509816" y="149723"/>
                  </a:lnTo>
                  <a:lnTo>
                    <a:pt x="738017" y="149723"/>
                  </a:lnTo>
                  <a:lnTo>
                    <a:pt x="738118" y="133357"/>
                  </a:lnTo>
                  <a:close/>
                </a:path>
                <a:path w="738505" h="3018790">
                  <a:moveTo>
                    <a:pt x="712059" y="88395"/>
                  </a:moveTo>
                  <a:lnTo>
                    <a:pt x="76992" y="88395"/>
                  </a:lnTo>
                  <a:lnTo>
                    <a:pt x="137681" y="99976"/>
                  </a:lnTo>
                  <a:lnTo>
                    <a:pt x="137681" y="289970"/>
                  </a:lnTo>
                  <a:lnTo>
                    <a:pt x="222736" y="289970"/>
                  </a:lnTo>
                  <a:lnTo>
                    <a:pt x="222736" y="108823"/>
                  </a:lnTo>
                  <a:lnTo>
                    <a:pt x="738269" y="108823"/>
                  </a:lnTo>
                  <a:lnTo>
                    <a:pt x="738375" y="91662"/>
                  </a:lnTo>
                  <a:lnTo>
                    <a:pt x="712059" y="88395"/>
                  </a:lnTo>
                  <a:close/>
                </a:path>
              </a:pathLst>
            </a:custGeom>
            <a:solidFill>
              <a:srgbClr val="252C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680807" y="7358393"/>
              <a:ext cx="60960" cy="118110"/>
            </a:xfrm>
            <a:custGeom>
              <a:avLst/>
              <a:gdLst/>
              <a:ahLst/>
              <a:cxnLst/>
              <a:rect l="l" t="t" r="r" b="b"/>
              <a:pathLst>
                <a:path w="60959" h="118109">
                  <a:moveTo>
                    <a:pt x="11354" y="0"/>
                  </a:moveTo>
                  <a:lnTo>
                    <a:pt x="0" y="5541"/>
                  </a:lnTo>
                  <a:lnTo>
                    <a:pt x="9651" y="38214"/>
                  </a:lnTo>
                  <a:lnTo>
                    <a:pt x="32400" y="81264"/>
                  </a:lnTo>
                  <a:lnTo>
                    <a:pt x="60337" y="117933"/>
                  </a:lnTo>
                  <a:lnTo>
                    <a:pt x="57274" y="102058"/>
                  </a:lnTo>
                  <a:lnTo>
                    <a:pt x="48089" y="65771"/>
                  </a:lnTo>
                  <a:lnTo>
                    <a:pt x="32781" y="26082"/>
                  </a:lnTo>
                  <a:lnTo>
                    <a:pt x="11354" y="0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70174" y="7339483"/>
              <a:ext cx="137887" cy="16865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35289" y="7499673"/>
              <a:ext cx="95875" cy="113625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620433" y="7533773"/>
              <a:ext cx="501650" cy="603885"/>
            </a:xfrm>
            <a:custGeom>
              <a:avLst/>
              <a:gdLst/>
              <a:ahLst/>
              <a:cxnLst/>
              <a:rect l="l" t="t" r="r" b="b"/>
              <a:pathLst>
                <a:path w="501650" h="603884">
                  <a:moveTo>
                    <a:pt x="80022" y="397484"/>
                  </a:moveTo>
                  <a:lnTo>
                    <a:pt x="58026" y="416737"/>
                  </a:lnTo>
                  <a:lnTo>
                    <a:pt x="38061" y="445135"/>
                  </a:lnTo>
                  <a:lnTo>
                    <a:pt x="29032" y="466813"/>
                  </a:lnTo>
                  <a:lnTo>
                    <a:pt x="39839" y="465912"/>
                  </a:lnTo>
                  <a:lnTo>
                    <a:pt x="59436" y="445389"/>
                  </a:lnTo>
                  <a:lnTo>
                    <a:pt x="71780" y="422960"/>
                  </a:lnTo>
                  <a:lnTo>
                    <a:pt x="78181" y="404901"/>
                  </a:lnTo>
                  <a:lnTo>
                    <a:pt x="80022" y="397484"/>
                  </a:lnTo>
                  <a:close/>
                </a:path>
                <a:path w="501650" h="603884">
                  <a:moveTo>
                    <a:pt x="85394" y="371970"/>
                  </a:moveTo>
                  <a:lnTo>
                    <a:pt x="56426" y="356565"/>
                  </a:lnTo>
                  <a:lnTo>
                    <a:pt x="23202" y="343877"/>
                  </a:lnTo>
                  <a:lnTo>
                    <a:pt x="0" y="339521"/>
                  </a:lnTo>
                  <a:lnTo>
                    <a:pt x="1054" y="349123"/>
                  </a:lnTo>
                  <a:lnTo>
                    <a:pt x="24320" y="363067"/>
                  </a:lnTo>
                  <a:lnTo>
                    <a:pt x="52197" y="369760"/>
                  </a:lnTo>
                  <a:lnTo>
                    <a:pt x="75577" y="371856"/>
                  </a:lnTo>
                  <a:lnTo>
                    <a:pt x="85394" y="371970"/>
                  </a:lnTo>
                  <a:close/>
                </a:path>
                <a:path w="501650" h="603884">
                  <a:moveTo>
                    <a:pt x="115011" y="296786"/>
                  </a:moveTo>
                  <a:lnTo>
                    <a:pt x="114109" y="254254"/>
                  </a:lnTo>
                  <a:lnTo>
                    <a:pt x="102831" y="222440"/>
                  </a:lnTo>
                  <a:lnTo>
                    <a:pt x="90271" y="223786"/>
                  </a:lnTo>
                  <a:lnTo>
                    <a:pt x="88239" y="257797"/>
                  </a:lnTo>
                  <a:lnTo>
                    <a:pt x="94983" y="306019"/>
                  </a:lnTo>
                  <a:lnTo>
                    <a:pt x="108775" y="350012"/>
                  </a:lnTo>
                  <a:lnTo>
                    <a:pt x="111302" y="334035"/>
                  </a:lnTo>
                  <a:lnTo>
                    <a:pt x="115011" y="296786"/>
                  </a:lnTo>
                  <a:close/>
                </a:path>
                <a:path w="501650" h="603884">
                  <a:moveTo>
                    <a:pt x="132956" y="506349"/>
                  </a:moveTo>
                  <a:lnTo>
                    <a:pt x="129324" y="475678"/>
                  </a:lnTo>
                  <a:lnTo>
                    <a:pt x="116535" y="413893"/>
                  </a:lnTo>
                  <a:lnTo>
                    <a:pt x="111518" y="427520"/>
                  </a:lnTo>
                  <a:lnTo>
                    <a:pt x="102641" y="458304"/>
                  </a:lnTo>
                  <a:lnTo>
                    <a:pt x="99199" y="491045"/>
                  </a:lnTo>
                  <a:lnTo>
                    <a:pt x="110464" y="510565"/>
                  </a:lnTo>
                  <a:lnTo>
                    <a:pt x="126860" y="514959"/>
                  </a:lnTo>
                  <a:lnTo>
                    <a:pt x="132956" y="506349"/>
                  </a:lnTo>
                  <a:close/>
                </a:path>
                <a:path w="501650" h="603884">
                  <a:moveTo>
                    <a:pt x="196621" y="81343"/>
                  </a:moveTo>
                  <a:lnTo>
                    <a:pt x="182778" y="53746"/>
                  </a:lnTo>
                  <a:lnTo>
                    <a:pt x="149733" y="0"/>
                  </a:lnTo>
                  <a:lnTo>
                    <a:pt x="149644" y="14528"/>
                  </a:lnTo>
                  <a:lnTo>
                    <a:pt x="151765" y="46482"/>
                  </a:lnTo>
                  <a:lnTo>
                    <a:pt x="159664" y="78447"/>
                  </a:lnTo>
                  <a:lnTo>
                    <a:pt x="176923" y="92964"/>
                  </a:lnTo>
                  <a:lnTo>
                    <a:pt x="193827" y="91516"/>
                  </a:lnTo>
                  <a:lnTo>
                    <a:pt x="196621" y="81343"/>
                  </a:lnTo>
                  <a:close/>
                </a:path>
                <a:path w="501650" h="603884">
                  <a:moveTo>
                    <a:pt x="197421" y="254317"/>
                  </a:moveTo>
                  <a:lnTo>
                    <a:pt x="192227" y="234670"/>
                  </a:lnTo>
                  <a:lnTo>
                    <a:pt x="184111" y="239115"/>
                  </a:lnTo>
                  <a:lnTo>
                    <a:pt x="167309" y="277558"/>
                  </a:lnTo>
                  <a:lnTo>
                    <a:pt x="136080" y="359879"/>
                  </a:lnTo>
                  <a:lnTo>
                    <a:pt x="146723" y="348716"/>
                  </a:lnTo>
                  <a:lnTo>
                    <a:pt x="169570" y="321297"/>
                  </a:lnTo>
                  <a:lnTo>
                    <a:pt x="191008" y="286791"/>
                  </a:lnTo>
                  <a:lnTo>
                    <a:pt x="197421" y="254317"/>
                  </a:lnTo>
                  <a:close/>
                </a:path>
                <a:path w="501650" h="603884">
                  <a:moveTo>
                    <a:pt x="262039" y="417029"/>
                  </a:moveTo>
                  <a:lnTo>
                    <a:pt x="259956" y="405269"/>
                  </a:lnTo>
                  <a:lnTo>
                    <a:pt x="218287" y="396786"/>
                  </a:lnTo>
                  <a:lnTo>
                    <a:pt x="167576" y="392544"/>
                  </a:lnTo>
                  <a:lnTo>
                    <a:pt x="138366" y="393509"/>
                  </a:lnTo>
                  <a:lnTo>
                    <a:pt x="152463" y="399630"/>
                  </a:lnTo>
                  <a:lnTo>
                    <a:pt x="186258" y="411797"/>
                  </a:lnTo>
                  <a:lnTo>
                    <a:pt x="227037" y="420700"/>
                  </a:lnTo>
                  <a:lnTo>
                    <a:pt x="262039" y="417029"/>
                  </a:lnTo>
                  <a:close/>
                </a:path>
                <a:path w="501650" h="603884">
                  <a:moveTo>
                    <a:pt x="310540" y="603465"/>
                  </a:moveTo>
                  <a:lnTo>
                    <a:pt x="302272" y="589572"/>
                  </a:lnTo>
                  <a:lnTo>
                    <a:pt x="281305" y="558546"/>
                  </a:lnTo>
                  <a:lnTo>
                    <a:pt x="253441" y="526415"/>
                  </a:lnTo>
                  <a:lnTo>
                    <a:pt x="224421" y="509155"/>
                  </a:lnTo>
                  <a:lnTo>
                    <a:pt x="215620" y="518223"/>
                  </a:lnTo>
                  <a:lnTo>
                    <a:pt x="235800" y="545680"/>
                  </a:lnTo>
                  <a:lnTo>
                    <a:pt x="271805" y="578446"/>
                  </a:lnTo>
                  <a:lnTo>
                    <a:pt x="310540" y="603465"/>
                  </a:lnTo>
                  <a:close/>
                </a:path>
                <a:path w="501650" h="603884">
                  <a:moveTo>
                    <a:pt x="319519" y="208788"/>
                  </a:moveTo>
                  <a:lnTo>
                    <a:pt x="297522" y="228041"/>
                  </a:lnTo>
                  <a:lnTo>
                    <a:pt x="277558" y="256438"/>
                  </a:lnTo>
                  <a:lnTo>
                    <a:pt x="268528" y="278130"/>
                  </a:lnTo>
                  <a:lnTo>
                    <a:pt x="279336" y="277215"/>
                  </a:lnTo>
                  <a:lnTo>
                    <a:pt x="298932" y="256692"/>
                  </a:lnTo>
                  <a:lnTo>
                    <a:pt x="311277" y="234264"/>
                  </a:lnTo>
                  <a:lnTo>
                    <a:pt x="317677" y="216204"/>
                  </a:lnTo>
                  <a:lnTo>
                    <a:pt x="319519" y="208788"/>
                  </a:lnTo>
                  <a:close/>
                </a:path>
                <a:path w="501650" h="603884">
                  <a:moveTo>
                    <a:pt x="324891" y="183273"/>
                  </a:moveTo>
                  <a:lnTo>
                    <a:pt x="295922" y="167868"/>
                  </a:lnTo>
                  <a:lnTo>
                    <a:pt x="262699" y="155181"/>
                  </a:lnTo>
                  <a:lnTo>
                    <a:pt x="239496" y="150837"/>
                  </a:lnTo>
                  <a:lnTo>
                    <a:pt x="240550" y="160426"/>
                  </a:lnTo>
                  <a:lnTo>
                    <a:pt x="263817" y="174371"/>
                  </a:lnTo>
                  <a:lnTo>
                    <a:pt x="291680" y="181076"/>
                  </a:lnTo>
                  <a:lnTo>
                    <a:pt x="315074" y="183159"/>
                  </a:lnTo>
                  <a:lnTo>
                    <a:pt x="324891" y="183273"/>
                  </a:lnTo>
                  <a:close/>
                </a:path>
                <a:path w="501650" h="603884">
                  <a:moveTo>
                    <a:pt x="338937" y="542531"/>
                  </a:moveTo>
                  <a:lnTo>
                    <a:pt x="333375" y="502285"/>
                  </a:lnTo>
                  <a:lnTo>
                    <a:pt x="317550" y="473214"/>
                  </a:lnTo>
                  <a:lnTo>
                    <a:pt x="301002" y="461416"/>
                  </a:lnTo>
                  <a:lnTo>
                    <a:pt x="297599" y="470027"/>
                  </a:lnTo>
                  <a:lnTo>
                    <a:pt x="309245" y="510324"/>
                  </a:lnTo>
                  <a:lnTo>
                    <a:pt x="337845" y="593610"/>
                  </a:lnTo>
                  <a:lnTo>
                    <a:pt x="338886" y="578218"/>
                  </a:lnTo>
                  <a:lnTo>
                    <a:pt x="338937" y="542531"/>
                  </a:lnTo>
                  <a:close/>
                </a:path>
                <a:path w="501650" h="603884">
                  <a:moveTo>
                    <a:pt x="354507" y="108089"/>
                  </a:moveTo>
                  <a:lnTo>
                    <a:pt x="353606" y="65570"/>
                  </a:lnTo>
                  <a:lnTo>
                    <a:pt x="342328" y="33743"/>
                  </a:lnTo>
                  <a:lnTo>
                    <a:pt x="329768" y="35102"/>
                  </a:lnTo>
                  <a:lnTo>
                    <a:pt x="327736" y="69100"/>
                  </a:lnTo>
                  <a:lnTo>
                    <a:pt x="334479" y="117322"/>
                  </a:lnTo>
                  <a:lnTo>
                    <a:pt x="348272" y="161315"/>
                  </a:lnTo>
                  <a:lnTo>
                    <a:pt x="350799" y="145338"/>
                  </a:lnTo>
                  <a:lnTo>
                    <a:pt x="354507" y="108089"/>
                  </a:lnTo>
                  <a:close/>
                </a:path>
                <a:path w="501650" h="603884">
                  <a:moveTo>
                    <a:pt x="372452" y="317652"/>
                  </a:moveTo>
                  <a:lnTo>
                    <a:pt x="368820" y="286981"/>
                  </a:lnTo>
                  <a:lnTo>
                    <a:pt x="356031" y="225196"/>
                  </a:lnTo>
                  <a:lnTo>
                    <a:pt x="351015" y="238836"/>
                  </a:lnTo>
                  <a:lnTo>
                    <a:pt x="342138" y="269608"/>
                  </a:lnTo>
                  <a:lnTo>
                    <a:pt x="338696" y="302348"/>
                  </a:lnTo>
                  <a:lnTo>
                    <a:pt x="349961" y="321881"/>
                  </a:lnTo>
                  <a:lnTo>
                    <a:pt x="366356" y="326263"/>
                  </a:lnTo>
                  <a:lnTo>
                    <a:pt x="372452" y="317652"/>
                  </a:lnTo>
                  <a:close/>
                </a:path>
                <a:path w="501650" h="603884">
                  <a:moveTo>
                    <a:pt x="436918" y="65620"/>
                  </a:moveTo>
                  <a:lnTo>
                    <a:pt x="431723" y="45974"/>
                  </a:lnTo>
                  <a:lnTo>
                    <a:pt x="423608" y="50419"/>
                  </a:lnTo>
                  <a:lnTo>
                    <a:pt x="406806" y="88861"/>
                  </a:lnTo>
                  <a:lnTo>
                    <a:pt x="375577" y="171183"/>
                  </a:lnTo>
                  <a:lnTo>
                    <a:pt x="386219" y="160020"/>
                  </a:lnTo>
                  <a:lnTo>
                    <a:pt x="409067" y="132600"/>
                  </a:lnTo>
                  <a:lnTo>
                    <a:pt x="430504" y="98094"/>
                  </a:lnTo>
                  <a:lnTo>
                    <a:pt x="436918" y="65620"/>
                  </a:lnTo>
                  <a:close/>
                </a:path>
                <a:path w="501650" h="603884">
                  <a:moveTo>
                    <a:pt x="501535" y="228333"/>
                  </a:moveTo>
                  <a:lnTo>
                    <a:pt x="499452" y="216585"/>
                  </a:lnTo>
                  <a:lnTo>
                    <a:pt x="457784" y="208102"/>
                  </a:lnTo>
                  <a:lnTo>
                    <a:pt x="407073" y="203860"/>
                  </a:lnTo>
                  <a:lnTo>
                    <a:pt x="377863" y="204812"/>
                  </a:lnTo>
                  <a:lnTo>
                    <a:pt x="391960" y="210947"/>
                  </a:lnTo>
                  <a:lnTo>
                    <a:pt x="425754" y="223113"/>
                  </a:lnTo>
                  <a:lnTo>
                    <a:pt x="466534" y="232003"/>
                  </a:lnTo>
                  <a:lnTo>
                    <a:pt x="501535" y="228333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981532" y="8083107"/>
              <a:ext cx="110153" cy="6866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40615" y="8169063"/>
              <a:ext cx="113379" cy="10897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977776" y="8181401"/>
              <a:ext cx="72529" cy="78227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15321793" y="6594596"/>
            <a:ext cx="345440" cy="3634740"/>
          </a:xfrm>
          <a:custGeom>
            <a:avLst/>
            <a:gdLst/>
            <a:ahLst/>
            <a:cxnLst/>
            <a:rect l="l" t="t" r="r" b="b"/>
            <a:pathLst>
              <a:path w="345440" h="3634740">
                <a:moveTo>
                  <a:pt x="25995" y="0"/>
                </a:moveTo>
                <a:lnTo>
                  <a:pt x="7916" y="271"/>
                </a:lnTo>
                <a:lnTo>
                  <a:pt x="0" y="1049"/>
                </a:lnTo>
                <a:lnTo>
                  <a:pt x="15338" y="26992"/>
                </a:lnTo>
                <a:lnTo>
                  <a:pt x="23458" y="56466"/>
                </a:lnTo>
                <a:lnTo>
                  <a:pt x="32919" y="83357"/>
                </a:lnTo>
                <a:lnTo>
                  <a:pt x="52281" y="101549"/>
                </a:lnTo>
                <a:lnTo>
                  <a:pt x="89137" y="122971"/>
                </a:lnTo>
                <a:lnTo>
                  <a:pt x="125360" y="153860"/>
                </a:lnTo>
                <a:lnTo>
                  <a:pt x="159759" y="192113"/>
                </a:lnTo>
                <a:lnTo>
                  <a:pt x="191144" y="235632"/>
                </a:lnTo>
                <a:lnTo>
                  <a:pt x="218326" y="282316"/>
                </a:lnTo>
                <a:lnTo>
                  <a:pt x="240113" y="330063"/>
                </a:lnTo>
                <a:lnTo>
                  <a:pt x="255316" y="376773"/>
                </a:lnTo>
                <a:lnTo>
                  <a:pt x="262745" y="420345"/>
                </a:lnTo>
                <a:lnTo>
                  <a:pt x="288169" y="3634122"/>
                </a:lnTo>
                <a:lnTo>
                  <a:pt x="345392" y="3634122"/>
                </a:lnTo>
                <a:lnTo>
                  <a:pt x="340253" y="1848415"/>
                </a:lnTo>
                <a:lnTo>
                  <a:pt x="336832" y="902708"/>
                </a:lnTo>
                <a:lnTo>
                  <a:pt x="333592" y="481576"/>
                </a:lnTo>
                <a:lnTo>
                  <a:pt x="328995" y="269596"/>
                </a:lnTo>
                <a:lnTo>
                  <a:pt x="300325" y="229493"/>
                </a:lnTo>
                <a:lnTo>
                  <a:pt x="248953" y="216274"/>
                </a:lnTo>
                <a:lnTo>
                  <a:pt x="228849" y="208405"/>
                </a:lnTo>
                <a:lnTo>
                  <a:pt x="219365" y="195494"/>
                </a:lnTo>
                <a:lnTo>
                  <a:pt x="214655" y="170363"/>
                </a:lnTo>
                <a:lnTo>
                  <a:pt x="204598" y="139393"/>
                </a:lnTo>
                <a:lnTo>
                  <a:pt x="186935" y="113100"/>
                </a:lnTo>
                <a:lnTo>
                  <a:pt x="159408" y="101999"/>
                </a:lnTo>
                <a:lnTo>
                  <a:pt x="121138" y="90410"/>
                </a:lnTo>
                <a:lnTo>
                  <a:pt x="90853" y="63707"/>
                </a:lnTo>
                <a:lnTo>
                  <a:pt x="69650" y="33989"/>
                </a:lnTo>
                <a:lnTo>
                  <a:pt x="58626" y="13352"/>
                </a:lnTo>
                <a:lnTo>
                  <a:pt x="45733" y="3329"/>
                </a:lnTo>
                <a:lnTo>
                  <a:pt x="25995" y="0"/>
                </a:lnTo>
                <a:close/>
              </a:path>
            </a:pathLst>
          </a:custGeom>
          <a:solidFill>
            <a:srgbClr val="1A204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3492213" y="6430890"/>
            <a:ext cx="2120900" cy="3876675"/>
            <a:chOff x="13492213" y="6430890"/>
            <a:chExt cx="2120900" cy="3876675"/>
          </a:xfrm>
        </p:grpSpPr>
        <p:sp>
          <p:nvSpPr>
            <p:cNvPr id="25" name="object 25" descr=""/>
            <p:cNvSpPr/>
            <p:nvPr/>
          </p:nvSpPr>
          <p:spPr>
            <a:xfrm>
              <a:off x="13492213" y="6430890"/>
              <a:ext cx="743585" cy="421005"/>
            </a:xfrm>
            <a:custGeom>
              <a:avLst/>
              <a:gdLst/>
              <a:ahLst/>
              <a:cxnLst/>
              <a:rect l="l" t="t" r="r" b="b"/>
              <a:pathLst>
                <a:path w="743584" h="421004">
                  <a:moveTo>
                    <a:pt x="351546" y="0"/>
                  </a:moveTo>
                  <a:lnTo>
                    <a:pt x="324161" y="7237"/>
                  </a:lnTo>
                  <a:lnTo>
                    <a:pt x="298786" y="24890"/>
                  </a:lnTo>
                  <a:lnTo>
                    <a:pt x="277404" y="53025"/>
                  </a:lnTo>
                  <a:lnTo>
                    <a:pt x="254650" y="84886"/>
                  </a:lnTo>
                  <a:lnTo>
                    <a:pt x="223303" y="110971"/>
                  </a:lnTo>
                  <a:lnTo>
                    <a:pt x="176141" y="121777"/>
                  </a:lnTo>
                  <a:lnTo>
                    <a:pt x="147169" y="138185"/>
                  </a:lnTo>
                  <a:lnTo>
                    <a:pt x="125952" y="174283"/>
                  </a:lnTo>
                  <a:lnTo>
                    <a:pt x="105308" y="210382"/>
                  </a:lnTo>
                  <a:lnTo>
                    <a:pt x="78049" y="226790"/>
                  </a:lnTo>
                  <a:lnTo>
                    <a:pt x="34809" y="236338"/>
                  </a:lnTo>
                  <a:lnTo>
                    <a:pt x="11428" y="259297"/>
                  </a:lnTo>
                  <a:lnTo>
                    <a:pt x="1846" y="287140"/>
                  </a:lnTo>
                  <a:lnTo>
                    <a:pt x="0" y="311342"/>
                  </a:lnTo>
                  <a:lnTo>
                    <a:pt x="738375" y="420459"/>
                  </a:lnTo>
                  <a:lnTo>
                    <a:pt x="743327" y="367177"/>
                  </a:lnTo>
                  <a:lnTo>
                    <a:pt x="742616" y="338049"/>
                  </a:lnTo>
                  <a:lnTo>
                    <a:pt x="734114" y="322848"/>
                  </a:lnTo>
                  <a:lnTo>
                    <a:pt x="715695" y="311342"/>
                  </a:lnTo>
                  <a:lnTo>
                    <a:pt x="672038" y="278605"/>
                  </a:lnTo>
                  <a:lnTo>
                    <a:pt x="666703" y="271500"/>
                  </a:lnTo>
                  <a:lnTo>
                    <a:pt x="509073" y="271500"/>
                  </a:lnTo>
                  <a:lnTo>
                    <a:pt x="504137" y="264468"/>
                  </a:lnTo>
                  <a:lnTo>
                    <a:pt x="500322" y="255357"/>
                  </a:lnTo>
                  <a:lnTo>
                    <a:pt x="497862" y="244593"/>
                  </a:lnTo>
                  <a:lnTo>
                    <a:pt x="497708" y="242475"/>
                  </a:lnTo>
                  <a:lnTo>
                    <a:pt x="207888" y="242475"/>
                  </a:lnTo>
                  <a:lnTo>
                    <a:pt x="202952" y="235443"/>
                  </a:lnTo>
                  <a:lnTo>
                    <a:pt x="199137" y="226332"/>
                  </a:lnTo>
                  <a:lnTo>
                    <a:pt x="196677" y="215567"/>
                  </a:lnTo>
                  <a:lnTo>
                    <a:pt x="195805" y="203576"/>
                  </a:lnTo>
                  <a:lnTo>
                    <a:pt x="196677" y="191574"/>
                  </a:lnTo>
                  <a:lnTo>
                    <a:pt x="199137" y="180799"/>
                  </a:lnTo>
                  <a:lnTo>
                    <a:pt x="202952" y="171685"/>
                  </a:lnTo>
                  <a:lnTo>
                    <a:pt x="207888" y="164666"/>
                  </a:lnTo>
                  <a:lnTo>
                    <a:pt x="356627" y="164666"/>
                  </a:lnTo>
                  <a:lnTo>
                    <a:pt x="355361" y="162860"/>
                  </a:lnTo>
                  <a:lnTo>
                    <a:pt x="351545" y="153751"/>
                  </a:lnTo>
                  <a:lnTo>
                    <a:pt x="349082" y="142987"/>
                  </a:lnTo>
                  <a:lnTo>
                    <a:pt x="348209" y="130992"/>
                  </a:lnTo>
                  <a:lnTo>
                    <a:pt x="349082" y="118996"/>
                  </a:lnTo>
                  <a:lnTo>
                    <a:pt x="351545" y="108224"/>
                  </a:lnTo>
                  <a:lnTo>
                    <a:pt x="355361" y="99111"/>
                  </a:lnTo>
                  <a:lnTo>
                    <a:pt x="360292" y="92092"/>
                  </a:lnTo>
                  <a:lnTo>
                    <a:pt x="444526" y="92092"/>
                  </a:lnTo>
                  <a:lnTo>
                    <a:pt x="430630" y="71949"/>
                  </a:lnTo>
                  <a:lnTo>
                    <a:pt x="412718" y="38043"/>
                  </a:lnTo>
                  <a:lnTo>
                    <a:pt x="396877" y="13864"/>
                  </a:lnTo>
                  <a:lnTo>
                    <a:pt x="377074" y="2451"/>
                  </a:lnTo>
                  <a:lnTo>
                    <a:pt x="351546" y="0"/>
                  </a:lnTo>
                  <a:close/>
                </a:path>
                <a:path w="743584" h="421004">
                  <a:moveTo>
                    <a:pt x="618580" y="193702"/>
                  </a:moveTo>
                  <a:lnTo>
                    <a:pt x="509073" y="193702"/>
                  </a:lnTo>
                  <a:lnTo>
                    <a:pt x="514022" y="200716"/>
                  </a:lnTo>
                  <a:lnTo>
                    <a:pt x="517836" y="209829"/>
                  </a:lnTo>
                  <a:lnTo>
                    <a:pt x="520289" y="220604"/>
                  </a:lnTo>
                  <a:lnTo>
                    <a:pt x="521156" y="232601"/>
                  </a:lnTo>
                  <a:lnTo>
                    <a:pt x="520289" y="244597"/>
                  </a:lnTo>
                  <a:lnTo>
                    <a:pt x="517836" y="255369"/>
                  </a:lnTo>
                  <a:lnTo>
                    <a:pt x="514022" y="264481"/>
                  </a:lnTo>
                  <a:lnTo>
                    <a:pt x="509073" y="271500"/>
                  </a:lnTo>
                  <a:lnTo>
                    <a:pt x="666703" y="271500"/>
                  </a:lnTo>
                  <a:lnTo>
                    <a:pt x="644678" y="242168"/>
                  </a:lnTo>
                  <a:lnTo>
                    <a:pt x="625808" y="206180"/>
                  </a:lnTo>
                  <a:lnTo>
                    <a:pt x="618580" y="193702"/>
                  </a:lnTo>
                  <a:close/>
                </a:path>
                <a:path w="743584" h="421004">
                  <a:moveTo>
                    <a:pt x="356627" y="164666"/>
                  </a:moveTo>
                  <a:lnTo>
                    <a:pt x="207888" y="164666"/>
                  </a:lnTo>
                  <a:lnTo>
                    <a:pt x="212838" y="171685"/>
                  </a:lnTo>
                  <a:lnTo>
                    <a:pt x="216651" y="180799"/>
                  </a:lnTo>
                  <a:lnTo>
                    <a:pt x="219104" y="191574"/>
                  </a:lnTo>
                  <a:lnTo>
                    <a:pt x="219972" y="203576"/>
                  </a:lnTo>
                  <a:lnTo>
                    <a:pt x="219104" y="215572"/>
                  </a:lnTo>
                  <a:lnTo>
                    <a:pt x="216651" y="226343"/>
                  </a:lnTo>
                  <a:lnTo>
                    <a:pt x="212838" y="235456"/>
                  </a:lnTo>
                  <a:lnTo>
                    <a:pt x="207888" y="242475"/>
                  </a:lnTo>
                  <a:lnTo>
                    <a:pt x="497708" y="242475"/>
                  </a:lnTo>
                  <a:lnTo>
                    <a:pt x="504137" y="200710"/>
                  </a:lnTo>
                  <a:lnTo>
                    <a:pt x="509073" y="193702"/>
                  </a:lnTo>
                  <a:lnTo>
                    <a:pt x="618580" y="193702"/>
                  </a:lnTo>
                  <a:lnTo>
                    <a:pt x="607625" y="174791"/>
                  </a:lnTo>
                  <a:lnTo>
                    <a:pt x="602192" y="169891"/>
                  </a:lnTo>
                  <a:lnTo>
                    <a:pt x="360292" y="169891"/>
                  </a:lnTo>
                  <a:lnTo>
                    <a:pt x="356627" y="164666"/>
                  </a:lnTo>
                  <a:close/>
                </a:path>
                <a:path w="743584" h="421004">
                  <a:moveTo>
                    <a:pt x="444526" y="92092"/>
                  </a:moveTo>
                  <a:lnTo>
                    <a:pt x="360292" y="92092"/>
                  </a:lnTo>
                  <a:lnTo>
                    <a:pt x="365241" y="99111"/>
                  </a:lnTo>
                  <a:lnTo>
                    <a:pt x="369055" y="108224"/>
                  </a:lnTo>
                  <a:lnTo>
                    <a:pt x="371508" y="118996"/>
                  </a:lnTo>
                  <a:lnTo>
                    <a:pt x="372376" y="130992"/>
                  </a:lnTo>
                  <a:lnTo>
                    <a:pt x="371508" y="142993"/>
                  </a:lnTo>
                  <a:lnTo>
                    <a:pt x="369055" y="153767"/>
                  </a:lnTo>
                  <a:lnTo>
                    <a:pt x="365241" y="162878"/>
                  </a:lnTo>
                  <a:lnTo>
                    <a:pt x="360292" y="169891"/>
                  </a:lnTo>
                  <a:lnTo>
                    <a:pt x="602192" y="169891"/>
                  </a:lnTo>
                  <a:lnTo>
                    <a:pt x="575507" y="145824"/>
                  </a:lnTo>
                  <a:lnTo>
                    <a:pt x="540877" y="133145"/>
                  </a:lnTo>
                  <a:lnTo>
                    <a:pt x="508397" y="128808"/>
                  </a:lnTo>
                  <a:lnTo>
                    <a:pt x="482728" y="124866"/>
                  </a:lnTo>
                  <a:lnTo>
                    <a:pt x="453129" y="104562"/>
                  </a:lnTo>
                  <a:lnTo>
                    <a:pt x="444526" y="92092"/>
                  </a:lnTo>
                  <a:close/>
                </a:path>
              </a:pathLst>
            </a:custGeom>
            <a:solidFill>
              <a:srgbClr val="252C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4212550" y="6476395"/>
              <a:ext cx="915669" cy="3310254"/>
            </a:xfrm>
            <a:custGeom>
              <a:avLst/>
              <a:gdLst/>
              <a:ahLst/>
              <a:cxnLst/>
              <a:rect l="l" t="t" r="r" b="b"/>
              <a:pathLst>
                <a:path w="915669" h="3310254">
                  <a:moveTo>
                    <a:pt x="457253" y="0"/>
                  </a:moveTo>
                  <a:lnTo>
                    <a:pt x="423678" y="10087"/>
                  </a:lnTo>
                  <a:lnTo>
                    <a:pt x="405685" y="34734"/>
                  </a:lnTo>
                  <a:lnTo>
                    <a:pt x="395602" y="65518"/>
                  </a:lnTo>
                  <a:lnTo>
                    <a:pt x="385768" y="93986"/>
                  </a:lnTo>
                  <a:lnTo>
                    <a:pt x="368694" y="113324"/>
                  </a:lnTo>
                  <a:lnTo>
                    <a:pt x="343573" y="123963"/>
                  </a:lnTo>
                  <a:lnTo>
                    <a:pt x="312825" y="128467"/>
                  </a:lnTo>
                  <a:lnTo>
                    <a:pt x="278871" y="129399"/>
                  </a:lnTo>
                  <a:lnTo>
                    <a:pt x="247430" y="143855"/>
                  </a:lnTo>
                  <a:lnTo>
                    <a:pt x="222525" y="176581"/>
                  </a:lnTo>
                  <a:lnTo>
                    <a:pt x="204012" y="211607"/>
                  </a:lnTo>
                  <a:lnTo>
                    <a:pt x="191742" y="232966"/>
                  </a:lnTo>
                  <a:lnTo>
                    <a:pt x="186985" y="240725"/>
                  </a:lnTo>
                  <a:lnTo>
                    <a:pt x="182459" y="245711"/>
                  </a:lnTo>
                  <a:lnTo>
                    <a:pt x="164865" y="248437"/>
                  </a:lnTo>
                  <a:lnTo>
                    <a:pt x="121053" y="249259"/>
                  </a:lnTo>
                  <a:lnTo>
                    <a:pt x="81478" y="258597"/>
                  </a:lnTo>
                  <a:lnTo>
                    <a:pt x="51295" y="281488"/>
                  </a:lnTo>
                  <a:lnTo>
                    <a:pt x="30236" y="310246"/>
                  </a:lnTo>
                  <a:lnTo>
                    <a:pt x="18030" y="337183"/>
                  </a:lnTo>
                  <a:lnTo>
                    <a:pt x="0" y="3284182"/>
                  </a:lnTo>
                  <a:lnTo>
                    <a:pt x="915092" y="3310014"/>
                  </a:lnTo>
                  <a:lnTo>
                    <a:pt x="877874" y="759411"/>
                  </a:lnTo>
                  <a:lnTo>
                    <a:pt x="808373" y="759411"/>
                  </a:lnTo>
                  <a:lnTo>
                    <a:pt x="71086" y="738867"/>
                  </a:lnTo>
                  <a:lnTo>
                    <a:pt x="73044" y="693287"/>
                  </a:lnTo>
                  <a:lnTo>
                    <a:pt x="876910" y="693287"/>
                  </a:lnTo>
                  <a:lnTo>
                    <a:pt x="876018" y="632190"/>
                  </a:lnTo>
                  <a:lnTo>
                    <a:pt x="76542" y="632190"/>
                  </a:lnTo>
                  <a:lnTo>
                    <a:pt x="76542" y="432793"/>
                  </a:lnTo>
                  <a:lnTo>
                    <a:pt x="873109" y="432793"/>
                  </a:lnTo>
                  <a:lnTo>
                    <a:pt x="872161" y="367884"/>
                  </a:lnTo>
                  <a:lnTo>
                    <a:pt x="869932" y="307111"/>
                  </a:lnTo>
                  <a:lnTo>
                    <a:pt x="857585" y="276210"/>
                  </a:lnTo>
                  <a:lnTo>
                    <a:pt x="824985" y="265698"/>
                  </a:lnTo>
                  <a:lnTo>
                    <a:pt x="760762" y="265698"/>
                  </a:lnTo>
                  <a:lnTo>
                    <a:pt x="738475" y="263429"/>
                  </a:lnTo>
                  <a:lnTo>
                    <a:pt x="727969" y="256133"/>
                  </a:lnTo>
                  <a:lnTo>
                    <a:pt x="724371" y="245437"/>
                  </a:lnTo>
                  <a:lnTo>
                    <a:pt x="723779" y="240725"/>
                  </a:lnTo>
                  <a:lnTo>
                    <a:pt x="306011" y="240725"/>
                  </a:lnTo>
                  <a:lnTo>
                    <a:pt x="293889" y="238274"/>
                  </a:lnTo>
                  <a:lnTo>
                    <a:pt x="283995" y="231591"/>
                  </a:lnTo>
                  <a:lnTo>
                    <a:pt x="277326" y="221682"/>
                  </a:lnTo>
                  <a:lnTo>
                    <a:pt x="274881" y="209553"/>
                  </a:lnTo>
                  <a:lnTo>
                    <a:pt x="277326" y="197429"/>
                  </a:lnTo>
                  <a:lnTo>
                    <a:pt x="283995" y="187520"/>
                  </a:lnTo>
                  <a:lnTo>
                    <a:pt x="293889" y="180834"/>
                  </a:lnTo>
                  <a:lnTo>
                    <a:pt x="306011" y="178382"/>
                  </a:lnTo>
                  <a:lnTo>
                    <a:pt x="698010" y="178382"/>
                  </a:lnTo>
                  <a:lnTo>
                    <a:pt x="695262" y="173357"/>
                  </a:lnTo>
                  <a:lnTo>
                    <a:pt x="668328" y="142667"/>
                  </a:lnTo>
                  <a:lnTo>
                    <a:pt x="638217" y="130456"/>
                  </a:lnTo>
                  <a:lnTo>
                    <a:pt x="457766" y="130456"/>
                  </a:lnTo>
                  <a:lnTo>
                    <a:pt x="445637" y="128003"/>
                  </a:lnTo>
                  <a:lnTo>
                    <a:pt x="435728" y="121318"/>
                  </a:lnTo>
                  <a:lnTo>
                    <a:pt x="429045" y="111408"/>
                  </a:lnTo>
                  <a:lnTo>
                    <a:pt x="426594" y="99284"/>
                  </a:lnTo>
                  <a:lnTo>
                    <a:pt x="429045" y="87156"/>
                  </a:lnTo>
                  <a:lnTo>
                    <a:pt x="435728" y="77247"/>
                  </a:lnTo>
                  <a:lnTo>
                    <a:pt x="445637" y="70564"/>
                  </a:lnTo>
                  <a:lnTo>
                    <a:pt x="457766" y="68113"/>
                  </a:lnTo>
                  <a:lnTo>
                    <a:pt x="518950" y="68113"/>
                  </a:lnTo>
                  <a:lnTo>
                    <a:pt x="506293" y="34730"/>
                  </a:lnTo>
                  <a:lnTo>
                    <a:pt x="487974" y="10086"/>
                  </a:lnTo>
                  <a:lnTo>
                    <a:pt x="457253" y="0"/>
                  </a:lnTo>
                  <a:close/>
                </a:path>
                <a:path w="915669" h="3310254">
                  <a:moveTo>
                    <a:pt x="876910" y="693287"/>
                  </a:moveTo>
                  <a:lnTo>
                    <a:pt x="808813" y="693287"/>
                  </a:lnTo>
                  <a:lnTo>
                    <a:pt x="808373" y="759411"/>
                  </a:lnTo>
                  <a:lnTo>
                    <a:pt x="877874" y="759411"/>
                  </a:lnTo>
                  <a:lnTo>
                    <a:pt x="876910" y="693287"/>
                  </a:lnTo>
                  <a:close/>
                </a:path>
                <a:path w="915669" h="3310254">
                  <a:moveTo>
                    <a:pt x="294504" y="432793"/>
                  </a:moveTo>
                  <a:lnTo>
                    <a:pt x="140330" y="432793"/>
                  </a:lnTo>
                  <a:lnTo>
                    <a:pt x="140330" y="631614"/>
                  </a:lnTo>
                  <a:lnTo>
                    <a:pt x="76542" y="632190"/>
                  </a:lnTo>
                  <a:lnTo>
                    <a:pt x="294504" y="632190"/>
                  </a:lnTo>
                  <a:lnTo>
                    <a:pt x="294504" y="432793"/>
                  </a:lnTo>
                  <a:close/>
                </a:path>
                <a:path w="915669" h="3310254">
                  <a:moveTo>
                    <a:pt x="517785" y="432793"/>
                  </a:moveTo>
                  <a:lnTo>
                    <a:pt x="363611" y="432793"/>
                  </a:lnTo>
                  <a:lnTo>
                    <a:pt x="363611" y="631614"/>
                  </a:lnTo>
                  <a:lnTo>
                    <a:pt x="294504" y="632190"/>
                  </a:lnTo>
                  <a:lnTo>
                    <a:pt x="517785" y="632190"/>
                  </a:lnTo>
                  <a:lnTo>
                    <a:pt x="517785" y="432793"/>
                  </a:lnTo>
                  <a:close/>
                </a:path>
                <a:path w="915669" h="3310254">
                  <a:moveTo>
                    <a:pt x="735747" y="432793"/>
                  </a:moveTo>
                  <a:lnTo>
                    <a:pt x="581573" y="432793"/>
                  </a:lnTo>
                  <a:lnTo>
                    <a:pt x="581573" y="631614"/>
                  </a:lnTo>
                  <a:lnTo>
                    <a:pt x="517785" y="632190"/>
                  </a:lnTo>
                  <a:lnTo>
                    <a:pt x="735747" y="632190"/>
                  </a:lnTo>
                  <a:lnTo>
                    <a:pt x="735747" y="432793"/>
                  </a:lnTo>
                  <a:close/>
                </a:path>
                <a:path w="915669" h="3310254">
                  <a:moveTo>
                    <a:pt x="873109" y="432793"/>
                  </a:moveTo>
                  <a:lnTo>
                    <a:pt x="799535" y="432793"/>
                  </a:lnTo>
                  <a:lnTo>
                    <a:pt x="799535" y="631614"/>
                  </a:lnTo>
                  <a:lnTo>
                    <a:pt x="735747" y="632190"/>
                  </a:lnTo>
                  <a:lnTo>
                    <a:pt x="876018" y="632190"/>
                  </a:lnTo>
                  <a:lnTo>
                    <a:pt x="873109" y="432793"/>
                  </a:lnTo>
                  <a:close/>
                </a:path>
                <a:path w="915669" h="3310254">
                  <a:moveTo>
                    <a:pt x="824676" y="265599"/>
                  </a:moveTo>
                  <a:lnTo>
                    <a:pt x="760762" y="265698"/>
                  </a:lnTo>
                  <a:lnTo>
                    <a:pt x="824985" y="265698"/>
                  </a:lnTo>
                  <a:lnTo>
                    <a:pt x="824676" y="265599"/>
                  </a:lnTo>
                  <a:close/>
                </a:path>
                <a:path w="915669" h="3310254">
                  <a:moveTo>
                    <a:pt x="594201" y="178382"/>
                  </a:moveTo>
                  <a:lnTo>
                    <a:pt x="306011" y="178382"/>
                  </a:lnTo>
                  <a:lnTo>
                    <a:pt x="318153" y="180834"/>
                  </a:lnTo>
                  <a:lnTo>
                    <a:pt x="328060" y="187520"/>
                  </a:lnTo>
                  <a:lnTo>
                    <a:pt x="334736" y="197429"/>
                  </a:lnTo>
                  <a:lnTo>
                    <a:pt x="337183" y="209553"/>
                  </a:lnTo>
                  <a:lnTo>
                    <a:pt x="334736" y="221682"/>
                  </a:lnTo>
                  <a:lnTo>
                    <a:pt x="328060" y="231591"/>
                  </a:lnTo>
                  <a:lnTo>
                    <a:pt x="318153" y="238274"/>
                  </a:lnTo>
                  <a:lnTo>
                    <a:pt x="306011" y="240725"/>
                  </a:lnTo>
                  <a:lnTo>
                    <a:pt x="594201" y="240725"/>
                  </a:lnTo>
                  <a:lnTo>
                    <a:pt x="582077" y="238274"/>
                  </a:lnTo>
                  <a:lnTo>
                    <a:pt x="572168" y="231591"/>
                  </a:lnTo>
                  <a:lnTo>
                    <a:pt x="565482" y="221682"/>
                  </a:lnTo>
                  <a:lnTo>
                    <a:pt x="563029" y="209553"/>
                  </a:lnTo>
                  <a:lnTo>
                    <a:pt x="565482" y="197429"/>
                  </a:lnTo>
                  <a:lnTo>
                    <a:pt x="572168" y="187520"/>
                  </a:lnTo>
                  <a:lnTo>
                    <a:pt x="582077" y="180834"/>
                  </a:lnTo>
                  <a:lnTo>
                    <a:pt x="594201" y="178382"/>
                  </a:lnTo>
                  <a:close/>
                </a:path>
                <a:path w="915669" h="3310254">
                  <a:moveTo>
                    <a:pt x="698010" y="178382"/>
                  </a:moveTo>
                  <a:lnTo>
                    <a:pt x="594201" y="178382"/>
                  </a:lnTo>
                  <a:lnTo>
                    <a:pt x="606330" y="180834"/>
                  </a:lnTo>
                  <a:lnTo>
                    <a:pt x="616239" y="187520"/>
                  </a:lnTo>
                  <a:lnTo>
                    <a:pt x="622922" y="197429"/>
                  </a:lnTo>
                  <a:lnTo>
                    <a:pt x="625373" y="209553"/>
                  </a:lnTo>
                  <a:lnTo>
                    <a:pt x="622922" y="221682"/>
                  </a:lnTo>
                  <a:lnTo>
                    <a:pt x="616239" y="231591"/>
                  </a:lnTo>
                  <a:lnTo>
                    <a:pt x="606330" y="238274"/>
                  </a:lnTo>
                  <a:lnTo>
                    <a:pt x="594201" y="240725"/>
                  </a:lnTo>
                  <a:lnTo>
                    <a:pt x="723779" y="240725"/>
                  </a:lnTo>
                  <a:lnTo>
                    <a:pt x="722805" y="232966"/>
                  </a:lnTo>
                  <a:lnTo>
                    <a:pt x="714189" y="207967"/>
                  </a:lnTo>
                  <a:lnTo>
                    <a:pt x="698010" y="178382"/>
                  </a:lnTo>
                  <a:close/>
                </a:path>
                <a:path w="915669" h="3310254">
                  <a:moveTo>
                    <a:pt x="518950" y="68113"/>
                  </a:moveTo>
                  <a:lnTo>
                    <a:pt x="457766" y="68113"/>
                  </a:lnTo>
                  <a:lnTo>
                    <a:pt x="469907" y="70564"/>
                  </a:lnTo>
                  <a:lnTo>
                    <a:pt x="479815" y="77247"/>
                  </a:lnTo>
                  <a:lnTo>
                    <a:pt x="486491" y="87156"/>
                  </a:lnTo>
                  <a:lnTo>
                    <a:pt x="488937" y="99284"/>
                  </a:lnTo>
                  <a:lnTo>
                    <a:pt x="486491" y="111408"/>
                  </a:lnTo>
                  <a:lnTo>
                    <a:pt x="479815" y="121318"/>
                  </a:lnTo>
                  <a:lnTo>
                    <a:pt x="469907" y="128003"/>
                  </a:lnTo>
                  <a:lnTo>
                    <a:pt x="457766" y="130456"/>
                  </a:lnTo>
                  <a:lnTo>
                    <a:pt x="638217" y="130456"/>
                  </a:lnTo>
                  <a:lnTo>
                    <a:pt x="635687" y="129430"/>
                  </a:lnTo>
                  <a:lnTo>
                    <a:pt x="601726" y="128494"/>
                  </a:lnTo>
                  <a:lnTo>
                    <a:pt x="570925" y="123963"/>
                  </a:lnTo>
                  <a:lnTo>
                    <a:pt x="545824" y="113324"/>
                  </a:lnTo>
                  <a:lnTo>
                    <a:pt x="528736" y="93986"/>
                  </a:lnTo>
                  <a:lnTo>
                    <a:pt x="518950" y="68113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522274" y="6595611"/>
              <a:ext cx="2091055" cy="3712210"/>
            </a:xfrm>
            <a:custGeom>
              <a:avLst/>
              <a:gdLst/>
              <a:ahLst/>
              <a:cxnLst/>
              <a:rect l="l" t="t" r="r" b="b"/>
              <a:pathLst>
                <a:path w="2091055" h="3712209">
                  <a:moveTo>
                    <a:pt x="96012" y="2896044"/>
                  </a:moveTo>
                  <a:lnTo>
                    <a:pt x="12217" y="2857220"/>
                  </a:lnTo>
                  <a:lnTo>
                    <a:pt x="0" y="2875584"/>
                  </a:lnTo>
                  <a:lnTo>
                    <a:pt x="18351" y="2998241"/>
                  </a:lnTo>
                  <a:lnTo>
                    <a:pt x="76606" y="2998241"/>
                  </a:lnTo>
                  <a:lnTo>
                    <a:pt x="96012" y="2896044"/>
                  </a:lnTo>
                  <a:close/>
                </a:path>
                <a:path w="2091055" h="3712209">
                  <a:moveTo>
                    <a:pt x="2090534" y="357670"/>
                  </a:moveTo>
                  <a:lnTo>
                    <a:pt x="2090496" y="294208"/>
                  </a:lnTo>
                  <a:lnTo>
                    <a:pt x="2077224" y="257517"/>
                  </a:lnTo>
                  <a:lnTo>
                    <a:pt x="2026742" y="237375"/>
                  </a:lnTo>
                  <a:lnTo>
                    <a:pt x="2026742" y="464616"/>
                  </a:lnTo>
                  <a:lnTo>
                    <a:pt x="2026742" y="709409"/>
                  </a:lnTo>
                  <a:lnTo>
                    <a:pt x="2026742" y="754151"/>
                  </a:lnTo>
                  <a:lnTo>
                    <a:pt x="2026742" y="800671"/>
                  </a:lnTo>
                  <a:lnTo>
                    <a:pt x="1590814" y="684657"/>
                  </a:lnTo>
                  <a:lnTo>
                    <a:pt x="1590814" y="643801"/>
                  </a:lnTo>
                  <a:lnTo>
                    <a:pt x="2026742" y="754151"/>
                  </a:lnTo>
                  <a:lnTo>
                    <a:pt x="2026742" y="709409"/>
                  </a:lnTo>
                  <a:lnTo>
                    <a:pt x="1968258" y="693508"/>
                  </a:lnTo>
                  <a:lnTo>
                    <a:pt x="1968258" y="678065"/>
                  </a:lnTo>
                  <a:lnTo>
                    <a:pt x="1968258" y="450316"/>
                  </a:lnTo>
                  <a:lnTo>
                    <a:pt x="2026742" y="464616"/>
                  </a:lnTo>
                  <a:lnTo>
                    <a:pt x="2026742" y="237375"/>
                  </a:lnTo>
                  <a:lnTo>
                    <a:pt x="2025916" y="237121"/>
                  </a:lnTo>
                  <a:lnTo>
                    <a:pt x="1999043" y="226441"/>
                  </a:lnTo>
                  <a:lnTo>
                    <a:pt x="1981123" y="215607"/>
                  </a:lnTo>
                  <a:lnTo>
                    <a:pt x="1979460" y="214617"/>
                  </a:lnTo>
                  <a:lnTo>
                    <a:pt x="1971890" y="202336"/>
                  </a:lnTo>
                  <a:lnTo>
                    <a:pt x="1970620" y="185623"/>
                  </a:lnTo>
                  <a:lnTo>
                    <a:pt x="1965083" y="163741"/>
                  </a:lnTo>
                  <a:lnTo>
                    <a:pt x="1959013" y="153263"/>
                  </a:lnTo>
                  <a:lnTo>
                    <a:pt x="1952637" y="142252"/>
                  </a:lnTo>
                  <a:lnTo>
                    <a:pt x="1930679" y="126707"/>
                  </a:lnTo>
                  <a:lnTo>
                    <a:pt x="1926221" y="125133"/>
                  </a:lnTo>
                  <a:lnTo>
                    <a:pt x="1926221" y="184442"/>
                  </a:lnTo>
                  <a:lnTo>
                    <a:pt x="1924812" y="196583"/>
                  </a:lnTo>
                  <a:lnTo>
                    <a:pt x="1920963" y="206489"/>
                  </a:lnTo>
                  <a:lnTo>
                    <a:pt x="1915261" y="213169"/>
                  </a:lnTo>
                  <a:lnTo>
                    <a:pt x="1908263" y="215607"/>
                  </a:lnTo>
                  <a:lnTo>
                    <a:pt x="1901278" y="213169"/>
                  </a:lnTo>
                  <a:lnTo>
                    <a:pt x="1899145" y="210680"/>
                  </a:lnTo>
                  <a:lnTo>
                    <a:pt x="1899145" y="433260"/>
                  </a:lnTo>
                  <a:lnTo>
                    <a:pt x="1899145" y="678065"/>
                  </a:lnTo>
                  <a:lnTo>
                    <a:pt x="1845983" y="662190"/>
                  </a:lnTo>
                  <a:lnTo>
                    <a:pt x="1845983" y="648766"/>
                  </a:lnTo>
                  <a:lnTo>
                    <a:pt x="1845983" y="418973"/>
                  </a:lnTo>
                  <a:lnTo>
                    <a:pt x="1899145" y="433260"/>
                  </a:lnTo>
                  <a:lnTo>
                    <a:pt x="1899145" y="210680"/>
                  </a:lnTo>
                  <a:lnTo>
                    <a:pt x="1895576" y="206489"/>
                  </a:lnTo>
                  <a:lnTo>
                    <a:pt x="1891741" y="196583"/>
                  </a:lnTo>
                  <a:lnTo>
                    <a:pt x="1890331" y="184442"/>
                  </a:lnTo>
                  <a:lnTo>
                    <a:pt x="1891741" y="172313"/>
                  </a:lnTo>
                  <a:lnTo>
                    <a:pt x="1895576" y="162407"/>
                  </a:lnTo>
                  <a:lnTo>
                    <a:pt x="1901278" y="155727"/>
                  </a:lnTo>
                  <a:lnTo>
                    <a:pt x="1908263" y="153263"/>
                  </a:lnTo>
                  <a:lnTo>
                    <a:pt x="1915261" y="155727"/>
                  </a:lnTo>
                  <a:lnTo>
                    <a:pt x="1920963" y="162407"/>
                  </a:lnTo>
                  <a:lnTo>
                    <a:pt x="1924812" y="172313"/>
                  </a:lnTo>
                  <a:lnTo>
                    <a:pt x="1926221" y="184442"/>
                  </a:lnTo>
                  <a:lnTo>
                    <a:pt x="1926221" y="125133"/>
                  </a:lnTo>
                  <a:lnTo>
                    <a:pt x="1917687" y="122097"/>
                  </a:lnTo>
                  <a:lnTo>
                    <a:pt x="1903907" y="117208"/>
                  </a:lnTo>
                  <a:lnTo>
                    <a:pt x="1885708" y="110375"/>
                  </a:lnTo>
                  <a:lnTo>
                    <a:pt x="1846707" y="79717"/>
                  </a:lnTo>
                  <a:lnTo>
                    <a:pt x="1833473" y="48031"/>
                  </a:lnTo>
                  <a:lnTo>
                    <a:pt x="1825815" y="29502"/>
                  </a:lnTo>
                  <a:lnTo>
                    <a:pt x="1815858" y="12306"/>
                  </a:lnTo>
                  <a:lnTo>
                    <a:pt x="1815858" y="79209"/>
                  </a:lnTo>
                  <a:lnTo>
                    <a:pt x="1814449" y="91338"/>
                  </a:lnTo>
                  <a:lnTo>
                    <a:pt x="1810600" y="101244"/>
                  </a:lnTo>
                  <a:lnTo>
                    <a:pt x="1804885" y="107924"/>
                  </a:lnTo>
                  <a:lnTo>
                    <a:pt x="1797900" y="110375"/>
                  </a:lnTo>
                  <a:lnTo>
                    <a:pt x="1792833" y="108597"/>
                  </a:lnTo>
                  <a:lnTo>
                    <a:pt x="1792833" y="403987"/>
                  </a:lnTo>
                  <a:lnTo>
                    <a:pt x="1792833" y="648766"/>
                  </a:lnTo>
                  <a:lnTo>
                    <a:pt x="1774532" y="643801"/>
                  </a:lnTo>
                  <a:lnTo>
                    <a:pt x="1734350" y="632879"/>
                  </a:lnTo>
                  <a:lnTo>
                    <a:pt x="1734350" y="616737"/>
                  </a:lnTo>
                  <a:lnTo>
                    <a:pt x="1734350" y="389686"/>
                  </a:lnTo>
                  <a:lnTo>
                    <a:pt x="1792833" y="403987"/>
                  </a:lnTo>
                  <a:lnTo>
                    <a:pt x="1792833" y="108597"/>
                  </a:lnTo>
                  <a:lnTo>
                    <a:pt x="1790915" y="107924"/>
                  </a:lnTo>
                  <a:lnTo>
                    <a:pt x="1785213" y="101244"/>
                  </a:lnTo>
                  <a:lnTo>
                    <a:pt x="1781352" y="91338"/>
                  </a:lnTo>
                  <a:lnTo>
                    <a:pt x="1779943" y="79209"/>
                  </a:lnTo>
                  <a:lnTo>
                    <a:pt x="1781352" y="67068"/>
                  </a:lnTo>
                  <a:lnTo>
                    <a:pt x="1785213" y="57162"/>
                  </a:lnTo>
                  <a:lnTo>
                    <a:pt x="1790915" y="50482"/>
                  </a:lnTo>
                  <a:lnTo>
                    <a:pt x="1797900" y="48031"/>
                  </a:lnTo>
                  <a:lnTo>
                    <a:pt x="1804885" y="50482"/>
                  </a:lnTo>
                  <a:lnTo>
                    <a:pt x="1810600" y="57162"/>
                  </a:lnTo>
                  <a:lnTo>
                    <a:pt x="1814449" y="67068"/>
                  </a:lnTo>
                  <a:lnTo>
                    <a:pt x="1815858" y="79209"/>
                  </a:lnTo>
                  <a:lnTo>
                    <a:pt x="1815858" y="12306"/>
                  </a:lnTo>
                  <a:lnTo>
                    <a:pt x="1813699" y="8572"/>
                  </a:lnTo>
                  <a:lnTo>
                    <a:pt x="1799590" y="0"/>
                  </a:lnTo>
                  <a:lnTo>
                    <a:pt x="1781390" y="7797"/>
                  </a:lnTo>
                  <a:lnTo>
                    <a:pt x="1761248" y="27089"/>
                  </a:lnTo>
                  <a:lnTo>
                    <a:pt x="1744941" y="51739"/>
                  </a:lnTo>
                  <a:lnTo>
                    <a:pt x="1738223" y="75615"/>
                  </a:lnTo>
                  <a:lnTo>
                    <a:pt x="1733562" y="85763"/>
                  </a:lnTo>
                  <a:lnTo>
                    <a:pt x="1733562" y="153263"/>
                  </a:lnTo>
                  <a:lnTo>
                    <a:pt x="1732153" y="165417"/>
                  </a:lnTo>
                  <a:lnTo>
                    <a:pt x="1728317" y="175323"/>
                  </a:lnTo>
                  <a:lnTo>
                    <a:pt x="1722615" y="181991"/>
                  </a:lnTo>
                  <a:lnTo>
                    <a:pt x="1715643" y="184442"/>
                  </a:lnTo>
                  <a:lnTo>
                    <a:pt x="1708632" y="181991"/>
                  </a:lnTo>
                  <a:lnTo>
                    <a:pt x="1702930" y="175323"/>
                  </a:lnTo>
                  <a:lnTo>
                    <a:pt x="1699082" y="165417"/>
                  </a:lnTo>
                  <a:lnTo>
                    <a:pt x="1697685" y="153263"/>
                  </a:lnTo>
                  <a:lnTo>
                    <a:pt x="1699082" y="141147"/>
                  </a:lnTo>
                  <a:lnTo>
                    <a:pt x="1733562" y="153263"/>
                  </a:lnTo>
                  <a:lnTo>
                    <a:pt x="1733562" y="85763"/>
                  </a:lnTo>
                  <a:lnTo>
                    <a:pt x="1732026" y="89103"/>
                  </a:lnTo>
                  <a:lnTo>
                    <a:pt x="1716252" y="93002"/>
                  </a:lnTo>
                  <a:lnTo>
                    <a:pt x="1695107" y="96901"/>
                  </a:lnTo>
                  <a:lnTo>
                    <a:pt x="1675866" y="108534"/>
                  </a:lnTo>
                  <a:lnTo>
                    <a:pt x="1675866" y="371970"/>
                  </a:lnTo>
                  <a:lnTo>
                    <a:pt x="1675866" y="616737"/>
                  </a:lnTo>
                  <a:lnTo>
                    <a:pt x="1622704" y="600875"/>
                  </a:lnTo>
                  <a:lnTo>
                    <a:pt x="1622704" y="357670"/>
                  </a:lnTo>
                  <a:lnTo>
                    <a:pt x="1675866" y="371970"/>
                  </a:lnTo>
                  <a:lnTo>
                    <a:pt x="1675866" y="108534"/>
                  </a:lnTo>
                  <a:lnTo>
                    <a:pt x="1672805" y="110375"/>
                  </a:lnTo>
                  <a:lnTo>
                    <a:pt x="1659890" y="132664"/>
                  </a:lnTo>
                  <a:lnTo>
                    <a:pt x="1656715" y="153797"/>
                  </a:lnTo>
                  <a:lnTo>
                    <a:pt x="1652397" y="169570"/>
                  </a:lnTo>
                  <a:lnTo>
                    <a:pt x="1636001" y="175768"/>
                  </a:lnTo>
                  <a:lnTo>
                    <a:pt x="1587461" y="188137"/>
                  </a:lnTo>
                  <a:lnTo>
                    <a:pt x="1566291" y="215366"/>
                  </a:lnTo>
                  <a:lnTo>
                    <a:pt x="1561579" y="242582"/>
                  </a:lnTo>
                  <a:lnTo>
                    <a:pt x="1562442" y="254952"/>
                  </a:lnTo>
                  <a:lnTo>
                    <a:pt x="1586230" y="3168129"/>
                  </a:lnTo>
                  <a:lnTo>
                    <a:pt x="2090534" y="3711816"/>
                  </a:lnTo>
                  <a:lnTo>
                    <a:pt x="2090534" y="800671"/>
                  </a:lnTo>
                  <a:lnTo>
                    <a:pt x="2090534" y="709409"/>
                  </a:lnTo>
                  <a:lnTo>
                    <a:pt x="2090534" y="450316"/>
                  </a:lnTo>
                  <a:lnTo>
                    <a:pt x="2090534" y="418973"/>
                  </a:lnTo>
                  <a:lnTo>
                    <a:pt x="2090534" y="389686"/>
                  </a:lnTo>
                  <a:lnTo>
                    <a:pt x="2090534" y="357670"/>
                  </a:lnTo>
                  <a:close/>
                </a:path>
              </a:pathLst>
            </a:custGeom>
            <a:solidFill>
              <a:srgbClr val="252C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571489" y="7196475"/>
              <a:ext cx="549275" cy="2417445"/>
            </a:xfrm>
            <a:custGeom>
              <a:avLst/>
              <a:gdLst/>
              <a:ahLst/>
              <a:cxnLst/>
              <a:rect l="l" t="t" r="r" b="b"/>
              <a:pathLst>
                <a:path w="549275" h="2417445">
                  <a:moveTo>
                    <a:pt x="0" y="0"/>
                  </a:moveTo>
                  <a:lnTo>
                    <a:pt x="23297" y="2180362"/>
                  </a:lnTo>
                  <a:lnTo>
                    <a:pt x="548737" y="2417109"/>
                  </a:lnTo>
                  <a:lnTo>
                    <a:pt x="88698" y="2148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255680" y="7317843"/>
              <a:ext cx="749935" cy="2353310"/>
            </a:xfrm>
            <a:custGeom>
              <a:avLst/>
              <a:gdLst/>
              <a:ahLst/>
              <a:cxnLst/>
              <a:rect l="l" t="t" r="r" b="b"/>
              <a:pathLst>
                <a:path w="749934" h="2353309">
                  <a:moveTo>
                    <a:pt x="0" y="0"/>
                  </a:moveTo>
                  <a:lnTo>
                    <a:pt x="5266" y="2330075"/>
                  </a:lnTo>
                  <a:lnTo>
                    <a:pt x="749736" y="2352923"/>
                  </a:lnTo>
                  <a:lnTo>
                    <a:pt x="111954" y="2255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1C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5145132" y="7370198"/>
              <a:ext cx="413384" cy="2804160"/>
            </a:xfrm>
            <a:custGeom>
              <a:avLst/>
              <a:gdLst/>
              <a:ahLst/>
              <a:cxnLst/>
              <a:rect l="l" t="t" r="r" b="b"/>
              <a:pathLst>
                <a:path w="413384" h="2804159">
                  <a:moveTo>
                    <a:pt x="0" y="0"/>
                  </a:moveTo>
                  <a:lnTo>
                    <a:pt x="27726" y="2364357"/>
                  </a:lnTo>
                  <a:lnTo>
                    <a:pt x="412940" y="2804071"/>
                  </a:lnTo>
                  <a:lnTo>
                    <a:pt x="76123" y="2343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816216" y="6515804"/>
              <a:ext cx="36830" cy="95885"/>
            </a:xfrm>
            <a:custGeom>
              <a:avLst/>
              <a:gdLst/>
              <a:ahLst/>
              <a:cxnLst/>
              <a:rect l="l" t="t" r="r" b="b"/>
              <a:pathLst>
                <a:path w="36830" h="95884">
                  <a:moveTo>
                    <a:pt x="29580" y="0"/>
                  </a:moveTo>
                  <a:lnTo>
                    <a:pt x="26962" y="0"/>
                  </a:lnTo>
                  <a:lnTo>
                    <a:pt x="26491" y="701"/>
                  </a:lnTo>
                  <a:lnTo>
                    <a:pt x="25444" y="554"/>
                  </a:lnTo>
                  <a:lnTo>
                    <a:pt x="24826" y="1434"/>
                  </a:lnTo>
                  <a:lnTo>
                    <a:pt x="24208" y="1434"/>
                  </a:lnTo>
                  <a:lnTo>
                    <a:pt x="14793" y="5019"/>
                  </a:lnTo>
                  <a:lnTo>
                    <a:pt x="7097" y="14766"/>
                  </a:lnTo>
                  <a:lnTo>
                    <a:pt x="1905" y="29166"/>
                  </a:lnTo>
                  <a:lnTo>
                    <a:pt x="0" y="46710"/>
                  </a:lnTo>
                  <a:lnTo>
                    <a:pt x="1905" y="64307"/>
                  </a:lnTo>
                  <a:lnTo>
                    <a:pt x="7097" y="78815"/>
                  </a:lnTo>
                  <a:lnTo>
                    <a:pt x="14793" y="88668"/>
                  </a:lnTo>
                  <a:lnTo>
                    <a:pt x="24208" y="92300"/>
                  </a:lnTo>
                  <a:lnTo>
                    <a:pt x="24826" y="92300"/>
                  </a:lnTo>
                  <a:lnTo>
                    <a:pt x="25444" y="93525"/>
                  </a:lnTo>
                  <a:lnTo>
                    <a:pt x="26491" y="93379"/>
                  </a:lnTo>
                  <a:lnTo>
                    <a:pt x="26962" y="95682"/>
                  </a:lnTo>
                  <a:lnTo>
                    <a:pt x="29580" y="95682"/>
                  </a:lnTo>
                  <a:lnTo>
                    <a:pt x="30051" y="92478"/>
                  </a:lnTo>
                  <a:lnTo>
                    <a:pt x="32375" y="91316"/>
                  </a:lnTo>
                  <a:lnTo>
                    <a:pt x="34114" y="87232"/>
                  </a:lnTo>
                  <a:lnTo>
                    <a:pt x="36292" y="84981"/>
                  </a:lnTo>
                  <a:lnTo>
                    <a:pt x="31356" y="77949"/>
                  </a:lnTo>
                  <a:lnTo>
                    <a:pt x="27541" y="68838"/>
                  </a:lnTo>
                  <a:lnTo>
                    <a:pt x="25080" y="58073"/>
                  </a:lnTo>
                  <a:lnTo>
                    <a:pt x="24208" y="46082"/>
                  </a:lnTo>
                  <a:lnTo>
                    <a:pt x="25080" y="34057"/>
                  </a:lnTo>
                  <a:lnTo>
                    <a:pt x="27541" y="23263"/>
                  </a:lnTo>
                  <a:lnTo>
                    <a:pt x="31356" y="14138"/>
                  </a:lnTo>
                  <a:lnTo>
                    <a:pt x="36292" y="7120"/>
                  </a:lnTo>
                  <a:lnTo>
                    <a:pt x="33569" y="4387"/>
                  </a:lnTo>
                  <a:lnTo>
                    <a:pt x="33538" y="4094"/>
                  </a:lnTo>
                  <a:lnTo>
                    <a:pt x="32595" y="3340"/>
                  </a:lnTo>
                  <a:lnTo>
                    <a:pt x="31580" y="2209"/>
                  </a:lnTo>
                  <a:lnTo>
                    <a:pt x="30051" y="1444"/>
                  </a:lnTo>
                  <a:lnTo>
                    <a:pt x="29580" y="0"/>
                  </a:lnTo>
                  <a:close/>
                </a:path>
              </a:pathLst>
            </a:custGeom>
            <a:solidFill>
              <a:srgbClr val="FBE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816216" y="6515804"/>
              <a:ext cx="36830" cy="95885"/>
            </a:xfrm>
            <a:custGeom>
              <a:avLst/>
              <a:gdLst/>
              <a:ahLst/>
              <a:cxnLst/>
              <a:rect l="l" t="t" r="r" b="b"/>
              <a:pathLst>
                <a:path w="36830" h="95884">
                  <a:moveTo>
                    <a:pt x="29580" y="0"/>
                  </a:moveTo>
                  <a:lnTo>
                    <a:pt x="26962" y="0"/>
                  </a:lnTo>
                  <a:lnTo>
                    <a:pt x="26491" y="701"/>
                  </a:lnTo>
                  <a:lnTo>
                    <a:pt x="25444" y="554"/>
                  </a:lnTo>
                  <a:lnTo>
                    <a:pt x="24826" y="1434"/>
                  </a:lnTo>
                  <a:lnTo>
                    <a:pt x="24208" y="1434"/>
                  </a:lnTo>
                  <a:lnTo>
                    <a:pt x="14793" y="5019"/>
                  </a:lnTo>
                  <a:lnTo>
                    <a:pt x="7097" y="14766"/>
                  </a:lnTo>
                  <a:lnTo>
                    <a:pt x="1905" y="29166"/>
                  </a:lnTo>
                  <a:lnTo>
                    <a:pt x="0" y="46710"/>
                  </a:lnTo>
                  <a:lnTo>
                    <a:pt x="1905" y="64307"/>
                  </a:lnTo>
                  <a:lnTo>
                    <a:pt x="7097" y="78815"/>
                  </a:lnTo>
                  <a:lnTo>
                    <a:pt x="14793" y="88668"/>
                  </a:lnTo>
                  <a:lnTo>
                    <a:pt x="24208" y="92300"/>
                  </a:lnTo>
                  <a:lnTo>
                    <a:pt x="24826" y="92300"/>
                  </a:lnTo>
                  <a:lnTo>
                    <a:pt x="25444" y="93525"/>
                  </a:lnTo>
                  <a:lnTo>
                    <a:pt x="26491" y="93379"/>
                  </a:lnTo>
                  <a:lnTo>
                    <a:pt x="26962" y="95682"/>
                  </a:lnTo>
                  <a:lnTo>
                    <a:pt x="29580" y="95682"/>
                  </a:lnTo>
                  <a:lnTo>
                    <a:pt x="30051" y="92478"/>
                  </a:lnTo>
                  <a:lnTo>
                    <a:pt x="32375" y="91274"/>
                  </a:lnTo>
                  <a:lnTo>
                    <a:pt x="34114" y="87191"/>
                  </a:lnTo>
                  <a:lnTo>
                    <a:pt x="36292" y="84981"/>
                  </a:lnTo>
                  <a:lnTo>
                    <a:pt x="31356" y="77949"/>
                  </a:lnTo>
                  <a:lnTo>
                    <a:pt x="27541" y="68838"/>
                  </a:lnTo>
                  <a:lnTo>
                    <a:pt x="25080" y="58073"/>
                  </a:lnTo>
                  <a:lnTo>
                    <a:pt x="24208" y="46082"/>
                  </a:lnTo>
                  <a:lnTo>
                    <a:pt x="25080" y="34057"/>
                  </a:lnTo>
                  <a:lnTo>
                    <a:pt x="27541" y="23263"/>
                  </a:lnTo>
                  <a:lnTo>
                    <a:pt x="31356" y="14138"/>
                  </a:lnTo>
                  <a:lnTo>
                    <a:pt x="36292" y="7120"/>
                  </a:lnTo>
                  <a:lnTo>
                    <a:pt x="33569" y="4387"/>
                  </a:lnTo>
                  <a:lnTo>
                    <a:pt x="33538" y="4094"/>
                  </a:lnTo>
                  <a:lnTo>
                    <a:pt x="32553" y="3371"/>
                  </a:lnTo>
                  <a:lnTo>
                    <a:pt x="31580" y="2209"/>
                  </a:lnTo>
                  <a:lnTo>
                    <a:pt x="30051" y="1444"/>
                  </a:lnTo>
                  <a:lnTo>
                    <a:pt x="29580" y="0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3663809" y="6589604"/>
              <a:ext cx="36830" cy="91440"/>
            </a:xfrm>
            <a:custGeom>
              <a:avLst/>
              <a:gdLst/>
              <a:ahLst/>
              <a:cxnLst/>
              <a:rect l="l" t="t" r="r" b="b"/>
              <a:pathLst>
                <a:path w="36830" h="91440">
                  <a:moveTo>
                    <a:pt x="29760" y="90426"/>
                  </a:moveTo>
                  <a:lnTo>
                    <a:pt x="26491" y="90426"/>
                  </a:lnTo>
                  <a:lnTo>
                    <a:pt x="26962" y="90991"/>
                  </a:lnTo>
                  <a:lnTo>
                    <a:pt x="29580" y="90991"/>
                  </a:lnTo>
                  <a:lnTo>
                    <a:pt x="29760" y="90426"/>
                  </a:lnTo>
                  <a:close/>
                </a:path>
                <a:path w="36830" h="91440">
                  <a:moveTo>
                    <a:pt x="24826" y="0"/>
                  </a:moveTo>
                  <a:lnTo>
                    <a:pt x="24208" y="0"/>
                  </a:lnTo>
                  <a:lnTo>
                    <a:pt x="14793" y="3548"/>
                  </a:lnTo>
                  <a:lnTo>
                    <a:pt x="7097" y="13218"/>
                  </a:lnTo>
                  <a:lnTo>
                    <a:pt x="1905" y="27542"/>
                  </a:lnTo>
                  <a:lnTo>
                    <a:pt x="0" y="45056"/>
                  </a:lnTo>
                  <a:lnTo>
                    <a:pt x="1905" y="62581"/>
                  </a:lnTo>
                  <a:lnTo>
                    <a:pt x="7097" y="76942"/>
                  </a:lnTo>
                  <a:lnTo>
                    <a:pt x="14793" y="86650"/>
                  </a:lnTo>
                  <a:lnTo>
                    <a:pt x="24208" y="90217"/>
                  </a:lnTo>
                  <a:lnTo>
                    <a:pt x="24826" y="90217"/>
                  </a:lnTo>
                  <a:lnTo>
                    <a:pt x="25444" y="90573"/>
                  </a:lnTo>
                  <a:lnTo>
                    <a:pt x="26020" y="90457"/>
                  </a:lnTo>
                  <a:lnTo>
                    <a:pt x="26491" y="90426"/>
                  </a:lnTo>
                  <a:lnTo>
                    <a:pt x="29760" y="90426"/>
                  </a:lnTo>
                  <a:lnTo>
                    <a:pt x="30051" y="89515"/>
                  </a:lnTo>
                  <a:lnTo>
                    <a:pt x="32375" y="88353"/>
                  </a:lnTo>
                  <a:lnTo>
                    <a:pt x="34114" y="86007"/>
                  </a:lnTo>
                  <a:lnTo>
                    <a:pt x="35716" y="84374"/>
                  </a:lnTo>
                  <a:lnTo>
                    <a:pt x="35894" y="84154"/>
                  </a:lnTo>
                  <a:lnTo>
                    <a:pt x="36114" y="83976"/>
                  </a:lnTo>
                  <a:lnTo>
                    <a:pt x="36292" y="83756"/>
                  </a:lnTo>
                  <a:lnTo>
                    <a:pt x="31356" y="76724"/>
                  </a:lnTo>
                  <a:lnTo>
                    <a:pt x="27541" y="67613"/>
                  </a:lnTo>
                  <a:lnTo>
                    <a:pt x="25080" y="56848"/>
                  </a:lnTo>
                  <a:lnTo>
                    <a:pt x="24208" y="44857"/>
                  </a:lnTo>
                  <a:lnTo>
                    <a:pt x="25080" y="32842"/>
                  </a:lnTo>
                  <a:lnTo>
                    <a:pt x="27541" y="22068"/>
                  </a:lnTo>
                  <a:lnTo>
                    <a:pt x="31356" y="12962"/>
                  </a:lnTo>
                  <a:lnTo>
                    <a:pt x="36292" y="5947"/>
                  </a:lnTo>
                  <a:lnTo>
                    <a:pt x="35862" y="5476"/>
                  </a:lnTo>
                  <a:lnTo>
                    <a:pt x="34951" y="4565"/>
                  </a:lnTo>
                  <a:lnTo>
                    <a:pt x="33538" y="3371"/>
                  </a:lnTo>
                  <a:lnTo>
                    <a:pt x="32595" y="2575"/>
                  </a:lnTo>
                  <a:lnTo>
                    <a:pt x="31580" y="1905"/>
                  </a:lnTo>
                  <a:lnTo>
                    <a:pt x="30051" y="1151"/>
                  </a:lnTo>
                  <a:lnTo>
                    <a:pt x="29580" y="617"/>
                  </a:lnTo>
                  <a:lnTo>
                    <a:pt x="26962" y="617"/>
                  </a:lnTo>
                  <a:lnTo>
                    <a:pt x="26491" y="293"/>
                  </a:lnTo>
                  <a:lnTo>
                    <a:pt x="26020" y="251"/>
                  </a:lnTo>
                  <a:lnTo>
                    <a:pt x="25444" y="146"/>
                  </a:lnTo>
                  <a:lnTo>
                    <a:pt x="24826" y="0"/>
                  </a:lnTo>
                  <a:close/>
                </a:path>
              </a:pathLst>
            </a:custGeom>
            <a:solidFill>
              <a:srgbClr val="FBE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663809" y="6589604"/>
              <a:ext cx="36830" cy="91440"/>
            </a:xfrm>
            <a:custGeom>
              <a:avLst/>
              <a:gdLst/>
              <a:ahLst/>
              <a:cxnLst/>
              <a:rect l="l" t="t" r="r" b="b"/>
              <a:pathLst>
                <a:path w="36830" h="91440">
                  <a:moveTo>
                    <a:pt x="29760" y="90426"/>
                  </a:moveTo>
                  <a:lnTo>
                    <a:pt x="26491" y="90426"/>
                  </a:lnTo>
                  <a:lnTo>
                    <a:pt x="26962" y="90991"/>
                  </a:lnTo>
                  <a:lnTo>
                    <a:pt x="29580" y="90991"/>
                  </a:lnTo>
                  <a:lnTo>
                    <a:pt x="29760" y="90426"/>
                  </a:lnTo>
                  <a:close/>
                </a:path>
                <a:path w="36830" h="91440">
                  <a:moveTo>
                    <a:pt x="24826" y="0"/>
                  </a:moveTo>
                  <a:lnTo>
                    <a:pt x="24208" y="0"/>
                  </a:lnTo>
                  <a:lnTo>
                    <a:pt x="14793" y="3548"/>
                  </a:lnTo>
                  <a:lnTo>
                    <a:pt x="7097" y="13218"/>
                  </a:lnTo>
                  <a:lnTo>
                    <a:pt x="1905" y="27542"/>
                  </a:lnTo>
                  <a:lnTo>
                    <a:pt x="0" y="45056"/>
                  </a:lnTo>
                  <a:lnTo>
                    <a:pt x="1905" y="62581"/>
                  </a:lnTo>
                  <a:lnTo>
                    <a:pt x="7097" y="76942"/>
                  </a:lnTo>
                  <a:lnTo>
                    <a:pt x="14793" y="86650"/>
                  </a:lnTo>
                  <a:lnTo>
                    <a:pt x="24208" y="90217"/>
                  </a:lnTo>
                  <a:lnTo>
                    <a:pt x="24826" y="90217"/>
                  </a:lnTo>
                  <a:lnTo>
                    <a:pt x="25444" y="90573"/>
                  </a:lnTo>
                  <a:lnTo>
                    <a:pt x="26020" y="90457"/>
                  </a:lnTo>
                  <a:lnTo>
                    <a:pt x="26491" y="90426"/>
                  </a:lnTo>
                  <a:lnTo>
                    <a:pt x="29760" y="90426"/>
                  </a:lnTo>
                  <a:lnTo>
                    <a:pt x="30051" y="89515"/>
                  </a:lnTo>
                  <a:lnTo>
                    <a:pt x="32375" y="88321"/>
                  </a:lnTo>
                  <a:lnTo>
                    <a:pt x="34114" y="85976"/>
                  </a:lnTo>
                  <a:lnTo>
                    <a:pt x="35716" y="84374"/>
                  </a:lnTo>
                  <a:lnTo>
                    <a:pt x="35894" y="84154"/>
                  </a:lnTo>
                  <a:lnTo>
                    <a:pt x="36114" y="83976"/>
                  </a:lnTo>
                  <a:lnTo>
                    <a:pt x="36292" y="83756"/>
                  </a:lnTo>
                  <a:lnTo>
                    <a:pt x="31356" y="76724"/>
                  </a:lnTo>
                  <a:lnTo>
                    <a:pt x="27541" y="67613"/>
                  </a:lnTo>
                  <a:lnTo>
                    <a:pt x="25080" y="56848"/>
                  </a:lnTo>
                  <a:lnTo>
                    <a:pt x="24208" y="44857"/>
                  </a:lnTo>
                  <a:lnTo>
                    <a:pt x="25080" y="32842"/>
                  </a:lnTo>
                  <a:lnTo>
                    <a:pt x="27541" y="22068"/>
                  </a:lnTo>
                  <a:lnTo>
                    <a:pt x="31356" y="12962"/>
                  </a:lnTo>
                  <a:lnTo>
                    <a:pt x="36292" y="5947"/>
                  </a:lnTo>
                  <a:lnTo>
                    <a:pt x="35862" y="5476"/>
                  </a:lnTo>
                  <a:lnTo>
                    <a:pt x="34951" y="4565"/>
                  </a:lnTo>
                  <a:lnTo>
                    <a:pt x="33538" y="3371"/>
                  </a:lnTo>
                  <a:lnTo>
                    <a:pt x="31580" y="1905"/>
                  </a:lnTo>
                  <a:lnTo>
                    <a:pt x="30051" y="1151"/>
                  </a:lnTo>
                  <a:lnTo>
                    <a:pt x="29580" y="617"/>
                  </a:lnTo>
                  <a:lnTo>
                    <a:pt x="26962" y="617"/>
                  </a:lnTo>
                  <a:lnTo>
                    <a:pt x="26491" y="293"/>
                  </a:lnTo>
                  <a:lnTo>
                    <a:pt x="26020" y="251"/>
                  </a:lnTo>
                  <a:lnTo>
                    <a:pt x="25444" y="146"/>
                  </a:lnTo>
                  <a:lnTo>
                    <a:pt x="24826" y="0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964994" y="6616801"/>
              <a:ext cx="36830" cy="95885"/>
            </a:xfrm>
            <a:custGeom>
              <a:avLst/>
              <a:gdLst/>
              <a:ahLst/>
              <a:cxnLst/>
              <a:rect l="l" t="t" r="r" b="b"/>
              <a:pathLst>
                <a:path w="36830" h="95884">
                  <a:moveTo>
                    <a:pt x="29580" y="0"/>
                  </a:moveTo>
                  <a:lnTo>
                    <a:pt x="26962" y="0"/>
                  </a:lnTo>
                  <a:lnTo>
                    <a:pt x="26491" y="984"/>
                  </a:lnTo>
                  <a:lnTo>
                    <a:pt x="25444" y="848"/>
                  </a:lnTo>
                  <a:lnTo>
                    <a:pt x="24826" y="2010"/>
                  </a:lnTo>
                  <a:lnTo>
                    <a:pt x="24208" y="2010"/>
                  </a:lnTo>
                  <a:lnTo>
                    <a:pt x="14793" y="5588"/>
                  </a:lnTo>
                  <a:lnTo>
                    <a:pt x="7097" y="15321"/>
                  </a:lnTo>
                  <a:lnTo>
                    <a:pt x="1905" y="29707"/>
                  </a:lnTo>
                  <a:lnTo>
                    <a:pt x="0" y="47244"/>
                  </a:lnTo>
                  <a:lnTo>
                    <a:pt x="1905" y="64825"/>
                  </a:lnTo>
                  <a:lnTo>
                    <a:pt x="7097" y="79309"/>
                  </a:lnTo>
                  <a:lnTo>
                    <a:pt x="14793" y="89139"/>
                  </a:lnTo>
                  <a:lnTo>
                    <a:pt x="24208" y="92761"/>
                  </a:lnTo>
                  <a:lnTo>
                    <a:pt x="24826" y="92761"/>
                  </a:lnTo>
                  <a:lnTo>
                    <a:pt x="25444" y="93840"/>
                  </a:lnTo>
                  <a:lnTo>
                    <a:pt x="26491" y="93693"/>
                  </a:lnTo>
                  <a:lnTo>
                    <a:pt x="26962" y="95693"/>
                  </a:lnTo>
                  <a:lnTo>
                    <a:pt x="29580" y="95693"/>
                  </a:lnTo>
                  <a:lnTo>
                    <a:pt x="30051" y="92782"/>
                  </a:lnTo>
                  <a:lnTo>
                    <a:pt x="32375" y="91620"/>
                  </a:lnTo>
                  <a:lnTo>
                    <a:pt x="34114" y="87840"/>
                  </a:lnTo>
                  <a:lnTo>
                    <a:pt x="36292" y="85589"/>
                  </a:lnTo>
                  <a:lnTo>
                    <a:pt x="31356" y="78556"/>
                  </a:lnTo>
                  <a:lnTo>
                    <a:pt x="27541" y="69445"/>
                  </a:lnTo>
                  <a:lnTo>
                    <a:pt x="25080" y="58681"/>
                  </a:lnTo>
                  <a:lnTo>
                    <a:pt x="24208" y="46689"/>
                  </a:lnTo>
                  <a:lnTo>
                    <a:pt x="25080" y="34663"/>
                  </a:lnTo>
                  <a:lnTo>
                    <a:pt x="27541" y="23864"/>
                  </a:lnTo>
                  <a:lnTo>
                    <a:pt x="31356" y="14732"/>
                  </a:lnTo>
                  <a:lnTo>
                    <a:pt x="36292" y="7706"/>
                  </a:lnTo>
                  <a:lnTo>
                    <a:pt x="33569" y="4921"/>
                  </a:lnTo>
                  <a:lnTo>
                    <a:pt x="33538" y="4554"/>
                  </a:lnTo>
                  <a:lnTo>
                    <a:pt x="32595" y="3790"/>
                  </a:lnTo>
                  <a:lnTo>
                    <a:pt x="31569" y="2513"/>
                  </a:lnTo>
                  <a:lnTo>
                    <a:pt x="30051" y="1759"/>
                  </a:lnTo>
                  <a:lnTo>
                    <a:pt x="29580" y="0"/>
                  </a:lnTo>
                  <a:close/>
                </a:path>
              </a:pathLst>
            </a:custGeom>
            <a:solidFill>
              <a:srgbClr val="FBE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3964994" y="6616801"/>
              <a:ext cx="36830" cy="95885"/>
            </a:xfrm>
            <a:custGeom>
              <a:avLst/>
              <a:gdLst/>
              <a:ahLst/>
              <a:cxnLst/>
              <a:rect l="l" t="t" r="r" b="b"/>
              <a:pathLst>
                <a:path w="36830" h="95884">
                  <a:moveTo>
                    <a:pt x="29580" y="0"/>
                  </a:moveTo>
                  <a:lnTo>
                    <a:pt x="26962" y="0"/>
                  </a:lnTo>
                  <a:lnTo>
                    <a:pt x="26491" y="984"/>
                  </a:lnTo>
                  <a:lnTo>
                    <a:pt x="25444" y="848"/>
                  </a:lnTo>
                  <a:lnTo>
                    <a:pt x="24826" y="2010"/>
                  </a:lnTo>
                  <a:lnTo>
                    <a:pt x="24208" y="2010"/>
                  </a:lnTo>
                  <a:lnTo>
                    <a:pt x="14793" y="5588"/>
                  </a:lnTo>
                  <a:lnTo>
                    <a:pt x="7097" y="15321"/>
                  </a:lnTo>
                  <a:lnTo>
                    <a:pt x="1905" y="29707"/>
                  </a:lnTo>
                  <a:lnTo>
                    <a:pt x="0" y="47244"/>
                  </a:lnTo>
                  <a:lnTo>
                    <a:pt x="1905" y="64825"/>
                  </a:lnTo>
                  <a:lnTo>
                    <a:pt x="7097" y="79309"/>
                  </a:lnTo>
                  <a:lnTo>
                    <a:pt x="14793" y="89139"/>
                  </a:lnTo>
                  <a:lnTo>
                    <a:pt x="24208" y="92761"/>
                  </a:lnTo>
                  <a:lnTo>
                    <a:pt x="24826" y="92761"/>
                  </a:lnTo>
                  <a:lnTo>
                    <a:pt x="25444" y="93840"/>
                  </a:lnTo>
                  <a:lnTo>
                    <a:pt x="26491" y="93693"/>
                  </a:lnTo>
                  <a:lnTo>
                    <a:pt x="26962" y="95693"/>
                  </a:lnTo>
                  <a:lnTo>
                    <a:pt x="29580" y="95693"/>
                  </a:lnTo>
                  <a:lnTo>
                    <a:pt x="30051" y="92782"/>
                  </a:lnTo>
                  <a:lnTo>
                    <a:pt x="32375" y="91588"/>
                  </a:lnTo>
                  <a:lnTo>
                    <a:pt x="34114" y="87808"/>
                  </a:lnTo>
                  <a:lnTo>
                    <a:pt x="36292" y="85589"/>
                  </a:lnTo>
                  <a:lnTo>
                    <a:pt x="31356" y="78556"/>
                  </a:lnTo>
                  <a:lnTo>
                    <a:pt x="27541" y="69445"/>
                  </a:lnTo>
                  <a:lnTo>
                    <a:pt x="25080" y="58681"/>
                  </a:lnTo>
                  <a:lnTo>
                    <a:pt x="24208" y="46689"/>
                  </a:lnTo>
                  <a:lnTo>
                    <a:pt x="25080" y="34663"/>
                  </a:lnTo>
                  <a:lnTo>
                    <a:pt x="27541" y="23864"/>
                  </a:lnTo>
                  <a:lnTo>
                    <a:pt x="31356" y="14732"/>
                  </a:lnTo>
                  <a:lnTo>
                    <a:pt x="36292" y="7706"/>
                  </a:lnTo>
                  <a:lnTo>
                    <a:pt x="33569" y="4921"/>
                  </a:lnTo>
                  <a:lnTo>
                    <a:pt x="33538" y="4554"/>
                  </a:lnTo>
                  <a:lnTo>
                    <a:pt x="32553" y="3832"/>
                  </a:lnTo>
                  <a:lnTo>
                    <a:pt x="31569" y="2513"/>
                  </a:lnTo>
                  <a:lnTo>
                    <a:pt x="30051" y="1759"/>
                  </a:lnTo>
                  <a:lnTo>
                    <a:pt x="29580" y="0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422321" y="7485295"/>
              <a:ext cx="179008" cy="315807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30182" y="7496019"/>
              <a:ext cx="67082" cy="121827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644696" y="7650506"/>
              <a:ext cx="123188" cy="13607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727570" y="7717647"/>
              <a:ext cx="188712" cy="193570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802593" y="7931447"/>
              <a:ext cx="94341" cy="10193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941933" y="7770614"/>
              <a:ext cx="91138" cy="104978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937174" y="7914449"/>
              <a:ext cx="120127" cy="138937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328409" y="7888196"/>
              <a:ext cx="188712" cy="193570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403432" y="8101997"/>
              <a:ext cx="94341" cy="101934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542773" y="7941165"/>
              <a:ext cx="91138" cy="104978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538015" y="8084148"/>
              <a:ext cx="294807" cy="193568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719132" y="8297949"/>
              <a:ext cx="94341" cy="101934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858473" y="8137116"/>
              <a:ext cx="91128" cy="104978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853713" y="8280950"/>
              <a:ext cx="120127" cy="138937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5172855" y="7508995"/>
              <a:ext cx="432434" cy="661035"/>
            </a:xfrm>
            <a:custGeom>
              <a:avLst/>
              <a:gdLst/>
              <a:ahLst/>
              <a:cxnLst/>
              <a:rect l="l" t="t" r="r" b="b"/>
              <a:pathLst>
                <a:path w="432434" h="661034">
                  <a:moveTo>
                    <a:pt x="70662" y="153504"/>
                  </a:moveTo>
                  <a:lnTo>
                    <a:pt x="29806" y="93599"/>
                  </a:lnTo>
                  <a:lnTo>
                    <a:pt x="8826" y="66395"/>
                  </a:lnTo>
                  <a:lnTo>
                    <a:pt x="1092" y="65379"/>
                  </a:lnTo>
                  <a:lnTo>
                    <a:pt x="0" y="84035"/>
                  </a:lnTo>
                  <a:lnTo>
                    <a:pt x="11036" y="109702"/>
                  </a:lnTo>
                  <a:lnTo>
                    <a:pt x="35331" y="131927"/>
                  </a:lnTo>
                  <a:lnTo>
                    <a:pt x="59613" y="147586"/>
                  </a:lnTo>
                  <a:lnTo>
                    <a:pt x="70662" y="153504"/>
                  </a:lnTo>
                  <a:close/>
                </a:path>
                <a:path w="432434" h="661034">
                  <a:moveTo>
                    <a:pt x="74269" y="167271"/>
                  </a:moveTo>
                  <a:lnTo>
                    <a:pt x="52108" y="197485"/>
                  </a:lnTo>
                  <a:lnTo>
                    <a:pt x="38112" y="229209"/>
                  </a:lnTo>
                  <a:lnTo>
                    <a:pt x="35521" y="249516"/>
                  </a:lnTo>
                  <a:lnTo>
                    <a:pt x="47574" y="245529"/>
                  </a:lnTo>
                  <a:lnTo>
                    <a:pt x="63246" y="221792"/>
                  </a:lnTo>
                  <a:lnTo>
                    <a:pt x="71145" y="196164"/>
                  </a:lnTo>
                  <a:lnTo>
                    <a:pt x="73926" y="175666"/>
                  </a:lnTo>
                  <a:lnTo>
                    <a:pt x="74269" y="167271"/>
                  </a:lnTo>
                  <a:close/>
                </a:path>
                <a:path w="432434" h="661034">
                  <a:moveTo>
                    <a:pt x="89357" y="72250"/>
                  </a:moveTo>
                  <a:lnTo>
                    <a:pt x="85013" y="24599"/>
                  </a:lnTo>
                  <a:lnTo>
                    <a:pt x="65049" y="0"/>
                  </a:lnTo>
                  <a:lnTo>
                    <a:pt x="61175" y="19900"/>
                  </a:lnTo>
                  <a:lnTo>
                    <a:pt x="66459" y="66357"/>
                  </a:lnTo>
                  <a:lnTo>
                    <a:pt x="75577" y="114528"/>
                  </a:lnTo>
                  <a:lnTo>
                    <a:pt x="83223" y="139522"/>
                  </a:lnTo>
                  <a:lnTo>
                    <a:pt x="86093" y="118656"/>
                  </a:lnTo>
                  <a:lnTo>
                    <a:pt x="89357" y="72250"/>
                  </a:lnTo>
                  <a:close/>
                </a:path>
                <a:path w="432434" h="661034">
                  <a:moveTo>
                    <a:pt x="115125" y="440817"/>
                  </a:moveTo>
                  <a:lnTo>
                    <a:pt x="64236" y="401015"/>
                  </a:lnTo>
                  <a:lnTo>
                    <a:pt x="39065" y="383603"/>
                  </a:lnTo>
                  <a:lnTo>
                    <a:pt x="32219" y="384835"/>
                  </a:lnTo>
                  <a:lnTo>
                    <a:pt x="52654" y="419773"/>
                  </a:lnTo>
                  <a:lnTo>
                    <a:pt x="104152" y="438785"/>
                  </a:lnTo>
                  <a:lnTo>
                    <a:pt x="115125" y="440817"/>
                  </a:lnTo>
                  <a:close/>
                </a:path>
                <a:path w="432434" h="661034">
                  <a:moveTo>
                    <a:pt x="122008" y="425551"/>
                  </a:moveTo>
                  <a:lnTo>
                    <a:pt x="118795" y="407060"/>
                  </a:lnTo>
                  <a:lnTo>
                    <a:pt x="109016" y="366788"/>
                  </a:lnTo>
                  <a:lnTo>
                    <a:pt x="92430" y="327507"/>
                  </a:lnTo>
                  <a:lnTo>
                    <a:pt x="68808" y="312026"/>
                  </a:lnTo>
                  <a:lnTo>
                    <a:pt x="70904" y="329971"/>
                  </a:lnTo>
                  <a:lnTo>
                    <a:pt x="87972" y="367982"/>
                  </a:lnTo>
                  <a:lnTo>
                    <a:pt x="108750" y="406400"/>
                  </a:lnTo>
                  <a:lnTo>
                    <a:pt x="122008" y="425551"/>
                  </a:lnTo>
                  <a:close/>
                </a:path>
                <a:path w="432434" h="661034">
                  <a:moveTo>
                    <a:pt x="127317" y="500799"/>
                  </a:moveTo>
                  <a:lnTo>
                    <a:pt x="127088" y="476910"/>
                  </a:lnTo>
                  <a:lnTo>
                    <a:pt x="123901" y="458749"/>
                  </a:lnTo>
                  <a:lnTo>
                    <a:pt x="121920" y="451535"/>
                  </a:lnTo>
                  <a:lnTo>
                    <a:pt x="111290" y="483171"/>
                  </a:lnTo>
                  <a:lnTo>
                    <a:pt x="107988" y="513892"/>
                  </a:lnTo>
                  <a:lnTo>
                    <a:pt x="111290" y="531850"/>
                  </a:lnTo>
                  <a:lnTo>
                    <a:pt x="120434" y="525195"/>
                  </a:lnTo>
                  <a:lnTo>
                    <a:pt x="127317" y="500799"/>
                  </a:lnTo>
                  <a:close/>
                </a:path>
                <a:path w="432434" h="661034">
                  <a:moveTo>
                    <a:pt x="158432" y="267296"/>
                  </a:moveTo>
                  <a:lnTo>
                    <a:pt x="141033" y="233959"/>
                  </a:lnTo>
                  <a:lnTo>
                    <a:pt x="99606" y="167271"/>
                  </a:lnTo>
                  <a:lnTo>
                    <a:pt x="99631" y="182664"/>
                  </a:lnTo>
                  <a:lnTo>
                    <a:pt x="102565" y="217208"/>
                  </a:lnTo>
                  <a:lnTo>
                    <a:pt x="112636" y="253428"/>
                  </a:lnTo>
                  <a:lnTo>
                    <a:pt x="134124" y="273888"/>
                  </a:lnTo>
                  <a:lnTo>
                    <a:pt x="155054" y="277279"/>
                  </a:lnTo>
                  <a:lnTo>
                    <a:pt x="158432" y="267296"/>
                  </a:lnTo>
                  <a:close/>
                </a:path>
                <a:path w="432434" h="661034">
                  <a:moveTo>
                    <a:pt x="192112" y="333324"/>
                  </a:moveTo>
                  <a:lnTo>
                    <a:pt x="190411" y="307162"/>
                  </a:lnTo>
                  <a:lnTo>
                    <a:pt x="184632" y="308495"/>
                  </a:lnTo>
                  <a:lnTo>
                    <a:pt x="170065" y="346354"/>
                  </a:lnTo>
                  <a:lnTo>
                    <a:pt x="142024" y="429793"/>
                  </a:lnTo>
                  <a:lnTo>
                    <a:pt x="150075" y="421640"/>
                  </a:lnTo>
                  <a:lnTo>
                    <a:pt x="167678" y="399999"/>
                  </a:lnTo>
                  <a:lnTo>
                    <a:pt x="184975" y="369138"/>
                  </a:lnTo>
                  <a:lnTo>
                    <a:pt x="192112" y="333324"/>
                  </a:lnTo>
                  <a:close/>
                </a:path>
                <a:path w="432434" h="661034">
                  <a:moveTo>
                    <a:pt x="196723" y="36258"/>
                  </a:moveTo>
                  <a:lnTo>
                    <a:pt x="190093" y="35712"/>
                  </a:lnTo>
                  <a:lnTo>
                    <a:pt x="161607" y="71234"/>
                  </a:lnTo>
                  <a:lnTo>
                    <a:pt x="103174" y="150888"/>
                  </a:lnTo>
                  <a:lnTo>
                    <a:pt x="114566" y="144907"/>
                  </a:lnTo>
                  <a:lnTo>
                    <a:pt x="140766" y="127762"/>
                  </a:lnTo>
                  <a:lnTo>
                    <a:pt x="169773" y="100660"/>
                  </a:lnTo>
                  <a:lnTo>
                    <a:pt x="189623" y="64795"/>
                  </a:lnTo>
                  <a:lnTo>
                    <a:pt x="196723" y="36258"/>
                  </a:lnTo>
                  <a:close/>
                </a:path>
                <a:path w="432434" h="661034">
                  <a:moveTo>
                    <a:pt x="220446" y="513676"/>
                  </a:moveTo>
                  <a:lnTo>
                    <a:pt x="196646" y="490080"/>
                  </a:lnTo>
                  <a:lnTo>
                    <a:pt x="143433" y="444665"/>
                  </a:lnTo>
                  <a:lnTo>
                    <a:pt x="147624" y="457733"/>
                  </a:lnTo>
                  <a:lnTo>
                    <a:pt x="159448" y="486270"/>
                  </a:lnTo>
                  <a:lnTo>
                    <a:pt x="177812" y="514299"/>
                  </a:lnTo>
                  <a:lnTo>
                    <a:pt x="201599" y="525843"/>
                  </a:lnTo>
                  <a:lnTo>
                    <a:pt x="220268" y="523062"/>
                  </a:lnTo>
                  <a:lnTo>
                    <a:pt x="220446" y="513676"/>
                  </a:lnTo>
                  <a:close/>
                </a:path>
                <a:path w="432434" h="661034">
                  <a:moveTo>
                    <a:pt x="269125" y="258267"/>
                  </a:moveTo>
                  <a:lnTo>
                    <a:pt x="212001" y="213614"/>
                  </a:lnTo>
                  <a:lnTo>
                    <a:pt x="183756" y="194068"/>
                  </a:lnTo>
                  <a:lnTo>
                    <a:pt x="176085" y="195453"/>
                  </a:lnTo>
                  <a:lnTo>
                    <a:pt x="199009" y="234657"/>
                  </a:lnTo>
                  <a:lnTo>
                    <a:pt x="256806" y="255993"/>
                  </a:lnTo>
                  <a:lnTo>
                    <a:pt x="269125" y="258267"/>
                  </a:lnTo>
                  <a:close/>
                </a:path>
                <a:path w="432434" h="661034">
                  <a:moveTo>
                    <a:pt x="276834" y="241134"/>
                  </a:moveTo>
                  <a:lnTo>
                    <a:pt x="273240" y="220383"/>
                  </a:lnTo>
                  <a:lnTo>
                    <a:pt x="262255" y="175183"/>
                  </a:lnTo>
                  <a:lnTo>
                    <a:pt x="243649" y="131102"/>
                  </a:lnTo>
                  <a:lnTo>
                    <a:pt x="217144" y="113728"/>
                  </a:lnTo>
                  <a:lnTo>
                    <a:pt x="219494" y="133858"/>
                  </a:lnTo>
                  <a:lnTo>
                    <a:pt x="238645" y="176517"/>
                  </a:lnTo>
                  <a:lnTo>
                    <a:pt x="261962" y="219646"/>
                  </a:lnTo>
                  <a:lnTo>
                    <a:pt x="276834" y="241134"/>
                  </a:lnTo>
                  <a:close/>
                </a:path>
                <a:path w="432434" h="661034">
                  <a:moveTo>
                    <a:pt x="280149" y="539877"/>
                  </a:moveTo>
                  <a:lnTo>
                    <a:pt x="249923" y="554037"/>
                  </a:lnTo>
                  <a:lnTo>
                    <a:pt x="225425" y="572871"/>
                  </a:lnTo>
                  <a:lnTo>
                    <a:pt x="214718" y="587654"/>
                  </a:lnTo>
                  <a:lnTo>
                    <a:pt x="225844" y="589686"/>
                  </a:lnTo>
                  <a:lnTo>
                    <a:pt x="248246" y="577811"/>
                  </a:lnTo>
                  <a:lnTo>
                    <a:pt x="265366" y="561149"/>
                  </a:lnTo>
                  <a:lnTo>
                    <a:pt x="276301" y="546303"/>
                  </a:lnTo>
                  <a:lnTo>
                    <a:pt x="280149" y="539877"/>
                  </a:lnTo>
                  <a:close/>
                </a:path>
                <a:path w="432434" h="661034">
                  <a:moveTo>
                    <a:pt x="282803" y="325589"/>
                  </a:moveTo>
                  <a:lnTo>
                    <a:pt x="282536" y="298780"/>
                  </a:lnTo>
                  <a:lnTo>
                    <a:pt x="278968" y="278396"/>
                  </a:lnTo>
                  <a:lnTo>
                    <a:pt x="276733" y="270294"/>
                  </a:lnTo>
                  <a:lnTo>
                    <a:pt x="264807" y="305803"/>
                  </a:lnTo>
                  <a:lnTo>
                    <a:pt x="261112" y="340283"/>
                  </a:lnTo>
                  <a:lnTo>
                    <a:pt x="264807" y="360426"/>
                  </a:lnTo>
                  <a:lnTo>
                    <a:pt x="275082" y="352958"/>
                  </a:lnTo>
                  <a:lnTo>
                    <a:pt x="282803" y="325589"/>
                  </a:lnTo>
                  <a:close/>
                </a:path>
                <a:path w="432434" h="661034">
                  <a:moveTo>
                    <a:pt x="283210" y="527570"/>
                  </a:moveTo>
                  <a:lnTo>
                    <a:pt x="276860" y="463283"/>
                  </a:lnTo>
                  <a:lnTo>
                    <a:pt x="272072" y="433044"/>
                  </a:lnTo>
                  <a:lnTo>
                    <a:pt x="266458" y="428955"/>
                  </a:lnTo>
                  <a:lnTo>
                    <a:pt x="257619" y="443077"/>
                  </a:lnTo>
                  <a:lnTo>
                    <a:pt x="255295" y="467855"/>
                  </a:lnTo>
                  <a:lnTo>
                    <a:pt x="264795" y="495617"/>
                  </a:lnTo>
                  <a:lnTo>
                    <a:pt x="277114" y="518236"/>
                  </a:lnTo>
                  <a:lnTo>
                    <a:pt x="283210" y="527570"/>
                  </a:lnTo>
                  <a:close/>
                </a:path>
                <a:path w="432434" h="661034">
                  <a:moveTo>
                    <a:pt x="303872" y="620560"/>
                  </a:moveTo>
                  <a:lnTo>
                    <a:pt x="299974" y="550710"/>
                  </a:lnTo>
                  <a:lnTo>
                    <a:pt x="293420" y="562762"/>
                  </a:lnTo>
                  <a:lnTo>
                    <a:pt x="280949" y="591019"/>
                  </a:lnTo>
                  <a:lnTo>
                    <a:pt x="273354" y="623658"/>
                  </a:lnTo>
                  <a:lnTo>
                    <a:pt x="281419" y="648830"/>
                  </a:lnTo>
                  <a:lnTo>
                    <a:pt x="296329" y="660412"/>
                  </a:lnTo>
                  <a:lnTo>
                    <a:pt x="303237" y="654062"/>
                  </a:lnTo>
                  <a:lnTo>
                    <a:pt x="303872" y="620560"/>
                  </a:lnTo>
                  <a:close/>
                </a:path>
                <a:path w="432434" h="661034">
                  <a:moveTo>
                    <a:pt x="349491" y="432917"/>
                  </a:moveTo>
                  <a:lnTo>
                    <a:pt x="344385" y="405142"/>
                  </a:lnTo>
                  <a:lnTo>
                    <a:pt x="332854" y="419036"/>
                  </a:lnTo>
                  <a:lnTo>
                    <a:pt x="317144" y="457631"/>
                  </a:lnTo>
                  <a:lnTo>
                    <a:pt x="303707" y="499198"/>
                  </a:lnTo>
                  <a:lnTo>
                    <a:pt x="299008" y="522008"/>
                  </a:lnTo>
                  <a:lnTo>
                    <a:pt x="310159" y="506920"/>
                  </a:lnTo>
                  <a:lnTo>
                    <a:pt x="332536" y="472033"/>
                  </a:lnTo>
                  <a:lnTo>
                    <a:pt x="349491" y="432917"/>
                  </a:lnTo>
                  <a:close/>
                </a:path>
                <a:path w="432434" h="661034">
                  <a:moveTo>
                    <a:pt x="355523" y="137629"/>
                  </a:moveTo>
                  <a:lnTo>
                    <a:pt x="353618" y="108267"/>
                  </a:lnTo>
                  <a:lnTo>
                    <a:pt x="347129" y="109766"/>
                  </a:lnTo>
                  <a:lnTo>
                    <a:pt x="330771" y="152260"/>
                  </a:lnTo>
                  <a:lnTo>
                    <a:pt x="299300" y="245910"/>
                  </a:lnTo>
                  <a:lnTo>
                    <a:pt x="308343" y="236740"/>
                  </a:lnTo>
                  <a:lnTo>
                    <a:pt x="328104" y="212458"/>
                  </a:lnTo>
                  <a:lnTo>
                    <a:pt x="347510" y="177825"/>
                  </a:lnTo>
                  <a:lnTo>
                    <a:pt x="355523" y="137629"/>
                  </a:lnTo>
                  <a:close/>
                </a:path>
                <a:path w="432434" h="661034">
                  <a:moveTo>
                    <a:pt x="387311" y="340029"/>
                  </a:moveTo>
                  <a:lnTo>
                    <a:pt x="360603" y="313563"/>
                  </a:lnTo>
                  <a:lnTo>
                    <a:pt x="300875" y="262597"/>
                  </a:lnTo>
                  <a:lnTo>
                    <a:pt x="305587" y="277253"/>
                  </a:lnTo>
                  <a:lnTo>
                    <a:pt x="318858" y="309270"/>
                  </a:lnTo>
                  <a:lnTo>
                    <a:pt x="339471" y="340728"/>
                  </a:lnTo>
                  <a:lnTo>
                    <a:pt x="366153" y="353695"/>
                  </a:lnTo>
                  <a:lnTo>
                    <a:pt x="387121" y="350570"/>
                  </a:lnTo>
                  <a:lnTo>
                    <a:pt x="387311" y="340029"/>
                  </a:lnTo>
                  <a:close/>
                </a:path>
                <a:path w="432434" h="661034">
                  <a:moveTo>
                    <a:pt x="431876" y="489737"/>
                  </a:moveTo>
                  <a:lnTo>
                    <a:pt x="426923" y="486473"/>
                  </a:lnTo>
                  <a:lnTo>
                    <a:pt x="389483" y="502081"/>
                  </a:lnTo>
                  <a:lnTo>
                    <a:pt x="309753" y="539419"/>
                  </a:lnTo>
                  <a:lnTo>
                    <a:pt x="321221" y="539610"/>
                  </a:lnTo>
                  <a:lnTo>
                    <a:pt x="349034" y="537400"/>
                  </a:lnTo>
                  <a:lnTo>
                    <a:pt x="383286" y="528599"/>
                  </a:lnTo>
                  <a:lnTo>
                    <a:pt x="414134" y="509028"/>
                  </a:lnTo>
                  <a:lnTo>
                    <a:pt x="431876" y="489737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5272063" y="1665212"/>
            <a:ext cx="1606453" cy="1641720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409259" y="1600265"/>
            <a:ext cx="1606453" cy="1768198"/>
          </a:xfrm>
          <a:prstGeom prst="rect">
            <a:avLst/>
          </a:prstGeom>
        </p:spPr>
      </p:pic>
      <p:grpSp>
        <p:nvGrpSpPr>
          <p:cNvPr id="54" name="object 54" descr=""/>
          <p:cNvGrpSpPr/>
          <p:nvPr/>
        </p:nvGrpSpPr>
        <p:grpSpPr>
          <a:xfrm>
            <a:off x="6121310" y="9160384"/>
            <a:ext cx="5008880" cy="1057910"/>
            <a:chOff x="6121310" y="9160384"/>
            <a:chExt cx="5008880" cy="1057910"/>
          </a:xfrm>
        </p:grpSpPr>
        <p:sp>
          <p:nvSpPr>
            <p:cNvPr id="55" name="object 55" descr=""/>
            <p:cNvSpPr/>
            <p:nvPr/>
          </p:nvSpPr>
          <p:spPr>
            <a:xfrm>
              <a:off x="6152154" y="9182358"/>
              <a:ext cx="4942205" cy="1013460"/>
            </a:xfrm>
            <a:custGeom>
              <a:avLst/>
              <a:gdLst/>
              <a:ahLst/>
              <a:cxnLst/>
              <a:rect l="l" t="t" r="r" b="b"/>
              <a:pathLst>
                <a:path w="4942205" h="1013459">
                  <a:moveTo>
                    <a:pt x="624127" y="0"/>
                  </a:moveTo>
                  <a:lnTo>
                    <a:pt x="605127" y="45238"/>
                  </a:lnTo>
                  <a:lnTo>
                    <a:pt x="584408" y="89728"/>
                  </a:lnTo>
                  <a:lnTo>
                    <a:pt x="562122" y="133536"/>
                  </a:lnTo>
                  <a:lnTo>
                    <a:pt x="538419" y="176727"/>
                  </a:lnTo>
                  <a:lnTo>
                    <a:pt x="513451" y="219369"/>
                  </a:lnTo>
                  <a:lnTo>
                    <a:pt x="487369" y="261527"/>
                  </a:lnTo>
                  <a:lnTo>
                    <a:pt x="460325" y="303266"/>
                  </a:lnTo>
                  <a:lnTo>
                    <a:pt x="432470" y="344655"/>
                  </a:lnTo>
                  <a:lnTo>
                    <a:pt x="403955" y="385757"/>
                  </a:lnTo>
                  <a:lnTo>
                    <a:pt x="374932" y="426640"/>
                  </a:lnTo>
                  <a:lnTo>
                    <a:pt x="345552" y="467370"/>
                  </a:lnTo>
                  <a:lnTo>
                    <a:pt x="256784" y="589301"/>
                  </a:lnTo>
                  <a:lnTo>
                    <a:pt x="227490" y="630079"/>
                  </a:lnTo>
                  <a:lnTo>
                    <a:pt x="198596" y="671034"/>
                  </a:lnTo>
                  <a:lnTo>
                    <a:pt x="170253" y="712233"/>
                  </a:lnTo>
                  <a:lnTo>
                    <a:pt x="142612" y="753741"/>
                  </a:lnTo>
                  <a:lnTo>
                    <a:pt x="115826" y="795625"/>
                  </a:lnTo>
                  <a:lnTo>
                    <a:pt x="90045" y="837951"/>
                  </a:lnTo>
                  <a:lnTo>
                    <a:pt x="65420" y="880785"/>
                  </a:lnTo>
                  <a:lnTo>
                    <a:pt x="42103" y="924193"/>
                  </a:lnTo>
                  <a:lnTo>
                    <a:pt x="20246" y="968241"/>
                  </a:lnTo>
                  <a:lnTo>
                    <a:pt x="0" y="1012995"/>
                  </a:lnTo>
                  <a:lnTo>
                    <a:pt x="2350525" y="984818"/>
                  </a:lnTo>
                  <a:lnTo>
                    <a:pt x="2405214" y="935940"/>
                  </a:lnTo>
                  <a:lnTo>
                    <a:pt x="2432009" y="983833"/>
                  </a:lnTo>
                  <a:lnTo>
                    <a:pt x="4405279" y="960180"/>
                  </a:lnTo>
                  <a:lnTo>
                    <a:pt x="4427393" y="933877"/>
                  </a:lnTo>
                  <a:lnTo>
                    <a:pt x="4446178" y="959688"/>
                  </a:lnTo>
                  <a:lnTo>
                    <a:pt x="4941880" y="953740"/>
                  </a:lnTo>
                  <a:lnTo>
                    <a:pt x="4302130" y="25318"/>
                  </a:lnTo>
                  <a:lnTo>
                    <a:pt x="624127" y="0"/>
                  </a:lnTo>
                  <a:close/>
                </a:path>
              </a:pathLst>
            </a:custGeom>
            <a:solidFill>
              <a:srgbClr val="12A4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502675" y="9885114"/>
              <a:ext cx="2091689" cy="282575"/>
            </a:xfrm>
            <a:custGeom>
              <a:avLst/>
              <a:gdLst/>
              <a:ahLst/>
              <a:cxnLst/>
              <a:rect l="l" t="t" r="r" b="b"/>
              <a:pathLst>
                <a:path w="2091690" h="282575">
                  <a:moveTo>
                    <a:pt x="54686" y="233184"/>
                  </a:moveTo>
                  <a:lnTo>
                    <a:pt x="33489" y="0"/>
                  </a:lnTo>
                  <a:lnTo>
                    <a:pt x="0" y="282054"/>
                  </a:lnTo>
                  <a:lnTo>
                    <a:pt x="54686" y="233184"/>
                  </a:lnTo>
                  <a:close/>
                </a:path>
                <a:path w="2091690" h="282575">
                  <a:moveTo>
                    <a:pt x="2091347" y="218262"/>
                  </a:moveTo>
                  <a:lnTo>
                    <a:pt x="1902002" y="79070"/>
                  </a:lnTo>
                  <a:lnTo>
                    <a:pt x="2043899" y="268287"/>
                  </a:lnTo>
                  <a:lnTo>
                    <a:pt x="2057095" y="258699"/>
                  </a:lnTo>
                  <a:lnTo>
                    <a:pt x="2068614" y="246710"/>
                  </a:lnTo>
                  <a:lnTo>
                    <a:pt x="2091347" y="218262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121298" y="9160389"/>
              <a:ext cx="5008880" cy="1057910"/>
            </a:xfrm>
            <a:custGeom>
              <a:avLst/>
              <a:gdLst/>
              <a:ahLst/>
              <a:cxnLst/>
              <a:rect l="l" t="t" r="r" b="b"/>
              <a:pathLst>
                <a:path w="5008880" h="1057909">
                  <a:moveTo>
                    <a:pt x="4678083" y="905446"/>
                  </a:moveTo>
                  <a:lnTo>
                    <a:pt x="4656925" y="879983"/>
                  </a:lnTo>
                  <a:lnTo>
                    <a:pt x="4653089" y="875372"/>
                  </a:lnTo>
                  <a:lnTo>
                    <a:pt x="4649495" y="870991"/>
                  </a:lnTo>
                  <a:lnTo>
                    <a:pt x="4615421" y="829424"/>
                  </a:lnTo>
                  <a:lnTo>
                    <a:pt x="4599902" y="809929"/>
                  </a:lnTo>
                  <a:lnTo>
                    <a:pt x="4599902" y="868921"/>
                  </a:lnTo>
                  <a:lnTo>
                    <a:pt x="4381017" y="870991"/>
                  </a:lnTo>
                  <a:lnTo>
                    <a:pt x="4356392" y="856703"/>
                  </a:lnTo>
                  <a:lnTo>
                    <a:pt x="4344619" y="870280"/>
                  </a:lnTo>
                  <a:lnTo>
                    <a:pt x="2473096" y="880237"/>
                  </a:lnTo>
                  <a:lnTo>
                    <a:pt x="2433866" y="851839"/>
                  </a:lnTo>
                  <a:lnTo>
                    <a:pt x="2401189" y="880618"/>
                  </a:lnTo>
                  <a:lnTo>
                    <a:pt x="449580" y="890993"/>
                  </a:lnTo>
                  <a:lnTo>
                    <a:pt x="467309" y="841756"/>
                  </a:lnTo>
                  <a:lnTo>
                    <a:pt x="487489" y="793534"/>
                  </a:lnTo>
                  <a:lnTo>
                    <a:pt x="509752" y="746226"/>
                  </a:lnTo>
                  <a:lnTo>
                    <a:pt x="533793" y="699757"/>
                  </a:lnTo>
                  <a:lnTo>
                    <a:pt x="559269" y="654037"/>
                  </a:lnTo>
                  <a:lnTo>
                    <a:pt x="585863" y="608977"/>
                  </a:lnTo>
                  <a:lnTo>
                    <a:pt x="613232" y="564489"/>
                  </a:lnTo>
                  <a:lnTo>
                    <a:pt x="641070" y="520496"/>
                  </a:lnTo>
                  <a:lnTo>
                    <a:pt x="697661" y="432269"/>
                  </a:lnTo>
                  <a:lnTo>
                    <a:pt x="726198" y="387134"/>
                  </a:lnTo>
                  <a:lnTo>
                    <a:pt x="754291" y="341426"/>
                  </a:lnTo>
                  <a:lnTo>
                    <a:pt x="781596" y="295059"/>
                  </a:lnTo>
                  <a:lnTo>
                    <a:pt x="807732" y="247992"/>
                  </a:lnTo>
                  <a:lnTo>
                    <a:pt x="832370" y="200101"/>
                  </a:lnTo>
                  <a:lnTo>
                    <a:pt x="855129" y="151333"/>
                  </a:lnTo>
                  <a:lnTo>
                    <a:pt x="1064348" y="156730"/>
                  </a:lnTo>
                  <a:lnTo>
                    <a:pt x="2505964" y="176949"/>
                  </a:lnTo>
                  <a:lnTo>
                    <a:pt x="3130816" y="178917"/>
                  </a:lnTo>
                  <a:lnTo>
                    <a:pt x="3796550" y="176936"/>
                  </a:lnTo>
                  <a:lnTo>
                    <a:pt x="4172889" y="174218"/>
                  </a:lnTo>
                  <a:lnTo>
                    <a:pt x="4188650" y="214071"/>
                  </a:lnTo>
                  <a:lnTo>
                    <a:pt x="4205973" y="254685"/>
                  </a:lnTo>
                  <a:lnTo>
                    <a:pt x="4224769" y="295783"/>
                  </a:lnTo>
                  <a:lnTo>
                    <a:pt x="4245013" y="337324"/>
                  </a:lnTo>
                  <a:lnTo>
                    <a:pt x="4266717" y="379336"/>
                  </a:lnTo>
                  <a:lnTo>
                    <a:pt x="4289882" y="421779"/>
                  </a:lnTo>
                  <a:lnTo>
                    <a:pt x="4314469" y="464667"/>
                  </a:lnTo>
                  <a:lnTo>
                    <a:pt x="4340504" y="507987"/>
                  </a:lnTo>
                  <a:lnTo>
                    <a:pt x="4367974" y="551726"/>
                  </a:lnTo>
                  <a:lnTo>
                    <a:pt x="4396867" y="595871"/>
                  </a:lnTo>
                  <a:lnTo>
                    <a:pt x="4427182" y="640422"/>
                  </a:lnTo>
                  <a:lnTo>
                    <a:pt x="4458919" y="685368"/>
                  </a:lnTo>
                  <a:lnTo>
                    <a:pt x="4492066" y="730694"/>
                  </a:lnTo>
                  <a:lnTo>
                    <a:pt x="4526610" y="776414"/>
                  </a:lnTo>
                  <a:lnTo>
                    <a:pt x="4562564" y="822490"/>
                  </a:lnTo>
                  <a:lnTo>
                    <a:pt x="4599902" y="868921"/>
                  </a:lnTo>
                  <a:lnTo>
                    <a:pt x="4599902" y="809929"/>
                  </a:lnTo>
                  <a:lnTo>
                    <a:pt x="4579137" y="783831"/>
                  </a:lnTo>
                  <a:lnTo>
                    <a:pt x="4544225" y="738606"/>
                  </a:lnTo>
                  <a:lnTo>
                    <a:pt x="4510684" y="693762"/>
                  </a:lnTo>
                  <a:lnTo>
                    <a:pt x="4478540" y="649312"/>
                  </a:lnTo>
                  <a:lnTo>
                    <a:pt x="4447794" y="605243"/>
                  </a:lnTo>
                  <a:lnTo>
                    <a:pt x="4418431" y="561581"/>
                  </a:lnTo>
                  <a:lnTo>
                    <a:pt x="4390479" y="518337"/>
                  </a:lnTo>
                  <a:lnTo>
                    <a:pt x="4363936" y="475500"/>
                  </a:lnTo>
                  <a:lnTo>
                    <a:pt x="4338802" y="433095"/>
                  </a:lnTo>
                  <a:lnTo>
                    <a:pt x="4315091" y="391134"/>
                  </a:lnTo>
                  <a:lnTo>
                    <a:pt x="4292803" y="349605"/>
                  </a:lnTo>
                  <a:lnTo>
                    <a:pt x="4271937" y="308533"/>
                  </a:lnTo>
                  <a:lnTo>
                    <a:pt x="4252519" y="267919"/>
                  </a:lnTo>
                  <a:lnTo>
                    <a:pt x="4234523" y="227787"/>
                  </a:lnTo>
                  <a:lnTo>
                    <a:pt x="4217975" y="188112"/>
                  </a:lnTo>
                  <a:lnTo>
                    <a:pt x="4212514" y="173926"/>
                  </a:lnTo>
                  <a:lnTo>
                    <a:pt x="4203801" y="151333"/>
                  </a:lnTo>
                  <a:lnTo>
                    <a:pt x="4202887" y="148932"/>
                  </a:lnTo>
                  <a:lnTo>
                    <a:pt x="4200321" y="141973"/>
                  </a:lnTo>
                  <a:lnTo>
                    <a:pt x="4198378" y="136728"/>
                  </a:lnTo>
                  <a:lnTo>
                    <a:pt x="3149130" y="141973"/>
                  </a:lnTo>
                  <a:lnTo>
                    <a:pt x="1363141" y="126111"/>
                  </a:lnTo>
                  <a:lnTo>
                    <a:pt x="831138" y="113690"/>
                  </a:lnTo>
                  <a:lnTo>
                    <a:pt x="826185" y="125247"/>
                  </a:lnTo>
                  <a:lnTo>
                    <a:pt x="806564" y="168592"/>
                  </a:lnTo>
                  <a:lnTo>
                    <a:pt x="785304" y="211302"/>
                  </a:lnTo>
                  <a:lnTo>
                    <a:pt x="762660" y="253453"/>
                  </a:lnTo>
                  <a:lnTo>
                    <a:pt x="738873" y="295071"/>
                  </a:lnTo>
                  <a:lnTo>
                    <a:pt x="714260" y="336169"/>
                  </a:lnTo>
                  <a:lnTo>
                    <a:pt x="689051" y="376834"/>
                  </a:lnTo>
                  <a:lnTo>
                    <a:pt x="663524" y="417068"/>
                  </a:lnTo>
                  <a:lnTo>
                    <a:pt x="611035" y="498894"/>
                  </a:lnTo>
                  <a:lnTo>
                    <a:pt x="584212" y="541223"/>
                  </a:lnTo>
                  <a:lnTo>
                    <a:pt x="557771" y="584034"/>
                  </a:lnTo>
                  <a:lnTo>
                    <a:pt x="531977" y="627392"/>
                  </a:lnTo>
                  <a:lnTo>
                    <a:pt x="507123" y="671398"/>
                  </a:lnTo>
                  <a:lnTo>
                    <a:pt x="483489" y="716140"/>
                  </a:lnTo>
                  <a:lnTo>
                    <a:pt x="461340" y="761707"/>
                  </a:lnTo>
                  <a:lnTo>
                    <a:pt x="440969" y="808202"/>
                  </a:lnTo>
                  <a:lnTo>
                    <a:pt x="422656" y="855700"/>
                  </a:lnTo>
                  <a:lnTo>
                    <a:pt x="406666" y="904303"/>
                  </a:lnTo>
                  <a:lnTo>
                    <a:pt x="399503" y="928204"/>
                  </a:lnTo>
                  <a:lnTo>
                    <a:pt x="2415222" y="917486"/>
                  </a:lnTo>
                  <a:lnTo>
                    <a:pt x="2436126" y="899083"/>
                  </a:lnTo>
                  <a:lnTo>
                    <a:pt x="2461209" y="917244"/>
                  </a:lnTo>
                  <a:lnTo>
                    <a:pt x="4360875" y="907135"/>
                  </a:lnTo>
                  <a:lnTo>
                    <a:pt x="4367708" y="899083"/>
                  </a:lnTo>
                  <a:lnTo>
                    <a:pt x="4374553" y="890993"/>
                  </a:lnTo>
                  <a:lnTo>
                    <a:pt x="4383684" y="880237"/>
                  </a:lnTo>
                  <a:lnTo>
                    <a:pt x="4383887" y="879983"/>
                  </a:lnTo>
                  <a:lnTo>
                    <a:pt x="4413961" y="898398"/>
                  </a:lnTo>
                  <a:lnTo>
                    <a:pt x="4678083" y="905446"/>
                  </a:lnTo>
                  <a:close/>
                </a:path>
                <a:path w="5008880" h="1057909">
                  <a:moveTo>
                    <a:pt x="5008677" y="999490"/>
                  </a:moveTo>
                  <a:lnTo>
                    <a:pt x="4993106" y="966470"/>
                  </a:lnTo>
                  <a:lnTo>
                    <a:pt x="4969268" y="918210"/>
                  </a:lnTo>
                  <a:lnTo>
                    <a:pt x="4943703" y="872490"/>
                  </a:lnTo>
                  <a:lnTo>
                    <a:pt x="4936198" y="859815"/>
                  </a:lnTo>
                  <a:lnTo>
                    <a:pt x="4936198" y="952500"/>
                  </a:lnTo>
                  <a:lnTo>
                    <a:pt x="4896536" y="952500"/>
                  </a:lnTo>
                  <a:lnTo>
                    <a:pt x="4853610" y="951230"/>
                  </a:lnTo>
                  <a:lnTo>
                    <a:pt x="4488802" y="951230"/>
                  </a:lnTo>
                  <a:lnTo>
                    <a:pt x="4481423" y="947420"/>
                  </a:lnTo>
                  <a:lnTo>
                    <a:pt x="4459046" y="933450"/>
                  </a:lnTo>
                  <a:lnTo>
                    <a:pt x="4451642" y="929640"/>
                  </a:lnTo>
                  <a:lnTo>
                    <a:pt x="4444085" y="933450"/>
                  </a:lnTo>
                  <a:lnTo>
                    <a:pt x="4422800" y="947420"/>
                  </a:lnTo>
                  <a:lnTo>
                    <a:pt x="4415206" y="951230"/>
                  </a:lnTo>
                  <a:lnTo>
                    <a:pt x="4177385" y="951230"/>
                  </a:lnTo>
                  <a:lnTo>
                    <a:pt x="4092930" y="952500"/>
                  </a:lnTo>
                  <a:lnTo>
                    <a:pt x="4005796" y="952500"/>
                  </a:lnTo>
                  <a:lnTo>
                    <a:pt x="3915930" y="953770"/>
                  </a:lnTo>
                  <a:lnTo>
                    <a:pt x="3823297" y="953770"/>
                  </a:lnTo>
                  <a:lnTo>
                    <a:pt x="2475915" y="972820"/>
                  </a:lnTo>
                  <a:lnTo>
                    <a:pt x="2474379" y="970280"/>
                  </a:lnTo>
                  <a:lnTo>
                    <a:pt x="2471432" y="965200"/>
                  </a:lnTo>
                  <a:lnTo>
                    <a:pt x="2464917" y="955040"/>
                  </a:lnTo>
                  <a:lnTo>
                    <a:pt x="2457335" y="946150"/>
                  </a:lnTo>
                  <a:lnTo>
                    <a:pt x="2447988" y="938530"/>
                  </a:lnTo>
                  <a:lnTo>
                    <a:pt x="2436190" y="935990"/>
                  </a:lnTo>
                  <a:lnTo>
                    <a:pt x="2435682" y="935990"/>
                  </a:lnTo>
                  <a:lnTo>
                    <a:pt x="2400706" y="962660"/>
                  </a:lnTo>
                  <a:lnTo>
                    <a:pt x="2398128" y="966470"/>
                  </a:lnTo>
                  <a:lnTo>
                    <a:pt x="2394394" y="970280"/>
                  </a:lnTo>
                  <a:lnTo>
                    <a:pt x="2391524" y="974090"/>
                  </a:lnTo>
                  <a:lnTo>
                    <a:pt x="62344" y="1012190"/>
                  </a:lnTo>
                  <a:lnTo>
                    <a:pt x="80098" y="967740"/>
                  </a:lnTo>
                  <a:lnTo>
                    <a:pt x="100368" y="923290"/>
                  </a:lnTo>
                  <a:lnTo>
                    <a:pt x="122936" y="878840"/>
                  </a:lnTo>
                  <a:lnTo>
                    <a:pt x="147599" y="834390"/>
                  </a:lnTo>
                  <a:lnTo>
                    <a:pt x="174117" y="791210"/>
                  </a:lnTo>
                  <a:lnTo>
                    <a:pt x="202285" y="748030"/>
                  </a:lnTo>
                  <a:lnTo>
                    <a:pt x="231863" y="706120"/>
                  </a:lnTo>
                  <a:lnTo>
                    <a:pt x="262648" y="662940"/>
                  </a:lnTo>
                  <a:lnTo>
                    <a:pt x="294411" y="619760"/>
                  </a:lnTo>
                  <a:lnTo>
                    <a:pt x="326936" y="576580"/>
                  </a:lnTo>
                  <a:lnTo>
                    <a:pt x="391617" y="491490"/>
                  </a:lnTo>
                  <a:lnTo>
                    <a:pt x="423202" y="449580"/>
                  </a:lnTo>
                  <a:lnTo>
                    <a:pt x="454533" y="406400"/>
                  </a:lnTo>
                  <a:lnTo>
                    <a:pt x="485406" y="363220"/>
                  </a:lnTo>
                  <a:lnTo>
                    <a:pt x="515581" y="320040"/>
                  </a:lnTo>
                  <a:lnTo>
                    <a:pt x="544855" y="276860"/>
                  </a:lnTo>
                  <a:lnTo>
                    <a:pt x="573011" y="232410"/>
                  </a:lnTo>
                  <a:lnTo>
                    <a:pt x="599808" y="186690"/>
                  </a:lnTo>
                  <a:lnTo>
                    <a:pt x="625043" y="140970"/>
                  </a:lnTo>
                  <a:lnTo>
                    <a:pt x="648500" y="92710"/>
                  </a:lnTo>
                  <a:lnTo>
                    <a:pt x="669937" y="45720"/>
                  </a:lnTo>
                  <a:lnTo>
                    <a:pt x="711885" y="45720"/>
                  </a:lnTo>
                  <a:lnTo>
                    <a:pt x="1972754" y="63500"/>
                  </a:lnTo>
                  <a:lnTo>
                    <a:pt x="2074786" y="63500"/>
                  </a:lnTo>
                  <a:lnTo>
                    <a:pt x="2386850" y="67310"/>
                  </a:lnTo>
                  <a:lnTo>
                    <a:pt x="2492743" y="67310"/>
                  </a:lnTo>
                  <a:lnTo>
                    <a:pt x="2599525" y="68580"/>
                  </a:lnTo>
                  <a:lnTo>
                    <a:pt x="2707157" y="68580"/>
                  </a:lnTo>
                  <a:lnTo>
                    <a:pt x="2815602" y="69850"/>
                  </a:lnTo>
                  <a:lnTo>
                    <a:pt x="2924835" y="69850"/>
                  </a:lnTo>
                  <a:lnTo>
                    <a:pt x="3034804" y="71120"/>
                  </a:lnTo>
                  <a:lnTo>
                    <a:pt x="3256864" y="71120"/>
                  </a:lnTo>
                  <a:lnTo>
                    <a:pt x="3368878" y="72390"/>
                  </a:lnTo>
                  <a:lnTo>
                    <a:pt x="3905466" y="72390"/>
                  </a:lnTo>
                  <a:lnTo>
                    <a:pt x="4007701" y="71120"/>
                  </a:lnTo>
                  <a:lnTo>
                    <a:pt x="4316298" y="71120"/>
                  </a:lnTo>
                  <a:lnTo>
                    <a:pt x="4332706" y="115570"/>
                  </a:lnTo>
                  <a:lnTo>
                    <a:pt x="4352963" y="158750"/>
                  </a:lnTo>
                  <a:lnTo>
                    <a:pt x="4376661" y="201930"/>
                  </a:lnTo>
                  <a:lnTo>
                    <a:pt x="4403433" y="245110"/>
                  </a:lnTo>
                  <a:lnTo>
                    <a:pt x="4432897" y="288290"/>
                  </a:lnTo>
                  <a:lnTo>
                    <a:pt x="4464659" y="330200"/>
                  </a:lnTo>
                  <a:lnTo>
                    <a:pt x="4498352" y="372110"/>
                  </a:lnTo>
                  <a:lnTo>
                    <a:pt x="4533582" y="415290"/>
                  </a:lnTo>
                  <a:lnTo>
                    <a:pt x="4569980" y="457200"/>
                  </a:lnTo>
                  <a:lnTo>
                    <a:pt x="4639564" y="538480"/>
                  </a:lnTo>
                  <a:lnTo>
                    <a:pt x="4704232" y="614680"/>
                  </a:lnTo>
                  <a:lnTo>
                    <a:pt x="4736173" y="652780"/>
                  </a:lnTo>
                  <a:lnTo>
                    <a:pt x="4767605" y="692150"/>
                  </a:lnTo>
                  <a:lnTo>
                    <a:pt x="4798377" y="732790"/>
                  </a:lnTo>
                  <a:lnTo>
                    <a:pt x="4828311" y="774700"/>
                  </a:lnTo>
                  <a:lnTo>
                    <a:pt x="4857229" y="816610"/>
                  </a:lnTo>
                  <a:lnTo>
                    <a:pt x="4884966" y="861060"/>
                  </a:lnTo>
                  <a:lnTo>
                    <a:pt x="4911344" y="906780"/>
                  </a:lnTo>
                  <a:lnTo>
                    <a:pt x="4936198" y="952500"/>
                  </a:lnTo>
                  <a:lnTo>
                    <a:pt x="4936198" y="859815"/>
                  </a:lnTo>
                  <a:lnTo>
                    <a:pt x="4916640" y="826770"/>
                  </a:lnTo>
                  <a:lnTo>
                    <a:pt x="4888281" y="783590"/>
                  </a:lnTo>
                  <a:lnTo>
                    <a:pt x="4858842" y="740410"/>
                  </a:lnTo>
                  <a:lnTo>
                    <a:pt x="4828552" y="698500"/>
                  </a:lnTo>
                  <a:lnTo>
                    <a:pt x="4797641" y="657860"/>
                  </a:lnTo>
                  <a:lnTo>
                    <a:pt x="4766310" y="618490"/>
                  </a:lnTo>
                  <a:lnTo>
                    <a:pt x="4734776" y="580390"/>
                  </a:lnTo>
                  <a:lnTo>
                    <a:pt x="4672000" y="506730"/>
                  </a:lnTo>
                  <a:lnTo>
                    <a:pt x="4603674" y="427990"/>
                  </a:lnTo>
                  <a:lnTo>
                    <a:pt x="4566996" y="384810"/>
                  </a:lnTo>
                  <a:lnTo>
                    <a:pt x="4531576" y="341630"/>
                  </a:lnTo>
                  <a:lnTo>
                    <a:pt x="4497857" y="299720"/>
                  </a:lnTo>
                  <a:lnTo>
                    <a:pt x="4466234" y="256540"/>
                  </a:lnTo>
                  <a:lnTo>
                    <a:pt x="4437151" y="214630"/>
                  </a:lnTo>
                  <a:lnTo>
                    <a:pt x="4411027" y="171450"/>
                  </a:lnTo>
                  <a:lnTo>
                    <a:pt x="4388294" y="128270"/>
                  </a:lnTo>
                  <a:lnTo>
                    <a:pt x="4369346" y="85090"/>
                  </a:lnTo>
                  <a:lnTo>
                    <a:pt x="4355935" y="45720"/>
                  </a:lnTo>
                  <a:lnTo>
                    <a:pt x="4349978" y="25400"/>
                  </a:lnTo>
                  <a:lnTo>
                    <a:pt x="4279938" y="25400"/>
                  </a:lnTo>
                  <a:lnTo>
                    <a:pt x="4174337" y="26670"/>
                  </a:lnTo>
                  <a:lnTo>
                    <a:pt x="3086785" y="26670"/>
                  </a:lnTo>
                  <a:lnTo>
                    <a:pt x="2975813" y="25400"/>
                  </a:lnTo>
                  <a:lnTo>
                    <a:pt x="2865590" y="25400"/>
                  </a:lnTo>
                  <a:lnTo>
                    <a:pt x="2756128" y="24130"/>
                  </a:lnTo>
                  <a:lnTo>
                    <a:pt x="2647492" y="24130"/>
                  </a:lnTo>
                  <a:lnTo>
                    <a:pt x="2432761" y="21590"/>
                  </a:lnTo>
                  <a:lnTo>
                    <a:pt x="2326741" y="21590"/>
                  </a:lnTo>
                  <a:lnTo>
                    <a:pt x="2014524" y="17780"/>
                  </a:lnTo>
                  <a:lnTo>
                    <a:pt x="1912505" y="17780"/>
                  </a:lnTo>
                  <a:lnTo>
                    <a:pt x="639889" y="0"/>
                  </a:lnTo>
                  <a:lnTo>
                    <a:pt x="634098" y="13970"/>
                  </a:lnTo>
                  <a:lnTo>
                    <a:pt x="615124" y="58420"/>
                  </a:lnTo>
                  <a:lnTo>
                    <a:pt x="594296" y="101600"/>
                  </a:lnTo>
                  <a:lnTo>
                    <a:pt x="571779" y="144780"/>
                  </a:lnTo>
                  <a:lnTo>
                    <a:pt x="547776" y="186690"/>
                  </a:lnTo>
                  <a:lnTo>
                    <a:pt x="522465" y="227330"/>
                  </a:lnTo>
                  <a:lnTo>
                    <a:pt x="496036" y="269240"/>
                  </a:lnTo>
                  <a:lnTo>
                    <a:pt x="440524" y="349250"/>
                  </a:lnTo>
                  <a:lnTo>
                    <a:pt x="411835" y="388620"/>
                  </a:lnTo>
                  <a:lnTo>
                    <a:pt x="353453" y="467360"/>
                  </a:lnTo>
                  <a:lnTo>
                    <a:pt x="291452" y="548640"/>
                  </a:lnTo>
                  <a:lnTo>
                    <a:pt x="259257" y="591820"/>
                  </a:lnTo>
                  <a:lnTo>
                    <a:pt x="227774" y="633730"/>
                  </a:lnTo>
                  <a:lnTo>
                    <a:pt x="197192" y="676910"/>
                  </a:lnTo>
                  <a:lnTo>
                    <a:pt x="167716" y="718820"/>
                  </a:lnTo>
                  <a:lnTo>
                    <a:pt x="139560" y="762000"/>
                  </a:lnTo>
                  <a:lnTo>
                    <a:pt x="112903" y="805180"/>
                  </a:lnTo>
                  <a:lnTo>
                    <a:pt x="87972" y="848360"/>
                  </a:lnTo>
                  <a:lnTo>
                    <a:pt x="64947" y="892810"/>
                  </a:lnTo>
                  <a:lnTo>
                    <a:pt x="44043" y="937260"/>
                  </a:lnTo>
                  <a:lnTo>
                    <a:pt x="25463" y="982980"/>
                  </a:lnTo>
                  <a:lnTo>
                    <a:pt x="9385" y="1028700"/>
                  </a:lnTo>
                  <a:lnTo>
                    <a:pt x="0" y="1057910"/>
                  </a:lnTo>
                  <a:lnTo>
                    <a:pt x="31165" y="1057910"/>
                  </a:lnTo>
                  <a:lnTo>
                    <a:pt x="2400350" y="1019810"/>
                  </a:lnTo>
                  <a:lnTo>
                    <a:pt x="2409025" y="1018540"/>
                  </a:lnTo>
                  <a:lnTo>
                    <a:pt x="2416848" y="1013460"/>
                  </a:lnTo>
                  <a:lnTo>
                    <a:pt x="2418219" y="1012190"/>
                  </a:lnTo>
                  <a:lnTo>
                    <a:pt x="2425090" y="1005840"/>
                  </a:lnTo>
                  <a:lnTo>
                    <a:pt x="2435085" y="994410"/>
                  </a:lnTo>
                  <a:lnTo>
                    <a:pt x="2441244" y="1003300"/>
                  </a:lnTo>
                  <a:lnTo>
                    <a:pt x="2448458" y="1012190"/>
                  </a:lnTo>
                  <a:lnTo>
                    <a:pt x="2457234" y="1018540"/>
                  </a:lnTo>
                  <a:lnTo>
                    <a:pt x="2468080" y="1021080"/>
                  </a:lnTo>
                  <a:lnTo>
                    <a:pt x="3958171" y="998220"/>
                  </a:lnTo>
                  <a:lnTo>
                    <a:pt x="4003725" y="998220"/>
                  </a:lnTo>
                  <a:lnTo>
                    <a:pt x="4048556" y="996950"/>
                  </a:lnTo>
                  <a:lnTo>
                    <a:pt x="4178566" y="996950"/>
                  </a:lnTo>
                  <a:lnTo>
                    <a:pt x="4220400" y="995680"/>
                  </a:lnTo>
                  <a:lnTo>
                    <a:pt x="4420463" y="995680"/>
                  </a:lnTo>
                  <a:lnTo>
                    <a:pt x="4421670" y="994410"/>
                  </a:lnTo>
                  <a:lnTo>
                    <a:pt x="4422876" y="993140"/>
                  </a:lnTo>
                  <a:lnTo>
                    <a:pt x="4431627" y="993140"/>
                  </a:lnTo>
                  <a:lnTo>
                    <a:pt x="4437240" y="990600"/>
                  </a:lnTo>
                  <a:lnTo>
                    <a:pt x="4445241" y="981710"/>
                  </a:lnTo>
                  <a:lnTo>
                    <a:pt x="4453153" y="972820"/>
                  </a:lnTo>
                  <a:lnTo>
                    <a:pt x="4458792" y="966470"/>
                  </a:lnTo>
                  <a:lnTo>
                    <a:pt x="4461611" y="970280"/>
                  </a:lnTo>
                  <a:lnTo>
                    <a:pt x="4468533" y="980440"/>
                  </a:lnTo>
                  <a:lnTo>
                    <a:pt x="4477296" y="989330"/>
                  </a:lnTo>
                  <a:lnTo>
                    <a:pt x="4485589" y="993140"/>
                  </a:lnTo>
                  <a:lnTo>
                    <a:pt x="4601146" y="993140"/>
                  </a:lnTo>
                  <a:lnTo>
                    <a:pt x="4655578" y="994410"/>
                  </a:lnTo>
                  <a:lnTo>
                    <a:pt x="4757648" y="994410"/>
                  </a:lnTo>
                  <a:lnTo>
                    <a:pt x="4805235" y="995680"/>
                  </a:lnTo>
                  <a:lnTo>
                    <a:pt x="4850498" y="995680"/>
                  </a:lnTo>
                  <a:lnTo>
                    <a:pt x="4933924" y="998220"/>
                  </a:lnTo>
                  <a:lnTo>
                    <a:pt x="4972050" y="998220"/>
                  </a:lnTo>
                  <a:lnTo>
                    <a:pt x="5008677" y="999490"/>
                  </a:lnTo>
                  <a:close/>
                </a:path>
              </a:pathLst>
            </a:custGeom>
            <a:solidFill>
              <a:srgbClr val="585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8507590" y="10018299"/>
              <a:ext cx="48895" cy="160655"/>
            </a:xfrm>
            <a:custGeom>
              <a:avLst/>
              <a:gdLst/>
              <a:ahLst/>
              <a:cxnLst/>
              <a:rect l="l" t="t" r="r" b="b"/>
              <a:pathLst>
                <a:path w="48895" h="160654">
                  <a:moveTo>
                    <a:pt x="44831" y="45580"/>
                  </a:moveTo>
                  <a:lnTo>
                    <a:pt x="40690" y="0"/>
                  </a:lnTo>
                  <a:lnTo>
                    <a:pt x="14897" y="22707"/>
                  </a:lnTo>
                  <a:lnTo>
                    <a:pt x="10071" y="22733"/>
                  </a:lnTo>
                  <a:lnTo>
                    <a:pt x="5676" y="59702"/>
                  </a:lnTo>
                  <a:lnTo>
                    <a:pt x="28930" y="59575"/>
                  </a:lnTo>
                  <a:lnTo>
                    <a:pt x="44831" y="45580"/>
                  </a:lnTo>
                  <a:close/>
                </a:path>
                <a:path w="48895" h="160654">
                  <a:moveTo>
                    <a:pt x="48475" y="133921"/>
                  </a:moveTo>
                  <a:lnTo>
                    <a:pt x="44323" y="78092"/>
                  </a:lnTo>
                  <a:lnTo>
                    <a:pt x="37350" y="80924"/>
                  </a:lnTo>
                  <a:lnTo>
                    <a:pt x="30594" y="86182"/>
                  </a:lnTo>
                  <a:lnTo>
                    <a:pt x="23228" y="93992"/>
                  </a:lnTo>
                  <a:lnTo>
                    <a:pt x="8115" y="112077"/>
                  </a:lnTo>
                  <a:lnTo>
                    <a:pt x="5232" y="115328"/>
                  </a:lnTo>
                  <a:lnTo>
                    <a:pt x="4394" y="115341"/>
                  </a:lnTo>
                  <a:lnTo>
                    <a:pt x="0" y="160451"/>
                  </a:lnTo>
                  <a:lnTo>
                    <a:pt x="14058" y="160210"/>
                  </a:lnTo>
                  <a:lnTo>
                    <a:pt x="22682" y="158521"/>
                  </a:lnTo>
                  <a:lnTo>
                    <a:pt x="30441" y="153695"/>
                  </a:lnTo>
                  <a:lnTo>
                    <a:pt x="38620" y="145542"/>
                  </a:lnTo>
                  <a:lnTo>
                    <a:pt x="48475" y="133921"/>
                  </a:lnTo>
                  <a:close/>
                </a:path>
              </a:pathLst>
            </a:custGeom>
            <a:solidFill>
              <a:srgbClr val="49506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514512" y="10089534"/>
              <a:ext cx="85452" cy="6386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0454583" y="10017084"/>
              <a:ext cx="81280" cy="50800"/>
            </a:xfrm>
            <a:custGeom>
              <a:avLst/>
              <a:gdLst/>
              <a:ahLst/>
              <a:cxnLst/>
              <a:rect l="l" t="t" r="r" b="b"/>
              <a:pathLst>
                <a:path w="81279" h="50800">
                  <a:moveTo>
                    <a:pt x="23109" y="0"/>
                  </a:moveTo>
                  <a:lnTo>
                    <a:pt x="11339" y="13580"/>
                  </a:lnTo>
                  <a:lnTo>
                    <a:pt x="0" y="13643"/>
                  </a:lnTo>
                  <a:lnTo>
                    <a:pt x="27590" y="50438"/>
                  </a:lnTo>
                  <a:lnTo>
                    <a:pt x="50605" y="23276"/>
                  </a:lnTo>
                  <a:lnTo>
                    <a:pt x="80667" y="41705"/>
                  </a:lnTo>
                  <a:lnTo>
                    <a:pt x="23109" y="0"/>
                  </a:lnTo>
                  <a:close/>
                </a:path>
              </a:pathLst>
            </a:custGeom>
            <a:solidFill>
              <a:srgbClr val="49506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 descr=""/>
          <p:cNvGrpSpPr/>
          <p:nvPr/>
        </p:nvGrpSpPr>
        <p:grpSpPr>
          <a:xfrm>
            <a:off x="5850627" y="1674978"/>
            <a:ext cx="2766060" cy="3151505"/>
            <a:chOff x="5850627" y="1674978"/>
            <a:chExt cx="2766060" cy="3151505"/>
          </a:xfrm>
        </p:grpSpPr>
        <p:sp>
          <p:nvSpPr>
            <p:cNvPr id="62" name="object 62" descr=""/>
            <p:cNvSpPr/>
            <p:nvPr/>
          </p:nvSpPr>
          <p:spPr>
            <a:xfrm>
              <a:off x="6672427" y="1981071"/>
              <a:ext cx="1136015" cy="1606550"/>
            </a:xfrm>
            <a:custGeom>
              <a:avLst/>
              <a:gdLst/>
              <a:ahLst/>
              <a:cxnLst/>
              <a:rect l="l" t="t" r="r" b="b"/>
              <a:pathLst>
                <a:path w="1136015" h="1606550">
                  <a:moveTo>
                    <a:pt x="559982" y="0"/>
                  </a:moveTo>
                  <a:lnTo>
                    <a:pt x="513210" y="4780"/>
                  </a:lnTo>
                  <a:lnTo>
                    <a:pt x="469485" y="18517"/>
                  </a:lnTo>
                  <a:lnTo>
                    <a:pt x="429666" y="40303"/>
                  </a:lnTo>
                  <a:lnTo>
                    <a:pt x="394609" y="69232"/>
                  </a:lnTo>
                  <a:lnTo>
                    <a:pt x="365173" y="104395"/>
                  </a:lnTo>
                  <a:lnTo>
                    <a:pt x="342215" y="144886"/>
                  </a:lnTo>
                  <a:lnTo>
                    <a:pt x="326592" y="189798"/>
                  </a:lnTo>
                  <a:lnTo>
                    <a:pt x="319163" y="238223"/>
                  </a:lnTo>
                  <a:lnTo>
                    <a:pt x="302992" y="234151"/>
                  </a:lnTo>
                  <a:lnTo>
                    <a:pt x="286446" y="231185"/>
                  </a:lnTo>
                  <a:lnTo>
                    <a:pt x="269555" y="229372"/>
                  </a:lnTo>
                  <a:lnTo>
                    <a:pt x="252348" y="228757"/>
                  </a:lnTo>
                  <a:lnTo>
                    <a:pt x="206952" y="233067"/>
                  </a:lnTo>
                  <a:lnTo>
                    <a:pt x="164241" y="245492"/>
                  </a:lnTo>
                  <a:lnTo>
                    <a:pt x="124923" y="265271"/>
                  </a:lnTo>
                  <a:lnTo>
                    <a:pt x="89707" y="291646"/>
                  </a:lnTo>
                  <a:lnTo>
                    <a:pt x="59304" y="323856"/>
                  </a:lnTo>
                  <a:lnTo>
                    <a:pt x="34422" y="361141"/>
                  </a:lnTo>
                  <a:lnTo>
                    <a:pt x="15771" y="402744"/>
                  </a:lnTo>
                  <a:lnTo>
                    <a:pt x="4061" y="447903"/>
                  </a:lnTo>
                  <a:lnTo>
                    <a:pt x="0" y="495859"/>
                  </a:lnTo>
                  <a:lnTo>
                    <a:pt x="6743" y="1604129"/>
                  </a:lnTo>
                  <a:lnTo>
                    <a:pt x="1131735" y="1606547"/>
                  </a:lnTo>
                  <a:lnTo>
                    <a:pt x="1135735" y="495848"/>
                  </a:lnTo>
                  <a:lnTo>
                    <a:pt x="1131680" y="447899"/>
                  </a:lnTo>
                  <a:lnTo>
                    <a:pt x="1119988" y="402758"/>
                  </a:lnTo>
                  <a:lnTo>
                    <a:pt x="1101363" y="361183"/>
                  </a:lnTo>
                  <a:lnTo>
                    <a:pt x="1076513" y="323928"/>
                  </a:lnTo>
                  <a:lnTo>
                    <a:pt x="1046143" y="291751"/>
                  </a:lnTo>
                  <a:lnTo>
                    <a:pt x="1010959" y="265408"/>
                  </a:lnTo>
                  <a:lnTo>
                    <a:pt x="971667" y="245655"/>
                  </a:lnTo>
                  <a:lnTo>
                    <a:pt x="928974" y="233249"/>
                  </a:lnTo>
                  <a:lnTo>
                    <a:pt x="883585" y="228945"/>
                  </a:lnTo>
                  <a:lnTo>
                    <a:pt x="841162" y="232666"/>
                  </a:lnTo>
                  <a:lnTo>
                    <a:pt x="801033" y="243510"/>
                  </a:lnTo>
                  <a:lnTo>
                    <a:pt x="794369" y="194152"/>
                  </a:lnTo>
                  <a:lnTo>
                    <a:pt x="779218" y="148309"/>
                  </a:lnTo>
                  <a:lnTo>
                    <a:pt x="756472" y="106928"/>
                  </a:lnTo>
                  <a:lnTo>
                    <a:pt x="727022" y="70953"/>
                  </a:lnTo>
                  <a:lnTo>
                    <a:pt x="691757" y="41328"/>
                  </a:lnTo>
                  <a:lnTo>
                    <a:pt x="651568" y="18997"/>
                  </a:lnTo>
                  <a:lnTo>
                    <a:pt x="607347" y="4906"/>
                  </a:lnTo>
                  <a:lnTo>
                    <a:pt x="559982" y="0"/>
                  </a:lnTo>
                  <a:close/>
                </a:path>
              </a:pathLst>
            </a:custGeom>
            <a:solidFill>
              <a:srgbClr val="EAF1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672435" y="1981025"/>
              <a:ext cx="1136015" cy="1607820"/>
            </a:xfrm>
            <a:custGeom>
              <a:avLst/>
              <a:gdLst/>
              <a:ahLst/>
              <a:cxnLst/>
              <a:rect l="l" t="t" r="r" b="b"/>
              <a:pathLst>
                <a:path w="1136015" h="1607820">
                  <a:moveTo>
                    <a:pt x="252327" y="228778"/>
                  </a:moveTo>
                  <a:lnTo>
                    <a:pt x="206935" y="233089"/>
                  </a:lnTo>
                  <a:lnTo>
                    <a:pt x="164227" y="245514"/>
                  </a:lnTo>
                  <a:lnTo>
                    <a:pt x="124912" y="265295"/>
                  </a:lnTo>
                  <a:lnTo>
                    <a:pt x="89699" y="291671"/>
                  </a:lnTo>
                  <a:lnTo>
                    <a:pt x="59299" y="323883"/>
                  </a:lnTo>
                  <a:lnTo>
                    <a:pt x="34419" y="361170"/>
                  </a:lnTo>
                  <a:lnTo>
                    <a:pt x="15770" y="402774"/>
                  </a:lnTo>
                  <a:lnTo>
                    <a:pt x="4060" y="447934"/>
                  </a:lnTo>
                  <a:lnTo>
                    <a:pt x="0" y="495890"/>
                  </a:lnTo>
                  <a:lnTo>
                    <a:pt x="1874" y="1607270"/>
                  </a:lnTo>
                  <a:lnTo>
                    <a:pt x="1131724" y="1606600"/>
                  </a:lnTo>
                  <a:lnTo>
                    <a:pt x="1131772" y="1593532"/>
                  </a:lnTo>
                  <a:lnTo>
                    <a:pt x="108509" y="1593532"/>
                  </a:lnTo>
                  <a:lnTo>
                    <a:pt x="106981" y="561752"/>
                  </a:lnTo>
                  <a:lnTo>
                    <a:pt x="112392" y="511161"/>
                  </a:lnTo>
                  <a:lnTo>
                    <a:pt x="127775" y="464587"/>
                  </a:lnTo>
                  <a:lnTo>
                    <a:pt x="151933" y="423335"/>
                  </a:lnTo>
                  <a:lnTo>
                    <a:pt x="183634" y="388827"/>
                  </a:lnTo>
                  <a:lnTo>
                    <a:pt x="221657" y="362454"/>
                  </a:lnTo>
                  <a:lnTo>
                    <a:pt x="264776" y="345610"/>
                  </a:lnTo>
                  <a:lnTo>
                    <a:pt x="311770" y="339685"/>
                  </a:lnTo>
                  <a:lnTo>
                    <a:pt x="367180" y="339685"/>
                  </a:lnTo>
                  <a:lnTo>
                    <a:pt x="373468" y="301309"/>
                  </a:lnTo>
                  <a:lnTo>
                    <a:pt x="389472" y="259747"/>
                  </a:lnTo>
                  <a:lnTo>
                    <a:pt x="403309" y="238254"/>
                  </a:lnTo>
                  <a:lnTo>
                    <a:pt x="319163" y="238254"/>
                  </a:lnTo>
                  <a:lnTo>
                    <a:pt x="302983" y="234172"/>
                  </a:lnTo>
                  <a:lnTo>
                    <a:pt x="286436" y="231203"/>
                  </a:lnTo>
                  <a:lnTo>
                    <a:pt x="269543" y="229391"/>
                  </a:lnTo>
                  <a:lnTo>
                    <a:pt x="252327" y="228778"/>
                  </a:lnTo>
                  <a:close/>
                </a:path>
                <a:path w="1136015" h="1607820">
                  <a:moveTo>
                    <a:pt x="1086295" y="338576"/>
                  </a:moveTo>
                  <a:lnTo>
                    <a:pt x="824090" y="338576"/>
                  </a:lnTo>
                  <a:lnTo>
                    <a:pt x="871076" y="344562"/>
                  </a:lnTo>
                  <a:lnTo>
                    <a:pt x="914176" y="361569"/>
                  </a:lnTo>
                  <a:lnTo>
                    <a:pt x="952172" y="388163"/>
                  </a:lnTo>
                  <a:lnTo>
                    <a:pt x="983844" y="422915"/>
                  </a:lnTo>
                  <a:lnTo>
                    <a:pt x="1007976" y="464391"/>
                  </a:lnTo>
                  <a:lnTo>
                    <a:pt x="1023351" y="511190"/>
                  </a:lnTo>
                  <a:lnTo>
                    <a:pt x="1028743" y="561794"/>
                  </a:lnTo>
                  <a:lnTo>
                    <a:pt x="1025508" y="1593532"/>
                  </a:lnTo>
                  <a:lnTo>
                    <a:pt x="1131772" y="1593532"/>
                  </a:lnTo>
                  <a:lnTo>
                    <a:pt x="1135662" y="521267"/>
                  </a:lnTo>
                  <a:lnTo>
                    <a:pt x="1135724" y="495890"/>
                  </a:lnTo>
                  <a:lnTo>
                    <a:pt x="1131670" y="447934"/>
                  </a:lnTo>
                  <a:lnTo>
                    <a:pt x="1119977" y="402774"/>
                  </a:lnTo>
                  <a:lnTo>
                    <a:pt x="1101353" y="361170"/>
                  </a:lnTo>
                  <a:lnTo>
                    <a:pt x="1086295" y="338576"/>
                  </a:lnTo>
                  <a:close/>
                </a:path>
                <a:path w="1136015" h="1607820">
                  <a:moveTo>
                    <a:pt x="779749" y="149880"/>
                  </a:moveTo>
                  <a:lnTo>
                    <a:pt x="561459" y="149880"/>
                  </a:lnTo>
                  <a:lnTo>
                    <a:pt x="605202" y="155135"/>
                  </a:lnTo>
                  <a:lnTo>
                    <a:pt x="645478" y="170129"/>
                  </a:lnTo>
                  <a:lnTo>
                    <a:pt x="681208" y="193704"/>
                  </a:lnTo>
                  <a:lnTo>
                    <a:pt x="711312" y="224700"/>
                  </a:lnTo>
                  <a:lnTo>
                    <a:pt x="734713" y="261960"/>
                  </a:lnTo>
                  <a:lnTo>
                    <a:pt x="750330" y="304326"/>
                  </a:lnTo>
                  <a:lnTo>
                    <a:pt x="757086" y="350638"/>
                  </a:lnTo>
                  <a:lnTo>
                    <a:pt x="773139" y="345449"/>
                  </a:lnTo>
                  <a:lnTo>
                    <a:pt x="789669" y="341670"/>
                  </a:lnTo>
                  <a:lnTo>
                    <a:pt x="806659" y="339359"/>
                  </a:lnTo>
                  <a:lnTo>
                    <a:pt x="824090" y="338576"/>
                  </a:lnTo>
                  <a:lnTo>
                    <a:pt x="1086295" y="338576"/>
                  </a:lnTo>
                  <a:lnTo>
                    <a:pt x="1076503" y="323883"/>
                  </a:lnTo>
                  <a:lnTo>
                    <a:pt x="1046134" y="291671"/>
                  </a:lnTo>
                  <a:lnTo>
                    <a:pt x="1010951" y="265295"/>
                  </a:lnTo>
                  <a:lnTo>
                    <a:pt x="971662" y="245514"/>
                  </a:lnTo>
                  <a:lnTo>
                    <a:pt x="964597" y="243458"/>
                  </a:lnTo>
                  <a:lnTo>
                    <a:pt x="801033" y="243458"/>
                  </a:lnTo>
                  <a:lnTo>
                    <a:pt x="794368" y="194105"/>
                  </a:lnTo>
                  <a:lnTo>
                    <a:pt x="779749" y="149880"/>
                  </a:lnTo>
                  <a:close/>
                </a:path>
                <a:path w="1136015" h="1607820">
                  <a:moveTo>
                    <a:pt x="367180" y="339685"/>
                  </a:moveTo>
                  <a:lnTo>
                    <a:pt x="311770" y="339685"/>
                  </a:lnTo>
                  <a:lnTo>
                    <a:pt x="325737" y="340077"/>
                  </a:lnTo>
                  <a:lnTo>
                    <a:pt x="339449" y="341320"/>
                  </a:lnTo>
                  <a:lnTo>
                    <a:pt x="352883" y="343515"/>
                  </a:lnTo>
                  <a:lnTo>
                    <a:pt x="366020" y="346764"/>
                  </a:lnTo>
                  <a:lnTo>
                    <a:pt x="367180" y="339685"/>
                  </a:lnTo>
                  <a:close/>
                </a:path>
                <a:path w="1136015" h="1607820">
                  <a:moveTo>
                    <a:pt x="883585" y="228778"/>
                  </a:moveTo>
                  <a:lnTo>
                    <a:pt x="862100" y="229736"/>
                  </a:lnTo>
                  <a:lnTo>
                    <a:pt x="841158" y="232557"/>
                  </a:lnTo>
                  <a:lnTo>
                    <a:pt x="820792" y="237158"/>
                  </a:lnTo>
                  <a:lnTo>
                    <a:pt x="801033" y="243458"/>
                  </a:lnTo>
                  <a:lnTo>
                    <a:pt x="964597" y="243458"/>
                  </a:lnTo>
                  <a:lnTo>
                    <a:pt x="928971" y="233089"/>
                  </a:lnTo>
                  <a:lnTo>
                    <a:pt x="883585" y="228778"/>
                  </a:lnTo>
                  <a:close/>
                </a:path>
                <a:path w="1136015" h="1607820">
                  <a:moveTo>
                    <a:pt x="559972" y="0"/>
                  </a:moveTo>
                  <a:lnTo>
                    <a:pt x="513200" y="4781"/>
                  </a:lnTo>
                  <a:lnTo>
                    <a:pt x="469475" y="18519"/>
                  </a:lnTo>
                  <a:lnTo>
                    <a:pt x="429656" y="40308"/>
                  </a:lnTo>
                  <a:lnTo>
                    <a:pt x="394600" y="69240"/>
                  </a:lnTo>
                  <a:lnTo>
                    <a:pt x="365165" y="104407"/>
                  </a:lnTo>
                  <a:lnTo>
                    <a:pt x="342209" y="144904"/>
                  </a:lnTo>
                  <a:lnTo>
                    <a:pt x="326589" y="189822"/>
                  </a:lnTo>
                  <a:lnTo>
                    <a:pt x="319163" y="238254"/>
                  </a:lnTo>
                  <a:lnTo>
                    <a:pt x="403309" y="238254"/>
                  </a:lnTo>
                  <a:lnTo>
                    <a:pt x="412995" y="223208"/>
                  </a:lnTo>
                  <a:lnTo>
                    <a:pt x="442994" y="192822"/>
                  </a:lnTo>
                  <a:lnTo>
                    <a:pt x="478431" y="169718"/>
                  </a:lnTo>
                  <a:lnTo>
                    <a:pt x="518266" y="155028"/>
                  </a:lnTo>
                  <a:lnTo>
                    <a:pt x="561459" y="149880"/>
                  </a:lnTo>
                  <a:lnTo>
                    <a:pt x="779749" y="149880"/>
                  </a:lnTo>
                  <a:lnTo>
                    <a:pt x="779217" y="148270"/>
                  </a:lnTo>
                  <a:lnTo>
                    <a:pt x="756469" y="106897"/>
                  </a:lnTo>
                  <a:lnTo>
                    <a:pt x="727017" y="70931"/>
                  </a:lnTo>
                  <a:lnTo>
                    <a:pt x="691750" y="41314"/>
                  </a:lnTo>
                  <a:lnTo>
                    <a:pt x="651560" y="18991"/>
                  </a:lnTo>
                  <a:lnTo>
                    <a:pt x="607337" y="4905"/>
                  </a:lnTo>
                  <a:lnTo>
                    <a:pt x="559972" y="0"/>
                  </a:lnTo>
                  <a:close/>
                </a:path>
              </a:pathLst>
            </a:custGeom>
            <a:solidFill>
              <a:srgbClr val="FBE6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674308" y="3545392"/>
              <a:ext cx="1130300" cy="43180"/>
            </a:xfrm>
            <a:custGeom>
              <a:avLst/>
              <a:gdLst/>
              <a:ahLst/>
              <a:cxnLst/>
              <a:rect l="l" t="t" r="r" b="b"/>
              <a:pathLst>
                <a:path w="1130300" h="43179">
                  <a:moveTo>
                    <a:pt x="1023099" y="0"/>
                  </a:moveTo>
                  <a:lnTo>
                    <a:pt x="102269" y="1916"/>
                  </a:lnTo>
                  <a:lnTo>
                    <a:pt x="0" y="42899"/>
                  </a:lnTo>
                  <a:lnTo>
                    <a:pt x="1129850" y="42229"/>
                  </a:lnTo>
                  <a:lnTo>
                    <a:pt x="1023099" y="0"/>
                  </a:lnTo>
                  <a:close/>
                </a:path>
              </a:pathLst>
            </a:custGeom>
            <a:solidFill>
              <a:srgbClr val="FBE7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878032" y="2503742"/>
              <a:ext cx="721995" cy="993140"/>
            </a:xfrm>
            <a:custGeom>
              <a:avLst/>
              <a:gdLst/>
              <a:ahLst/>
              <a:cxnLst/>
              <a:rect l="l" t="t" r="r" b="b"/>
              <a:pathLst>
                <a:path w="721995" h="993139">
                  <a:moveTo>
                    <a:pt x="0" y="0"/>
                  </a:moveTo>
                  <a:lnTo>
                    <a:pt x="0" y="993016"/>
                  </a:lnTo>
                  <a:lnTo>
                    <a:pt x="721454" y="993016"/>
                  </a:lnTo>
                  <a:lnTo>
                    <a:pt x="721454" y="691"/>
                  </a:lnTo>
                  <a:lnTo>
                    <a:pt x="0" y="0"/>
                  </a:lnTo>
                  <a:close/>
                </a:path>
              </a:pathLst>
            </a:custGeom>
            <a:ln w="31412">
              <a:solidFill>
                <a:srgbClr val="3B42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779400" y="3198793"/>
              <a:ext cx="922019" cy="300990"/>
            </a:xfrm>
            <a:custGeom>
              <a:avLst/>
              <a:gdLst/>
              <a:ahLst/>
              <a:cxnLst/>
              <a:rect l="l" t="t" r="r" b="b"/>
              <a:pathLst>
                <a:path w="922020" h="300989">
                  <a:moveTo>
                    <a:pt x="94348" y="0"/>
                  </a:moveTo>
                  <a:lnTo>
                    <a:pt x="0" y="0"/>
                  </a:lnTo>
                  <a:lnTo>
                    <a:pt x="0" y="300926"/>
                  </a:lnTo>
                  <a:lnTo>
                    <a:pt x="94348" y="300926"/>
                  </a:lnTo>
                  <a:lnTo>
                    <a:pt x="94348" y="0"/>
                  </a:lnTo>
                  <a:close/>
                </a:path>
                <a:path w="922020" h="300989">
                  <a:moveTo>
                    <a:pt x="921778" y="0"/>
                  </a:moveTo>
                  <a:lnTo>
                    <a:pt x="827430" y="0"/>
                  </a:lnTo>
                  <a:lnTo>
                    <a:pt x="827430" y="300926"/>
                  </a:lnTo>
                  <a:lnTo>
                    <a:pt x="921778" y="300926"/>
                  </a:lnTo>
                  <a:lnTo>
                    <a:pt x="921778" y="0"/>
                  </a:lnTo>
                  <a:close/>
                </a:path>
              </a:pathLst>
            </a:custGeom>
            <a:solidFill>
              <a:srgbClr val="A8DD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779400" y="2766497"/>
              <a:ext cx="922019" cy="300990"/>
            </a:xfrm>
            <a:custGeom>
              <a:avLst/>
              <a:gdLst/>
              <a:ahLst/>
              <a:cxnLst/>
              <a:rect l="l" t="t" r="r" b="b"/>
              <a:pathLst>
                <a:path w="922020" h="300989">
                  <a:moveTo>
                    <a:pt x="94348" y="0"/>
                  </a:moveTo>
                  <a:lnTo>
                    <a:pt x="0" y="0"/>
                  </a:lnTo>
                  <a:lnTo>
                    <a:pt x="0" y="300939"/>
                  </a:lnTo>
                  <a:lnTo>
                    <a:pt x="94348" y="300939"/>
                  </a:lnTo>
                  <a:lnTo>
                    <a:pt x="94348" y="0"/>
                  </a:lnTo>
                  <a:close/>
                </a:path>
                <a:path w="922020" h="300989">
                  <a:moveTo>
                    <a:pt x="921778" y="0"/>
                  </a:moveTo>
                  <a:lnTo>
                    <a:pt x="827430" y="0"/>
                  </a:lnTo>
                  <a:lnTo>
                    <a:pt x="827430" y="300939"/>
                  </a:lnTo>
                  <a:lnTo>
                    <a:pt x="921778" y="300939"/>
                  </a:lnTo>
                  <a:lnTo>
                    <a:pt x="921778" y="0"/>
                  </a:lnTo>
                  <a:close/>
                </a:path>
              </a:pathLst>
            </a:custGeom>
            <a:solidFill>
              <a:srgbClr val="5C60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122056" y="2208424"/>
              <a:ext cx="216286" cy="216286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6918668" y="2694399"/>
              <a:ext cx="188595" cy="779145"/>
            </a:xfrm>
            <a:custGeom>
              <a:avLst/>
              <a:gdLst/>
              <a:ahLst/>
              <a:cxnLst/>
              <a:rect l="l" t="t" r="r" b="b"/>
              <a:pathLst>
                <a:path w="188595" h="779145">
                  <a:moveTo>
                    <a:pt x="63995" y="162077"/>
                  </a:moveTo>
                  <a:lnTo>
                    <a:pt x="3810" y="162077"/>
                  </a:lnTo>
                  <a:lnTo>
                    <a:pt x="3810" y="303580"/>
                  </a:lnTo>
                  <a:lnTo>
                    <a:pt x="63995" y="303580"/>
                  </a:lnTo>
                  <a:lnTo>
                    <a:pt x="63995" y="162077"/>
                  </a:lnTo>
                  <a:close/>
                </a:path>
                <a:path w="188595" h="779145">
                  <a:moveTo>
                    <a:pt x="63995" y="0"/>
                  </a:moveTo>
                  <a:lnTo>
                    <a:pt x="3810" y="0"/>
                  </a:lnTo>
                  <a:lnTo>
                    <a:pt x="3810" y="141503"/>
                  </a:lnTo>
                  <a:lnTo>
                    <a:pt x="63995" y="141503"/>
                  </a:lnTo>
                  <a:lnTo>
                    <a:pt x="63995" y="0"/>
                  </a:lnTo>
                  <a:close/>
                </a:path>
                <a:path w="188595" h="779145">
                  <a:moveTo>
                    <a:pt x="188163" y="733513"/>
                  </a:moveTo>
                  <a:lnTo>
                    <a:pt x="0" y="733513"/>
                  </a:lnTo>
                  <a:lnTo>
                    <a:pt x="0" y="778776"/>
                  </a:lnTo>
                  <a:lnTo>
                    <a:pt x="188163" y="778776"/>
                  </a:lnTo>
                  <a:lnTo>
                    <a:pt x="188163" y="733513"/>
                  </a:lnTo>
                  <a:close/>
                </a:path>
              </a:pathLst>
            </a:custGeom>
            <a:solidFill>
              <a:srgbClr val="A8DD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952570" y="2536063"/>
              <a:ext cx="268605" cy="142875"/>
            </a:xfrm>
            <a:custGeom>
              <a:avLst/>
              <a:gdLst/>
              <a:ahLst/>
              <a:cxnLst/>
              <a:rect l="l" t="t" r="r" b="b"/>
              <a:pathLst>
                <a:path w="268604" h="142875">
                  <a:moveTo>
                    <a:pt x="238285" y="0"/>
                  </a:moveTo>
                  <a:lnTo>
                    <a:pt x="0" y="103462"/>
                  </a:lnTo>
                  <a:lnTo>
                    <a:pt x="30093" y="142665"/>
                  </a:lnTo>
                  <a:lnTo>
                    <a:pt x="268379" y="39202"/>
                  </a:lnTo>
                  <a:lnTo>
                    <a:pt x="238285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263193" y="2536068"/>
              <a:ext cx="299085" cy="462280"/>
            </a:xfrm>
            <a:custGeom>
              <a:avLst/>
              <a:gdLst/>
              <a:ahLst/>
              <a:cxnLst/>
              <a:rect l="l" t="t" r="r" b="b"/>
              <a:pathLst>
                <a:path w="299084" h="462280">
                  <a:moveTo>
                    <a:pt x="268376" y="103466"/>
                  </a:moveTo>
                  <a:lnTo>
                    <a:pt x="30086" y="0"/>
                  </a:lnTo>
                  <a:lnTo>
                    <a:pt x="0" y="39204"/>
                  </a:lnTo>
                  <a:lnTo>
                    <a:pt x="238277" y="142671"/>
                  </a:lnTo>
                  <a:lnTo>
                    <a:pt x="268376" y="103466"/>
                  </a:lnTo>
                  <a:close/>
                </a:path>
                <a:path w="299084" h="462280">
                  <a:moveTo>
                    <a:pt x="298704" y="320408"/>
                  </a:moveTo>
                  <a:lnTo>
                    <a:pt x="238518" y="320408"/>
                  </a:lnTo>
                  <a:lnTo>
                    <a:pt x="238518" y="461911"/>
                  </a:lnTo>
                  <a:lnTo>
                    <a:pt x="298704" y="461911"/>
                  </a:lnTo>
                  <a:lnTo>
                    <a:pt x="298704" y="320408"/>
                  </a:lnTo>
                  <a:close/>
                </a:path>
              </a:pathLst>
            </a:custGeom>
            <a:solidFill>
              <a:srgbClr val="A8DD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922480" y="3016096"/>
              <a:ext cx="60325" cy="141605"/>
            </a:xfrm>
            <a:custGeom>
              <a:avLst/>
              <a:gdLst/>
              <a:ahLst/>
              <a:cxnLst/>
              <a:rect l="l" t="t" r="r" b="b"/>
              <a:pathLst>
                <a:path w="60325" h="141605">
                  <a:moveTo>
                    <a:pt x="60186" y="0"/>
                  </a:moveTo>
                  <a:lnTo>
                    <a:pt x="0" y="0"/>
                  </a:lnTo>
                  <a:lnTo>
                    <a:pt x="0" y="141503"/>
                  </a:lnTo>
                  <a:lnTo>
                    <a:pt x="60186" y="141503"/>
                  </a:lnTo>
                  <a:lnTo>
                    <a:pt x="60186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922478" y="3016103"/>
              <a:ext cx="639445" cy="294640"/>
            </a:xfrm>
            <a:custGeom>
              <a:avLst/>
              <a:gdLst/>
              <a:ahLst/>
              <a:cxnLst/>
              <a:rect l="l" t="t" r="r" b="b"/>
              <a:pathLst>
                <a:path w="639445" h="294639">
                  <a:moveTo>
                    <a:pt x="60185" y="152869"/>
                  </a:moveTo>
                  <a:lnTo>
                    <a:pt x="0" y="152869"/>
                  </a:lnTo>
                  <a:lnTo>
                    <a:pt x="0" y="294373"/>
                  </a:lnTo>
                  <a:lnTo>
                    <a:pt x="60185" y="294373"/>
                  </a:lnTo>
                  <a:lnTo>
                    <a:pt x="60185" y="152869"/>
                  </a:lnTo>
                  <a:close/>
                </a:path>
                <a:path w="639445" h="294639">
                  <a:moveTo>
                    <a:pt x="639419" y="0"/>
                  </a:moveTo>
                  <a:lnTo>
                    <a:pt x="579234" y="0"/>
                  </a:lnTo>
                  <a:lnTo>
                    <a:pt x="579234" y="141503"/>
                  </a:lnTo>
                  <a:lnTo>
                    <a:pt x="639419" y="141503"/>
                  </a:lnTo>
                  <a:lnTo>
                    <a:pt x="639419" y="0"/>
                  </a:lnTo>
                  <a:close/>
                </a:path>
              </a:pathLst>
            </a:custGeom>
            <a:solidFill>
              <a:srgbClr val="A8DD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922478" y="3168973"/>
              <a:ext cx="639445" cy="243840"/>
            </a:xfrm>
            <a:custGeom>
              <a:avLst/>
              <a:gdLst/>
              <a:ahLst/>
              <a:cxnLst/>
              <a:rect l="l" t="t" r="r" b="b"/>
              <a:pathLst>
                <a:path w="639445" h="243839">
                  <a:moveTo>
                    <a:pt x="60185" y="151168"/>
                  </a:moveTo>
                  <a:lnTo>
                    <a:pt x="0" y="151168"/>
                  </a:lnTo>
                  <a:lnTo>
                    <a:pt x="0" y="243484"/>
                  </a:lnTo>
                  <a:lnTo>
                    <a:pt x="60185" y="243484"/>
                  </a:lnTo>
                  <a:lnTo>
                    <a:pt x="60185" y="151168"/>
                  </a:lnTo>
                  <a:close/>
                </a:path>
                <a:path w="639445" h="243839">
                  <a:moveTo>
                    <a:pt x="639419" y="0"/>
                  </a:moveTo>
                  <a:lnTo>
                    <a:pt x="579234" y="0"/>
                  </a:lnTo>
                  <a:lnTo>
                    <a:pt x="579234" y="141503"/>
                  </a:lnTo>
                  <a:lnTo>
                    <a:pt x="639419" y="141503"/>
                  </a:lnTo>
                  <a:lnTo>
                    <a:pt x="63941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7501719" y="3320139"/>
              <a:ext cx="60325" cy="92710"/>
            </a:xfrm>
            <a:custGeom>
              <a:avLst/>
              <a:gdLst/>
              <a:ahLst/>
              <a:cxnLst/>
              <a:rect l="l" t="t" r="r" b="b"/>
              <a:pathLst>
                <a:path w="60325" h="92710">
                  <a:moveTo>
                    <a:pt x="60186" y="0"/>
                  </a:moveTo>
                  <a:lnTo>
                    <a:pt x="0" y="0"/>
                  </a:lnTo>
                  <a:lnTo>
                    <a:pt x="0" y="92311"/>
                  </a:lnTo>
                  <a:lnTo>
                    <a:pt x="60186" y="92311"/>
                  </a:lnTo>
                  <a:lnTo>
                    <a:pt x="60186" y="0"/>
                  </a:lnTo>
                  <a:close/>
                </a:path>
              </a:pathLst>
            </a:custGeom>
            <a:solidFill>
              <a:srgbClr val="A8DD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146201" y="2694399"/>
              <a:ext cx="415925" cy="779145"/>
            </a:xfrm>
            <a:custGeom>
              <a:avLst/>
              <a:gdLst/>
              <a:ahLst/>
              <a:cxnLst/>
              <a:rect l="l" t="t" r="r" b="b"/>
              <a:pathLst>
                <a:path w="415925" h="779145">
                  <a:moveTo>
                    <a:pt x="188163" y="733513"/>
                  </a:moveTo>
                  <a:lnTo>
                    <a:pt x="0" y="733513"/>
                  </a:lnTo>
                  <a:lnTo>
                    <a:pt x="0" y="778776"/>
                  </a:lnTo>
                  <a:lnTo>
                    <a:pt x="188163" y="778776"/>
                  </a:lnTo>
                  <a:lnTo>
                    <a:pt x="188163" y="733513"/>
                  </a:lnTo>
                  <a:close/>
                </a:path>
                <a:path w="415925" h="779145">
                  <a:moveTo>
                    <a:pt x="415696" y="0"/>
                  </a:moveTo>
                  <a:lnTo>
                    <a:pt x="355511" y="0"/>
                  </a:lnTo>
                  <a:lnTo>
                    <a:pt x="355511" y="141503"/>
                  </a:lnTo>
                  <a:lnTo>
                    <a:pt x="415696" y="141503"/>
                  </a:lnTo>
                  <a:lnTo>
                    <a:pt x="415696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373744" y="3427906"/>
              <a:ext cx="188595" cy="45720"/>
            </a:xfrm>
            <a:custGeom>
              <a:avLst/>
              <a:gdLst/>
              <a:ahLst/>
              <a:cxnLst/>
              <a:rect l="l" t="t" r="r" b="b"/>
              <a:pathLst>
                <a:path w="188595" h="45720">
                  <a:moveTo>
                    <a:pt x="188161" y="0"/>
                  </a:moveTo>
                  <a:lnTo>
                    <a:pt x="0" y="0"/>
                  </a:lnTo>
                  <a:lnTo>
                    <a:pt x="0" y="45265"/>
                  </a:lnTo>
                  <a:lnTo>
                    <a:pt x="188161" y="45265"/>
                  </a:lnTo>
                  <a:lnTo>
                    <a:pt x="188161" y="0"/>
                  </a:lnTo>
                  <a:close/>
                </a:path>
              </a:pathLst>
            </a:custGeom>
            <a:solidFill>
              <a:srgbClr val="A8DD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850627" y="1674978"/>
              <a:ext cx="1313180" cy="3151505"/>
            </a:xfrm>
            <a:custGeom>
              <a:avLst/>
              <a:gdLst/>
              <a:ahLst/>
              <a:cxnLst/>
              <a:rect l="l" t="t" r="r" b="b"/>
              <a:pathLst>
                <a:path w="1313179" h="3151504">
                  <a:moveTo>
                    <a:pt x="1276149" y="0"/>
                  </a:moveTo>
                  <a:lnTo>
                    <a:pt x="501638" y="36511"/>
                  </a:lnTo>
                  <a:lnTo>
                    <a:pt x="501638" y="899763"/>
                  </a:lnTo>
                  <a:lnTo>
                    <a:pt x="501204" y="971507"/>
                  </a:lnTo>
                  <a:lnTo>
                    <a:pt x="499878" y="1041344"/>
                  </a:lnTo>
                  <a:lnTo>
                    <a:pt x="497628" y="1109160"/>
                  </a:lnTo>
                  <a:lnTo>
                    <a:pt x="494423" y="1174845"/>
                  </a:lnTo>
                  <a:lnTo>
                    <a:pt x="490228" y="1238285"/>
                  </a:lnTo>
                  <a:lnTo>
                    <a:pt x="485013" y="1299370"/>
                  </a:lnTo>
                  <a:lnTo>
                    <a:pt x="478744" y="1357987"/>
                  </a:lnTo>
                  <a:lnTo>
                    <a:pt x="471388" y="1414024"/>
                  </a:lnTo>
                  <a:lnTo>
                    <a:pt x="462914" y="1467369"/>
                  </a:lnTo>
                  <a:lnTo>
                    <a:pt x="453289" y="1517911"/>
                  </a:lnTo>
                  <a:lnTo>
                    <a:pt x="442481" y="1565537"/>
                  </a:lnTo>
                  <a:lnTo>
                    <a:pt x="430456" y="1610136"/>
                  </a:lnTo>
                  <a:lnTo>
                    <a:pt x="417182" y="1651596"/>
                  </a:lnTo>
                  <a:lnTo>
                    <a:pt x="402627" y="1689804"/>
                  </a:lnTo>
                  <a:lnTo>
                    <a:pt x="386759" y="1724649"/>
                  </a:lnTo>
                  <a:lnTo>
                    <a:pt x="350951" y="1783802"/>
                  </a:lnTo>
                  <a:lnTo>
                    <a:pt x="309499" y="1828160"/>
                  </a:lnTo>
                  <a:lnTo>
                    <a:pt x="262143" y="1856826"/>
                  </a:lnTo>
                  <a:lnTo>
                    <a:pt x="208621" y="1868906"/>
                  </a:lnTo>
                  <a:lnTo>
                    <a:pt x="196584" y="1874030"/>
                  </a:lnTo>
                  <a:lnTo>
                    <a:pt x="172225" y="1908744"/>
                  </a:lnTo>
                  <a:lnTo>
                    <a:pt x="147853" y="1971938"/>
                  </a:lnTo>
                  <a:lnTo>
                    <a:pt x="135800" y="2012662"/>
                  </a:lnTo>
                  <a:lnTo>
                    <a:pt x="123909" y="2058642"/>
                  </a:lnTo>
                  <a:lnTo>
                    <a:pt x="112235" y="2109256"/>
                  </a:lnTo>
                  <a:lnTo>
                    <a:pt x="100834" y="2163883"/>
                  </a:lnTo>
                  <a:lnTo>
                    <a:pt x="89760" y="2221903"/>
                  </a:lnTo>
                  <a:lnTo>
                    <a:pt x="79069" y="2282693"/>
                  </a:lnTo>
                  <a:lnTo>
                    <a:pt x="68816" y="2345632"/>
                  </a:lnTo>
                  <a:lnTo>
                    <a:pt x="59055" y="2410100"/>
                  </a:lnTo>
                  <a:lnTo>
                    <a:pt x="49843" y="2475474"/>
                  </a:lnTo>
                  <a:lnTo>
                    <a:pt x="41234" y="2541133"/>
                  </a:lnTo>
                  <a:lnTo>
                    <a:pt x="33284" y="2606456"/>
                  </a:lnTo>
                  <a:lnTo>
                    <a:pt x="26047" y="2670822"/>
                  </a:lnTo>
                  <a:lnTo>
                    <a:pt x="19579" y="2733610"/>
                  </a:lnTo>
                  <a:lnTo>
                    <a:pt x="13934" y="2794197"/>
                  </a:lnTo>
                  <a:lnTo>
                    <a:pt x="9169" y="2851963"/>
                  </a:lnTo>
                  <a:lnTo>
                    <a:pt x="5338" y="2906286"/>
                  </a:lnTo>
                  <a:lnTo>
                    <a:pt x="2495" y="2956545"/>
                  </a:lnTo>
                  <a:lnTo>
                    <a:pt x="698" y="3002119"/>
                  </a:lnTo>
                  <a:lnTo>
                    <a:pt x="0" y="3042386"/>
                  </a:lnTo>
                  <a:lnTo>
                    <a:pt x="456" y="3076725"/>
                  </a:lnTo>
                  <a:lnTo>
                    <a:pt x="5053" y="3125134"/>
                  </a:lnTo>
                  <a:lnTo>
                    <a:pt x="53104" y="3143349"/>
                  </a:lnTo>
                  <a:lnTo>
                    <a:pt x="79230" y="3143662"/>
                  </a:lnTo>
                  <a:lnTo>
                    <a:pt x="98449" y="3139402"/>
                  </a:lnTo>
                  <a:lnTo>
                    <a:pt x="115902" y="3126658"/>
                  </a:lnTo>
                  <a:lnTo>
                    <a:pt x="137516" y="3122716"/>
                  </a:lnTo>
                  <a:lnTo>
                    <a:pt x="164414" y="3136460"/>
                  </a:lnTo>
                  <a:lnTo>
                    <a:pt x="194527" y="3151400"/>
                  </a:lnTo>
                  <a:lnTo>
                    <a:pt x="225783" y="3151045"/>
                  </a:lnTo>
                  <a:lnTo>
                    <a:pt x="331805" y="3086399"/>
                  </a:lnTo>
                  <a:lnTo>
                    <a:pt x="368356" y="2939919"/>
                  </a:lnTo>
                  <a:lnTo>
                    <a:pt x="336523" y="2599165"/>
                  </a:lnTo>
                  <a:lnTo>
                    <a:pt x="237395" y="1951699"/>
                  </a:lnTo>
                  <a:lnTo>
                    <a:pt x="277569" y="1970628"/>
                  </a:lnTo>
                  <a:lnTo>
                    <a:pt x="316869" y="1986350"/>
                  </a:lnTo>
                  <a:lnTo>
                    <a:pt x="355303" y="1998947"/>
                  </a:lnTo>
                  <a:lnTo>
                    <a:pt x="392876" y="2008500"/>
                  </a:lnTo>
                  <a:lnTo>
                    <a:pt x="465464" y="2018803"/>
                  </a:lnTo>
                  <a:lnTo>
                    <a:pt x="500491" y="2019715"/>
                  </a:lnTo>
                  <a:lnTo>
                    <a:pt x="534682" y="2017911"/>
                  </a:lnTo>
                  <a:lnTo>
                    <a:pt x="600580" y="2006478"/>
                  </a:lnTo>
                  <a:lnTo>
                    <a:pt x="663206" y="1985155"/>
                  </a:lnTo>
                  <a:lnTo>
                    <a:pt x="722610" y="1954597"/>
                  </a:lnTo>
                  <a:lnTo>
                    <a:pt x="778839" y="1915457"/>
                  </a:lnTo>
                  <a:lnTo>
                    <a:pt x="831944" y="1868386"/>
                  </a:lnTo>
                  <a:lnTo>
                    <a:pt x="881972" y="1814038"/>
                  </a:lnTo>
                  <a:lnTo>
                    <a:pt x="905848" y="1784339"/>
                  </a:lnTo>
                  <a:lnTo>
                    <a:pt x="928974" y="1753066"/>
                  </a:lnTo>
                  <a:lnTo>
                    <a:pt x="951355" y="1720299"/>
                  </a:lnTo>
                  <a:lnTo>
                    <a:pt x="972997" y="1686122"/>
                  </a:lnTo>
                  <a:lnTo>
                    <a:pt x="993908" y="1650615"/>
                  </a:lnTo>
                  <a:lnTo>
                    <a:pt x="1014092" y="1613860"/>
                  </a:lnTo>
                  <a:lnTo>
                    <a:pt x="1033556" y="1575939"/>
                  </a:lnTo>
                  <a:lnTo>
                    <a:pt x="1052306" y="1536933"/>
                  </a:lnTo>
                  <a:lnTo>
                    <a:pt x="1070348" y="1496923"/>
                  </a:lnTo>
                  <a:lnTo>
                    <a:pt x="1087689" y="1455992"/>
                  </a:lnTo>
                  <a:lnTo>
                    <a:pt x="1104334" y="1414222"/>
                  </a:lnTo>
                  <a:lnTo>
                    <a:pt x="1120289" y="1371693"/>
                  </a:lnTo>
                  <a:lnTo>
                    <a:pt x="1135561" y="1328487"/>
                  </a:lnTo>
                  <a:lnTo>
                    <a:pt x="1150156" y="1284686"/>
                  </a:lnTo>
                  <a:lnTo>
                    <a:pt x="1164080" y="1240371"/>
                  </a:lnTo>
                  <a:lnTo>
                    <a:pt x="1177339" y="1195625"/>
                  </a:lnTo>
                  <a:lnTo>
                    <a:pt x="1189939" y="1150529"/>
                  </a:lnTo>
                  <a:lnTo>
                    <a:pt x="1201886" y="1105163"/>
                  </a:lnTo>
                  <a:lnTo>
                    <a:pt x="1213187" y="1059611"/>
                  </a:lnTo>
                  <a:lnTo>
                    <a:pt x="1223847" y="1013954"/>
                  </a:lnTo>
                  <a:lnTo>
                    <a:pt x="1233873" y="968272"/>
                  </a:lnTo>
                  <a:lnTo>
                    <a:pt x="1243270" y="922649"/>
                  </a:lnTo>
                  <a:lnTo>
                    <a:pt x="1252045" y="877164"/>
                  </a:lnTo>
                  <a:lnTo>
                    <a:pt x="1260205" y="831901"/>
                  </a:lnTo>
                  <a:lnTo>
                    <a:pt x="1267754" y="786941"/>
                  </a:lnTo>
                  <a:lnTo>
                    <a:pt x="1274699" y="742364"/>
                  </a:lnTo>
                  <a:lnTo>
                    <a:pt x="1281047" y="698254"/>
                  </a:lnTo>
                  <a:lnTo>
                    <a:pt x="1286803" y="654691"/>
                  </a:lnTo>
                  <a:lnTo>
                    <a:pt x="1291974" y="611757"/>
                  </a:lnTo>
                  <a:lnTo>
                    <a:pt x="1296565" y="569534"/>
                  </a:lnTo>
                  <a:lnTo>
                    <a:pt x="1300583" y="528103"/>
                  </a:lnTo>
                  <a:lnTo>
                    <a:pt x="1304034" y="487546"/>
                  </a:lnTo>
                  <a:lnTo>
                    <a:pt x="1306924" y="447944"/>
                  </a:lnTo>
                  <a:lnTo>
                    <a:pt x="1309259" y="409380"/>
                  </a:lnTo>
                  <a:lnTo>
                    <a:pt x="1312289" y="335689"/>
                  </a:lnTo>
                  <a:lnTo>
                    <a:pt x="1313173" y="267127"/>
                  </a:lnTo>
                  <a:lnTo>
                    <a:pt x="1312825" y="234972"/>
                  </a:lnTo>
                  <a:lnTo>
                    <a:pt x="1310582" y="175326"/>
                  </a:lnTo>
                  <a:lnTo>
                    <a:pt x="1306315" y="122439"/>
                  </a:lnTo>
                  <a:lnTo>
                    <a:pt x="1300073" y="76966"/>
                  </a:lnTo>
                  <a:lnTo>
                    <a:pt x="1291905" y="39559"/>
                  </a:lnTo>
                  <a:lnTo>
                    <a:pt x="1281860" y="10870"/>
                  </a:lnTo>
                  <a:lnTo>
                    <a:pt x="1276149" y="0"/>
                  </a:lnTo>
                  <a:close/>
                </a:path>
              </a:pathLst>
            </a:custGeom>
            <a:solidFill>
              <a:srgbClr val="E7ECDD">
                <a:alpha val="61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424244" y="1858702"/>
              <a:ext cx="185420" cy="1170940"/>
            </a:xfrm>
            <a:custGeom>
              <a:avLst/>
              <a:gdLst/>
              <a:ahLst/>
              <a:cxnLst/>
              <a:rect l="l" t="t" r="r" b="b"/>
              <a:pathLst>
                <a:path w="185420" h="1170939">
                  <a:moveTo>
                    <a:pt x="178498" y="0"/>
                  </a:moveTo>
                  <a:lnTo>
                    <a:pt x="169482" y="43088"/>
                  </a:lnTo>
                  <a:lnTo>
                    <a:pt x="160869" y="119044"/>
                  </a:lnTo>
                  <a:lnTo>
                    <a:pt x="141657" y="315094"/>
                  </a:lnTo>
                  <a:lnTo>
                    <a:pt x="135946" y="370476"/>
                  </a:lnTo>
                  <a:lnTo>
                    <a:pt x="129703" y="427437"/>
                  </a:lnTo>
                  <a:lnTo>
                    <a:pt x="122842" y="485493"/>
                  </a:lnTo>
                  <a:lnTo>
                    <a:pt x="115278" y="544160"/>
                  </a:lnTo>
                  <a:lnTo>
                    <a:pt x="106928" y="602953"/>
                  </a:lnTo>
                  <a:lnTo>
                    <a:pt x="80844" y="775185"/>
                  </a:lnTo>
                  <a:lnTo>
                    <a:pt x="61011" y="891730"/>
                  </a:lnTo>
                  <a:lnTo>
                    <a:pt x="37404" y="1005809"/>
                  </a:lnTo>
                  <a:lnTo>
                    <a:pt x="0" y="1170643"/>
                  </a:lnTo>
                  <a:lnTo>
                    <a:pt x="4335" y="1164109"/>
                  </a:lnTo>
                  <a:lnTo>
                    <a:pt x="20877" y="1118056"/>
                  </a:lnTo>
                  <a:lnTo>
                    <a:pt x="54930" y="992811"/>
                  </a:lnTo>
                  <a:lnTo>
                    <a:pt x="111797" y="748697"/>
                  </a:lnTo>
                  <a:lnTo>
                    <a:pt x="126356" y="678554"/>
                  </a:lnTo>
                  <a:lnTo>
                    <a:pt x="138983" y="609243"/>
                  </a:lnTo>
                  <a:lnTo>
                    <a:pt x="149796" y="541252"/>
                  </a:lnTo>
                  <a:lnTo>
                    <a:pt x="158911" y="475071"/>
                  </a:lnTo>
                  <a:lnTo>
                    <a:pt x="166446" y="411187"/>
                  </a:lnTo>
                  <a:lnTo>
                    <a:pt x="172518" y="350092"/>
                  </a:lnTo>
                  <a:lnTo>
                    <a:pt x="177243" y="292272"/>
                  </a:lnTo>
                  <a:lnTo>
                    <a:pt x="180740" y="238218"/>
                  </a:lnTo>
                  <a:lnTo>
                    <a:pt x="183124" y="188417"/>
                  </a:lnTo>
                  <a:lnTo>
                    <a:pt x="184512" y="143360"/>
                  </a:lnTo>
                  <a:lnTo>
                    <a:pt x="185023" y="103534"/>
                  </a:lnTo>
                  <a:lnTo>
                    <a:pt x="184772" y="69430"/>
                  </a:lnTo>
                  <a:lnTo>
                    <a:pt x="183877" y="41535"/>
                  </a:lnTo>
                  <a:lnTo>
                    <a:pt x="182456" y="20339"/>
                  </a:lnTo>
                  <a:lnTo>
                    <a:pt x="180624" y="6331"/>
                  </a:lnTo>
                  <a:lnTo>
                    <a:pt x="178498" y="0"/>
                  </a:lnTo>
                  <a:close/>
                </a:path>
              </a:pathLst>
            </a:custGeom>
            <a:solidFill>
              <a:srgbClr val="D2DEBE">
                <a:alpha val="8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076722" y="3494064"/>
              <a:ext cx="43180" cy="168275"/>
            </a:xfrm>
            <a:custGeom>
              <a:avLst/>
              <a:gdLst/>
              <a:ahLst/>
              <a:cxnLst/>
              <a:rect l="l" t="t" r="r" b="b"/>
              <a:pathLst>
                <a:path w="43179" h="168275">
                  <a:moveTo>
                    <a:pt x="42532" y="0"/>
                  </a:moveTo>
                  <a:lnTo>
                    <a:pt x="0" y="5654"/>
                  </a:lnTo>
                  <a:lnTo>
                    <a:pt x="898" y="48561"/>
                  </a:lnTo>
                  <a:lnTo>
                    <a:pt x="4420" y="102303"/>
                  </a:lnTo>
                  <a:lnTo>
                    <a:pt x="11807" y="148227"/>
                  </a:lnTo>
                  <a:lnTo>
                    <a:pt x="24302" y="167680"/>
                  </a:lnTo>
                  <a:lnTo>
                    <a:pt x="35849" y="141480"/>
                  </a:lnTo>
                  <a:lnTo>
                    <a:pt x="41149" y="83840"/>
                  </a:lnTo>
                  <a:lnTo>
                    <a:pt x="42583" y="26200"/>
                  </a:lnTo>
                  <a:lnTo>
                    <a:pt x="42532" y="0"/>
                  </a:lnTo>
                  <a:close/>
                </a:path>
              </a:pathLst>
            </a:custGeom>
            <a:solidFill>
              <a:srgbClr val="252C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957252" y="2590425"/>
              <a:ext cx="847090" cy="2211705"/>
            </a:xfrm>
            <a:custGeom>
              <a:avLst/>
              <a:gdLst/>
              <a:ahLst/>
              <a:cxnLst/>
              <a:rect l="l" t="t" r="r" b="b"/>
              <a:pathLst>
                <a:path w="847090" h="2211704">
                  <a:moveTo>
                    <a:pt x="54102" y="1109002"/>
                  </a:moveTo>
                  <a:lnTo>
                    <a:pt x="47193" y="1183894"/>
                  </a:lnTo>
                  <a:lnTo>
                    <a:pt x="43434" y="1230693"/>
                  </a:lnTo>
                  <a:lnTo>
                    <a:pt x="39547" y="1282674"/>
                  </a:lnTo>
                  <a:lnTo>
                    <a:pt x="35572" y="1339049"/>
                  </a:lnTo>
                  <a:lnTo>
                    <a:pt x="27597" y="1461871"/>
                  </a:lnTo>
                  <a:lnTo>
                    <a:pt x="19913" y="1592872"/>
                  </a:lnTo>
                  <a:lnTo>
                    <a:pt x="16306" y="1659470"/>
                  </a:lnTo>
                  <a:lnTo>
                    <a:pt x="12928" y="1725764"/>
                  </a:lnTo>
                  <a:lnTo>
                    <a:pt x="9829" y="1790966"/>
                  </a:lnTo>
                  <a:lnTo>
                    <a:pt x="7073" y="1854276"/>
                  </a:lnTo>
                  <a:lnTo>
                    <a:pt x="4686" y="1914931"/>
                  </a:lnTo>
                  <a:lnTo>
                    <a:pt x="2730" y="1972119"/>
                  </a:lnTo>
                  <a:lnTo>
                    <a:pt x="1270" y="2025091"/>
                  </a:lnTo>
                  <a:lnTo>
                    <a:pt x="342" y="2073021"/>
                  </a:lnTo>
                  <a:lnTo>
                    <a:pt x="0" y="2115159"/>
                  </a:lnTo>
                  <a:lnTo>
                    <a:pt x="292" y="2150694"/>
                  </a:lnTo>
                  <a:lnTo>
                    <a:pt x="1282" y="2178850"/>
                  </a:lnTo>
                  <a:lnTo>
                    <a:pt x="3009" y="2198852"/>
                  </a:lnTo>
                  <a:lnTo>
                    <a:pt x="5537" y="2209901"/>
                  </a:lnTo>
                  <a:lnTo>
                    <a:pt x="8902" y="2211222"/>
                  </a:lnTo>
                  <a:lnTo>
                    <a:pt x="28295" y="2026678"/>
                  </a:lnTo>
                  <a:lnTo>
                    <a:pt x="42456" y="1649158"/>
                  </a:lnTo>
                  <a:lnTo>
                    <a:pt x="51142" y="1277112"/>
                  </a:lnTo>
                  <a:lnTo>
                    <a:pt x="54102" y="1109002"/>
                  </a:lnTo>
                  <a:close/>
                </a:path>
                <a:path w="847090" h="2211704">
                  <a:moveTo>
                    <a:pt x="789203" y="0"/>
                  </a:moveTo>
                  <a:lnTo>
                    <a:pt x="764692" y="129336"/>
                  </a:lnTo>
                  <a:lnTo>
                    <a:pt x="721842" y="286169"/>
                  </a:lnTo>
                  <a:lnTo>
                    <a:pt x="647750" y="500151"/>
                  </a:lnTo>
                  <a:lnTo>
                    <a:pt x="572579" y="688454"/>
                  </a:lnTo>
                  <a:lnTo>
                    <a:pt x="508482" y="799198"/>
                  </a:lnTo>
                  <a:lnTo>
                    <a:pt x="420344" y="875576"/>
                  </a:lnTo>
                  <a:lnTo>
                    <a:pt x="272999" y="960755"/>
                  </a:lnTo>
                  <a:lnTo>
                    <a:pt x="322135" y="941209"/>
                  </a:lnTo>
                  <a:lnTo>
                    <a:pt x="368007" y="918337"/>
                  </a:lnTo>
                  <a:lnTo>
                    <a:pt x="410743" y="892352"/>
                  </a:lnTo>
                  <a:lnTo>
                    <a:pt x="450443" y="863498"/>
                  </a:lnTo>
                  <a:lnTo>
                    <a:pt x="487235" y="831977"/>
                  </a:lnTo>
                  <a:lnTo>
                    <a:pt x="521233" y="798055"/>
                  </a:lnTo>
                  <a:lnTo>
                    <a:pt x="552551" y="761936"/>
                  </a:lnTo>
                  <a:lnTo>
                    <a:pt x="581304" y="723849"/>
                  </a:lnTo>
                  <a:lnTo>
                    <a:pt x="607606" y="684047"/>
                  </a:lnTo>
                  <a:lnTo>
                    <a:pt x="631571" y="642747"/>
                  </a:lnTo>
                  <a:lnTo>
                    <a:pt x="653313" y="600176"/>
                  </a:lnTo>
                  <a:lnTo>
                    <a:pt x="672947" y="556564"/>
                  </a:lnTo>
                  <a:lnTo>
                    <a:pt x="690600" y="512152"/>
                  </a:lnTo>
                  <a:lnTo>
                    <a:pt x="706386" y="467156"/>
                  </a:lnTo>
                  <a:lnTo>
                    <a:pt x="720407" y="421817"/>
                  </a:lnTo>
                  <a:lnTo>
                    <a:pt x="732777" y="376364"/>
                  </a:lnTo>
                  <a:lnTo>
                    <a:pt x="743623" y="331025"/>
                  </a:lnTo>
                  <a:lnTo>
                    <a:pt x="753059" y="286029"/>
                  </a:lnTo>
                  <a:lnTo>
                    <a:pt x="761199" y="241604"/>
                  </a:lnTo>
                  <a:lnTo>
                    <a:pt x="768146" y="197980"/>
                  </a:lnTo>
                  <a:lnTo>
                    <a:pt x="774039" y="155397"/>
                  </a:lnTo>
                  <a:lnTo>
                    <a:pt x="778967" y="114084"/>
                  </a:lnTo>
                  <a:lnTo>
                    <a:pt x="783069" y="74256"/>
                  </a:lnTo>
                  <a:lnTo>
                    <a:pt x="786434" y="36156"/>
                  </a:lnTo>
                  <a:lnTo>
                    <a:pt x="789203" y="0"/>
                  </a:lnTo>
                  <a:close/>
                </a:path>
                <a:path w="847090" h="2211704">
                  <a:moveTo>
                    <a:pt x="846645" y="440169"/>
                  </a:moveTo>
                  <a:lnTo>
                    <a:pt x="732866" y="654202"/>
                  </a:lnTo>
                  <a:lnTo>
                    <a:pt x="658266" y="774420"/>
                  </a:lnTo>
                  <a:lnTo>
                    <a:pt x="589813" y="844791"/>
                  </a:lnTo>
                  <a:lnTo>
                    <a:pt x="494538" y="909294"/>
                  </a:lnTo>
                  <a:lnTo>
                    <a:pt x="394550" y="965149"/>
                  </a:lnTo>
                  <a:lnTo>
                    <a:pt x="317779" y="996823"/>
                  </a:lnTo>
                  <a:lnTo>
                    <a:pt x="268541" y="1010970"/>
                  </a:lnTo>
                  <a:lnTo>
                    <a:pt x="251167" y="1014222"/>
                  </a:lnTo>
                  <a:lnTo>
                    <a:pt x="296913" y="1014272"/>
                  </a:lnTo>
                  <a:lnTo>
                    <a:pt x="347789" y="1011859"/>
                  </a:lnTo>
                  <a:lnTo>
                    <a:pt x="403009" y="1003109"/>
                  </a:lnTo>
                  <a:lnTo>
                    <a:pt x="461810" y="984173"/>
                  </a:lnTo>
                  <a:lnTo>
                    <a:pt x="523430" y="951179"/>
                  </a:lnTo>
                  <a:lnTo>
                    <a:pt x="555053" y="928204"/>
                  </a:lnTo>
                  <a:lnTo>
                    <a:pt x="587082" y="900264"/>
                  </a:lnTo>
                  <a:lnTo>
                    <a:pt x="619442" y="866889"/>
                  </a:lnTo>
                  <a:lnTo>
                    <a:pt x="652005" y="827570"/>
                  </a:lnTo>
                  <a:lnTo>
                    <a:pt x="684695" y="781850"/>
                  </a:lnTo>
                  <a:lnTo>
                    <a:pt x="717423" y="729234"/>
                  </a:lnTo>
                  <a:lnTo>
                    <a:pt x="750074" y="669239"/>
                  </a:lnTo>
                  <a:lnTo>
                    <a:pt x="782561" y="601383"/>
                  </a:lnTo>
                  <a:lnTo>
                    <a:pt x="814781" y="525183"/>
                  </a:lnTo>
                  <a:lnTo>
                    <a:pt x="846645" y="440169"/>
                  </a:lnTo>
                  <a:close/>
                </a:path>
              </a:pathLst>
            </a:custGeom>
            <a:solidFill>
              <a:srgbClr val="D2DEBE">
                <a:alpha val="8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7305729" y="1674978"/>
              <a:ext cx="1310640" cy="3151505"/>
            </a:xfrm>
            <a:custGeom>
              <a:avLst/>
              <a:gdLst/>
              <a:ahLst/>
              <a:cxnLst/>
              <a:rect l="l" t="t" r="r" b="b"/>
              <a:pathLst>
                <a:path w="1310640" h="3151504">
                  <a:moveTo>
                    <a:pt x="37146" y="0"/>
                  </a:moveTo>
                  <a:lnTo>
                    <a:pt x="21382" y="39559"/>
                  </a:lnTo>
                  <a:lnTo>
                    <a:pt x="13200" y="76966"/>
                  </a:lnTo>
                  <a:lnTo>
                    <a:pt x="6936" y="122439"/>
                  </a:lnTo>
                  <a:lnTo>
                    <a:pt x="2642" y="175326"/>
                  </a:lnTo>
                  <a:lnTo>
                    <a:pt x="366" y="234972"/>
                  </a:lnTo>
                  <a:lnTo>
                    <a:pt x="0" y="267127"/>
                  </a:lnTo>
                  <a:lnTo>
                    <a:pt x="157" y="300726"/>
                  </a:lnTo>
                  <a:lnTo>
                    <a:pt x="2064" y="371935"/>
                  </a:lnTo>
                  <a:lnTo>
                    <a:pt x="6138" y="447944"/>
                  </a:lnTo>
                  <a:lnTo>
                    <a:pt x="9003" y="487546"/>
                  </a:lnTo>
                  <a:lnTo>
                    <a:pt x="12428" y="528103"/>
                  </a:lnTo>
                  <a:lnTo>
                    <a:pt x="16419" y="569534"/>
                  </a:lnTo>
                  <a:lnTo>
                    <a:pt x="20982" y="611757"/>
                  </a:lnTo>
                  <a:lnTo>
                    <a:pt x="26124" y="654691"/>
                  </a:lnTo>
                  <a:lnTo>
                    <a:pt x="31851" y="698254"/>
                  </a:lnTo>
                  <a:lnTo>
                    <a:pt x="38169" y="742364"/>
                  </a:lnTo>
                  <a:lnTo>
                    <a:pt x="45083" y="786941"/>
                  </a:lnTo>
                  <a:lnTo>
                    <a:pt x="52601" y="831901"/>
                  </a:lnTo>
                  <a:lnTo>
                    <a:pt x="60729" y="877164"/>
                  </a:lnTo>
                  <a:lnTo>
                    <a:pt x="69472" y="922649"/>
                  </a:lnTo>
                  <a:lnTo>
                    <a:pt x="78837" y="968272"/>
                  </a:lnTo>
                  <a:lnTo>
                    <a:pt x="88830" y="1013954"/>
                  </a:lnTo>
                  <a:lnTo>
                    <a:pt x="99457" y="1059611"/>
                  </a:lnTo>
                  <a:lnTo>
                    <a:pt x="110724" y="1105163"/>
                  </a:lnTo>
                  <a:lnTo>
                    <a:pt x="122638" y="1150529"/>
                  </a:lnTo>
                  <a:lnTo>
                    <a:pt x="135204" y="1195625"/>
                  </a:lnTo>
                  <a:lnTo>
                    <a:pt x="148429" y="1240371"/>
                  </a:lnTo>
                  <a:lnTo>
                    <a:pt x="162320" y="1284686"/>
                  </a:lnTo>
                  <a:lnTo>
                    <a:pt x="176881" y="1328487"/>
                  </a:lnTo>
                  <a:lnTo>
                    <a:pt x="192120" y="1371693"/>
                  </a:lnTo>
                  <a:lnTo>
                    <a:pt x="208042" y="1414222"/>
                  </a:lnTo>
                  <a:lnTo>
                    <a:pt x="224654" y="1455992"/>
                  </a:lnTo>
                  <a:lnTo>
                    <a:pt x="241962" y="1496923"/>
                  </a:lnTo>
                  <a:lnTo>
                    <a:pt x="259971" y="1536933"/>
                  </a:lnTo>
                  <a:lnTo>
                    <a:pt x="278689" y="1575939"/>
                  </a:lnTo>
                  <a:lnTo>
                    <a:pt x="298122" y="1613860"/>
                  </a:lnTo>
                  <a:lnTo>
                    <a:pt x="318275" y="1650615"/>
                  </a:lnTo>
                  <a:lnTo>
                    <a:pt x="339154" y="1686122"/>
                  </a:lnTo>
                  <a:lnTo>
                    <a:pt x="360767" y="1720299"/>
                  </a:lnTo>
                  <a:lnTo>
                    <a:pt x="383119" y="1753066"/>
                  </a:lnTo>
                  <a:lnTo>
                    <a:pt x="406215" y="1784339"/>
                  </a:lnTo>
                  <a:lnTo>
                    <a:pt x="454669" y="1842081"/>
                  </a:lnTo>
                  <a:lnTo>
                    <a:pt x="506178" y="1892872"/>
                  </a:lnTo>
                  <a:lnTo>
                    <a:pt x="560792" y="1936059"/>
                  </a:lnTo>
                  <a:lnTo>
                    <a:pt x="618559" y="1970990"/>
                  </a:lnTo>
                  <a:lnTo>
                    <a:pt x="679529" y="1997012"/>
                  </a:lnTo>
                  <a:lnTo>
                    <a:pt x="743752" y="2013471"/>
                  </a:lnTo>
                  <a:lnTo>
                    <a:pt x="811277" y="2019715"/>
                  </a:lnTo>
                  <a:lnTo>
                    <a:pt x="846293" y="2018803"/>
                  </a:lnTo>
                  <a:lnTo>
                    <a:pt x="918863" y="2008500"/>
                  </a:lnTo>
                  <a:lnTo>
                    <a:pt x="956430" y="1998947"/>
                  </a:lnTo>
                  <a:lnTo>
                    <a:pt x="994859" y="1986350"/>
                  </a:lnTo>
                  <a:lnTo>
                    <a:pt x="1034157" y="1970628"/>
                  </a:lnTo>
                  <a:lnTo>
                    <a:pt x="1074329" y="1951699"/>
                  </a:lnTo>
                  <a:lnTo>
                    <a:pt x="974741" y="2599165"/>
                  </a:lnTo>
                  <a:lnTo>
                    <a:pt x="942672" y="2939919"/>
                  </a:lnTo>
                  <a:lnTo>
                    <a:pt x="979136" y="3086399"/>
                  </a:lnTo>
                  <a:lnTo>
                    <a:pt x="1085146" y="3151045"/>
                  </a:lnTo>
                  <a:lnTo>
                    <a:pt x="1116346" y="3151400"/>
                  </a:lnTo>
                  <a:lnTo>
                    <a:pt x="1146324" y="3136460"/>
                  </a:lnTo>
                  <a:lnTo>
                    <a:pt x="1173087" y="3122716"/>
                  </a:lnTo>
                  <a:lnTo>
                    <a:pt x="1194640" y="3126658"/>
                  </a:lnTo>
                  <a:lnTo>
                    <a:pt x="1212061" y="3139402"/>
                  </a:lnTo>
                  <a:lnTo>
                    <a:pt x="1231212" y="3143662"/>
                  </a:lnTo>
                  <a:lnTo>
                    <a:pt x="1257270" y="3143349"/>
                  </a:lnTo>
                  <a:lnTo>
                    <a:pt x="1295412" y="3142375"/>
                  </a:lnTo>
                  <a:lnTo>
                    <a:pt x="1308312" y="3104515"/>
                  </a:lnTo>
                  <a:lnTo>
                    <a:pt x="1310584" y="3042386"/>
                  </a:lnTo>
                  <a:lnTo>
                    <a:pt x="1309983" y="3002119"/>
                  </a:lnTo>
                  <a:lnTo>
                    <a:pt x="1308295" y="2956545"/>
                  </a:lnTo>
                  <a:lnTo>
                    <a:pt x="1305574" y="2906286"/>
                  </a:lnTo>
                  <a:lnTo>
                    <a:pt x="1301874" y="2851963"/>
                  </a:lnTo>
                  <a:lnTo>
                    <a:pt x="1297247" y="2794197"/>
                  </a:lnTo>
                  <a:lnTo>
                    <a:pt x="1291749" y="2733610"/>
                  </a:lnTo>
                  <a:lnTo>
                    <a:pt x="1285432" y="2670822"/>
                  </a:lnTo>
                  <a:lnTo>
                    <a:pt x="1278350" y="2606456"/>
                  </a:lnTo>
                  <a:lnTo>
                    <a:pt x="1270556" y="2541133"/>
                  </a:lnTo>
                  <a:lnTo>
                    <a:pt x="1262105" y="2475474"/>
                  </a:lnTo>
                  <a:lnTo>
                    <a:pt x="1253050" y="2410100"/>
                  </a:lnTo>
                  <a:lnTo>
                    <a:pt x="1243445" y="2345632"/>
                  </a:lnTo>
                  <a:lnTo>
                    <a:pt x="1233343" y="2282693"/>
                  </a:lnTo>
                  <a:lnTo>
                    <a:pt x="1222797" y="2221903"/>
                  </a:lnTo>
                  <a:lnTo>
                    <a:pt x="1211862" y="2163883"/>
                  </a:lnTo>
                  <a:lnTo>
                    <a:pt x="1200591" y="2109256"/>
                  </a:lnTo>
                  <a:lnTo>
                    <a:pt x="1189038" y="2058642"/>
                  </a:lnTo>
                  <a:lnTo>
                    <a:pt x="1177256" y="2012662"/>
                  </a:lnTo>
                  <a:lnTo>
                    <a:pt x="1165300" y="1971938"/>
                  </a:lnTo>
                  <a:lnTo>
                    <a:pt x="1141076" y="1908744"/>
                  </a:lnTo>
                  <a:lnTo>
                    <a:pt x="1116795" y="1874030"/>
                  </a:lnTo>
                  <a:lnTo>
                    <a:pt x="1077239" y="1864995"/>
                  </a:lnTo>
                  <a:lnTo>
                    <a:pt x="1051314" y="1856826"/>
                  </a:lnTo>
                  <a:lnTo>
                    <a:pt x="1004138" y="1828160"/>
                  </a:lnTo>
                  <a:lnTo>
                    <a:pt x="962956" y="1783802"/>
                  </a:lnTo>
                  <a:lnTo>
                    <a:pt x="927484" y="1724649"/>
                  </a:lnTo>
                  <a:lnTo>
                    <a:pt x="911801" y="1689804"/>
                  </a:lnTo>
                  <a:lnTo>
                    <a:pt x="897439" y="1651596"/>
                  </a:lnTo>
                  <a:lnTo>
                    <a:pt x="884362" y="1610136"/>
                  </a:lnTo>
                  <a:lnTo>
                    <a:pt x="872535" y="1565537"/>
                  </a:lnTo>
                  <a:lnTo>
                    <a:pt x="861923" y="1517911"/>
                  </a:lnTo>
                  <a:lnTo>
                    <a:pt x="852490" y="1467369"/>
                  </a:lnTo>
                  <a:lnTo>
                    <a:pt x="844201" y="1414024"/>
                  </a:lnTo>
                  <a:lnTo>
                    <a:pt x="837020" y="1357987"/>
                  </a:lnTo>
                  <a:lnTo>
                    <a:pt x="830911" y="1299370"/>
                  </a:lnTo>
                  <a:lnTo>
                    <a:pt x="825840" y="1238285"/>
                  </a:lnTo>
                  <a:lnTo>
                    <a:pt x="821770" y="1174845"/>
                  </a:lnTo>
                  <a:lnTo>
                    <a:pt x="818667" y="1109160"/>
                  </a:lnTo>
                  <a:lnTo>
                    <a:pt x="816494" y="1041344"/>
                  </a:lnTo>
                  <a:lnTo>
                    <a:pt x="815216" y="971507"/>
                  </a:lnTo>
                  <a:lnTo>
                    <a:pt x="814798" y="899763"/>
                  </a:lnTo>
                  <a:lnTo>
                    <a:pt x="814798" y="36511"/>
                  </a:lnTo>
                  <a:lnTo>
                    <a:pt x="37146" y="0"/>
                  </a:lnTo>
                  <a:close/>
                </a:path>
              </a:pathLst>
            </a:custGeom>
            <a:solidFill>
              <a:srgbClr val="E7ECDD">
                <a:alpha val="61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8347199" y="3494064"/>
              <a:ext cx="43180" cy="168275"/>
            </a:xfrm>
            <a:custGeom>
              <a:avLst/>
              <a:gdLst/>
              <a:ahLst/>
              <a:cxnLst/>
              <a:rect l="l" t="t" r="r" b="b"/>
              <a:pathLst>
                <a:path w="43179" h="168275">
                  <a:moveTo>
                    <a:pt x="50" y="0"/>
                  </a:moveTo>
                  <a:lnTo>
                    <a:pt x="0" y="26200"/>
                  </a:lnTo>
                  <a:lnTo>
                    <a:pt x="1434" y="83840"/>
                  </a:lnTo>
                  <a:lnTo>
                    <a:pt x="6734" y="141480"/>
                  </a:lnTo>
                  <a:lnTo>
                    <a:pt x="18280" y="167680"/>
                  </a:lnTo>
                  <a:lnTo>
                    <a:pt x="30775" y="148227"/>
                  </a:lnTo>
                  <a:lnTo>
                    <a:pt x="38163" y="102303"/>
                  </a:lnTo>
                  <a:lnTo>
                    <a:pt x="41685" y="48561"/>
                  </a:lnTo>
                  <a:lnTo>
                    <a:pt x="42583" y="5654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252C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7662601" y="3030582"/>
              <a:ext cx="595630" cy="574675"/>
            </a:xfrm>
            <a:custGeom>
              <a:avLst/>
              <a:gdLst/>
              <a:ahLst/>
              <a:cxnLst/>
              <a:rect l="l" t="t" r="r" b="b"/>
              <a:pathLst>
                <a:path w="595629" h="574675">
                  <a:moveTo>
                    <a:pt x="0" y="0"/>
                  </a:moveTo>
                  <a:lnTo>
                    <a:pt x="31864" y="85022"/>
                  </a:lnTo>
                  <a:lnTo>
                    <a:pt x="64087" y="161220"/>
                  </a:lnTo>
                  <a:lnTo>
                    <a:pt x="96573" y="229074"/>
                  </a:lnTo>
                  <a:lnTo>
                    <a:pt x="129225" y="289069"/>
                  </a:lnTo>
                  <a:lnTo>
                    <a:pt x="161946" y="341687"/>
                  </a:lnTo>
                  <a:lnTo>
                    <a:pt x="194640" y="387410"/>
                  </a:lnTo>
                  <a:lnTo>
                    <a:pt x="227210" y="426722"/>
                  </a:lnTo>
                  <a:lnTo>
                    <a:pt x="259560" y="460106"/>
                  </a:lnTo>
                  <a:lnTo>
                    <a:pt x="291594" y="488044"/>
                  </a:lnTo>
                  <a:lnTo>
                    <a:pt x="323215" y="511019"/>
                  </a:lnTo>
                  <a:lnTo>
                    <a:pt x="384831" y="544013"/>
                  </a:lnTo>
                  <a:lnTo>
                    <a:pt x="443638" y="562951"/>
                  </a:lnTo>
                  <a:lnTo>
                    <a:pt x="498862" y="571695"/>
                  </a:lnTo>
                  <a:lnTo>
                    <a:pt x="549733" y="574109"/>
                  </a:lnTo>
                  <a:lnTo>
                    <a:pt x="595479" y="574055"/>
                  </a:lnTo>
                  <a:lnTo>
                    <a:pt x="578103" y="570812"/>
                  </a:lnTo>
                  <a:lnTo>
                    <a:pt x="528863" y="556664"/>
                  </a:lnTo>
                  <a:lnTo>
                    <a:pt x="452090" y="524982"/>
                  </a:lnTo>
                  <a:lnTo>
                    <a:pt x="352114" y="469137"/>
                  </a:lnTo>
                  <a:lnTo>
                    <a:pt x="256827" y="404628"/>
                  </a:lnTo>
                  <a:lnTo>
                    <a:pt x="188386" y="334256"/>
                  </a:lnTo>
                  <a:lnTo>
                    <a:pt x="113781" y="214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EBE">
                <a:alpha val="8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720040" y="2590424"/>
              <a:ext cx="516255" cy="960755"/>
            </a:xfrm>
            <a:custGeom>
              <a:avLst/>
              <a:gdLst/>
              <a:ahLst/>
              <a:cxnLst/>
              <a:rect l="l" t="t" r="r" b="b"/>
              <a:pathLst>
                <a:path w="516254" h="960754">
                  <a:moveTo>
                    <a:pt x="0" y="0"/>
                  </a:moveTo>
                  <a:lnTo>
                    <a:pt x="6144" y="74247"/>
                  </a:lnTo>
                  <a:lnTo>
                    <a:pt x="10241" y="114073"/>
                  </a:lnTo>
                  <a:lnTo>
                    <a:pt x="15175" y="155393"/>
                  </a:lnTo>
                  <a:lnTo>
                    <a:pt x="21061" y="197979"/>
                  </a:lnTo>
                  <a:lnTo>
                    <a:pt x="28014" y="241599"/>
                  </a:lnTo>
                  <a:lnTo>
                    <a:pt x="36150" y="286022"/>
                  </a:lnTo>
                  <a:lnTo>
                    <a:pt x="45584" y="331020"/>
                  </a:lnTo>
                  <a:lnTo>
                    <a:pt x="56430" y="376362"/>
                  </a:lnTo>
                  <a:lnTo>
                    <a:pt x="68806" y="421817"/>
                  </a:lnTo>
                  <a:lnTo>
                    <a:pt x="82824" y="467156"/>
                  </a:lnTo>
                  <a:lnTo>
                    <a:pt x="98602" y="512147"/>
                  </a:lnTo>
                  <a:lnTo>
                    <a:pt x="116253" y="556562"/>
                  </a:lnTo>
                  <a:lnTo>
                    <a:pt x="135894" y="600170"/>
                  </a:lnTo>
                  <a:lnTo>
                    <a:pt x="157639" y="642740"/>
                  </a:lnTo>
                  <a:lnTo>
                    <a:pt x="181604" y="684043"/>
                  </a:lnTo>
                  <a:lnTo>
                    <a:pt x="207904" y="723848"/>
                  </a:lnTo>
                  <a:lnTo>
                    <a:pt x="236655" y="761925"/>
                  </a:lnTo>
                  <a:lnTo>
                    <a:pt x="267970" y="798044"/>
                  </a:lnTo>
                  <a:lnTo>
                    <a:pt x="301967" y="831974"/>
                  </a:lnTo>
                  <a:lnTo>
                    <a:pt x="338759" y="863486"/>
                  </a:lnTo>
                  <a:lnTo>
                    <a:pt x="378463" y="892349"/>
                  </a:lnTo>
                  <a:lnTo>
                    <a:pt x="421193" y="918334"/>
                  </a:lnTo>
                  <a:lnTo>
                    <a:pt x="467065" y="941209"/>
                  </a:lnTo>
                  <a:lnTo>
                    <a:pt x="516193" y="960745"/>
                  </a:lnTo>
                  <a:lnTo>
                    <a:pt x="368863" y="875566"/>
                  </a:lnTo>
                  <a:lnTo>
                    <a:pt x="280719" y="799194"/>
                  </a:lnTo>
                  <a:lnTo>
                    <a:pt x="216628" y="688446"/>
                  </a:lnTo>
                  <a:lnTo>
                    <a:pt x="141461" y="500141"/>
                  </a:lnTo>
                  <a:lnTo>
                    <a:pt x="67369" y="286159"/>
                  </a:lnTo>
                  <a:lnTo>
                    <a:pt x="24518" y="129328"/>
                  </a:lnTo>
                  <a:lnTo>
                    <a:pt x="4773" y="32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455147" y="3699417"/>
              <a:ext cx="54610" cy="1102360"/>
            </a:xfrm>
            <a:custGeom>
              <a:avLst/>
              <a:gdLst/>
              <a:ahLst/>
              <a:cxnLst/>
              <a:rect l="l" t="t" r="r" b="b"/>
              <a:pathLst>
                <a:path w="54609" h="1102360">
                  <a:moveTo>
                    <a:pt x="0" y="0"/>
                  </a:moveTo>
                  <a:lnTo>
                    <a:pt x="2953" y="168114"/>
                  </a:lnTo>
                  <a:lnTo>
                    <a:pt x="11641" y="540158"/>
                  </a:lnTo>
                  <a:lnTo>
                    <a:pt x="25806" y="917680"/>
                  </a:lnTo>
                  <a:lnTo>
                    <a:pt x="45192" y="1102228"/>
                  </a:lnTo>
                  <a:lnTo>
                    <a:pt x="48561" y="1100909"/>
                  </a:lnTo>
                  <a:lnTo>
                    <a:pt x="51086" y="1089857"/>
                  </a:lnTo>
                  <a:lnTo>
                    <a:pt x="52816" y="1069857"/>
                  </a:lnTo>
                  <a:lnTo>
                    <a:pt x="53805" y="1041696"/>
                  </a:lnTo>
                  <a:lnTo>
                    <a:pt x="54103" y="1006156"/>
                  </a:lnTo>
                  <a:lnTo>
                    <a:pt x="53761" y="964025"/>
                  </a:lnTo>
                  <a:lnTo>
                    <a:pt x="52832" y="916086"/>
                  </a:lnTo>
                  <a:lnTo>
                    <a:pt x="51366" y="863126"/>
                  </a:lnTo>
                  <a:lnTo>
                    <a:pt x="49415" y="805929"/>
                  </a:lnTo>
                  <a:lnTo>
                    <a:pt x="47031" y="745280"/>
                  </a:lnTo>
                  <a:lnTo>
                    <a:pt x="44265" y="681965"/>
                  </a:lnTo>
                  <a:lnTo>
                    <a:pt x="41168" y="616769"/>
                  </a:lnTo>
                  <a:lnTo>
                    <a:pt x="37792" y="550476"/>
                  </a:lnTo>
                  <a:lnTo>
                    <a:pt x="34189" y="483873"/>
                  </a:lnTo>
                  <a:lnTo>
                    <a:pt x="26504" y="352874"/>
                  </a:lnTo>
                  <a:lnTo>
                    <a:pt x="18526" y="230053"/>
                  </a:lnTo>
                  <a:lnTo>
                    <a:pt x="14556" y="173672"/>
                  </a:lnTo>
                  <a:lnTo>
                    <a:pt x="10667" y="121691"/>
                  </a:lnTo>
                  <a:lnTo>
                    <a:pt x="6910" y="74895"/>
                  </a:lnTo>
                  <a:lnTo>
                    <a:pt x="3337" y="34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D5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7" name="object 87" descr=""/>
          <p:cNvGrpSpPr/>
          <p:nvPr/>
        </p:nvGrpSpPr>
        <p:grpSpPr>
          <a:xfrm>
            <a:off x="11433402" y="6656719"/>
            <a:ext cx="1372235" cy="3463925"/>
            <a:chOff x="11433402" y="6656719"/>
            <a:chExt cx="1372235" cy="3463925"/>
          </a:xfrm>
        </p:grpSpPr>
        <p:sp>
          <p:nvSpPr>
            <p:cNvPr id="88" name="object 88" descr=""/>
            <p:cNvSpPr/>
            <p:nvPr/>
          </p:nvSpPr>
          <p:spPr>
            <a:xfrm>
              <a:off x="11632243" y="9202242"/>
              <a:ext cx="1015365" cy="893444"/>
            </a:xfrm>
            <a:custGeom>
              <a:avLst/>
              <a:gdLst/>
              <a:ahLst/>
              <a:cxnLst/>
              <a:rect l="l" t="t" r="r" b="b"/>
              <a:pathLst>
                <a:path w="1015365" h="893445">
                  <a:moveTo>
                    <a:pt x="507555" y="0"/>
                  </a:moveTo>
                  <a:lnTo>
                    <a:pt x="163000" y="16638"/>
                  </a:lnTo>
                  <a:lnTo>
                    <a:pt x="183026" y="100132"/>
                  </a:lnTo>
                  <a:lnTo>
                    <a:pt x="188609" y="147708"/>
                  </a:lnTo>
                  <a:lnTo>
                    <a:pt x="178764" y="177138"/>
                  </a:lnTo>
                  <a:lnTo>
                    <a:pt x="152508" y="206192"/>
                  </a:lnTo>
                  <a:lnTo>
                    <a:pt x="109109" y="247180"/>
                  </a:lnTo>
                  <a:lnTo>
                    <a:pt x="83869" y="274391"/>
                  </a:lnTo>
                  <a:lnTo>
                    <a:pt x="58859" y="307921"/>
                  </a:lnTo>
                  <a:lnTo>
                    <a:pt x="36023" y="349148"/>
                  </a:lnTo>
                  <a:lnTo>
                    <a:pt x="17306" y="399452"/>
                  </a:lnTo>
                  <a:lnTo>
                    <a:pt x="4650" y="460213"/>
                  </a:lnTo>
                  <a:lnTo>
                    <a:pt x="0" y="532811"/>
                  </a:lnTo>
                  <a:lnTo>
                    <a:pt x="4287" y="573960"/>
                  </a:lnTo>
                  <a:lnTo>
                    <a:pt x="16568" y="613098"/>
                  </a:lnTo>
                  <a:lnTo>
                    <a:pt x="35972" y="650125"/>
                  </a:lnTo>
                  <a:lnTo>
                    <a:pt x="61629" y="684940"/>
                  </a:lnTo>
                  <a:lnTo>
                    <a:pt x="92669" y="717444"/>
                  </a:lnTo>
                  <a:lnTo>
                    <a:pt x="128220" y="747538"/>
                  </a:lnTo>
                  <a:lnTo>
                    <a:pt x="167412" y="775120"/>
                  </a:lnTo>
                  <a:lnTo>
                    <a:pt x="209374" y="800092"/>
                  </a:lnTo>
                  <a:lnTo>
                    <a:pt x="253237" y="822354"/>
                  </a:lnTo>
                  <a:lnTo>
                    <a:pt x="298128" y="841806"/>
                  </a:lnTo>
                  <a:lnTo>
                    <a:pt x="343178" y="858347"/>
                  </a:lnTo>
                  <a:lnTo>
                    <a:pt x="387517" y="871879"/>
                  </a:lnTo>
                  <a:lnTo>
                    <a:pt x="430273" y="882301"/>
                  </a:lnTo>
                  <a:lnTo>
                    <a:pt x="470576" y="889514"/>
                  </a:lnTo>
                  <a:lnTo>
                    <a:pt x="507555" y="893417"/>
                  </a:lnTo>
                  <a:lnTo>
                    <a:pt x="544534" y="889514"/>
                  </a:lnTo>
                  <a:lnTo>
                    <a:pt x="584837" y="882301"/>
                  </a:lnTo>
                  <a:lnTo>
                    <a:pt x="627594" y="871879"/>
                  </a:lnTo>
                  <a:lnTo>
                    <a:pt x="671933" y="858347"/>
                  </a:lnTo>
                  <a:lnTo>
                    <a:pt x="716984" y="841806"/>
                  </a:lnTo>
                  <a:lnTo>
                    <a:pt x="761877" y="822354"/>
                  </a:lnTo>
                  <a:lnTo>
                    <a:pt x="805740" y="800092"/>
                  </a:lnTo>
                  <a:lnTo>
                    <a:pt x="847703" y="775120"/>
                  </a:lnTo>
                  <a:lnTo>
                    <a:pt x="886896" y="747538"/>
                  </a:lnTo>
                  <a:lnTo>
                    <a:pt x="922448" y="717444"/>
                  </a:lnTo>
                  <a:lnTo>
                    <a:pt x="953489" y="684940"/>
                  </a:lnTo>
                  <a:lnTo>
                    <a:pt x="979147" y="650125"/>
                  </a:lnTo>
                  <a:lnTo>
                    <a:pt x="998552" y="613098"/>
                  </a:lnTo>
                  <a:lnTo>
                    <a:pt x="1010833" y="573960"/>
                  </a:lnTo>
                  <a:lnTo>
                    <a:pt x="1015120" y="532811"/>
                  </a:lnTo>
                  <a:lnTo>
                    <a:pt x="1010469" y="460213"/>
                  </a:lnTo>
                  <a:lnTo>
                    <a:pt x="997812" y="399452"/>
                  </a:lnTo>
                  <a:lnTo>
                    <a:pt x="979093" y="349148"/>
                  </a:lnTo>
                  <a:lnTo>
                    <a:pt x="956256" y="307921"/>
                  </a:lnTo>
                  <a:lnTo>
                    <a:pt x="931244" y="274391"/>
                  </a:lnTo>
                  <a:lnTo>
                    <a:pt x="862602" y="206192"/>
                  </a:lnTo>
                  <a:lnTo>
                    <a:pt x="839490" y="156914"/>
                  </a:lnTo>
                  <a:lnTo>
                    <a:pt x="833872" y="93727"/>
                  </a:lnTo>
                  <a:lnTo>
                    <a:pt x="836951" y="39238"/>
                  </a:lnTo>
                  <a:lnTo>
                    <a:pt x="839932" y="16051"/>
                  </a:lnTo>
                  <a:lnTo>
                    <a:pt x="507555" y="0"/>
                  </a:lnTo>
                  <a:close/>
                </a:path>
              </a:pathLst>
            </a:custGeom>
            <a:solidFill>
              <a:srgbClr val="646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1795250" y="9202243"/>
              <a:ext cx="677545" cy="223520"/>
            </a:xfrm>
            <a:custGeom>
              <a:avLst/>
              <a:gdLst/>
              <a:ahLst/>
              <a:cxnLst/>
              <a:rect l="l" t="t" r="r" b="b"/>
              <a:pathLst>
                <a:path w="677545" h="223520">
                  <a:moveTo>
                    <a:pt x="344554" y="0"/>
                  </a:moveTo>
                  <a:lnTo>
                    <a:pt x="0" y="16638"/>
                  </a:lnTo>
                  <a:lnTo>
                    <a:pt x="12254" y="67230"/>
                  </a:lnTo>
                  <a:lnTo>
                    <a:pt x="17347" y="99321"/>
                  </a:lnTo>
                  <a:lnTo>
                    <a:pt x="16185" y="126613"/>
                  </a:lnTo>
                  <a:lnTo>
                    <a:pt x="9675" y="162811"/>
                  </a:lnTo>
                  <a:lnTo>
                    <a:pt x="49848" y="178007"/>
                  </a:lnTo>
                  <a:lnTo>
                    <a:pt x="92774" y="191223"/>
                  </a:lnTo>
                  <a:lnTo>
                    <a:pt x="138201" y="202329"/>
                  </a:lnTo>
                  <a:lnTo>
                    <a:pt x="185880" y="211194"/>
                  </a:lnTo>
                  <a:lnTo>
                    <a:pt x="235559" y="217688"/>
                  </a:lnTo>
                  <a:lnTo>
                    <a:pt x="286988" y="221680"/>
                  </a:lnTo>
                  <a:lnTo>
                    <a:pt x="339916" y="223040"/>
                  </a:lnTo>
                  <a:lnTo>
                    <a:pt x="394199" y="221610"/>
                  </a:lnTo>
                  <a:lnTo>
                    <a:pt x="446898" y="217414"/>
                  </a:lnTo>
                  <a:lnTo>
                    <a:pt x="497741" y="210591"/>
                  </a:lnTo>
                  <a:lnTo>
                    <a:pt x="546457" y="201283"/>
                  </a:lnTo>
                  <a:lnTo>
                    <a:pt x="592776" y="189630"/>
                  </a:lnTo>
                  <a:lnTo>
                    <a:pt x="636428" y="175771"/>
                  </a:lnTo>
                  <a:lnTo>
                    <a:pt x="677141" y="159848"/>
                  </a:lnTo>
                  <a:lnTo>
                    <a:pt x="671205" y="111958"/>
                  </a:lnTo>
                  <a:lnTo>
                    <a:pt x="671785" y="65352"/>
                  </a:lnTo>
                  <a:lnTo>
                    <a:pt x="674988" y="30046"/>
                  </a:lnTo>
                  <a:lnTo>
                    <a:pt x="676921" y="16051"/>
                  </a:lnTo>
                  <a:lnTo>
                    <a:pt x="344554" y="0"/>
                  </a:lnTo>
                  <a:close/>
                </a:path>
              </a:pathLst>
            </a:custGeom>
            <a:solidFill>
              <a:srgbClr val="535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1644109" y="9509156"/>
              <a:ext cx="994410" cy="195580"/>
            </a:xfrm>
            <a:custGeom>
              <a:avLst/>
              <a:gdLst/>
              <a:ahLst/>
              <a:cxnLst/>
              <a:rect l="l" t="t" r="r" b="b"/>
              <a:pathLst>
                <a:path w="994409" h="195579">
                  <a:moveTo>
                    <a:pt x="954278" y="18897"/>
                  </a:moveTo>
                  <a:lnTo>
                    <a:pt x="945502" y="3035"/>
                  </a:lnTo>
                  <a:lnTo>
                    <a:pt x="896353" y="13576"/>
                  </a:lnTo>
                  <a:lnTo>
                    <a:pt x="845667" y="23075"/>
                  </a:lnTo>
                  <a:lnTo>
                    <a:pt x="794753" y="31292"/>
                  </a:lnTo>
                  <a:lnTo>
                    <a:pt x="743648" y="38252"/>
                  </a:lnTo>
                  <a:lnTo>
                    <a:pt x="692378" y="44005"/>
                  </a:lnTo>
                  <a:lnTo>
                    <a:pt x="640981" y="48564"/>
                  </a:lnTo>
                  <a:lnTo>
                    <a:pt x="594982" y="51676"/>
                  </a:lnTo>
                  <a:lnTo>
                    <a:pt x="548932" y="53911"/>
                  </a:lnTo>
                  <a:lnTo>
                    <a:pt x="502856" y="55295"/>
                  </a:lnTo>
                  <a:lnTo>
                    <a:pt x="456755" y="55854"/>
                  </a:lnTo>
                  <a:lnTo>
                    <a:pt x="410654" y="55613"/>
                  </a:lnTo>
                  <a:lnTo>
                    <a:pt x="356882" y="54432"/>
                  </a:lnTo>
                  <a:lnTo>
                    <a:pt x="303110" y="51955"/>
                  </a:lnTo>
                  <a:lnTo>
                    <a:pt x="249491" y="47574"/>
                  </a:lnTo>
                  <a:lnTo>
                    <a:pt x="196151" y="40678"/>
                  </a:lnTo>
                  <a:lnTo>
                    <a:pt x="149745" y="31978"/>
                  </a:lnTo>
                  <a:lnTo>
                    <a:pt x="104089" y="20281"/>
                  </a:lnTo>
                  <a:lnTo>
                    <a:pt x="59563" y="5181"/>
                  </a:lnTo>
                  <a:lnTo>
                    <a:pt x="47739" y="0"/>
                  </a:lnTo>
                  <a:lnTo>
                    <a:pt x="46990" y="1016"/>
                  </a:lnTo>
                  <a:lnTo>
                    <a:pt x="113080" y="41008"/>
                  </a:lnTo>
                  <a:lnTo>
                    <a:pt x="164706" y="52870"/>
                  </a:lnTo>
                  <a:lnTo>
                    <a:pt x="217208" y="61290"/>
                  </a:lnTo>
                  <a:lnTo>
                    <a:pt x="270192" y="66929"/>
                  </a:lnTo>
                  <a:lnTo>
                    <a:pt x="323278" y="70396"/>
                  </a:lnTo>
                  <a:lnTo>
                    <a:pt x="376059" y="72339"/>
                  </a:lnTo>
                  <a:lnTo>
                    <a:pt x="428409" y="73228"/>
                  </a:lnTo>
                  <a:lnTo>
                    <a:pt x="480771" y="73113"/>
                  </a:lnTo>
                  <a:lnTo>
                    <a:pt x="533120" y="71958"/>
                  </a:lnTo>
                  <a:lnTo>
                    <a:pt x="585444" y="69710"/>
                  </a:lnTo>
                  <a:lnTo>
                    <a:pt x="637692" y="66344"/>
                  </a:lnTo>
                  <a:lnTo>
                    <a:pt x="689851" y="61810"/>
                  </a:lnTo>
                  <a:lnTo>
                    <a:pt x="741895" y="56083"/>
                  </a:lnTo>
                  <a:lnTo>
                    <a:pt x="793775" y="49110"/>
                  </a:lnTo>
                  <a:lnTo>
                    <a:pt x="845489" y="40855"/>
                  </a:lnTo>
                  <a:lnTo>
                    <a:pt x="897331" y="31203"/>
                  </a:lnTo>
                  <a:lnTo>
                    <a:pt x="948880" y="20205"/>
                  </a:lnTo>
                  <a:lnTo>
                    <a:pt x="954278" y="18897"/>
                  </a:lnTo>
                  <a:close/>
                </a:path>
                <a:path w="994409" h="195579">
                  <a:moveTo>
                    <a:pt x="973848" y="60083"/>
                  </a:moveTo>
                  <a:lnTo>
                    <a:pt x="973670" y="59601"/>
                  </a:lnTo>
                  <a:lnTo>
                    <a:pt x="969365" y="48031"/>
                  </a:lnTo>
                  <a:lnTo>
                    <a:pt x="967790" y="43789"/>
                  </a:lnTo>
                  <a:lnTo>
                    <a:pt x="961732" y="46863"/>
                  </a:lnTo>
                  <a:lnTo>
                    <a:pt x="952804" y="48031"/>
                  </a:lnTo>
                  <a:lnTo>
                    <a:pt x="944346" y="46609"/>
                  </a:lnTo>
                  <a:lnTo>
                    <a:pt x="936231" y="44119"/>
                  </a:lnTo>
                  <a:lnTo>
                    <a:pt x="928039" y="42240"/>
                  </a:lnTo>
                  <a:lnTo>
                    <a:pt x="896099" y="64439"/>
                  </a:lnTo>
                  <a:lnTo>
                    <a:pt x="892352" y="75272"/>
                  </a:lnTo>
                  <a:lnTo>
                    <a:pt x="877912" y="69024"/>
                  </a:lnTo>
                  <a:lnTo>
                    <a:pt x="862977" y="64643"/>
                  </a:lnTo>
                  <a:lnTo>
                    <a:pt x="847674" y="63207"/>
                  </a:lnTo>
                  <a:lnTo>
                    <a:pt x="832091" y="65786"/>
                  </a:lnTo>
                  <a:lnTo>
                    <a:pt x="801814" y="96431"/>
                  </a:lnTo>
                  <a:lnTo>
                    <a:pt x="791197" y="91719"/>
                  </a:lnTo>
                  <a:lnTo>
                    <a:pt x="790943" y="91389"/>
                  </a:lnTo>
                  <a:lnTo>
                    <a:pt x="787323" y="86550"/>
                  </a:lnTo>
                  <a:lnTo>
                    <a:pt x="783488" y="84074"/>
                  </a:lnTo>
                  <a:lnTo>
                    <a:pt x="760095" y="74980"/>
                  </a:lnTo>
                  <a:lnTo>
                    <a:pt x="735190" y="75247"/>
                  </a:lnTo>
                  <a:lnTo>
                    <a:pt x="711835" y="83985"/>
                  </a:lnTo>
                  <a:lnTo>
                    <a:pt x="693089" y="100355"/>
                  </a:lnTo>
                  <a:lnTo>
                    <a:pt x="689330" y="97701"/>
                  </a:lnTo>
                  <a:lnTo>
                    <a:pt x="677430" y="89268"/>
                  </a:lnTo>
                  <a:lnTo>
                    <a:pt x="660158" y="81889"/>
                  </a:lnTo>
                  <a:lnTo>
                    <a:pt x="642505" y="81153"/>
                  </a:lnTo>
                  <a:lnTo>
                    <a:pt x="625817" y="90017"/>
                  </a:lnTo>
                  <a:lnTo>
                    <a:pt x="621030" y="94475"/>
                  </a:lnTo>
                  <a:lnTo>
                    <a:pt x="617804" y="100736"/>
                  </a:lnTo>
                  <a:lnTo>
                    <a:pt x="606717" y="109778"/>
                  </a:lnTo>
                  <a:lnTo>
                    <a:pt x="601484" y="107619"/>
                  </a:lnTo>
                  <a:lnTo>
                    <a:pt x="596696" y="104381"/>
                  </a:lnTo>
                  <a:lnTo>
                    <a:pt x="595337" y="103441"/>
                  </a:lnTo>
                  <a:lnTo>
                    <a:pt x="581418" y="93268"/>
                  </a:lnTo>
                  <a:lnTo>
                    <a:pt x="573925" y="89077"/>
                  </a:lnTo>
                  <a:lnTo>
                    <a:pt x="565467" y="86652"/>
                  </a:lnTo>
                  <a:lnTo>
                    <a:pt x="556971" y="86791"/>
                  </a:lnTo>
                  <a:lnTo>
                    <a:pt x="549148" y="89281"/>
                  </a:lnTo>
                  <a:lnTo>
                    <a:pt x="541985" y="93421"/>
                  </a:lnTo>
                  <a:lnTo>
                    <a:pt x="535305" y="98615"/>
                  </a:lnTo>
                  <a:lnTo>
                    <a:pt x="530402" y="102793"/>
                  </a:lnTo>
                  <a:lnTo>
                    <a:pt x="525627" y="107937"/>
                  </a:lnTo>
                  <a:lnTo>
                    <a:pt x="511835" y="114731"/>
                  </a:lnTo>
                  <a:lnTo>
                    <a:pt x="504393" y="112191"/>
                  </a:lnTo>
                  <a:lnTo>
                    <a:pt x="486587" y="105181"/>
                  </a:lnTo>
                  <a:lnTo>
                    <a:pt x="476529" y="101993"/>
                  </a:lnTo>
                  <a:lnTo>
                    <a:pt x="466229" y="100507"/>
                  </a:lnTo>
                  <a:lnTo>
                    <a:pt x="455409" y="101701"/>
                  </a:lnTo>
                  <a:lnTo>
                    <a:pt x="447052" y="104622"/>
                  </a:lnTo>
                  <a:lnTo>
                    <a:pt x="439293" y="108775"/>
                  </a:lnTo>
                  <a:lnTo>
                    <a:pt x="432041" y="113855"/>
                  </a:lnTo>
                  <a:lnTo>
                    <a:pt x="425196" y="119532"/>
                  </a:lnTo>
                  <a:lnTo>
                    <a:pt x="425043" y="119418"/>
                  </a:lnTo>
                  <a:lnTo>
                    <a:pt x="410578" y="108153"/>
                  </a:lnTo>
                  <a:lnTo>
                    <a:pt x="393014" y="102654"/>
                  </a:lnTo>
                  <a:lnTo>
                    <a:pt x="374611" y="103530"/>
                  </a:lnTo>
                  <a:lnTo>
                    <a:pt x="357505" y="111302"/>
                  </a:lnTo>
                  <a:lnTo>
                    <a:pt x="347332" y="119532"/>
                  </a:lnTo>
                  <a:lnTo>
                    <a:pt x="341731" y="122656"/>
                  </a:lnTo>
                  <a:lnTo>
                    <a:pt x="335457" y="123520"/>
                  </a:lnTo>
                  <a:lnTo>
                    <a:pt x="328599" y="122809"/>
                  </a:lnTo>
                  <a:lnTo>
                    <a:pt x="322427" y="117271"/>
                  </a:lnTo>
                  <a:lnTo>
                    <a:pt x="319582" y="115163"/>
                  </a:lnTo>
                  <a:lnTo>
                    <a:pt x="289623" y="99593"/>
                  </a:lnTo>
                  <a:lnTo>
                    <a:pt x="279006" y="99847"/>
                  </a:lnTo>
                  <a:lnTo>
                    <a:pt x="267919" y="103847"/>
                  </a:lnTo>
                  <a:lnTo>
                    <a:pt x="257124" y="109283"/>
                  </a:lnTo>
                  <a:lnTo>
                    <a:pt x="246202" y="112776"/>
                  </a:lnTo>
                  <a:lnTo>
                    <a:pt x="234696" y="110909"/>
                  </a:lnTo>
                  <a:lnTo>
                    <a:pt x="225856" y="105587"/>
                  </a:lnTo>
                  <a:lnTo>
                    <a:pt x="223075" y="103441"/>
                  </a:lnTo>
                  <a:lnTo>
                    <a:pt x="217614" y="99237"/>
                  </a:lnTo>
                  <a:lnTo>
                    <a:pt x="215709" y="97815"/>
                  </a:lnTo>
                  <a:lnTo>
                    <a:pt x="209359" y="93065"/>
                  </a:lnTo>
                  <a:lnTo>
                    <a:pt x="200279" y="88099"/>
                  </a:lnTo>
                  <a:lnTo>
                    <a:pt x="189217" y="85547"/>
                  </a:lnTo>
                  <a:lnTo>
                    <a:pt x="178943" y="86652"/>
                  </a:lnTo>
                  <a:lnTo>
                    <a:pt x="169024" y="90208"/>
                  </a:lnTo>
                  <a:lnTo>
                    <a:pt x="158877" y="95084"/>
                  </a:lnTo>
                  <a:lnTo>
                    <a:pt x="145186" y="97815"/>
                  </a:lnTo>
                  <a:lnTo>
                    <a:pt x="117055" y="66382"/>
                  </a:lnTo>
                  <a:lnTo>
                    <a:pt x="110794" y="65532"/>
                  </a:lnTo>
                  <a:lnTo>
                    <a:pt x="69583" y="84188"/>
                  </a:lnTo>
                  <a:lnTo>
                    <a:pt x="60325" y="82702"/>
                  </a:lnTo>
                  <a:lnTo>
                    <a:pt x="57023" y="80860"/>
                  </a:lnTo>
                  <a:lnTo>
                    <a:pt x="52768" y="78473"/>
                  </a:lnTo>
                  <a:lnTo>
                    <a:pt x="45694" y="73050"/>
                  </a:lnTo>
                  <a:lnTo>
                    <a:pt x="37960" y="68046"/>
                  </a:lnTo>
                  <a:lnTo>
                    <a:pt x="24257" y="63982"/>
                  </a:lnTo>
                  <a:lnTo>
                    <a:pt x="15887" y="64439"/>
                  </a:lnTo>
                  <a:lnTo>
                    <a:pt x="8826" y="83413"/>
                  </a:lnTo>
                  <a:lnTo>
                    <a:pt x="11582" y="82080"/>
                  </a:lnTo>
                  <a:lnTo>
                    <a:pt x="19189" y="80860"/>
                  </a:lnTo>
                  <a:lnTo>
                    <a:pt x="26987" y="82080"/>
                  </a:lnTo>
                  <a:lnTo>
                    <a:pt x="34163" y="85686"/>
                  </a:lnTo>
                  <a:lnTo>
                    <a:pt x="47155" y="95478"/>
                  </a:lnTo>
                  <a:lnTo>
                    <a:pt x="54406" y="99237"/>
                  </a:lnTo>
                  <a:lnTo>
                    <a:pt x="68465" y="101561"/>
                  </a:lnTo>
                  <a:lnTo>
                    <a:pt x="82410" y="99517"/>
                  </a:lnTo>
                  <a:lnTo>
                    <a:pt x="95923" y="94399"/>
                  </a:lnTo>
                  <a:lnTo>
                    <a:pt x="108648" y="87464"/>
                  </a:lnTo>
                  <a:lnTo>
                    <a:pt x="113893" y="95758"/>
                  </a:lnTo>
                  <a:lnTo>
                    <a:pt x="120053" y="103327"/>
                  </a:lnTo>
                  <a:lnTo>
                    <a:pt x="127330" y="109639"/>
                  </a:lnTo>
                  <a:lnTo>
                    <a:pt x="135902" y="114160"/>
                  </a:lnTo>
                  <a:lnTo>
                    <a:pt x="148272" y="115938"/>
                  </a:lnTo>
                  <a:lnTo>
                    <a:pt x="159105" y="113030"/>
                  </a:lnTo>
                  <a:lnTo>
                    <a:pt x="169583" y="108026"/>
                  </a:lnTo>
                  <a:lnTo>
                    <a:pt x="180848" y="103492"/>
                  </a:lnTo>
                  <a:lnTo>
                    <a:pt x="191427" y="103479"/>
                  </a:lnTo>
                  <a:lnTo>
                    <a:pt x="200990" y="107937"/>
                  </a:lnTo>
                  <a:lnTo>
                    <a:pt x="210058" y="114731"/>
                  </a:lnTo>
                  <a:lnTo>
                    <a:pt x="218325" y="121170"/>
                  </a:lnTo>
                  <a:lnTo>
                    <a:pt x="227279" y="126403"/>
                  </a:lnTo>
                  <a:lnTo>
                    <a:pt x="236639" y="129654"/>
                  </a:lnTo>
                  <a:lnTo>
                    <a:pt x="246418" y="130454"/>
                  </a:lnTo>
                  <a:lnTo>
                    <a:pt x="256616" y="128371"/>
                  </a:lnTo>
                  <a:lnTo>
                    <a:pt x="264490" y="125577"/>
                  </a:lnTo>
                  <a:lnTo>
                    <a:pt x="271272" y="120015"/>
                  </a:lnTo>
                  <a:lnTo>
                    <a:pt x="287642" y="115163"/>
                  </a:lnTo>
                  <a:lnTo>
                    <a:pt x="294119" y="118287"/>
                  </a:lnTo>
                  <a:lnTo>
                    <a:pt x="301002" y="122974"/>
                  </a:lnTo>
                  <a:lnTo>
                    <a:pt x="309206" y="128917"/>
                  </a:lnTo>
                  <a:lnTo>
                    <a:pt x="317614" y="134721"/>
                  </a:lnTo>
                  <a:lnTo>
                    <a:pt x="326605" y="139141"/>
                  </a:lnTo>
                  <a:lnTo>
                    <a:pt x="336613" y="140957"/>
                  </a:lnTo>
                  <a:lnTo>
                    <a:pt x="348183" y="138430"/>
                  </a:lnTo>
                  <a:lnTo>
                    <a:pt x="357746" y="132410"/>
                  </a:lnTo>
                  <a:lnTo>
                    <a:pt x="366953" y="125552"/>
                  </a:lnTo>
                  <a:lnTo>
                    <a:pt x="371157" y="123520"/>
                  </a:lnTo>
                  <a:lnTo>
                    <a:pt x="377355" y="120523"/>
                  </a:lnTo>
                  <a:lnTo>
                    <a:pt x="388861" y="119418"/>
                  </a:lnTo>
                  <a:lnTo>
                    <a:pt x="399821" y="122174"/>
                  </a:lnTo>
                  <a:lnTo>
                    <a:pt x="409270" y="128257"/>
                  </a:lnTo>
                  <a:lnTo>
                    <a:pt x="409397" y="128371"/>
                  </a:lnTo>
                  <a:lnTo>
                    <a:pt x="416483" y="137261"/>
                  </a:lnTo>
                  <a:lnTo>
                    <a:pt x="419392" y="142506"/>
                  </a:lnTo>
                  <a:lnTo>
                    <a:pt x="426402" y="142024"/>
                  </a:lnTo>
                  <a:lnTo>
                    <a:pt x="457339" y="119532"/>
                  </a:lnTo>
                  <a:lnTo>
                    <a:pt x="471093" y="118224"/>
                  </a:lnTo>
                  <a:lnTo>
                    <a:pt x="480707" y="120954"/>
                  </a:lnTo>
                  <a:lnTo>
                    <a:pt x="489953" y="124752"/>
                  </a:lnTo>
                  <a:lnTo>
                    <a:pt x="499300" y="128257"/>
                  </a:lnTo>
                  <a:lnTo>
                    <a:pt x="509168" y="130124"/>
                  </a:lnTo>
                  <a:lnTo>
                    <a:pt x="517245" y="129654"/>
                  </a:lnTo>
                  <a:lnTo>
                    <a:pt x="524624" y="127457"/>
                  </a:lnTo>
                  <a:lnTo>
                    <a:pt x="531507" y="123825"/>
                  </a:lnTo>
                  <a:lnTo>
                    <a:pt x="537997" y="119062"/>
                  </a:lnTo>
                  <a:lnTo>
                    <a:pt x="538949" y="118224"/>
                  </a:lnTo>
                  <a:lnTo>
                    <a:pt x="542848" y="114731"/>
                  </a:lnTo>
                  <a:lnTo>
                    <a:pt x="544385" y="113360"/>
                  </a:lnTo>
                  <a:lnTo>
                    <a:pt x="551116" y="107861"/>
                  </a:lnTo>
                  <a:lnTo>
                    <a:pt x="558584" y="104381"/>
                  </a:lnTo>
                  <a:lnTo>
                    <a:pt x="566966" y="104876"/>
                  </a:lnTo>
                  <a:lnTo>
                    <a:pt x="574167" y="108585"/>
                  </a:lnTo>
                  <a:lnTo>
                    <a:pt x="580771" y="113576"/>
                  </a:lnTo>
                  <a:lnTo>
                    <a:pt x="587336" y="118706"/>
                  </a:lnTo>
                  <a:lnTo>
                    <a:pt x="594423" y="122834"/>
                  </a:lnTo>
                  <a:lnTo>
                    <a:pt x="601472" y="124904"/>
                  </a:lnTo>
                  <a:lnTo>
                    <a:pt x="608545" y="125082"/>
                  </a:lnTo>
                  <a:lnTo>
                    <a:pt x="615403" y="123380"/>
                  </a:lnTo>
                  <a:lnTo>
                    <a:pt x="621817" y="119799"/>
                  </a:lnTo>
                  <a:lnTo>
                    <a:pt x="628218" y="113512"/>
                  </a:lnTo>
                  <a:lnTo>
                    <a:pt x="631304" y="109778"/>
                  </a:lnTo>
                  <a:lnTo>
                    <a:pt x="634072" y="106426"/>
                  </a:lnTo>
                  <a:lnTo>
                    <a:pt x="640613" y="100507"/>
                  </a:lnTo>
                  <a:lnTo>
                    <a:pt x="649084" y="97701"/>
                  </a:lnTo>
                  <a:lnTo>
                    <a:pt x="660298" y="99428"/>
                  </a:lnTo>
                  <a:lnTo>
                    <a:pt x="670953" y="104876"/>
                  </a:lnTo>
                  <a:lnTo>
                    <a:pt x="680643" y="112306"/>
                  </a:lnTo>
                  <a:lnTo>
                    <a:pt x="689038" y="120015"/>
                  </a:lnTo>
                  <a:lnTo>
                    <a:pt x="693127" y="123939"/>
                  </a:lnTo>
                  <a:lnTo>
                    <a:pt x="700049" y="122415"/>
                  </a:lnTo>
                  <a:lnTo>
                    <a:pt x="730478" y="94272"/>
                  </a:lnTo>
                  <a:lnTo>
                    <a:pt x="749071" y="91389"/>
                  </a:lnTo>
                  <a:lnTo>
                    <a:pt x="755421" y="91833"/>
                  </a:lnTo>
                  <a:lnTo>
                    <a:pt x="783653" y="106616"/>
                  </a:lnTo>
                  <a:lnTo>
                    <a:pt x="789216" y="110096"/>
                  </a:lnTo>
                  <a:lnTo>
                    <a:pt x="802208" y="112039"/>
                  </a:lnTo>
                  <a:lnTo>
                    <a:pt x="811707" y="105816"/>
                  </a:lnTo>
                  <a:lnTo>
                    <a:pt x="819315" y="96431"/>
                  </a:lnTo>
                  <a:lnTo>
                    <a:pt x="819721" y="95935"/>
                  </a:lnTo>
                  <a:lnTo>
                    <a:pt x="828217" y="86906"/>
                  </a:lnTo>
                  <a:lnTo>
                    <a:pt x="844448" y="80454"/>
                  </a:lnTo>
                  <a:lnTo>
                    <a:pt x="861809" y="81889"/>
                  </a:lnTo>
                  <a:lnTo>
                    <a:pt x="878954" y="88049"/>
                  </a:lnTo>
                  <a:lnTo>
                    <a:pt x="894499" y="95758"/>
                  </a:lnTo>
                  <a:lnTo>
                    <a:pt x="899375" y="98298"/>
                  </a:lnTo>
                  <a:lnTo>
                    <a:pt x="905954" y="95313"/>
                  </a:lnTo>
                  <a:lnTo>
                    <a:pt x="908215" y="82867"/>
                  </a:lnTo>
                  <a:lnTo>
                    <a:pt x="908824" y="80454"/>
                  </a:lnTo>
                  <a:lnTo>
                    <a:pt x="910018" y="75768"/>
                  </a:lnTo>
                  <a:lnTo>
                    <a:pt x="910221" y="75272"/>
                  </a:lnTo>
                  <a:lnTo>
                    <a:pt x="912761" y="69075"/>
                  </a:lnTo>
                  <a:lnTo>
                    <a:pt x="916838" y="63360"/>
                  </a:lnTo>
                  <a:lnTo>
                    <a:pt x="924280" y="59601"/>
                  </a:lnTo>
                  <a:lnTo>
                    <a:pt x="932713" y="60375"/>
                  </a:lnTo>
                  <a:lnTo>
                    <a:pt x="941425" y="63093"/>
                  </a:lnTo>
                  <a:lnTo>
                    <a:pt x="949718" y="65125"/>
                  </a:lnTo>
                  <a:lnTo>
                    <a:pt x="964133" y="64160"/>
                  </a:lnTo>
                  <a:lnTo>
                    <a:pt x="973848" y="60083"/>
                  </a:lnTo>
                  <a:close/>
                </a:path>
                <a:path w="994409" h="195579">
                  <a:moveTo>
                    <a:pt x="993990" y="131216"/>
                  </a:moveTo>
                  <a:lnTo>
                    <a:pt x="990422" y="114096"/>
                  </a:lnTo>
                  <a:lnTo>
                    <a:pt x="946759" y="124688"/>
                  </a:lnTo>
                  <a:lnTo>
                    <a:pt x="896353" y="135509"/>
                  </a:lnTo>
                  <a:lnTo>
                    <a:pt x="845667" y="145008"/>
                  </a:lnTo>
                  <a:lnTo>
                    <a:pt x="794753" y="153225"/>
                  </a:lnTo>
                  <a:lnTo>
                    <a:pt x="743648" y="160185"/>
                  </a:lnTo>
                  <a:lnTo>
                    <a:pt x="692378" y="165938"/>
                  </a:lnTo>
                  <a:lnTo>
                    <a:pt x="640981" y="170497"/>
                  </a:lnTo>
                  <a:lnTo>
                    <a:pt x="594982" y="173609"/>
                  </a:lnTo>
                  <a:lnTo>
                    <a:pt x="548932" y="175844"/>
                  </a:lnTo>
                  <a:lnTo>
                    <a:pt x="502856" y="177228"/>
                  </a:lnTo>
                  <a:lnTo>
                    <a:pt x="456755" y="177787"/>
                  </a:lnTo>
                  <a:lnTo>
                    <a:pt x="410654" y="177546"/>
                  </a:lnTo>
                  <a:lnTo>
                    <a:pt x="356882" y="176364"/>
                  </a:lnTo>
                  <a:lnTo>
                    <a:pt x="303110" y="173888"/>
                  </a:lnTo>
                  <a:lnTo>
                    <a:pt x="249491" y="169506"/>
                  </a:lnTo>
                  <a:lnTo>
                    <a:pt x="196151" y="162598"/>
                  </a:lnTo>
                  <a:lnTo>
                    <a:pt x="149745" y="153898"/>
                  </a:lnTo>
                  <a:lnTo>
                    <a:pt x="104089" y="142214"/>
                  </a:lnTo>
                  <a:lnTo>
                    <a:pt x="59563" y="127114"/>
                  </a:lnTo>
                  <a:lnTo>
                    <a:pt x="16510" y="108204"/>
                  </a:lnTo>
                  <a:lnTo>
                    <a:pt x="3670" y="100990"/>
                  </a:lnTo>
                  <a:lnTo>
                    <a:pt x="0" y="118605"/>
                  </a:lnTo>
                  <a:lnTo>
                    <a:pt x="62725" y="147027"/>
                  </a:lnTo>
                  <a:lnTo>
                    <a:pt x="113080" y="162941"/>
                  </a:lnTo>
                  <a:lnTo>
                    <a:pt x="164706" y="174790"/>
                  </a:lnTo>
                  <a:lnTo>
                    <a:pt x="217208" y="183222"/>
                  </a:lnTo>
                  <a:lnTo>
                    <a:pt x="270192" y="188849"/>
                  </a:lnTo>
                  <a:lnTo>
                    <a:pt x="323278" y="192328"/>
                  </a:lnTo>
                  <a:lnTo>
                    <a:pt x="376059" y="194271"/>
                  </a:lnTo>
                  <a:lnTo>
                    <a:pt x="428409" y="195160"/>
                  </a:lnTo>
                  <a:lnTo>
                    <a:pt x="480771" y="195046"/>
                  </a:lnTo>
                  <a:lnTo>
                    <a:pt x="533120" y="193890"/>
                  </a:lnTo>
                  <a:lnTo>
                    <a:pt x="585444" y="191643"/>
                  </a:lnTo>
                  <a:lnTo>
                    <a:pt x="637692" y="188277"/>
                  </a:lnTo>
                  <a:lnTo>
                    <a:pt x="689851" y="183743"/>
                  </a:lnTo>
                  <a:lnTo>
                    <a:pt x="741895" y="178015"/>
                  </a:lnTo>
                  <a:lnTo>
                    <a:pt x="793775" y="171030"/>
                  </a:lnTo>
                  <a:lnTo>
                    <a:pt x="845489" y="162775"/>
                  </a:lnTo>
                  <a:lnTo>
                    <a:pt x="897331" y="153136"/>
                  </a:lnTo>
                  <a:lnTo>
                    <a:pt x="948880" y="142125"/>
                  </a:lnTo>
                  <a:lnTo>
                    <a:pt x="993990" y="131216"/>
                  </a:lnTo>
                  <a:close/>
                </a:path>
              </a:pathLst>
            </a:custGeom>
            <a:solidFill>
              <a:srgbClr val="282E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1869760" y="9947131"/>
              <a:ext cx="521334" cy="173355"/>
            </a:xfrm>
            <a:custGeom>
              <a:avLst/>
              <a:gdLst/>
              <a:ahLst/>
              <a:cxnLst/>
              <a:rect l="l" t="t" r="r" b="b"/>
              <a:pathLst>
                <a:path w="521334" h="173354">
                  <a:moveTo>
                    <a:pt x="260494" y="0"/>
                  </a:moveTo>
                  <a:lnTo>
                    <a:pt x="191243" y="3088"/>
                  </a:lnTo>
                  <a:lnTo>
                    <a:pt x="129016" y="11804"/>
                  </a:lnTo>
                  <a:lnTo>
                    <a:pt x="76296" y="25323"/>
                  </a:lnTo>
                  <a:lnTo>
                    <a:pt x="35564" y="42822"/>
                  </a:lnTo>
                  <a:lnTo>
                    <a:pt x="0" y="86458"/>
                  </a:lnTo>
                  <a:lnTo>
                    <a:pt x="9304" y="109441"/>
                  </a:lnTo>
                  <a:lnTo>
                    <a:pt x="76296" y="147592"/>
                  </a:lnTo>
                  <a:lnTo>
                    <a:pt x="129016" y="161111"/>
                  </a:lnTo>
                  <a:lnTo>
                    <a:pt x="191243" y="169827"/>
                  </a:lnTo>
                  <a:lnTo>
                    <a:pt x="260494" y="172916"/>
                  </a:lnTo>
                  <a:lnTo>
                    <a:pt x="329741" y="169827"/>
                  </a:lnTo>
                  <a:lnTo>
                    <a:pt x="391965" y="161111"/>
                  </a:lnTo>
                  <a:lnTo>
                    <a:pt x="444684" y="147592"/>
                  </a:lnTo>
                  <a:lnTo>
                    <a:pt x="485414" y="130094"/>
                  </a:lnTo>
                  <a:lnTo>
                    <a:pt x="520978" y="86458"/>
                  </a:lnTo>
                  <a:lnTo>
                    <a:pt x="511674" y="63474"/>
                  </a:lnTo>
                  <a:lnTo>
                    <a:pt x="444684" y="25323"/>
                  </a:lnTo>
                  <a:lnTo>
                    <a:pt x="391965" y="11804"/>
                  </a:lnTo>
                  <a:lnTo>
                    <a:pt x="329741" y="3088"/>
                  </a:lnTo>
                  <a:lnTo>
                    <a:pt x="260494" y="0"/>
                  </a:lnTo>
                  <a:close/>
                </a:path>
              </a:pathLst>
            </a:custGeom>
            <a:solidFill>
              <a:srgbClr val="535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1794705" y="9134468"/>
              <a:ext cx="688340" cy="217804"/>
            </a:xfrm>
            <a:custGeom>
              <a:avLst/>
              <a:gdLst/>
              <a:ahLst/>
              <a:cxnLst/>
              <a:rect l="l" t="t" r="r" b="b"/>
              <a:pathLst>
                <a:path w="688340" h="217804">
                  <a:moveTo>
                    <a:pt x="351748" y="0"/>
                  </a:moveTo>
                  <a:lnTo>
                    <a:pt x="282088" y="2146"/>
                  </a:lnTo>
                  <a:lnTo>
                    <a:pt x="216638" y="8376"/>
                  </a:lnTo>
                  <a:lnTo>
                    <a:pt x="156964" y="18376"/>
                  </a:lnTo>
                  <a:lnTo>
                    <a:pt x="104630" y="31832"/>
                  </a:lnTo>
                  <a:lnTo>
                    <a:pt x="61202" y="48430"/>
                  </a:lnTo>
                  <a:lnTo>
                    <a:pt x="28244" y="67855"/>
                  </a:lnTo>
                  <a:lnTo>
                    <a:pt x="0" y="113933"/>
                  </a:lnTo>
                  <a:lnTo>
                    <a:pt x="7036" y="137631"/>
                  </a:lnTo>
                  <a:lnTo>
                    <a:pt x="59098" y="176190"/>
                  </a:lnTo>
                  <a:lnTo>
                    <a:pt x="101305" y="190903"/>
                  </a:lnTo>
                  <a:lnTo>
                    <a:pt x="152418" y="202475"/>
                  </a:lnTo>
                  <a:lnTo>
                    <a:pt x="211028" y="210832"/>
                  </a:lnTo>
                  <a:lnTo>
                    <a:pt x="275724" y="215900"/>
                  </a:lnTo>
                  <a:lnTo>
                    <a:pt x="345099" y="217605"/>
                  </a:lnTo>
                  <a:lnTo>
                    <a:pt x="414375" y="215900"/>
                  </a:lnTo>
                  <a:lnTo>
                    <a:pt x="478819" y="210832"/>
                  </a:lnTo>
                  <a:lnTo>
                    <a:pt x="537073" y="202475"/>
                  </a:lnTo>
                  <a:lnTo>
                    <a:pt x="587779" y="190903"/>
                  </a:lnTo>
                  <a:lnTo>
                    <a:pt x="629580" y="176190"/>
                  </a:lnTo>
                  <a:lnTo>
                    <a:pt x="681037" y="137631"/>
                  </a:lnTo>
                  <a:lnTo>
                    <a:pt x="687979" y="113933"/>
                  </a:lnTo>
                  <a:lnTo>
                    <a:pt x="681323" y="89794"/>
                  </a:lnTo>
                  <a:lnTo>
                    <a:pt x="631684" y="48430"/>
                  </a:lnTo>
                  <a:lnTo>
                    <a:pt x="591103" y="31832"/>
                  </a:lnTo>
                  <a:lnTo>
                    <a:pt x="541618" y="18376"/>
                  </a:lnTo>
                  <a:lnTo>
                    <a:pt x="484429" y="8376"/>
                  </a:lnTo>
                  <a:lnTo>
                    <a:pt x="420738" y="2146"/>
                  </a:lnTo>
                  <a:lnTo>
                    <a:pt x="351748" y="0"/>
                  </a:lnTo>
                  <a:close/>
                </a:path>
              </a:pathLst>
            </a:custGeom>
            <a:solidFill>
              <a:srgbClr val="282E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1794702" y="9134467"/>
              <a:ext cx="688340" cy="142240"/>
            </a:xfrm>
            <a:custGeom>
              <a:avLst/>
              <a:gdLst/>
              <a:ahLst/>
              <a:cxnLst/>
              <a:rect l="l" t="t" r="r" b="b"/>
              <a:pathLst>
                <a:path w="688340" h="142240">
                  <a:moveTo>
                    <a:pt x="351748" y="0"/>
                  </a:moveTo>
                  <a:lnTo>
                    <a:pt x="282088" y="2146"/>
                  </a:lnTo>
                  <a:lnTo>
                    <a:pt x="216638" y="8376"/>
                  </a:lnTo>
                  <a:lnTo>
                    <a:pt x="156964" y="18376"/>
                  </a:lnTo>
                  <a:lnTo>
                    <a:pt x="104630" y="31832"/>
                  </a:lnTo>
                  <a:lnTo>
                    <a:pt x="61202" y="48430"/>
                  </a:lnTo>
                  <a:lnTo>
                    <a:pt x="28244" y="67855"/>
                  </a:lnTo>
                  <a:lnTo>
                    <a:pt x="0" y="113933"/>
                  </a:lnTo>
                  <a:lnTo>
                    <a:pt x="650" y="121343"/>
                  </a:lnTo>
                  <a:lnTo>
                    <a:pt x="2574" y="128492"/>
                  </a:lnTo>
                  <a:lnTo>
                    <a:pt x="5729" y="135380"/>
                  </a:lnTo>
                  <a:lnTo>
                    <a:pt x="10072" y="142006"/>
                  </a:lnTo>
                  <a:lnTo>
                    <a:pt x="31932" y="120638"/>
                  </a:lnTo>
                  <a:lnTo>
                    <a:pt x="65317" y="101735"/>
                  </a:lnTo>
                  <a:lnTo>
                    <a:pt x="108734" y="85598"/>
                  </a:lnTo>
                  <a:lnTo>
                    <a:pt x="160690" y="72525"/>
                  </a:lnTo>
                  <a:lnTo>
                    <a:pt x="219691" y="62816"/>
                  </a:lnTo>
                  <a:lnTo>
                    <a:pt x="284245" y="56771"/>
                  </a:lnTo>
                  <a:lnTo>
                    <a:pt x="352858" y="54689"/>
                  </a:lnTo>
                  <a:lnTo>
                    <a:pt x="419946" y="56716"/>
                  </a:lnTo>
                  <a:lnTo>
                    <a:pt x="482062" y="62606"/>
                  </a:lnTo>
                  <a:lnTo>
                    <a:pt x="538105" y="72070"/>
                  </a:lnTo>
                  <a:lnTo>
                    <a:pt x="586976" y="84822"/>
                  </a:lnTo>
                  <a:lnTo>
                    <a:pt x="627572" y="100573"/>
                  </a:lnTo>
                  <a:lnTo>
                    <a:pt x="679539" y="139922"/>
                  </a:lnTo>
                  <a:lnTo>
                    <a:pt x="683186" y="133756"/>
                  </a:lnTo>
                  <a:lnTo>
                    <a:pt x="685828" y="127367"/>
                  </a:lnTo>
                  <a:lnTo>
                    <a:pt x="687436" y="120759"/>
                  </a:lnTo>
                  <a:lnTo>
                    <a:pt x="687979" y="113933"/>
                  </a:lnTo>
                  <a:lnTo>
                    <a:pt x="681323" y="89794"/>
                  </a:lnTo>
                  <a:lnTo>
                    <a:pt x="631686" y="48430"/>
                  </a:lnTo>
                  <a:lnTo>
                    <a:pt x="591107" y="31832"/>
                  </a:lnTo>
                  <a:lnTo>
                    <a:pt x="541622" y="18376"/>
                  </a:lnTo>
                  <a:lnTo>
                    <a:pt x="484433" y="8376"/>
                  </a:lnTo>
                  <a:lnTo>
                    <a:pt x="420741" y="2146"/>
                  </a:lnTo>
                  <a:lnTo>
                    <a:pt x="351748" y="0"/>
                  </a:lnTo>
                  <a:close/>
                </a:path>
              </a:pathLst>
            </a:custGeom>
            <a:solidFill>
              <a:srgbClr val="4F54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1597791" y="7513886"/>
              <a:ext cx="396875" cy="1779270"/>
            </a:xfrm>
            <a:custGeom>
              <a:avLst/>
              <a:gdLst/>
              <a:ahLst/>
              <a:cxnLst/>
              <a:rect l="l" t="t" r="r" b="b"/>
              <a:pathLst>
                <a:path w="396875" h="1779270">
                  <a:moveTo>
                    <a:pt x="0" y="0"/>
                  </a:moveTo>
                  <a:lnTo>
                    <a:pt x="109745" y="325874"/>
                  </a:lnTo>
                  <a:lnTo>
                    <a:pt x="200856" y="658185"/>
                  </a:lnTo>
                  <a:lnTo>
                    <a:pt x="287572" y="1146006"/>
                  </a:lnTo>
                  <a:lnTo>
                    <a:pt x="352416" y="1587046"/>
                  </a:lnTo>
                  <a:lnTo>
                    <a:pt x="377915" y="1779013"/>
                  </a:lnTo>
                  <a:lnTo>
                    <a:pt x="396406" y="1776280"/>
                  </a:lnTo>
                  <a:lnTo>
                    <a:pt x="330796" y="1210602"/>
                  </a:lnTo>
                  <a:lnTo>
                    <a:pt x="289076" y="893148"/>
                  </a:lnTo>
                  <a:lnTo>
                    <a:pt x="253381" y="707913"/>
                  </a:lnTo>
                  <a:lnTo>
                    <a:pt x="205847" y="538894"/>
                  </a:lnTo>
                  <a:lnTo>
                    <a:pt x="140265" y="342423"/>
                  </a:lnTo>
                  <a:lnTo>
                    <a:pt x="73218" y="169653"/>
                  </a:lnTo>
                  <a:lnTo>
                    <a:pt x="21024" y="46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7C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2022575" y="7125812"/>
              <a:ext cx="170180" cy="2155190"/>
            </a:xfrm>
            <a:custGeom>
              <a:avLst/>
              <a:gdLst/>
              <a:ahLst/>
              <a:cxnLst/>
              <a:rect l="l" t="t" r="r" b="b"/>
              <a:pathLst>
                <a:path w="170179" h="2155190">
                  <a:moveTo>
                    <a:pt x="169645" y="0"/>
                  </a:moveTo>
                  <a:lnTo>
                    <a:pt x="107961" y="149660"/>
                  </a:lnTo>
                  <a:lnTo>
                    <a:pt x="25797" y="649967"/>
                  </a:lnTo>
                  <a:lnTo>
                    <a:pt x="0" y="1318389"/>
                  </a:lnTo>
                  <a:lnTo>
                    <a:pt x="4003" y="1903685"/>
                  </a:lnTo>
                  <a:lnTo>
                    <a:pt x="11241" y="2154615"/>
                  </a:lnTo>
                  <a:lnTo>
                    <a:pt x="48507" y="2154615"/>
                  </a:lnTo>
                  <a:lnTo>
                    <a:pt x="35487" y="1261940"/>
                  </a:lnTo>
                  <a:lnTo>
                    <a:pt x="33716" y="783766"/>
                  </a:lnTo>
                  <a:lnTo>
                    <a:pt x="45505" y="557537"/>
                  </a:lnTo>
                  <a:lnTo>
                    <a:pt x="73166" y="420699"/>
                  </a:lnTo>
                  <a:lnTo>
                    <a:pt x="108698" y="272659"/>
                  </a:lnTo>
                  <a:lnTo>
                    <a:pt x="139589" y="137189"/>
                  </a:lnTo>
                  <a:lnTo>
                    <a:pt x="161389" y="38299"/>
                  </a:lnTo>
                  <a:lnTo>
                    <a:pt x="169645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433402" y="7320016"/>
              <a:ext cx="1371814" cy="2187757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11777091" y="6656724"/>
              <a:ext cx="805815" cy="599440"/>
            </a:xfrm>
            <a:custGeom>
              <a:avLst/>
              <a:gdLst/>
              <a:ahLst/>
              <a:cxnLst/>
              <a:rect l="l" t="t" r="r" b="b"/>
              <a:pathLst>
                <a:path w="805815" h="599440">
                  <a:moveTo>
                    <a:pt x="341642" y="554685"/>
                  </a:moveTo>
                  <a:lnTo>
                    <a:pt x="312648" y="482815"/>
                  </a:lnTo>
                  <a:lnTo>
                    <a:pt x="292493" y="435051"/>
                  </a:lnTo>
                  <a:lnTo>
                    <a:pt x="269570" y="382930"/>
                  </a:lnTo>
                  <a:lnTo>
                    <a:pt x="244614" y="329133"/>
                  </a:lnTo>
                  <a:lnTo>
                    <a:pt x="218376" y="276301"/>
                  </a:lnTo>
                  <a:lnTo>
                    <a:pt x="191617" y="227114"/>
                  </a:lnTo>
                  <a:lnTo>
                    <a:pt x="165087" y="184226"/>
                  </a:lnTo>
                  <a:lnTo>
                    <a:pt x="139509" y="150291"/>
                  </a:lnTo>
                  <a:lnTo>
                    <a:pt x="94272" y="119951"/>
                  </a:lnTo>
                  <a:lnTo>
                    <a:pt x="46824" y="120294"/>
                  </a:lnTo>
                  <a:lnTo>
                    <a:pt x="14897" y="122364"/>
                  </a:lnTo>
                  <a:lnTo>
                    <a:pt x="0" y="127762"/>
                  </a:lnTo>
                  <a:lnTo>
                    <a:pt x="3568" y="138074"/>
                  </a:lnTo>
                  <a:lnTo>
                    <a:pt x="63868" y="210654"/>
                  </a:lnTo>
                  <a:lnTo>
                    <a:pt x="179247" y="353034"/>
                  </a:lnTo>
                  <a:lnTo>
                    <a:pt x="341642" y="554685"/>
                  </a:lnTo>
                  <a:close/>
                </a:path>
                <a:path w="805815" h="599440">
                  <a:moveTo>
                    <a:pt x="581279" y="138010"/>
                  </a:moveTo>
                  <a:lnTo>
                    <a:pt x="571106" y="127762"/>
                  </a:lnTo>
                  <a:lnTo>
                    <a:pt x="551434" y="130162"/>
                  </a:lnTo>
                  <a:lnTo>
                    <a:pt x="528980" y="133553"/>
                  </a:lnTo>
                  <a:lnTo>
                    <a:pt x="502653" y="165582"/>
                  </a:lnTo>
                  <a:lnTo>
                    <a:pt x="485406" y="201752"/>
                  </a:lnTo>
                  <a:lnTo>
                    <a:pt x="466559" y="247929"/>
                  </a:lnTo>
                  <a:lnTo>
                    <a:pt x="446913" y="301523"/>
                  </a:lnTo>
                  <a:lnTo>
                    <a:pt x="427316" y="359968"/>
                  </a:lnTo>
                  <a:lnTo>
                    <a:pt x="408597" y="420674"/>
                  </a:lnTo>
                  <a:lnTo>
                    <a:pt x="391579" y="481088"/>
                  </a:lnTo>
                  <a:lnTo>
                    <a:pt x="377088" y="538607"/>
                  </a:lnTo>
                  <a:lnTo>
                    <a:pt x="404977" y="490880"/>
                  </a:lnTo>
                  <a:lnTo>
                    <a:pt x="467956" y="380847"/>
                  </a:lnTo>
                  <a:lnTo>
                    <a:pt x="535038" y="258165"/>
                  </a:lnTo>
                  <a:lnTo>
                    <a:pt x="575221" y="172529"/>
                  </a:lnTo>
                  <a:lnTo>
                    <a:pt x="581279" y="138010"/>
                  </a:lnTo>
                  <a:close/>
                </a:path>
                <a:path w="805815" h="599440">
                  <a:moveTo>
                    <a:pt x="757618" y="373341"/>
                  </a:moveTo>
                  <a:lnTo>
                    <a:pt x="739025" y="365125"/>
                  </a:lnTo>
                  <a:lnTo>
                    <a:pt x="735304" y="364121"/>
                  </a:lnTo>
                  <a:lnTo>
                    <a:pt x="654875" y="342646"/>
                  </a:lnTo>
                  <a:lnTo>
                    <a:pt x="607631" y="342658"/>
                  </a:lnTo>
                  <a:lnTo>
                    <a:pt x="562203" y="359956"/>
                  </a:lnTo>
                  <a:lnTo>
                    <a:pt x="519328" y="390182"/>
                  </a:lnTo>
                  <a:lnTo>
                    <a:pt x="479742" y="428967"/>
                  </a:lnTo>
                  <a:lnTo>
                    <a:pt x="444195" y="471982"/>
                  </a:lnTo>
                  <a:lnTo>
                    <a:pt x="413423" y="514845"/>
                  </a:lnTo>
                  <a:lnTo>
                    <a:pt x="388162" y="553224"/>
                  </a:lnTo>
                  <a:lnTo>
                    <a:pt x="369150" y="582752"/>
                  </a:lnTo>
                  <a:lnTo>
                    <a:pt x="367868" y="584479"/>
                  </a:lnTo>
                  <a:lnTo>
                    <a:pt x="355701" y="578675"/>
                  </a:lnTo>
                  <a:lnTo>
                    <a:pt x="360045" y="522224"/>
                  </a:lnTo>
                  <a:lnTo>
                    <a:pt x="372656" y="352336"/>
                  </a:lnTo>
                  <a:lnTo>
                    <a:pt x="385267" y="168148"/>
                  </a:lnTo>
                  <a:lnTo>
                    <a:pt x="391007" y="50647"/>
                  </a:lnTo>
                  <a:lnTo>
                    <a:pt x="387159" y="11582"/>
                  </a:lnTo>
                  <a:lnTo>
                    <a:pt x="376466" y="0"/>
                  </a:lnTo>
                  <a:lnTo>
                    <a:pt x="360210" y="2705"/>
                  </a:lnTo>
                  <a:lnTo>
                    <a:pt x="327787" y="38874"/>
                  </a:lnTo>
                  <a:lnTo>
                    <a:pt x="321779" y="123126"/>
                  </a:lnTo>
                  <a:lnTo>
                    <a:pt x="320954" y="178752"/>
                  </a:lnTo>
                  <a:lnTo>
                    <a:pt x="321538" y="240182"/>
                  </a:lnTo>
                  <a:lnTo>
                    <a:pt x="323545" y="305028"/>
                  </a:lnTo>
                  <a:lnTo>
                    <a:pt x="326948" y="370903"/>
                  </a:lnTo>
                  <a:lnTo>
                    <a:pt x="331749" y="435406"/>
                  </a:lnTo>
                  <a:lnTo>
                    <a:pt x="337908" y="496163"/>
                  </a:lnTo>
                  <a:lnTo>
                    <a:pt x="345440" y="550773"/>
                  </a:lnTo>
                  <a:lnTo>
                    <a:pt x="350304" y="576097"/>
                  </a:lnTo>
                  <a:lnTo>
                    <a:pt x="344335" y="573239"/>
                  </a:lnTo>
                  <a:lnTo>
                    <a:pt x="297116" y="551370"/>
                  </a:lnTo>
                  <a:lnTo>
                    <a:pt x="249275" y="530504"/>
                  </a:lnTo>
                  <a:lnTo>
                    <a:pt x="202171" y="511975"/>
                  </a:lnTo>
                  <a:lnTo>
                    <a:pt x="157124" y="497103"/>
                  </a:lnTo>
                  <a:lnTo>
                    <a:pt x="115481" y="487210"/>
                  </a:lnTo>
                  <a:lnTo>
                    <a:pt x="78600" y="483616"/>
                  </a:lnTo>
                  <a:lnTo>
                    <a:pt x="30568" y="495376"/>
                  </a:lnTo>
                  <a:lnTo>
                    <a:pt x="4851" y="521258"/>
                  </a:lnTo>
                  <a:lnTo>
                    <a:pt x="165" y="547141"/>
                  </a:lnTo>
                  <a:lnTo>
                    <a:pt x="15227" y="558901"/>
                  </a:lnTo>
                  <a:lnTo>
                    <a:pt x="87503" y="564515"/>
                  </a:lnTo>
                  <a:lnTo>
                    <a:pt x="214655" y="576859"/>
                  </a:lnTo>
                  <a:lnTo>
                    <a:pt x="353199" y="591083"/>
                  </a:lnTo>
                  <a:lnTo>
                    <a:pt x="354317" y="596861"/>
                  </a:lnTo>
                  <a:lnTo>
                    <a:pt x="354736" y="591248"/>
                  </a:lnTo>
                  <a:lnTo>
                    <a:pt x="362318" y="592035"/>
                  </a:lnTo>
                  <a:lnTo>
                    <a:pt x="357136" y="599071"/>
                  </a:lnTo>
                  <a:lnTo>
                    <a:pt x="366064" y="592416"/>
                  </a:lnTo>
                  <a:lnTo>
                    <a:pt x="389585" y="594817"/>
                  </a:lnTo>
                  <a:lnTo>
                    <a:pt x="373265" y="587044"/>
                  </a:lnTo>
                  <a:lnTo>
                    <a:pt x="385584" y="577862"/>
                  </a:lnTo>
                  <a:lnTo>
                    <a:pt x="455650" y="526732"/>
                  </a:lnTo>
                  <a:lnTo>
                    <a:pt x="544423" y="464388"/>
                  </a:lnTo>
                  <a:lnTo>
                    <a:pt x="628980" y="409562"/>
                  </a:lnTo>
                  <a:lnTo>
                    <a:pt x="687832" y="375856"/>
                  </a:lnTo>
                  <a:lnTo>
                    <a:pt x="725843" y="364121"/>
                  </a:lnTo>
                  <a:lnTo>
                    <a:pt x="757618" y="373341"/>
                  </a:lnTo>
                  <a:close/>
                </a:path>
                <a:path w="805815" h="599440">
                  <a:moveTo>
                    <a:pt x="760818" y="374764"/>
                  </a:moveTo>
                  <a:lnTo>
                    <a:pt x="759548" y="373900"/>
                  </a:lnTo>
                  <a:lnTo>
                    <a:pt x="757618" y="373341"/>
                  </a:lnTo>
                  <a:lnTo>
                    <a:pt x="760818" y="374764"/>
                  </a:lnTo>
                  <a:close/>
                </a:path>
                <a:path w="805815" h="599440">
                  <a:moveTo>
                    <a:pt x="805497" y="404749"/>
                  </a:moveTo>
                  <a:lnTo>
                    <a:pt x="802170" y="399300"/>
                  </a:lnTo>
                  <a:lnTo>
                    <a:pt x="784072" y="385051"/>
                  </a:lnTo>
                  <a:lnTo>
                    <a:pt x="760818" y="374764"/>
                  </a:lnTo>
                  <a:lnTo>
                    <a:pt x="805497" y="404749"/>
                  </a:lnTo>
                  <a:close/>
                </a:path>
              </a:pathLst>
            </a:custGeom>
            <a:solidFill>
              <a:srgbClr val="FFD9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1632244" y="9663696"/>
              <a:ext cx="1015365" cy="432434"/>
            </a:xfrm>
            <a:custGeom>
              <a:avLst/>
              <a:gdLst/>
              <a:ahLst/>
              <a:cxnLst/>
              <a:rect l="l" t="t" r="r" b="b"/>
              <a:pathLst>
                <a:path w="1015365" h="432434">
                  <a:moveTo>
                    <a:pt x="1010618" y="0"/>
                  </a:moveTo>
                  <a:lnTo>
                    <a:pt x="983231" y="31744"/>
                  </a:lnTo>
                  <a:lnTo>
                    <a:pt x="952114" y="61573"/>
                  </a:lnTo>
                  <a:lnTo>
                    <a:pt x="917496" y="89327"/>
                  </a:lnTo>
                  <a:lnTo>
                    <a:pt x="879605" y="114843"/>
                  </a:lnTo>
                  <a:lnTo>
                    <a:pt x="838669" y="137960"/>
                  </a:lnTo>
                  <a:lnTo>
                    <a:pt x="794916" y="158518"/>
                  </a:lnTo>
                  <a:lnTo>
                    <a:pt x="748574" y="176356"/>
                  </a:lnTo>
                  <a:lnTo>
                    <a:pt x="699871" y="191311"/>
                  </a:lnTo>
                  <a:lnTo>
                    <a:pt x="649034" y="203224"/>
                  </a:lnTo>
                  <a:lnTo>
                    <a:pt x="596293" y="211932"/>
                  </a:lnTo>
                  <a:lnTo>
                    <a:pt x="541874" y="217275"/>
                  </a:lnTo>
                  <a:lnTo>
                    <a:pt x="486006" y="219092"/>
                  </a:lnTo>
                  <a:lnTo>
                    <a:pt x="432121" y="217402"/>
                  </a:lnTo>
                  <a:lnTo>
                    <a:pt x="379575" y="212429"/>
                  </a:lnTo>
                  <a:lnTo>
                    <a:pt x="328572" y="204317"/>
                  </a:lnTo>
                  <a:lnTo>
                    <a:pt x="279318" y="193210"/>
                  </a:lnTo>
                  <a:lnTo>
                    <a:pt x="232016" y="179254"/>
                  </a:lnTo>
                  <a:lnTo>
                    <a:pt x="186870" y="162592"/>
                  </a:lnTo>
                  <a:lnTo>
                    <a:pt x="144085" y="143369"/>
                  </a:lnTo>
                  <a:lnTo>
                    <a:pt x="103865" y="121730"/>
                  </a:lnTo>
                  <a:lnTo>
                    <a:pt x="66414" y="97818"/>
                  </a:lnTo>
                  <a:lnTo>
                    <a:pt x="31937" y="71779"/>
                  </a:lnTo>
                  <a:lnTo>
                    <a:pt x="638" y="43757"/>
                  </a:lnTo>
                  <a:lnTo>
                    <a:pt x="40" y="64298"/>
                  </a:lnTo>
                  <a:lnTo>
                    <a:pt x="4287" y="112506"/>
                  </a:lnTo>
                  <a:lnTo>
                    <a:pt x="16568" y="151643"/>
                  </a:lnTo>
                  <a:lnTo>
                    <a:pt x="35972" y="188668"/>
                  </a:lnTo>
                  <a:lnTo>
                    <a:pt x="61629" y="223482"/>
                  </a:lnTo>
                  <a:lnTo>
                    <a:pt x="92669" y="255986"/>
                  </a:lnTo>
                  <a:lnTo>
                    <a:pt x="128220" y="286078"/>
                  </a:lnTo>
                  <a:lnTo>
                    <a:pt x="167412" y="313661"/>
                  </a:lnTo>
                  <a:lnTo>
                    <a:pt x="209374" y="338633"/>
                  </a:lnTo>
                  <a:lnTo>
                    <a:pt x="253237" y="360895"/>
                  </a:lnTo>
                  <a:lnTo>
                    <a:pt x="298128" y="380347"/>
                  </a:lnTo>
                  <a:lnTo>
                    <a:pt x="343178" y="396889"/>
                  </a:lnTo>
                  <a:lnTo>
                    <a:pt x="387517" y="410422"/>
                  </a:lnTo>
                  <a:lnTo>
                    <a:pt x="430273" y="420845"/>
                  </a:lnTo>
                  <a:lnTo>
                    <a:pt x="470576" y="428060"/>
                  </a:lnTo>
                  <a:lnTo>
                    <a:pt x="507555" y="431965"/>
                  </a:lnTo>
                  <a:lnTo>
                    <a:pt x="544534" y="428060"/>
                  </a:lnTo>
                  <a:lnTo>
                    <a:pt x="584837" y="420845"/>
                  </a:lnTo>
                  <a:lnTo>
                    <a:pt x="627593" y="410422"/>
                  </a:lnTo>
                  <a:lnTo>
                    <a:pt x="671931" y="396889"/>
                  </a:lnTo>
                  <a:lnTo>
                    <a:pt x="716981" y="380347"/>
                  </a:lnTo>
                  <a:lnTo>
                    <a:pt x="761873" y="360895"/>
                  </a:lnTo>
                  <a:lnTo>
                    <a:pt x="805735" y="338633"/>
                  </a:lnTo>
                  <a:lnTo>
                    <a:pt x="847698" y="313661"/>
                  </a:lnTo>
                  <a:lnTo>
                    <a:pt x="886890" y="286078"/>
                  </a:lnTo>
                  <a:lnTo>
                    <a:pt x="922441" y="255986"/>
                  </a:lnTo>
                  <a:lnTo>
                    <a:pt x="953480" y="223482"/>
                  </a:lnTo>
                  <a:lnTo>
                    <a:pt x="979137" y="188668"/>
                  </a:lnTo>
                  <a:lnTo>
                    <a:pt x="998542" y="151643"/>
                  </a:lnTo>
                  <a:lnTo>
                    <a:pt x="1010823" y="112506"/>
                  </a:lnTo>
                  <a:lnTo>
                    <a:pt x="1015110" y="71359"/>
                  </a:lnTo>
                  <a:lnTo>
                    <a:pt x="1014814" y="52374"/>
                  </a:lnTo>
                  <a:lnTo>
                    <a:pt x="1013948" y="34167"/>
                  </a:lnTo>
                  <a:lnTo>
                    <a:pt x="1012539" y="16717"/>
                  </a:lnTo>
                  <a:lnTo>
                    <a:pt x="1010618" y="0"/>
                  </a:lnTo>
                  <a:close/>
                </a:path>
              </a:pathLst>
            </a:custGeom>
            <a:solidFill>
              <a:srgbClr val="535A7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9" name="object 99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725555" y="7044487"/>
            <a:ext cx="2176410" cy="847021"/>
          </a:xfrm>
          <a:prstGeom prst="rect">
            <a:avLst/>
          </a:prstGeom>
        </p:spPr>
      </p:pic>
      <p:pic>
        <p:nvPicPr>
          <p:cNvPr id="100" name="object 100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894810" y="9284120"/>
            <a:ext cx="1408322" cy="548411"/>
          </a:xfrm>
          <a:prstGeom prst="rect">
            <a:avLst/>
          </a:prstGeom>
        </p:spPr>
      </p:pic>
      <p:pic>
        <p:nvPicPr>
          <p:cNvPr id="101" name="object 101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6853611" y="6067166"/>
            <a:ext cx="1920000" cy="703896"/>
          </a:xfrm>
          <a:prstGeom prst="rect">
            <a:avLst/>
          </a:prstGeom>
        </p:spPr>
      </p:pic>
      <p:grpSp>
        <p:nvGrpSpPr>
          <p:cNvPr id="102" name="object 102" descr=""/>
          <p:cNvGrpSpPr/>
          <p:nvPr/>
        </p:nvGrpSpPr>
        <p:grpSpPr>
          <a:xfrm>
            <a:off x="8814322" y="4081910"/>
            <a:ext cx="2094864" cy="2766060"/>
            <a:chOff x="8814322" y="4081910"/>
            <a:chExt cx="2094864" cy="2766060"/>
          </a:xfrm>
        </p:grpSpPr>
        <p:sp>
          <p:nvSpPr>
            <p:cNvPr id="103" name="object 103" descr=""/>
            <p:cNvSpPr/>
            <p:nvPr/>
          </p:nvSpPr>
          <p:spPr>
            <a:xfrm>
              <a:off x="9200629" y="4081912"/>
              <a:ext cx="1065530" cy="1383665"/>
            </a:xfrm>
            <a:custGeom>
              <a:avLst/>
              <a:gdLst/>
              <a:ahLst/>
              <a:cxnLst/>
              <a:rect l="l" t="t" r="r" b="b"/>
              <a:pathLst>
                <a:path w="1065529" h="1383664">
                  <a:moveTo>
                    <a:pt x="1065390" y="367461"/>
                  </a:moveTo>
                  <a:lnTo>
                    <a:pt x="1038529" y="367220"/>
                  </a:lnTo>
                  <a:lnTo>
                    <a:pt x="1023848" y="254609"/>
                  </a:lnTo>
                  <a:lnTo>
                    <a:pt x="1003185" y="192773"/>
                  </a:lnTo>
                  <a:lnTo>
                    <a:pt x="963587" y="169164"/>
                  </a:lnTo>
                  <a:lnTo>
                    <a:pt x="891146" y="164084"/>
                  </a:lnTo>
                  <a:lnTo>
                    <a:pt x="812596" y="169367"/>
                  </a:lnTo>
                  <a:lnTo>
                    <a:pt x="761365" y="184099"/>
                  </a:lnTo>
                  <a:lnTo>
                    <a:pt x="733488" y="199428"/>
                  </a:lnTo>
                  <a:lnTo>
                    <a:pt x="725081" y="206514"/>
                  </a:lnTo>
                  <a:lnTo>
                    <a:pt x="743013" y="139877"/>
                  </a:lnTo>
                  <a:lnTo>
                    <a:pt x="742988" y="104063"/>
                  </a:lnTo>
                  <a:lnTo>
                    <a:pt x="719594" y="86817"/>
                  </a:lnTo>
                  <a:lnTo>
                    <a:pt x="667435" y="75895"/>
                  </a:lnTo>
                  <a:lnTo>
                    <a:pt x="608266" y="57378"/>
                  </a:lnTo>
                  <a:lnTo>
                    <a:pt x="566953" y="32029"/>
                  </a:lnTo>
                  <a:lnTo>
                    <a:pt x="542721" y="9639"/>
                  </a:lnTo>
                  <a:lnTo>
                    <a:pt x="534809" y="0"/>
                  </a:lnTo>
                  <a:lnTo>
                    <a:pt x="509397" y="35242"/>
                  </a:lnTo>
                  <a:lnTo>
                    <a:pt x="487121" y="54927"/>
                  </a:lnTo>
                  <a:lnTo>
                    <a:pt x="455523" y="66243"/>
                  </a:lnTo>
                  <a:lnTo>
                    <a:pt x="402196" y="76314"/>
                  </a:lnTo>
                  <a:lnTo>
                    <a:pt x="354736" y="103479"/>
                  </a:lnTo>
                  <a:lnTo>
                    <a:pt x="339191" y="147853"/>
                  </a:lnTo>
                  <a:lnTo>
                    <a:pt x="340741" y="189268"/>
                  </a:lnTo>
                  <a:lnTo>
                    <a:pt x="344551" y="207543"/>
                  </a:lnTo>
                  <a:lnTo>
                    <a:pt x="307594" y="181889"/>
                  </a:lnTo>
                  <a:lnTo>
                    <a:pt x="275971" y="169037"/>
                  </a:lnTo>
                  <a:lnTo>
                    <a:pt x="232346" y="165125"/>
                  </a:lnTo>
                  <a:lnTo>
                    <a:pt x="159321" y="166268"/>
                  </a:lnTo>
                  <a:lnTo>
                    <a:pt x="86550" y="198475"/>
                  </a:lnTo>
                  <a:lnTo>
                    <a:pt x="47980" y="266204"/>
                  </a:lnTo>
                  <a:lnTo>
                    <a:pt x="32791" y="333336"/>
                  </a:lnTo>
                  <a:lnTo>
                    <a:pt x="30657" y="357886"/>
                  </a:lnTo>
                  <a:lnTo>
                    <a:pt x="609" y="357606"/>
                  </a:lnTo>
                  <a:lnTo>
                    <a:pt x="0" y="1383512"/>
                  </a:lnTo>
                  <a:lnTo>
                    <a:pt x="1065390" y="1383512"/>
                  </a:lnTo>
                  <a:lnTo>
                    <a:pt x="1065390" y="367461"/>
                  </a:lnTo>
                  <a:close/>
                </a:path>
              </a:pathLst>
            </a:custGeom>
            <a:solidFill>
              <a:srgbClr val="282E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9289937" y="4498773"/>
              <a:ext cx="872490" cy="952500"/>
            </a:xfrm>
            <a:custGeom>
              <a:avLst/>
              <a:gdLst/>
              <a:ahLst/>
              <a:cxnLst/>
              <a:rect l="l" t="t" r="r" b="b"/>
              <a:pathLst>
                <a:path w="872490" h="952500">
                  <a:moveTo>
                    <a:pt x="872339" y="0"/>
                  </a:moveTo>
                  <a:lnTo>
                    <a:pt x="0" y="0"/>
                  </a:lnTo>
                  <a:lnTo>
                    <a:pt x="0" y="952505"/>
                  </a:lnTo>
                  <a:lnTo>
                    <a:pt x="872339" y="952505"/>
                  </a:lnTo>
                  <a:lnTo>
                    <a:pt x="872339" y="0"/>
                  </a:lnTo>
                  <a:close/>
                </a:path>
              </a:pathLst>
            </a:custGeom>
            <a:solidFill>
              <a:srgbClr val="87D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9285427" y="4498777"/>
              <a:ext cx="862965" cy="949960"/>
            </a:xfrm>
            <a:custGeom>
              <a:avLst/>
              <a:gdLst/>
              <a:ahLst/>
              <a:cxnLst/>
              <a:rect l="l" t="t" r="r" b="b"/>
              <a:pathLst>
                <a:path w="862965" h="949960">
                  <a:moveTo>
                    <a:pt x="679005" y="0"/>
                  </a:moveTo>
                  <a:lnTo>
                    <a:pt x="549021" y="0"/>
                  </a:lnTo>
                  <a:lnTo>
                    <a:pt x="7302" y="544487"/>
                  </a:lnTo>
                  <a:lnTo>
                    <a:pt x="6845" y="614057"/>
                  </a:lnTo>
                  <a:lnTo>
                    <a:pt x="679005" y="0"/>
                  </a:lnTo>
                  <a:close/>
                </a:path>
                <a:path w="862965" h="949960">
                  <a:moveTo>
                    <a:pt x="862698" y="530987"/>
                  </a:moveTo>
                  <a:lnTo>
                    <a:pt x="368515" y="949172"/>
                  </a:lnTo>
                  <a:lnTo>
                    <a:pt x="401777" y="949490"/>
                  </a:lnTo>
                  <a:lnTo>
                    <a:pt x="862698" y="622046"/>
                  </a:lnTo>
                  <a:lnTo>
                    <a:pt x="862698" y="530987"/>
                  </a:lnTo>
                  <a:close/>
                </a:path>
                <a:path w="862965" h="949960">
                  <a:moveTo>
                    <a:pt x="862698" y="34163"/>
                  </a:moveTo>
                  <a:lnTo>
                    <a:pt x="1308" y="775347"/>
                  </a:lnTo>
                  <a:lnTo>
                    <a:pt x="0" y="854125"/>
                  </a:lnTo>
                  <a:lnTo>
                    <a:pt x="862698" y="226085"/>
                  </a:lnTo>
                  <a:lnTo>
                    <a:pt x="862698" y="34163"/>
                  </a:lnTo>
                  <a:close/>
                </a:path>
              </a:pathLst>
            </a:custGeom>
            <a:solidFill>
              <a:srgbClr val="FFFFFF">
                <a:alpha val="3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9292303" y="4496407"/>
              <a:ext cx="862965" cy="967105"/>
            </a:xfrm>
            <a:custGeom>
              <a:avLst/>
              <a:gdLst/>
              <a:ahLst/>
              <a:cxnLst/>
              <a:rect l="l" t="t" r="r" b="b"/>
              <a:pathLst>
                <a:path w="862965" h="967104">
                  <a:moveTo>
                    <a:pt x="0" y="0"/>
                  </a:moveTo>
                  <a:lnTo>
                    <a:pt x="862916" y="0"/>
                  </a:lnTo>
                  <a:lnTo>
                    <a:pt x="862916" y="966651"/>
                  </a:lnTo>
                  <a:lnTo>
                    <a:pt x="0" y="966651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4AA0C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8953945" y="4337386"/>
              <a:ext cx="1534795" cy="1137285"/>
            </a:xfrm>
            <a:custGeom>
              <a:avLst/>
              <a:gdLst/>
              <a:ahLst/>
              <a:cxnLst/>
              <a:rect l="l" t="t" r="r" b="b"/>
              <a:pathLst>
                <a:path w="1534795" h="1137285">
                  <a:moveTo>
                    <a:pt x="295224" y="60261"/>
                  </a:moveTo>
                  <a:lnTo>
                    <a:pt x="283679" y="65900"/>
                  </a:lnTo>
                  <a:lnTo>
                    <a:pt x="257594" y="75526"/>
                  </a:lnTo>
                  <a:lnTo>
                    <a:pt x="229755" y="78181"/>
                  </a:lnTo>
                  <a:lnTo>
                    <a:pt x="212979" y="62915"/>
                  </a:lnTo>
                  <a:lnTo>
                    <a:pt x="195351" y="28143"/>
                  </a:lnTo>
                  <a:lnTo>
                    <a:pt x="165862" y="3911"/>
                  </a:lnTo>
                  <a:lnTo>
                    <a:pt x="131902" y="0"/>
                  </a:lnTo>
                  <a:lnTo>
                    <a:pt x="100888" y="26200"/>
                  </a:lnTo>
                  <a:lnTo>
                    <a:pt x="61239" y="97663"/>
                  </a:lnTo>
                  <a:lnTo>
                    <a:pt x="59842" y="143141"/>
                  </a:lnTo>
                  <a:lnTo>
                    <a:pt x="107378" y="182156"/>
                  </a:lnTo>
                  <a:lnTo>
                    <a:pt x="214477" y="234213"/>
                  </a:lnTo>
                  <a:lnTo>
                    <a:pt x="212559" y="235013"/>
                  </a:lnTo>
                  <a:lnTo>
                    <a:pt x="207657" y="240677"/>
                  </a:lnTo>
                  <a:lnTo>
                    <a:pt x="201002" y="256057"/>
                  </a:lnTo>
                  <a:lnTo>
                    <a:pt x="193852" y="285991"/>
                  </a:lnTo>
                  <a:lnTo>
                    <a:pt x="189865" y="316801"/>
                  </a:lnTo>
                  <a:lnTo>
                    <a:pt x="196875" y="338378"/>
                  </a:lnTo>
                  <a:lnTo>
                    <a:pt x="222364" y="360921"/>
                  </a:lnTo>
                  <a:lnTo>
                    <a:pt x="273837" y="394601"/>
                  </a:lnTo>
                  <a:lnTo>
                    <a:pt x="295224" y="60261"/>
                  </a:lnTo>
                  <a:close/>
                </a:path>
                <a:path w="1534795" h="1137285">
                  <a:moveTo>
                    <a:pt x="300951" y="1125131"/>
                  </a:moveTo>
                  <a:lnTo>
                    <a:pt x="295783" y="850290"/>
                  </a:lnTo>
                  <a:lnTo>
                    <a:pt x="220205" y="852614"/>
                  </a:lnTo>
                  <a:lnTo>
                    <a:pt x="181533" y="868883"/>
                  </a:lnTo>
                  <a:lnTo>
                    <a:pt x="167640" y="913028"/>
                  </a:lnTo>
                  <a:lnTo>
                    <a:pt x="166408" y="999007"/>
                  </a:lnTo>
                  <a:lnTo>
                    <a:pt x="159118" y="994549"/>
                  </a:lnTo>
                  <a:lnTo>
                    <a:pt x="139255" y="986129"/>
                  </a:lnTo>
                  <a:lnTo>
                    <a:pt x="109842" y="981227"/>
                  </a:lnTo>
                  <a:lnTo>
                    <a:pt x="73914" y="987272"/>
                  </a:lnTo>
                  <a:lnTo>
                    <a:pt x="22161" y="1008329"/>
                  </a:lnTo>
                  <a:lnTo>
                    <a:pt x="0" y="1030922"/>
                  </a:lnTo>
                  <a:lnTo>
                    <a:pt x="2997" y="1069073"/>
                  </a:lnTo>
                  <a:lnTo>
                    <a:pt x="26733" y="1136815"/>
                  </a:lnTo>
                  <a:lnTo>
                    <a:pt x="300951" y="1125131"/>
                  </a:lnTo>
                  <a:close/>
                </a:path>
                <a:path w="1534795" h="1137285">
                  <a:moveTo>
                    <a:pt x="1491742" y="143141"/>
                  </a:moveTo>
                  <a:lnTo>
                    <a:pt x="1490345" y="97663"/>
                  </a:lnTo>
                  <a:lnTo>
                    <a:pt x="1450695" y="26200"/>
                  </a:lnTo>
                  <a:lnTo>
                    <a:pt x="1419682" y="0"/>
                  </a:lnTo>
                  <a:lnTo>
                    <a:pt x="1385722" y="3911"/>
                  </a:lnTo>
                  <a:lnTo>
                    <a:pt x="1356233" y="28143"/>
                  </a:lnTo>
                  <a:lnTo>
                    <a:pt x="1338605" y="62915"/>
                  </a:lnTo>
                  <a:lnTo>
                    <a:pt x="1323327" y="78181"/>
                  </a:lnTo>
                  <a:lnTo>
                    <a:pt x="1298778" y="75526"/>
                  </a:lnTo>
                  <a:lnTo>
                    <a:pt x="1275981" y="65900"/>
                  </a:lnTo>
                  <a:lnTo>
                    <a:pt x="1265936" y="60261"/>
                  </a:lnTo>
                  <a:lnTo>
                    <a:pt x="1277747" y="394601"/>
                  </a:lnTo>
                  <a:lnTo>
                    <a:pt x="1329220" y="360921"/>
                  </a:lnTo>
                  <a:lnTo>
                    <a:pt x="1354709" y="338378"/>
                  </a:lnTo>
                  <a:lnTo>
                    <a:pt x="1361719" y="316801"/>
                  </a:lnTo>
                  <a:lnTo>
                    <a:pt x="1357731" y="285991"/>
                  </a:lnTo>
                  <a:lnTo>
                    <a:pt x="1350581" y="256057"/>
                  </a:lnTo>
                  <a:lnTo>
                    <a:pt x="1343926" y="240677"/>
                  </a:lnTo>
                  <a:lnTo>
                    <a:pt x="1339024" y="235013"/>
                  </a:lnTo>
                  <a:lnTo>
                    <a:pt x="1337106" y="234213"/>
                  </a:lnTo>
                  <a:lnTo>
                    <a:pt x="1444205" y="182156"/>
                  </a:lnTo>
                  <a:lnTo>
                    <a:pt x="1491742" y="143141"/>
                  </a:lnTo>
                  <a:close/>
                </a:path>
                <a:path w="1534795" h="1137285">
                  <a:moveTo>
                    <a:pt x="1534553" y="1029398"/>
                  </a:moveTo>
                  <a:lnTo>
                    <a:pt x="1512392" y="1008138"/>
                  </a:lnTo>
                  <a:lnTo>
                    <a:pt x="1460639" y="987272"/>
                  </a:lnTo>
                  <a:lnTo>
                    <a:pt x="1424711" y="981227"/>
                  </a:lnTo>
                  <a:lnTo>
                    <a:pt x="1395298" y="986129"/>
                  </a:lnTo>
                  <a:lnTo>
                    <a:pt x="1375435" y="994537"/>
                  </a:lnTo>
                  <a:lnTo>
                    <a:pt x="1368145" y="999007"/>
                  </a:lnTo>
                  <a:lnTo>
                    <a:pt x="1366913" y="913028"/>
                  </a:lnTo>
                  <a:lnTo>
                    <a:pt x="1353019" y="868883"/>
                  </a:lnTo>
                  <a:lnTo>
                    <a:pt x="1314348" y="852614"/>
                  </a:lnTo>
                  <a:lnTo>
                    <a:pt x="1238770" y="850290"/>
                  </a:lnTo>
                  <a:lnTo>
                    <a:pt x="1233601" y="1125131"/>
                  </a:lnTo>
                  <a:lnTo>
                    <a:pt x="1507820" y="1124521"/>
                  </a:lnTo>
                  <a:lnTo>
                    <a:pt x="1531556" y="1063904"/>
                  </a:lnTo>
                  <a:lnTo>
                    <a:pt x="1534553" y="1029398"/>
                  </a:lnTo>
                  <a:close/>
                </a:path>
              </a:pathLst>
            </a:custGeom>
            <a:solidFill>
              <a:srgbClr val="282E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265883" y="4481400"/>
              <a:ext cx="128965" cy="140047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035224" y="4481400"/>
              <a:ext cx="128965" cy="140047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265883" y="5331548"/>
              <a:ext cx="128965" cy="140042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035224" y="5331548"/>
              <a:ext cx="128965" cy="140042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025863" y="5368309"/>
              <a:ext cx="92855" cy="74442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322627" y="5368309"/>
              <a:ext cx="92855" cy="74442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206217" y="5264100"/>
              <a:ext cx="72555" cy="117682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669039" y="4185475"/>
              <a:ext cx="120363" cy="197462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342111" y="4296151"/>
              <a:ext cx="135180" cy="148532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993933" y="4296151"/>
              <a:ext cx="135180" cy="148532"/>
            </a:xfrm>
            <a:prstGeom prst="rect">
              <a:avLst/>
            </a:prstGeom>
          </p:spPr>
        </p:pic>
        <p:sp>
          <p:nvSpPr>
            <p:cNvPr id="118" name="object 118" descr=""/>
            <p:cNvSpPr/>
            <p:nvPr/>
          </p:nvSpPr>
          <p:spPr>
            <a:xfrm>
              <a:off x="8915794" y="5474188"/>
              <a:ext cx="1555750" cy="1259840"/>
            </a:xfrm>
            <a:custGeom>
              <a:avLst/>
              <a:gdLst/>
              <a:ahLst/>
              <a:cxnLst/>
              <a:rect l="l" t="t" r="r" b="b"/>
              <a:pathLst>
                <a:path w="1555750" h="1259840">
                  <a:moveTo>
                    <a:pt x="258635" y="21323"/>
                  </a:moveTo>
                  <a:lnTo>
                    <a:pt x="0" y="15938"/>
                  </a:lnTo>
                  <a:lnTo>
                    <a:pt x="154609" y="1259674"/>
                  </a:lnTo>
                  <a:lnTo>
                    <a:pt x="225856" y="1259674"/>
                  </a:lnTo>
                  <a:lnTo>
                    <a:pt x="258635" y="21323"/>
                  </a:lnTo>
                  <a:close/>
                </a:path>
                <a:path w="1555750" h="1259840">
                  <a:moveTo>
                    <a:pt x="1555191" y="5588"/>
                  </a:moveTo>
                  <a:lnTo>
                    <a:pt x="1326286" y="0"/>
                  </a:lnTo>
                  <a:lnTo>
                    <a:pt x="1399222" y="1153121"/>
                  </a:lnTo>
                  <a:lnTo>
                    <a:pt x="1472755" y="1151547"/>
                  </a:lnTo>
                  <a:lnTo>
                    <a:pt x="1555191" y="5588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9299392" y="5595976"/>
              <a:ext cx="1261110" cy="349885"/>
            </a:xfrm>
            <a:custGeom>
              <a:avLst/>
              <a:gdLst/>
              <a:ahLst/>
              <a:cxnLst/>
              <a:rect l="l" t="t" r="r" b="b"/>
              <a:pathLst>
                <a:path w="1261109" h="349885">
                  <a:moveTo>
                    <a:pt x="1261082" y="0"/>
                  </a:moveTo>
                  <a:lnTo>
                    <a:pt x="0" y="0"/>
                  </a:lnTo>
                  <a:lnTo>
                    <a:pt x="0" y="349371"/>
                  </a:lnTo>
                  <a:lnTo>
                    <a:pt x="1261082" y="349371"/>
                  </a:lnTo>
                  <a:lnTo>
                    <a:pt x="1261082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8931089" y="5521234"/>
              <a:ext cx="1978025" cy="131445"/>
            </a:xfrm>
            <a:custGeom>
              <a:avLst/>
              <a:gdLst/>
              <a:ahLst/>
              <a:cxnLst/>
              <a:rect l="l" t="t" r="r" b="b"/>
              <a:pathLst>
                <a:path w="1978025" h="131445">
                  <a:moveTo>
                    <a:pt x="1977803" y="0"/>
                  </a:moveTo>
                  <a:lnTo>
                    <a:pt x="0" y="0"/>
                  </a:lnTo>
                  <a:lnTo>
                    <a:pt x="0" y="130917"/>
                  </a:lnTo>
                  <a:lnTo>
                    <a:pt x="1977803" y="130917"/>
                  </a:lnTo>
                  <a:lnTo>
                    <a:pt x="1977803" y="0"/>
                  </a:lnTo>
                  <a:close/>
                </a:path>
              </a:pathLst>
            </a:custGeom>
            <a:solidFill>
              <a:srgbClr val="282E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8814322" y="5460769"/>
              <a:ext cx="2094864" cy="61594"/>
            </a:xfrm>
            <a:custGeom>
              <a:avLst/>
              <a:gdLst/>
              <a:ahLst/>
              <a:cxnLst/>
              <a:rect l="l" t="t" r="r" b="b"/>
              <a:pathLst>
                <a:path w="2094865" h="61595">
                  <a:moveTo>
                    <a:pt x="1876623" y="0"/>
                  </a:moveTo>
                  <a:lnTo>
                    <a:pt x="0" y="910"/>
                  </a:lnTo>
                  <a:lnTo>
                    <a:pt x="116771" y="61233"/>
                  </a:lnTo>
                  <a:lnTo>
                    <a:pt x="2094574" y="61233"/>
                  </a:lnTo>
                  <a:lnTo>
                    <a:pt x="1876623" y="0"/>
                  </a:lnTo>
                  <a:close/>
                </a:path>
              </a:pathLst>
            </a:custGeom>
            <a:solidFill>
              <a:srgbClr val="4146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815387" y="5462484"/>
              <a:ext cx="121285" cy="191135"/>
            </a:xfrm>
            <a:custGeom>
              <a:avLst/>
              <a:gdLst/>
              <a:ahLst/>
              <a:cxnLst/>
              <a:rect l="l" t="t" r="r" b="b"/>
              <a:pathLst>
                <a:path w="121284" h="191135">
                  <a:moveTo>
                    <a:pt x="0" y="0"/>
                  </a:moveTo>
                  <a:lnTo>
                    <a:pt x="2617" y="126006"/>
                  </a:lnTo>
                  <a:lnTo>
                    <a:pt x="120896" y="190905"/>
                  </a:lnTo>
                  <a:lnTo>
                    <a:pt x="120896" y="60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3C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9111666" y="5627795"/>
              <a:ext cx="1645920" cy="1219835"/>
            </a:xfrm>
            <a:custGeom>
              <a:avLst/>
              <a:gdLst/>
              <a:ahLst/>
              <a:cxnLst/>
              <a:rect l="l" t="t" r="r" b="b"/>
              <a:pathLst>
                <a:path w="1645920" h="1219834">
                  <a:moveTo>
                    <a:pt x="261696" y="12103"/>
                  </a:moveTo>
                  <a:lnTo>
                    <a:pt x="0" y="12103"/>
                  </a:lnTo>
                  <a:lnTo>
                    <a:pt x="111264" y="1219695"/>
                  </a:lnTo>
                  <a:lnTo>
                    <a:pt x="195554" y="1218158"/>
                  </a:lnTo>
                  <a:lnTo>
                    <a:pt x="261696" y="12103"/>
                  </a:lnTo>
                  <a:close/>
                </a:path>
                <a:path w="1645920" h="1219834">
                  <a:moveTo>
                    <a:pt x="1645793" y="6019"/>
                  </a:moveTo>
                  <a:lnTo>
                    <a:pt x="1385074" y="0"/>
                  </a:lnTo>
                  <a:lnTo>
                    <a:pt x="1447177" y="1218476"/>
                  </a:lnTo>
                  <a:lnTo>
                    <a:pt x="1539265" y="1217345"/>
                  </a:lnTo>
                  <a:lnTo>
                    <a:pt x="1645793" y="6019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9179586" y="5671508"/>
              <a:ext cx="1511935" cy="242570"/>
            </a:xfrm>
            <a:custGeom>
              <a:avLst/>
              <a:gdLst/>
              <a:ahLst/>
              <a:cxnLst/>
              <a:rect l="l" t="t" r="r" b="b"/>
              <a:pathLst>
                <a:path w="1511934" h="242570">
                  <a:moveTo>
                    <a:pt x="15748" y="0"/>
                  </a:moveTo>
                  <a:lnTo>
                    <a:pt x="0" y="0"/>
                  </a:lnTo>
                  <a:lnTo>
                    <a:pt x="0" y="242239"/>
                  </a:lnTo>
                  <a:lnTo>
                    <a:pt x="15748" y="242239"/>
                  </a:lnTo>
                  <a:lnTo>
                    <a:pt x="15748" y="0"/>
                  </a:lnTo>
                  <a:close/>
                </a:path>
                <a:path w="1511934" h="242570">
                  <a:moveTo>
                    <a:pt x="53073" y="0"/>
                  </a:moveTo>
                  <a:lnTo>
                    <a:pt x="37325" y="0"/>
                  </a:lnTo>
                  <a:lnTo>
                    <a:pt x="37325" y="242239"/>
                  </a:lnTo>
                  <a:lnTo>
                    <a:pt x="53073" y="242239"/>
                  </a:lnTo>
                  <a:lnTo>
                    <a:pt x="53073" y="0"/>
                  </a:lnTo>
                  <a:close/>
                </a:path>
                <a:path w="1511934" h="242570">
                  <a:moveTo>
                    <a:pt x="90373" y="0"/>
                  </a:moveTo>
                  <a:lnTo>
                    <a:pt x="74625" y="0"/>
                  </a:lnTo>
                  <a:lnTo>
                    <a:pt x="74625" y="242239"/>
                  </a:lnTo>
                  <a:lnTo>
                    <a:pt x="90373" y="242239"/>
                  </a:lnTo>
                  <a:lnTo>
                    <a:pt x="90373" y="0"/>
                  </a:lnTo>
                  <a:close/>
                </a:path>
                <a:path w="1511934" h="242570">
                  <a:moveTo>
                    <a:pt x="127685" y="0"/>
                  </a:moveTo>
                  <a:lnTo>
                    <a:pt x="111937" y="0"/>
                  </a:lnTo>
                  <a:lnTo>
                    <a:pt x="111937" y="242239"/>
                  </a:lnTo>
                  <a:lnTo>
                    <a:pt x="127685" y="242239"/>
                  </a:lnTo>
                  <a:lnTo>
                    <a:pt x="127685" y="0"/>
                  </a:lnTo>
                  <a:close/>
                </a:path>
                <a:path w="1511934" h="242570">
                  <a:moveTo>
                    <a:pt x="1333195" y="193573"/>
                  </a:moveTo>
                  <a:lnTo>
                    <a:pt x="184810" y="193573"/>
                  </a:lnTo>
                  <a:lnTo>
                    <a:pt x="184810" y="208686"/>
                  </a:lnTo>
                  <a:lnTo>
                    <a:pt x="1333195" y="208686"/>
                  </a:lnTo>
                  <a:lnTo>
                    <a:pt x="1333195" y="193573"/>
                  </a:lnTo>
                  <a:close/>
                </a:path>
                <a:path w="1511934" h="242570">
                  <a:moveTo>
                    <a:pt x="1333195" y="147472"/>
                  </a:moveTo>
                  <a:lnTo>
                    <a:pt x="184810" y="147472"/>
                  </a:lnTo>
                  <a:lnTo>
                    <a:pt x="184810" y="162585"/>
                  </a:lnTo>
                  <a:lnTo>
                    <a:pt x="1333195" y="162585"/>
                  </a:lnTo>
                  <a:lnTo>
                    <a:pt x="1333195" y="147472"/>
                  </a:lnTo>
                  <a:close/>
                </a:path>
                <a:path w="1511934" h="242570">
                  <a:moveTo>
                    <a:pt x="1333195" y="101384"/>
                  </a:moveTo>
                  <a:lnTo>
                    <a:pt x="184810" y="101384"/>
                  </a:lnTo>
                  <a:lnTo>
                    <a:pt x="184810" y="116484"/>
                  </a:lnTo>
                  <a:lnTo>
                    <a:pt x="1333195" y="116484"/>
                  </a:lnTo>
                  <a:lnTo>
                    <a:pt x="1333195" y="101384"/>
                  </a:lnTo>
                  <a:close/>
                </a:path>
                <a:path w="1511934" h="242570">
                  <a:moveTo>
                    <a:pt x="1333195" y="55270"/>
                  </a:moveTo>
                  <a:lnTo>
                    <a:pt x="184810" y="55270"/>
                  </a:lnTo>
                  <a:lnTo>
                    <a:pt x="184810" y="70383"/>
                  </a:lnTo>
                  <a:lnTo>
                    <a:pt x="1333195" y="70383"/>
                  </a:lnTo>
                  <a:lnTo>
                    <a:pt x="1333195" y="55270"/>
                  </a:lnTo>
                  <a:close/>
                </a:path>
                <a:path w="1511934" h="242570">
                  <a:moveTo>
                    <a:pt x="1399413" y="0"/>
                  </a:moveTo>
                  <a:lnTo>
                    <a:pt x="1383665" y="0"/>
                  </a:lnTo>
                  <a:lnTo>
                    <a:pt x="1383665" y="242239"/>
                  </a:lnTo>
                  <a:lnTo>
                    <a:pt x="1399413" y="242239"/>
                  </a:lnTo>
                  <a:lnTo>
                    <a:pt x="1399413" y="0"/>
                  </a:lnTo>
                  <a:close/>
                </a:path>
                <a:path w="1511934" h="242570">
                  <a:moveTo>
                    <a:pt x="1436738" y="0"/>
                  </a:moveTo>
                  <a:lnTo>
                    <a:pt x="1420990" y="0"/>
                  </a:lnTo>
                  <a:lnTo>
                    <a:pt x="1420990" y="242239"/>
                  </a:lnTo>
                  <a:lnTo>
                    <a:pt x="1436738" y="242239"/>
                  </a:lnTo>
                  <a:lnTo>
                    <a:pt x="1436738" y="0"/>
                  </a:lnTo>
                  <a:close/>
                </a:path>
                <a:path w="1511934" h="242570">
                  <a:moveTo>
                    <a:pt x="1474038" y="0"/>
                  </a:moveTo>
                  <a:lnTo>
                    <a:pt x="1458290" y="0"/>
                  </a:lnTo>
                  <a:lnTo>
                    <a:pt x="1458290" y="242239"/>
                  </a:lnTo>
                  <a:lnTo>
                    <a:pt x="1474038" y="242239"/>
                  </a:lnTo>
                  <a:lnTo>
                    <a:pt x="1474038" y="0"/>
                  </a:lnTo>
                  <a:close/>
                </a:path>
                <a:path w="1511934" h="242570">
                  <a:moveTo>
                    <a:pt x="1511350" y="0"/>
                  </a:moveTo>
                  <a:lnTo>
                    <a:pt x="1495602" y="0"/>
                  </a:lnTo>
                  <a:lnTo>
                    <a:pt x="1495602" y="242239"/>
                  </a:lnTo>
                  <a:lnTo>
                    <a:pt x="1511350" y="242239"/>
                  </a:lnTo>
                  <a:lnTo>
                    <a:pt x="1511350" y="0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890263" y="5735550"/>
              <a:ext cx="104865" cy="104876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8989047" y="5549982"/>
              <a:ext cx="1897380" cy="55244"/>
            </a:xfrm>
            <a:custGeom>
              <a:avLst/>
              <a:gdLst/>
              <a:ahLst/>
              <a:cxnLst/>
              <a:rect l="l" t="t" r="r" b="b"/>
              <a:pathLst>
                <a:path w="1897379" h="55245">
                  <a:moveTo>
                    <a:pt x="55245" y="27622"/>
                  </a:moveTo>
                  <a:lnTo>
                    <a:pt x="53073" y="16865"/>
                  </a:lnTo>
                  <a:lnTo>
                    <a:pt x="47155" y="8089"/>
                  </a:lnTo>
                  <a:lnTo>
                    <a:pt x="38366" y="2171"/>
                  </a:lnTo>
                  <a:lnTo>
                    <a:pt x="27622" y="0"/>
                  </a:lnTo>
                  <a:lnTo>
                    <a:pt x="16865" y="2171"/>
                  </a:lnTo>
                  <a:lnTo>
                    <a:pt x="8089" y="8089"/>
                  </a:lnTo>
                  <a:lnTo>
                    <a:pt x="2171" y="16865"/>
                  </a:lnTo>
                  <a:lnTo>
                    <a:pt x="0" y="27622"/>
                  </a:lnTo>
                  <a:lnTo>
                    <a:pt x="2171" y="38379"/>
                  </a:lnTo>
                  <a:lnTo>
                    <a:pt x="8089" y="47155"/>
                  </a:lnTo>
                  <a:lnTo>
                    <a:pt x="16865" y="53073"/>
                  </a:lnTo>
                  <a:lnTo>
                    <a:pt x="27622" y="55245"/>
                  </a:lnTo>
                  <a:lnTo>
                    <a:pt x="38366" y="53073"/>
                  </a:lnTo>
                  <a:lnTo>
                    <a:pt x="47155" y="47155"/>
                  </a:lnTo>
                  <a:lnTo>
                    <a:pt x="53073" y="38379"/>
                  </a:lnTo>
                  <a:lnTo>
                    <a:pt x="55245" y="27622"/>
                  </a:lnTo>
                  <a:close/>
                </a:path>
                <a:path w="1897379" h="55245">
                  <a:moveTo>
                    <a:pt x="171335" y="27622"/>
                  </a:moveTo>
                  <a:lnTo>
                    <a:pt x="169164" y="16865"/>
                  </a:lnTo>
                  <a:lnTo>
                    <a:pt x="163245" y="8089"/>
                  </a:lnTo>
                  <a:lnTo>
                    <a:pt x="154470" y="2171"/>
                  </a:lnTo>
                  <a:lnTo>
                    <a:pt x="143713" y="0"/>
                  </a:lnTo>
                  <a:lnTo>
                    <a:pt x="132956" y="2171"/>
                  </a:lnTo>
                  <a:lnTo>
                    <a:pt x="124180" y="8089"/>
                  </a:lnTo>
                  <a:lnTo>
                    <a:pt x="118262" y="16865"/>
                  </a:lnTo>
                  <a:lnTo>
                    <a:pt x="116090" y="27622"/>
                  </a:lnTo>
                  <a:lnTo>
                    <a:pt x="118262" y="38379"/>
                  </a:lnTo>
                  <a:lnTo>
                    <a:pt x="124180" y="47155"/>
                  </a:lnTo>
                  <a:lnTo>
                    <a:pt x="132956" y="53073"/>
                  </a:lnTo>
                  <a:lnTo>
                    <a:pt x="143713" y="55245"/>
                  </a:lnTo>
                  <a:lnTo>
                    <a:pt x="154470" y="53073"/>
                  </a:lnTo>
                  <a:lnTo>
                    <a:pt x="163245" y="47155"/>
                  </a:lnTo>
                  <a:lnTo>
                    <a:pt x="169164" y="38379"/>
                  </a:lnTo>
                  <a:lnTo>
                    <a:pt x="171335" y="27622"/>
                  </a:lnTo>
                  <a:close/>
                </a:path>
                <a:path w="1897379" h="55245">
                  <a:moveTo>
                    <a:pt x="287426" y="27622"/>
                  </a:moveTo>
                  <a:lnTo>
                    <a:pt x="285254" y="16865"/>
                  </a:lnTo>
                  <a:lnTo>
                    <a:pt x="279336" y="8089"/>
                  </a:lnTo>
                  <a:lnTo>
                    <a:pt x="270560" y="2171"/>
                  </a:lnTo>
                  <a:lnTo>
                    <a:pt x="259803" y="0"/>
                  </a:lnTo>
                  <a:lnTo>
                    <a:pt x="249059" y="2171"/>
                  </a:lnTo>
                  <a:lnTo>
                    <a:pt x="240271" y="8089"/>
                  </a:lnTo>
                  <a:lnTo>
                    <a:pt x="234353" y="16865"/>
                  </a:lnTo>
                  <a:lnTo>
                    <a:pt x="232181" y="27622"/>
                  </a:lnTo>
                  <a:lnTo>
                    <a:pt x="234353" y="38379"/>
                  </a:lnTo>
                  <a:lnTo>
                    <a:pt x="240271" y="47155"/>
                  </a:lnTo>
                  <a:lnTo>
                    <a:pt x="249059" y="53073"/>
                  </a:lnTo>
                  <a:lnTo>
                    <a:pt x="259803" y="55245"/>
                  </a:lnTo>
                  <a:lnTo>
                    <a:pt x="270560" y="53073"/>
                  </a:lnTo>
                  <a:lnTo>
                    <a:pt x="279336" y="47155"/>
                  </a:lnTo>
                  <a:lnTo>
                    <a:pt x="285254" y="38379"/>
                  </a:lnTo>
                  <a:lnTo>
                    <a:pt x="287426" y="27622"/>
                  </a:lnTo>
                  <a:close/>
                </a:path>
                <a:path w="1897379" h="55245">
                  <a:moveTo>
                    <a:pt x="403517" y="27622"/>
                  </a:moveTo>
                  <a:lnTo>
                    <a:pt x="401345" y="16865"/>
                  </a:lnTo>
                  <a:lnTo>
                    <a:pt x="395427" y="8089"/>
                  </a:lnTo>
                  <a:lnTo>
                    <a:pt x="386651" y="2171"/>
                  </a:lnTo>
                  <a:lnTo>
                    <a:pt x="375894" y="0"/>
                  </a:lnTo>
                  <a:lnTo>
                    <a:pt x="365150" y="2171"/>
                  </a:lnTo>
                  <a:lnTo>
                    <a:pt x="356362" y="8089"/>
                  </a:lnTo>
                  <a:lnTo>
                    <a:pt x="350443" y="16865"/>
                  </a:lnTo>
                  <a:lnTo>
                    <a:pt x="348272" y="27622"/>
                  </a:lnTo>
                  <a:lnTo>
                    <a:pt x="350443" y="38379"/>
                  </a:lnTo>
                  <a:lnTo>
                    <a:pt x="356362" y="47155"/>
                  </a:lnTo>
                  <a:lnTo>
                    <a:pt x="365150" y="53073"/>
                  </a:lnTo>
                  <a:lnTo>
                    <a:pt x="375894" y="55245"/>
                  </a:lnTo>
                  <a:lnTo>
                    <a:pt x="386651" y="53073"/>
                  </a:lnTo>
                  <a:lnTo>
                    <a:pt x="395427" y="47155"/>
                  </a:lnTo>
                  <a:lnTo>
                    <a:pt x="401345" y="38379"/>
                  </a:lnTo>
                  <a:lnTo>
                    <a:pt x="403517" y="27622"/>
                  </a:lnTo>
                  <a:close/>
                </a:path>
                <a:path w="1897379" h="55245">
                  <a:moveTo>
                    <a:pt x="519620" y="27622"/>
                  </a:moveTo>
                  <a:lnTo>
                    <a:pt x="517448" y="16865"/>
                  </a:lnTo>
                  <a:lnTo>
                    <a:pt x="511530" y="8089"/>
                  </a:lnTo>
                  <a:lnTo>
                    <a:pt x="502742" y="2171"/>
                  </a:lnTo>
                  <a:lnTo>
                    <a:pt x="491998" y="0"/>
                  </a:lnTo>
                  <a:lnTo>
                    <a:pt x="481241" y="2171"/>
                  </a:lnTo>
                  <a:lnTo>
                    <a:pt x="472465" y="8089"/>
                  </a:lnTo>
                  <a:lnTo>
                    <a:pt x="466547" y="16865"/>
                  </a:lnTo>
                  <a:lnTo>
                    <a:pt x="464375" y="27622"/>
                  </a:lnTo>
                  <a:lnTo>
                    <a:pt x="466547" y="38379"/>
                  </a:lnTo>
                  <a:lnTo>
                    <a:pt x="472465" y="47155"/>
                  </a:lnTo>
                  <a:lnTo>
                    <a:pt x="481241" y="53073"/>
                  </a:lnTo>
                  <a:lnTo>
                    <a:pt x="491998" y="55245"/>
                  </a:lnTo>
                  <a:lnTo>
                    <a:pt x="502742" y="53073"/>
                  </a:lnTo>
                  <a:lnTo>
                    <a:pt x="511530" y="47155"/>
                  </a:lnTo>
                  <a:lnTo>
                    <a:pt x="517448" y="38379"/>
                  </a:lnTo>
                  <a:lnTo>
                    <a:pt x="519620" y="27622"/>
                  </a:lnTo>
                  <a:close/>
                </a:path>
                <a:path w="1897379" h="55245">
                  <a:moveTo>
                    <a:pt x="635711" y="27622"/>
                  </a:moveTo>
                  <a:lnTo>
                    <a:pt x="633539" y="16865"/>
                  </a:lnTo>
                  <a:lnTo>
                    <a:pt x="627621" y="8089"/>
                  </a:lnTo>
                  <a:lnTo>
                    <a:pt x="618832" y="2171"/>
                  </a:lnTo>
                  <a:lnTo>
                    <a:pt x="608088" y="0"/>
                  </a:lnTo>
                  <a:lnTo>
                    <a:pt x="597331" y="2171"/>
                  </a:lnTo>
                  <a:lnTo>
                    <a:pt x="588556" y="8089"/>
                  </a:lnTo>
                  <a:lnTo>
                    <a:pt x="582637" y="16865"/>
                  </a:lnTo>
                  <a:lnTo>
                    <a:pt x="580466" y="27622"/>
                  </a:lnTo>
                  <a:lnTo>
                    <a:pt x="582637" y="38379"/>
                  </a:lnTo>
                  <a:lnTo>
                    <a:pt x="588556" y="47155"/>
                  </a:lnTo>
                  <a:lnTo>
                    <a:pt x="597331" y="53073"/>
                  </a:lnTo>
                  <a:lnTo>
                    <a:pt x="608088" y="55245"/>
                  </a:lnTo>
                  <a:lnTo>
                    <a:pt x="618832" y="53073"/>
                  </a:lnTo>
                  <a:lnTo>
                    <a:pt x="627621" y="47155"/>
                  </a:lnTo>
                  <a:lnTo>
                    <a:pt x="633539" y="38379"/>
                  </a:lnTo>
                  <a:lnTo>
                    <a:pt x="635711" y="27622"/>
                  </a:lnTo>
                  <a:close/>
                </a:path>
                <a:path w="1897379" h="55245">
                  <a:moveTo>
                    <a:pt x="751801" y="27622"/>
                  </a:moveTo>
                  <a:lnTo>
                    <a:pt x="749630" y="16865"/>
                  </a:lnTo>
                  <a:lnTo>
                    <a:pt x="743712" y="8089"/>
                  </a:lnTo>
                  <a:lnTo>
                    <a:pt x="734936" y="2171"/>
                  </a:lnTo>
                  <a:lnTo>
                    <a:pt x="724179" y="0"/>
                  </a:lnTo>
                  <a:lnTo>
                    <a:pt x="713422" y="2171"/>
                  </a:lnTo>
                  <a:lnTo>
                    <a:pt x="704646" y="8089"/>
                  </a:lnTo>
                  <a:lnTo>
                    <a:pt x="698728" y="16865"/>
                  </a:lnTo>
                  <a:lnTo>
                    <a:pt x="696556" y="27622"/>
                  </a:lnTo>
                  <a:lnTo>
                    <a:pt x="698728" y="38379"/>
                  </a:lnTo>
                  <a:lnTo>
                    <a:pt x="704646" y="47155"/>
                  </a:lnTo>
                  <a:lnTo>
                    <a:pt x="713422" y="53073"/>
                  </a:lnTo>
                  <a:lnTo>
                    <a:pt x="724179" y="55245"/>
                  </a:lnTo>
                  <a:lnTo>
                    <a:pt x="734936" y="53073"/>
                  </a:lnTo>
                  <a:lnTo>
                    <a:pt x="743712" y="47155"/>
                  </a:lnTo>
                  <a:lnTo>
                    <a:pt x="749630" y="38379"/>
                  </a:lnTo>
                  <a:lnTo>
                    <a:pt x="751801" y="27622"/>
                  </a:lnTo>
                  <a:close/>
                </a:path>
                <a:path w="1897379" h="55245">
                  <a:moveTo>
                    <a:pt x="867892" y="27622"/>
                  </a:moveTo>
                  <a:lnTo>
                    <a:pt x="865720" y="16865"/>
                  </a:lnTo>
                  <a:lnTo>
                    <a:pt x="859802" y="8089"/>
                  </a:lnTo>
                  <a:lnTo>
                    <a:pt x="851027" y="2171"/>
                  </a:lnTo>
                  <a:lnTo>
                    <a:pt x="840270" y="0"/>
                  </a:lnTo>
                  <a:lnTo>
                    <a:pt x="829525" y="2171"/>
                  </a:lnTo>
                  <a:lnTo>
                    <a:pt x="820737" y="8089"/>
                  </a:lnTo>
                  <a:lnTo>
                    <a:pt x="814819" y="16865"/>
                  </a:lnTo>
                  <a:lnTo>
                    <a:pt x="812647" y="27622"/>
                  </a:lnTo>
                  <a:lnTo>
                    <a:pt x="814819" y="38379"/>
                  </a:lnTo>
                  <a:lnTo>
                    <a:pt x="820737" y="47155"/>
                  </a:lnTo>
                  <a:lnTo>
                    <a:pt x="829525" y="53073"/>
                  </a:lnTo>
                  <a:lnTo>
                    <a:pt x="840270" y="55245"/>
                  </a:lnTo>
                  <a:lnTo>
                    <a:pt x="851027" y="53073"/>
                  </a:lnTo>
                  <a:lnTo>
                    <a:pt x="859802" y="47155"/>
                  </a:lnTo>
                  <a:lnTo>
                    <a:pt x="865720" y="38379"/>
                  </a:lnTo>
                  <a:lnTo>
                    <a:pt x="867892" y="27622"/>
                  </a:lnTo>
                  <a:close/>
                </a:path>
                <a:path w="1897379" h="55245">
                  <a:moveTo>
                    <a:pt x="983996" y="27622"/>
                  </a:moveTo>
                  <a:lnTo>
                    <a:pt x="981824" y="16865"/>
                  </a:lnTo>
                  <a:lnTo>
                    <a:pt x="975906" y="8089"/>
                  </a:lnTo>
                  <a:lnTo>
                    <a:pt x="967117" y="2171"/>
                  </a:lnTo>
                  <a:lnTo>
                    <a:pt x="956373" y="0"/>
                  </a:lnTo>
                  <a:lnTo>
                    <a:pt x="945616" y="2171"/>
                  </a:lnTo>
                  <a:lnTo>
                    <a:pt x="936840" y="8089"/>
                  </a:lnTo>
                  <a:lnTo>
                    <a:pt x="930922" y="16865"/>
                  </a:lnTo>
                  <a:lnTo>
                    <a:pt x="928751" y="27622"/>
                  </a:lnTo>
                  <a:lnTo>
                    <a:pt x="930922" y="38379"/>
                  </a:lnTo>
                  <a:lnTo>
                    <a:pt x="936840" y="47155"/>
                  </a:lnTo>
                  <a:lnTo>
                    <a:pt x="945616" y="53073"/>
                  </a:lnTo>
                  <a:lnTo>
                    <a:pt x="956373" y="55245"/>
                  </a:lnTo>
                  <a:lnTo>
                    <a:pt x="967117" y="53073"/>
                  </a:lnTo>
                  <a:lnTo>
                    <a:pt x="975906" y="47155"/>
                  </a:lnTo>
                  <a:lnTo>
                    <a:pt x="981824" y="38379"/>
                  </a:lnTo>
                  <a:lnTo>
                    <a:pt x="983996" y="27622"/>
                  </a:lnTo>
                  <a:close/>
                </a:path>
                <a:path w="1897379" h="55245">
                  <a:moveTo>
                    <a:pt x="1100086" y="27622"/>
                  </a:moveTo>
                  <a:lnTo>
                    <a:pt x="1097915" y="16865"/>
                  </a:lnTo>
                  <a:lnTo>
                    <a:pt x="1091996" y="8089"/>
                  </a:lnTo>
                  <a:lnTo>
                    <a:pt x="1083208" y="2171"/>
                  </a:lnTo>
                  <a:lnTo>
                    <a:pt x="1072464" y="0"/>
                  </a:lnTo>
                  <a:lnTo>
                    <a:pt x="1061707" y="2171"/>
                  </a:lnTo>
                  <a:lnTo>
                    <a:pt x="1052931" y="8089"/>
                  </a:lnTo>
                  <a:lnTo>
                    <a:pt x="1047013" y="16865"/>
                  </a:lnTo>
                  <a:lnTo>
                    <a:pt x="1044841" y="27622"/>
                  </a:lnTo>
                  <a:lnTo>
                    <a:pt x="1047013" y="38379"/>
                  </a:lnTo>
                  <a:lnTo>
                    <a:pt x="1052931" y="47155"/>
                  </a:lnTo>
                  <a:lnTo>
                    <a:pt x="1061707" y="53073"/>
                  </a:lnTo>
                  <a:lnTo>
                    <a:pt x="1072464" y="55245"/>
                  </a:lnTo>
                  <a:lnTo>
                    <a:pt x="1083208" y="53073"/>
                  </a:lnTo>
                  <a:lnTo>
                    <a:pt x="1091996" y="47155"/>
                  </a:lnTo>
                  <a:lnTo>
                    <a:pt x="1097915" y="38379"/>
                  </a:lnTo>
                  <a:lnTo>
                    <a:pt x="1100086" y="27622"/>
                  </a:lnTo>
                  <a:close/>
                </a:path>
                <a:path w="1897379" h="55245">
                  <a:moveTo>
                    <a:pt x="1216177" y="27622"/>
                  </a:moveTo>
                  <a:lnTo>
                    <a:pt x="1214005" y="16865"/>
                  </a:lnTo>
                  <a:lnTo>
                    <a:pt x="1208087" y="8089"/>
                  </a:lnTo>
                  <a:lnTo>
                    <a:pt x="1199311" y="2171"/>
                  </a:lnTo>
                  <a:lnTo>
                    <a:pt x="1188554" y="0"/>
                  </a:lnTo>
                  <a:lnTo>
                    <a:pt x="1177798" y="2171"/>
                  </a:lnTo>
                  <a:lnTo>
                    <a:pt x="1169022" y="8089"/>
                  </a:lnTo>
                  <a:lnTo>
                    <a:pt x="1163104" y="16865"/>
                  </a:lnTo>
                  <a:lnTo>
                    <a:pt x="1160932" y="27622"/>
                  </a:lnTo>
                  <a:lnTo>
                    <a:pt x="1163104" y="38379"/>
                  </a:lnTo>
                  <a:lnTo>
                    <a:pt x="1169022" y="47155"/>
                  </a:lnTo>
                  <a:lnTo>
                    <a:pt x="1177798" y="53073"/>
                  </a:lnTo>
                  <a:lnTo>
                    <a:pt x="1188554" y="55245"/>
                  </a:lnTo>
                  <a:lnTo>
                    <a:pt x="1199311" y="53073"/>
                  </a:lnTo>
                  <a:lnTo>
                    <a:pt x="1208087" y="47155"/>
                  </a:lnTo>
                  <a:lnTo>
                    <a:pt x="1214005" y="38379"/>
                  </a:lnTo>
                  <a:lnTo>
                    <a:pt x="1216177" y="27622"/>
                  </a:lnTo>
                  <a:close/>
                </a:path>
                <a:path w="1897379" h="55245">
                  <a:moveTo>
                    <a:pt x="1332268" y="27622"/>
                  </a:moveTo>
                  <a:lnTo>
                    <a:pt x="1330096" y="16865"/>
                  </a:lnTo>
                  <a:lnTo>
                    <a:pt x="1324178" y="8089"/>
                  </a:lnTo>
                  <a:lnTo>
                    <a:pt x="1315402" y="2171"/>
                  </a:lnTo>
                  <a:lnTo>
                    <a:pt x="1304645" y="0"/>
                  </a:lnTo>
                  <a:lnTo>
                    <a:pt x="1293901" y="2171"/>
                  </a:lnTo>
                  <a:lnTo>
                    <a:pt x="1285113" y="8089"/>
                  </a:lnTo>
                  <a:lnTo>
                    <a:pt x="1279194" y="16865"/>
                  </a:lnTo>
                  <a:lnTo>
                    <a:pt x="1277023" y="27622"/>
                  </a:lnTo>
                  <a:lnTo>
                    <a:pt x="1279194" y="38379"/>
                  </a:lnTo>
                  <a:lnTo>
                    <a:pt x="1285113" y="47155"/>
                  </a:lnTo>
                  <a:lnTo>
                    <a:pt x="1293901" y="53073"/>
                  </a:lnTo>
                  <a:lnTo>
                    <a:pt x="1304645" y="55245"/>
                  </a:lnTo>
                  <a:lnTo>
                    <a:pt x="1315402" y="53073"/>
                  </a:lnTo>
                  <a:lnTo>
                    <a:pt x="1324178" y="47155"/>
                  </a:lnTo>
                  <a:lnTo>
                    <a:pt x="1330096" y="38379"/>
                  </a:lnTo>
                  <a:lnTo>
                    <a:pt x="1332268" y="27622"/>
                  </a:lnTo>
                  <a:close/>
                </a:path>
                <a:path w="1897379" h="55245">
                  <a:moveTo>
                    <a:pt x="1448358" y="27622"/>
                  </a:moveTo>
                  <a:lnTo>
                    <a:pt x="1446199" y="16865"/>
                  </a:lnTo>
                  <a:lnTo>
                    <a:pt x="1440268" y="8089"/>
                  </a:lnTo>
                  <a:lnTo>
                    <a:pt x="1431493" y="2171"/>
                  </a:lnTo>
                  <a:lnTo>
                    <a:pt x="1420736" y="0"/>
                  </a:lnTo>
                  <a:lnTo>
                    <a:pt x="1409992" y="2171"/>
                  </a:lnTo>
                  <a:lnTo>
                    <a:pt x="1401216" y="8089"/>
                  </a:lnTo>
                  <a:lnTo>
                    <a:pt x="1395285" y="16865"/>
                  </a:lnTo>
                  <a:lnTo>
                    <a:pt x="1393126" y="27622"/>
                  </a:lnTo>
                  <a:lnTo>
                    <a:pt x="1395285" y="38379"/>
                  </a:lnTo>
                  <a:lnTo>
                    <a:pt x="1401216" y="47155"/>
                  </a:lnTo>
                  <a:lnTo>
                    <a:pt x="1409992" y="53073"/>
                  </a:lnTo>
                  <a:lnTo>
                    <a:pt x="1420736" y="55245"/>
                  </a:lnTo>
                  <a:lnTo>
                    <a:pt x="1431493" y="53073"/>
                  </a:lnTo>
                  <a:lnTo>
                    <a:pt x="1440268" y="47155"/>
                  </a:lnTo>
                  <a:lnTo>
                    <a:pt x="1446199" y="38379"/>
                  </a:lnTo>
                  <a:lnTo>
                    <a:pt x="1448358" y="27622"/>
                  </a:lnTo>
                  <a:close/>
                </a:path>
                <a:path w="1897379" h="55245">
                  <a:moveTo>
                    <a:pt x="1564462" y="27622"/>
                  </a:moveTo>
                  <a:lnTo>
                    <a:pt x="1562290" y="16865"/>
                  </a:lnTo>
                  <a:lnTo>
                    <a:pt x="1556372" y="8089"/>
                  </a:lnTo>
                  <a:lnTo>
                    <a:pt x="1547583" y="2171"/>
                  </a:lnTo>
                  <a:lnTo>
                    <a:pt x="1536839" y="0"/>
                  </a:lnTo>
                  <a:lnTo>
                    <a:pt x="1526082" y="2171"/>
                  </a:lnTo>
                  <a:lnTo>
                    <a:pt x="1517307" y="8089"/>
                  </a:lnTo>
                  <a:lnTo>
                    <a:pt x="1511388" y="16865"/>
                  </a:lnTo>
                  <a:lnTo>
                    <a:pt x="1509217" y="27622"/>
                  </a:lnTo>
                  <a:lnTo>
                    <a:pt x="1511388" y="38379"/>
                  </a:lnTo>
                  <a:lnTo>
                    <a:pt x="1517307" y="47155"/>
                  </a:lnTo>
                  <a:lnTo>
                    <a:pt x="1526082" y="53073"/>
                  </a:lnTo>
                  <a:lnTo>
                    <a:pt x="1536839" y="55245"/>
                  </a:lnTo>
                  <a:lnTo>
                    <a:pt x="1547583" y="53073"/>
                  </a:lnTo>
                  <a:lnTo>
                    <a:pt x="1556372" y="47155"/>
                  </a:lnTo>
                  <a:lnTo>
                    <a:pt x="1562290" y="38379"/>
                  </a:lnTo>
                  <a:lnTo>
                    <a:pt x="1564462" y="27622"/>
                  </a:lnTo>
                  <a:close/>
                </a:path>
                <a:path w="1897379" h="55245">
                  <a:moveTo>
                    <a:pt x="1680552" y="27622"/>
                  </a:moveTo>
                  <a:lnTo>
                    <a:pt x="1678381" y="16865"/>
                  </a:lnTo>
                  <a:lnTo>
                    <a:pt x="1672463" y="8089"/>
                  </a:lnTo>
                  <a:lnTo>
                    <a:pt x="1663687" y="2171"/>
                  </a:lnTo>
                  <a:lnTo>
                    <a:pt x="1652930" y="0"/>
                  </a:lnTo>
                  <a:lnTo>
                    <a:pt x="1642173" y="2171"/>
                  </a:lnTo>
                  <a:lnTo>
                    <a:pt x="1633397" y="8089"/>
                  </a:lnTo>
                  <a:lnTo>
                    <a:pt x="1627479" y="16865"/>
                  </a:lnTo>
                  <a:lnTo>
                    <a:pt x="1625307" y="27622"/>
                  </a:lnTo>
                  <a:lnTo>
                    <a:pt x="1627479" y="38379"/>
                  </a:lnTo>
                  <a:lnTo>
                    <a:pt x="1633397" y="47155"/>
                  </a:lnTo>
                  <a:lnTo>
                    <a:pt x="1642173" y="53073"/>
                  </a:lnTo>
                  <a:lnTo>
                    <a:pt x="1652930" y="55245"/>
                  </a:lnTo>
                  <a:lnTo>
                    <a:pt x="1663687" y="53073"/>
                  </a:lnTo>
                  <a:lnTo>
                    <a:pt x="1672463" y="47155"/>
                  </a:lnTo>
                  <a:lnTo>
                    <a:pt x="1678381" y="38379"/>
                  </a:lnTo>
                  <a:lnTo>
                    <a:pt x="1680552" y="27622"/>
                  </a:lnTo>
                  <a:close/>
                </a:path>
                <a:path w="1897379" h="55245">
                  <a:moveTo>
                    <a:pt x="1796643" y="27622"/>
                  </a:moveTo>
                  <a:lnTo>
                    <a:pt x="1794471" y="16865"/>
                  </a:lnTo>
                  <a:lnTo>
                    <a:pt x="1788553" y="8089"/>
                  </a:lnTo>
                  <a:lnTo>
                    <a:pt x="1779778" y="2171"/>
                  </a:lnTo>
                  <a:lnTo>
                    <a:pt x="1769021" y="0"/>
                  </a:lnTo>
                  <a:lnTo>
                    <a:pt x="1758276" y="2171"/>
                  </a:lnTo>
                  <a:lnTo>
                    <a:pt x="1749488" y="8089"/>
                  </a:lnTo>
                  <a:lnTo>
                    <a:pt x="1743570" y="16865"/>
                  </a:lnTo>
                  <a:lnTo>
                    <a:pt x="1741398" y="27622"/>
                  </a:lnTo>
                  <a:lnTo>
                    <a:pt x="1743570" y="38379"/>
                  </a:lnTo>
                  <a:lnTo>
                    <a:pt x="1749488" y="47155"/>
                  </a:lnTo>
                  <a:lnTo>
                    <a:pt x="1758276" y="53073"/>
                  </a:lnTo>
                  <a:lnTo>
                    <a:pt x="1769021" y="55245"/>
                  </a:lnTo>
                  <a:lnTo>
                    <a:pt x="1779778" y="53073"/>
                  </a:lnTo>
                  <a:lnTo>
                    <a:pt x="1788553" y="47155"/>
                  </a:lnTo>
                  <a:lnTo>
                    <a:pt x="1794471" y="38379"/>
                  </a:lnTo>
                  <a:lnTo>
                    <a:pt x="1796643" y="27622"/>
                  </a:lnTo>
                  <a:close/>
                </a:path>
                <a:path w="1897379" h="55245">
                  <a:moveTo>
                    <a:pt x="1897087" y="27622"/>
                  </a:moveTo>
                  <a:lnTo>
                    <a:pt x="1894928" y="16865"/>
                  </a:lnTo>
                  <a:lnTo>
                    <a:pt x="1888998" y="8089"/>
                  </a:lnTo>
                  <a:lnTo>
                    <a:pt x="1880222" y="2171"/>
                  </a:lnTo>
                  <a:lnTo>
                    <a:pt x="1869465" y="0"/>
                  </a:lnTo>
                  <a:lnTo>
                    <a:pt x="1858721" y="2171"/>
                  </a:lnTo>
                  <a:lnTo>
                    <a:pt x="1849932" y="8089"/>
                  </a:lnTo>
                  <a:lnTo>
                    <a:pt x="1844014" y="16865"/>
                  </a:lnTo>
                  <a:lnTo>
                    <a:pt x="1841842" y="27622"/>
                  </a:lnTo>
                  <a:lnTo>
                    <a:pt x="1844014" y="38379"/>
                  </a:lnTo>
                  <a:lnTo>
                    <a:pt x="1849932" y="47155"/>
                  </a:lnTo>
                  <a:lnTo>
                    <a:pt x="1858721" y="53073"/>
                  </a:lnTo>
                  <a:lnTo>
                    <a:pt x="1869465" y="55245"/>
                  </a:lnTo>
                  <a:lnTo>
                    <a:pt x="1880222" y="53073"/>
                  </a:lnTo>
                  <a:lnTo>
                    <a:pt x="1888998" y="47155"/>
                  </a:lnTo>
                  <a:lnTo>
                    <a:pt x="1894928" y="38379"/>
                  </a:lnTo>
                  <a:lnTo>
                    <a:pt x="1897087" y="27622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8814562" y="5461767"/>
              <a:ext cx="2094864" cy="65405"/>
            </a:xfrm>
            <a:custGeom>
              <a:avLst/>
              <a:gdLst/>
              <a:ahLst/>
              <a:cxnLst/>
              <a:rect l="l" t="t" r="r" b="b"/>
              <a:pathLst>
                <a:path w="2094865" h="65404">
                  <a:moveTo>
                    <a:pt x="2094318" y="62230"/>
                  </a:moveTo>
                  <a:lnTo>
                    <a:pt x="2038832" y="50812"/>
                  </a:lnTo>
                  <a:lnTo>
                    <a:pt x="123177" y="50812"/>
                  </a:lnTo>
                  <a:lnTo>
                    <a:pt x="21158" y="0"/>
                  </a:lnTo>
                  <a:lnTo>
                    <a:pt x="0" y="215"/>
                  </a:lnTo>
                  <a:lnTo>
                    <a:pt x="103593" y="53581"/>
                  </a:lnTo>
                  <a:lnTo>
                    <a:pt x="116547" y="65392"/>
                  </a:lnTo>
                  <a:lnTo>
                    <a:pt x="2094318" y="62230"/>
                  </a:lnTo>
                  <a:close/>
                </a:path>
              </a:pathLst>
            </a:custGeom>
            <a:solidFill>
              <a:srgbClr val="4D52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9203615" y="4965304"/>
              <a:ext cx="110489" cy="402590"/>
            </a:xfrm>
            <a:custGeom>
              <a:avLst/>
              <a:gdLst/>
              <a:ahLst/>
              <a:cxnLst/>
              <a:rect l="l" t="t" r="r" b="b"/>
              <a:pathLst>
                <a:path w="110490" h="402589">
                  <a:moveTo>
                    <a:pt x="0" y="402490"/>
                  </a:moveTo>
                  <a:lnTo>
                    <a:pt x="109944" y="402490"/>
                  </a:lnTo>
                  <a:lnTo>
                    <a:pt x="109944" y="0"/>
                  </a:lnTo>
                  <a:lnTo>
                    <a:pt x="0" y="0"/>
                  </a:lnTo>
                  <a:lnTo>
                    <a:pt x="0" y="402490"/>
                  </a:lnTo>
                  <a:close/>
                </a:path>
              </a:pathLst>
            </a:custGeom>
            <a:solidFill>
              <a:srgbClr val="DAEB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9127031" y="4965304"/>
              <a:ext cx="76835" cy="402590"/>
            </a:xfrm>
            <a:custGeom>
              <a:avLst/>
              <a:gdLst/>
              <a:ahLst/>
              <a:cxnLst/>
              <a:rect l="l" t="t" r="r" b="b"/>
              <a:pathLst>
                <a:path w="76834" h="402589">
                  <a:moveTo>
                    <a:pt x="0" y="402490"/>
                  </a:moveTo>
                  <a:lnTo>
                    <a:pt x="76584" y="402490"/>
                  </a:lnTo>
                  <a:lnTo>
                    <a:pt x="76584" y="0"/>
                  </a:lnTo>
                  <a:lnTo>
                    <a:pt x="0" y="0"/>
                  </a:lnTo>
                  <a:lnTo>
                    <a:pt x="0" y="402490"/>
                  </a:lnTo>
                  <a:close/>
                </a:path>
              </a:pathLst>
            </a:custGeom>
            <a:solidFill>
              <a:srgbClr val="DADE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9313559" y="4965304"/>
              <a:ext cx="83185" cy="402590"/>
            </a:xfrm>
            <a:custGeom>
              <a:avLst/>
              <a:gdLst/>
              <a:ahLst/>
              <a:cxnLst/>
              <a:rect l="l" t="t" r="r" b="b"/>
              <a:pathLst>
                <a:path w="83184" h="402589">
                  <a:moveTo>
                    <a:pt x="0" y="402490"/>
                  </a:moveTo>
                  <a:lnTo>
                    <a:pt x="82604" y="402490"/>
                  </a:lnTo>
                  <a:lnTo>
                    <a:pt x="82604" y="0"/>
                  </a:lnTo>
                  <a:lnTo>
                    <a:pt x="0" y="0"/>
                  </a:lnTo>
                  <a:lnTo>
                    <a:pt x="0" y="40249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195632" y="5067558"/>
              <a:ext cx="147663" cy="300241"/>
            </a:xfrm>
            <a:prstGeom prst="rect">
              <a:avLst/>
            </a:prstGeom>
          </p:spPr>
        </p:pic>
        <p:sp>
          <p:nvSpPr>
            <p:cNvPr id="132" name="object 132" descr=""/>
            <p:cNvSpPr/>
            <p:nvPr/>
          </p:nvSpPr>
          <p:spPr>
            <a:xfrm>
              <a:off x="9106357" y="4895055"/>
              <a:ext cx="297815" cy="473075"/>
            </a:xfrm>
            <a:custGeom>
              <a:avLst/>
              <a:gdLst/>
              <a:ahLst/>
              <a:cxnLst/>
              <a:rect l="l" t="t" r="r" b="b"/>
              <a:pathLst>
                <a:path w="297815" h="473075">
                  <a:moveTo>
                    <a:pt x="297637" y="472440"/>
                  </a:moveTo>
                  <a:lnTo>
                    <a:pt x="1308" y="472440"/>
                  </a:lnTo>
                  <a:lnTo>
                    <a:pt x="1308" y="1270"/>
                  </a:lnTo>
                  <a:lnTo>
                    <a:pt x="0" y="1270"/>
                  </a:lnTo>
                  <a:lnTo>
                    <a:pt x="0" y="472440"/>
                  </a:lnTo>
                  <a:lnTo>
                    <a:pt x="0" y="472744"/>
                  </a:lnTo>
                  <a:lnTo>
                    <a:pt x="297637" y="472744"/>
                  </a:lnTo>
                  <a:lnTo>
                    <a:pt x="297637" y="472440"/>
                  </a:lnTo>
                  <a:close/>
                </a:path>
                <a:path w="297815" h="473075">
                  <a:moveTo>
                    <a:pt x="297637" y="838"/>
                  </a:moveTo>
                  <a:lnTo>
                    <a:pt x="296329" y="838"/>
                  </a:lnTo>
                  <a:lnTo>
                    <a:pt x="296329" y="472097"/>
                  </a:lnTo>
                  <a:lnTo>
                    <a:pt x="297637" y="472097"/>
                  </a:lnTo>
                  <a:lnTo>
                    <a:pt x="297637" y="838"/>
                  </a:lnTo>
                  <a:close/>
                </a:path>
                <a:path w="297815" h="473075">
                  <a:moveTo>
                    <a:pt x="297637" y="0"/>
                  </a:moveTo>
                  <a:lnTo>
                    <a:pt x="0" y="0"/>
                  </a:lnTo>
                  <a:lnTo>
                    <a:pt x="0" y="190"/>
                  </a:lnTo>
                  <a:lnTo>
                    <a:pt x="297637" y="190"/>
                  </a:lnTo>
                  <a:lnTo>
                    <a:pt x="297637" y="0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9107021" y="4895243"/>
              <a:ext cx="296545" cy="70485"/>
            </a:xfrm>
            <a:custGeom>
              <a:avLst/>
              <a:gdLst/>
              <a:ahLst/>
              <a:cxnLst/>
              <a:rect l="l" t="t" r="r" b="b"/>
              <a:pathLst>
                <a:path w="296545" h="70485">
                  <a:moveTo>
                    <a:pt x="296326" y="0"/>
                  </a:moveTo>
                  <a:lnTo>
                    <a:pt x="0" y="0"/>
                  </a:lnTo>
                  <a:lnTo>
                    <a:pt x="0" y="70060"/>
                  </a:lnTo>
                  <a:lnTo>
                    <a:pt x="296326" y="70060"/>
                  </a:lnTo>
                  <a:lnTo>
                    <a:pt x="296326" y="0"/>
                  </a:lnTo>
                  <a:close/>
                </a:path>
              </a:pathLst>
            </a:custGeom>
            <a:solidFill>
              <a:srgbClr val="2F36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9107021" y="5319502"/>
              <a:ext cx="296545" cy="48895"/>
            </a:xfrm>
            <a:custGeom>
              <a:avLst/>
              <a:gdLst/>
              <a:ahLst/>
              <a:cxnLst/>
              <a:rect l="l" t="t" r="r" b="b"/>
              <a:pathLst>
                <a:path w="296545" h="48895">
                  <a:moveTo>
                    <a:pt x="296326" y="0"/>
                  </a:moveTo>
                  <a:lnTo>
                    <a:pt x="0" y="0"/>
                  </a:lnTo>
                  <a:lnTo>
                    <a:pt x="0" y="48302"/>
                  </a:lnTo>
                  <a:lnTo>
                    <a:pt x="296326" y="48302"/>
                  </a:lnTo>
                  <a:lnTo>
                    <a:pt x="29632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9090807" y="4881540"/>
              <a:ext cx="328930" cy="20320"/>
            </a:xfrm>
            <a:custGeom>
              <a:avLst/>
              <a:gdLst/>
              <a:ahLst/>
              <a:cxnLst/>
              <a:rect l="l" t="t" r="r" b="b"/>
              <a:pathLst>
                <a:path w="328929" h="20320">
                  <a:moveTo>
                    <a:pt x="324189" y="0"/>
                  </a:moveTo>
                  <a:lnTo>
                    <a:pt x="4554" y="0"/>
                  </a:lnTo>
                  <a:lnTo>
                    <a:pt x="0" y="4544"/>
                  </a:lnTo>
                  <a:lnTo>
                    <a:pt x="0" y="15674"/>
                  </a:lnTo>
                  <a:lnTo>
                    <a:pt x="4554" y="20229"/>
                  </a:lnTo>
                  <a:lnTo>
                    <a:pt x="318629" y="20229"/>
                  </a:lnTo>
                  <a:lnTo>
                    <a:pt x="324189" y="20229"/>
                  </a:lnTo>
                  <a:lnTo>
                    <a:pt x="328743" y="15674"/>
                  </a:lnTo>
                  <a:lnTo>
                    <a:pt x="328743" y="4544"/>
                  </a:lnTo>
                  <a:lnTo>
                    <a:pt x="324189" y="0"/>
                  </a:lnTo>
                  <a:close/>
                </a:path>
              </a:pathLst>
            </a:custGeom>
            <a:solidFill>
              <a:srgbClr val="2F36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9107018" y="5367800"/>
              <a:ext cx="296545" cy="129539"/>
            </a:xfrm>
            <a:custGeom>
              <a:avLst/>
              <a:gdLst/>
              <a:ahLst/>
              <a:cxnLst/>
              <a:rect l="l" t="t" r="r" b="b"/>
              <a:pathLst>
                <a:path w="296545" h="129539">
                  <a:moveTo>
                    <a:pt x="296329" y="0"/>
                  </a:moveTo>
                  <a:lnTo>
                    <a:pt x="149999" y="0"/>
                  </a:lnTo>
                  <a:lnTo>
                    <a:pt x="149999" y="71793"/>
                  </a:lnTo>
                  <a:lnTo>
                    <a:pt x="149809" y="71793"/>
                  </a:lnTo>
                  <a:lnTo>
                    <a:pt x="149999" y="71793"/>
                  </a:lnTo>
                  <a:lnTo>
                    <a:pt x="149999" y="0"/>
                  </a:lnTo>
                  <a:lnTo>
                    <a:pt x="0" y="0"/>
                  </a:lnTo>
                  <a:lnTo>
                    <a:pt x="0" y="71793"/>
                  </a:lnTo>
                  <a:lnTo>
                    <a:pt x="8534" y="71793"/>
                  </a:lnTo>
                  <a:lnTo>
                    <a:pt x="8445" y="129235"/>
                  </a:lnTo>
                  <a:lnTo>
                    <a:pt x="20713" y="125907"/>
                  </a:lnTo>
                  <a:lnTo>
                    <a:pt x="27025" y="122135"/>
                  </a:lnTo>
                  <a:lnTo>
                    <a:pt x="29337" y="115557"/>
                  </a:lnTo>
                  <a:lnTo>
                    <a:pt x="29667" y="103784"/>
                  </a:lnTo>
                  <a:lnTo>
                    <a:pt x="31877" y="89496"/>
                  </a:lnTo>
                  <a:lnTo>
                    <a:pt x="36715" y="77812"/>
                  </a:lnTo>
                  <a:lnTo>
                    <a:pt x="40398" y="71793"/>
                  </a:lnTo>
                  <a:lnTo>
                    <a:pt x="114846" y="71793"/>
                  </a:lnTo>
                  <a:lnTo>
                    <a:pt x="117894" y="77812"/>
                  </a:lnTo>
                  <a:lnTo>
                    <a:pt x="121881" y="89496"/>
                  </a:lnTo>
                  <a:lnTo>
                    <a:pt x="123685" y="103784"/>
                  </a:lnTo>
                  <a:lnTo>
                    <a:pt x="124104" y="115557"/>
                  </a:lnTo>
                  <a:lnTo>
                    <a:pt x="126961" y="122135"/>
                  </a:lnTo>
                  <a:lnTo>
                    <a:pt x="134747" y="125907"/>
                  </a:lnTo>
                  <a:lnTo>
                    <a:pt x="149910" y="129235"/>
                  </a:lnTo>
                  <a:lnTo>
                    <a:pt x="164312" y="125907"/>
                  </a:lnTo>
                  <a:lnTo>
                    <a:pt x="171704" y="122135"/>
                  </a:lnTo>
                  <a:lnTo>
                    <a:pt x="174434" y="115557"/>
                  </a:lnTo>
                  <a:lnTo>
                    <a:pt x="174815" y="103784"/>
                  </a:lnTo>
                  <a:lnTo>
                    <a:pt x="176733" y="89496"/>
                  </a:lnTo>
                  <a:lnTo>
                    <a:pt x="180936" y="77812"/>
                  </a:lnTo>
                  <a:lnTo>
                    <a:pt x="184150" y="71793"/>
                  </a:lnTo>
                  <a:lnTo>
                    <a:pt x="261442" y="71793"/>
                  </a:lnTo>
                  <a:lnTo>
                    <a:pt x="264566" y="77812"/>
                  </a:lnTo>
                  <a:lnTo>
                    <a:pt x="268668" y="89496"/>
                  </a:lnTo>
                  <a:lnTo>
                    <a:pt x="270522" y="103784"/>
                  </a:lnTo>
                  <a:lnTo>
                    <a:pt x="270929" y="115557"/>
                  </a:lnTo>
                  <a:lnTo>
                    <a:pt x="273723" y="122135"/>
                  </a:lnTo>
                  <a:lnTo>
                    <a:pt x="281305" y="125907"/>
                  </a:lnTo>
                  <a:lnTo>
                    <a:pt x="296087" y="129235"/>
                  </a:lnTo>
                  <a:lnTo>
                    <a:pt x="296087" y="71805"/>
                  </a:lnTo>
                  <a:lnTo>
                    <a:pt x="296329" y="71793"/>
                  </a:lnTo>
                  <a:lnTo>
                    <a:pt x="296329" y="0"/>
                  </a:lnTo>
                  <a:close/>
                </a:path>
              </a:pathLst>
            </a:custGeom>
            <a:solidFill>
              <a:srgbClr val="222B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9128773" y="5382596"/>
              <a:ext cx="254635" cy="37465"/>
            </a:xfrm>
            <a:custGeom>
              <a:avLst/>
              <a:gdLst/>
              <a:ahLst/>
              <a:cxnLst/>
              <a:rect l="l" t="t" r="r" b="b"/>
              <a:pathLst>
                <a:path w="254634" h="37464">
                  <a:moveTo>
                    <a:pt x="23495" y="8382"/>
                  </a:moveTo>
                  <a:lnTo>
                    <a:pt x="18237" y="0"/>
                  </a:lnTo>
                  <a:lnTo>
                    <a:pt x="5257" y="0"/>
                  </a:lnTo>
                  <a:lnTo>
                    <a:pt x="0" y="8382"/>
                  </a:lnTo>
                  <a:lnTo>
                    <a:pt x="0" y="29044"/>
                  </a:lnTo>
                  <a:lnTo>
                    <a:pt x="5257" y="37426"/>
                  </a:lnTo>
                  <a:lnTo>
                    <a:pt x="18237" y="37426"/>
                  </a:lnTo>
                  <a:lnTo>
                    <a:pt x="23495" y="29044"/>
                  </a:lnTo>
                  <a:lnTo>
                    <a:pt x="23495" y="18719"/>
                  </a:lnTo>
                  <a:lnTo>
                    <a:pt x="23495" y="8382"/>
                  </a:lnTo>
                  <a:close/>
                </a:path>
                <a:path w="254634" h="37464">
                  <a:moveTo>
                    <a:pt x="69621" y="8382"/>
                  </a:moveTo>
                  <a:lnTo>
                    <a:pt x="64363" y="0"/>
                  </a:lnTo>
                  <a:lnTo>
                    <a:pt x="51371" y="0"/>
                  </a:lnTo>
                  <a:lnTo>
                    <a:pt x="46126" y="8382"/>
                  </a:lnTo>
                  <a:lnTo>
                    <a:pt x="46126" y="29044"/>
                  </a:lnTo>
                  <a:lnTo>
                    <a:pt x="51371" y="37426"/>
                  </a:lnTo>
                  <a:lnTo>
                    <a:pt x="64363" y="37426"/>
                  </a:lnTo>
                  <a:lnTo>
                    <a:pt x="69621" y="29044"/>
                  </a:lnTo>
                  <a:lnTo>
                    <a:pt x="69621" y="18719"/>
                  </a:lnTo>
                  <a:lnTo>
                    <a:pt x="69621" y="8382"/>
                  </a:lnTo>
                  <a:close/>
                </a:path>
                <a:path w="254634" h="37464">
                  <a:moveTo>
                    <a:pt x="115735" y="8382"/>
                  </a:moveTo>
                  <a:lnTo>
                    <a:pt x="110490" y="0"/>
                  </a:lnTo>
                  <a:lnTo>
                    <a:pt x="97497" y="0"/>
                  </a:lnTo>
                  <a:lnTo>
                    <a:pt x="92240" y="8382"/>
                  </a:lnTo>
                  <a:lnTo>
                    <a:pt x="92240" y="29044"/>
                  </a:lnTo>
                  <a:lnTo>
                    <a:pt x="97497" y="37426"/>
                  </a:lnTo>
                  <a:lnTo>
                    <a:pt x="110490" y="37426"/>
                  </a:lnTo>
                  <a:lnTo>
                    <a:pt x="115735" y="29044"/>
                  </a:lnTo>
                  <a:lnTo>
                    <a:pt x="115735" y="18719"/>
                  </a:lnTo>
                  <a:lnTo>
                    <a:pt x="115735" y="8382"/>
                  </a:lnTo>
                  <a:close/>
                </a:path>
                <a:path w="254634" h="37464">
                  <a:moveTo>
                    <a:pt x="161861" y="8382"/>
                  </a:moveTo>
                  <a:lnTo>
                    <a:pt x="156603" y="0"/>
                  </a:lnTo>
                  <a:lnTo>
                    <a:pt x="143624" y="0"/>
                  </a:lnTo>
                  <a:lnTo>
                    <a:pt x="138366" y="8382"/>
                  </a:lnTo>
                  <a:lnTo>
                    <a:pt x="138366" y="29044"/>
                  </a:lnTo>
                  <a:lnTo>
                    <a:pt x="143624" y="37426"/>
                  </a:lnTo>
                  <a:lnTo>
                    <a:pt x="156603" y="37426"/>
                  </a:lnTo>
                  <a:lnTo>
                    <a:pt x="161861" y="29044"/>
                  </a:lnTo>
                  <a:lnTo>
                    <a:pt x="161861" y="18719"/>
                  </a:lnTo>
                  <a:lnTo>
                    <a:pt x="161861" y="8382"/>
                  </a:lnTo>
                  <a:close/>
                </a:path>
                <a:path w="254634" h="37464">
                  <a:moveTo>
                    <a:pt x="207987" y="8382"/>
                  </a:moveTo>
                  <a:lnTo>
                    <a:pt x="202730" y="0"/>
                  </a:lnTo>
                  <a:lnTo>
                    <a:pt x="189750" y="0"/>
                  </a:lnTo>
                  <a:lnTo>
                    <a:pt x="184492" y="8382"/>
                  </a:lnTo>
                  <a:lnTo>
                    <a:pt x="184492" y="29044"/>
                  </a:lnTo>
                  <a:lnTo>
                    <a:pt x="189750" y="37426"/>
                  </a:lnTo>
                  <a:lnTo>
                    <a:pt x="202730" y="37426"/>
                  </a:lnTo>
                  <a:lnTo>
                    <a:pt x="207987" y="29044"/>
                  </a:lnTo>
                  <a:lnTo>
                    <a:pt x="207987" y="18719"/>
                  </a:lnTo>
                  <a:lnTo>
                    <a:pt x="207987" y="8382"/>
                  </a:lnTo>
                  <a:close/>
                </a:path>
                <a:path w="254634" h="37464">
                  <a:moveTo>
                    <a:pt x="254114" y="8382"/>
                  </a:moveTo>
                  <a:lnTo>
                    <a:pt x="248856" y="0"/>
                  </a:lnTo>
                  <a:lnTo>
                    <a:pt x="235877" y="0"/>
                  </a:lnTo>
                  <a:lnTo>
                    <a:pt x="230619" y="8382"/>
                  </a:lnTo>
                  <a:lnTo>
                    <a:pt x="230619" y="29044"/>
                  </a:lnTo>
                  <a:lnTo>
                    <a:pt x="235877" y="37426"/>
                  </a:lnTo>
                  <a:lnTo>
                    <a:pt x="248856" y="37426"/>
                  </a:lnTo>
                  <a:lnTo>
                    <a:pt x="254114" y="29044"/>
                  </a:lnTo>
                  <a:lnTo>
                    <a:pt x="254114" y="18719"/>
                  </a:lnTo>
                  <a:lnTo>
                    <a:pt x="254114" y="8382"/>
                  </a:lnTo>
                  <a:close/>
                </a:path>
              </a:pathLst>
            </a:custGeom>
            <a:solidFill>
              <a:srgbClr val="3B4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9090800" y="4674634"/>
              <a:ext cx="328930" cy="703580"/>
            </a:xfrm>
            <a:custGeom>
              <a:avLst/>
              <a:gdLst/>
              <a:ahLst/>
              <a:cxnLst/>
              <a:rect l="l" t="t" r="r" b="b"/>
              <a:pathLst>
                <a:path w="328929" h="703579">
                  <a:moveTo>
                    <a:pt x="305574" y="206590"/>
                  </a:moveTo>
                  <a:lnTo>
                    <a:pt x="302412" y="164160"/>
                  </a:lnTo>
                  <a:lnTo>
                    <a:pt x="233286" y="92837"/>
                  </a:lnTo>
                  <a:lnTo>
                    <a:pt x="210070" y="68110"/>
                  </a:lnTo>
                  <a:lnTo>
                    <a:pt x="200266" y="49530"/>
                  </a:lnTo>
                  <a:lnTo>
                    <a:pt x="198335" y="34074"/>
                  </a:lnTo>
                  <a:lnTo>
                    <a:pt x="192112" y="17907"/>
                  </a:lnTo>
                  <a:lnTo>
                    <a:pt x="181000" y="5168"/>
                  </a:lnTo>
                  <a:lnTo>
                    <a:pt x="164376" y="0"/>
                  </a:lnTo>
                  <a:lnTo>
                    <a:pt x="147840" y="5168"/>
                  </a:lnTo>
                  <a:lnTo>
                    <a:pt x="136715" y="17907"/>
                  </a:lnTo>
                  <a:lnTo>
                    <a:pt x="130441" y="34074"/>
                  </a:lnTo>
                  <a:lnTo>
                    <a:pt x="128473" y="49530"/>
                  </a:lnTo>
                  <a:lnTo>
                    <a:pt x="118681" y="68110"/>
                  </a:lnTo>
                  <a:lnTo>
                    <a:pt x="95453" y="92837"/>
                  </a:lnTo>
                  <a:lnTo>
                    <a:pt x="45808" y="139077"/>
                  </a:lnTo>
                  <a:lnTo>
                    <a:pt x="32905" y="158991"/>
                  </a:lnTo>
                  <a:lnTo>
                    <a:pt x="26162" y="181152"/>
                  </a:lnTo>
                  <a:lnTo>
                    <a:pt x="23596" y="199161"/>
                  </a:lnTo>
                  <a:lnTo>
                    <a:pt x="23177" y="206590"/>
                  </a:lnTo>
                  <a:lnTo>
                    <a:pt x="164376" y="206248"/>
                  </a:lnTo>
                  <a:lnTo>
                    <a:pt x="305574" y="206590"/>
                  </a:lnTo>
                  <a:close/>
                </a:path>
                <a:path w="328929" h="703579">
                  <a:moveTo>
                    <a:pt x="328739" y="687603"/>
                  </a:moveTo>
                  <a:lnTo>
                    <a:pt x="324192" y="683056"/>
                  </a:lnTo>
                  <a:lnTo>
                    <a:pt x="4559" y="683056"/>
                  </a:lnTo>
                  <a:lnTo>
                    <a:pt x="0" y="687603"/>
                  </a:lnTo>
                  <a:lnTo>
                    <a:pt x="0" y="698728"/>
                  </a:lnTo>
                  <a:lnTo>
                    <a:pt x="4559" y="703287"/>
                  </a:lnTo>
                  <a:lnTo>
                    <a:pt x="318630" y="703287"/>
                  </a:lnTo>
                  <a:lnTo>
                    <a:pt x="324192" y="703287"/>
                  </a:lnTo>
                  <a:lnTo>
                    <a:pt x="328739" y="698728"/>
                  </a:lnTo>
                  <a:lnTo>
                    <a:pt x="328739" y="687603"/>
                  </a:lnTo>
                  <a:close/>
                </a:path>
              </a:pathLst>
            </a:custGeom>
            <a:solidFill>
              <a:srgbClr val="2F36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9221681" y="4674632"/>
              <a:ext cx="67310" cy="33020"/>
            </a:xfrm>
            <a:custGeom>
              <a:avLst/>
              <a:gdLst/>
              <a:ahLst/>
              <a:cxnLst/>
              <a:rect l="l" t="t" r="r" b="b"/>
              <a:pathLst>
                <a:path w="67309" h="33020">
                  <a:moveTo>
                    <a:pt x="33496" y="0"/>
                  </a:moveTo>
                  <a:lnTo>
                    <a:pt x="20947" y="2816"/>
                  </a:lnTo>
                  <a:lnTo>
                    <a:pt x="11321" y="10214"/>
                  </a:lnTo>
                  <a:lnTo>
                    <a:pt x="4409" y="20611"/>
                  </a:lnTo>
                  <a:lnTo>
                    <a:pt x="0" y="32428"/>
                  </a:lnTo>
                  <a:lnTo>
                    <a:pt x="9306" y="31288"/>
                  </a:lnTo>
                  <a:lnTo>
                    <a:pt x="18102" y="30466"/>
                  </a:lnTo>
                  <a:lnTo>
                    <a:pt x="27038" y="29967"/>
                  </a:lnTo>
                  <a:lnTo>
                    <a:pt x="36763" y="29800"/>
                  </a:lnTo>
                  <a:lnTo>
                    <a:pt x="44040" y="30107"/>
                  </a:lnTo>
                  <a:lnTo>
                    <a:pt x="52010" y="30839"/>
                  </a:lnTo>
                  <a:lnTo>
                    <a:pt x="67045" y="32428"/>
                  </a:lnTo>
                  <a:lnTo>
                    <a:pt x="62477" y="20823"/>
                  </a:lnTo>
                  <a:lnTo>
                    <a:pt x="55453" y="10402"/>
                  </a:lnTo>
                  <a:lnTo>
                    <a:pt x="45838" y="2887"/>
                  </a:lnTo>
                  <a:lnTo>
                    <a:pt x="33496" y="0"/>
                  </a:lnTo>
                  <a:close/>
                </a:path>
              </a:pathLst>
            </a:custGeom>
            <a:solidFill>
              <a:srgbClr val="1C23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9116903" y="5024042"/>
              <a:ext cx="78740" cy="235585"/>
            </a:xfrm>
            <a:custGeom>
              <a:avLst/>
              <a:gdLst/>
              <a:ahLst/>
              <a:cxnLst/>
              <a:rect l="l" t="t" r="r" b="b"/>
              <a:pathLst>
                <a:path w="78740" h="235585">
                  <a:moveTo>
                    <a:pt x="78730" y="0"/>
                  </a:moveTo>
                  <a:lnTo>
                    <a:pt x="3382" y="154037"/>
                  </a:lnTo>
                  <a:lnTo>
                    <a:pt x="0" y="234977"/>
                  </a:lnTo>
                  <a:lnTo>
                    <a:pt x="78730" y="91379"/>
                  </a:lnTo>
                  <a:lnTo>
                    <a:pt x="78730" y="0"/>
                  </a:lnTo>
                  <a:close/>
                </a:path>
              </a:pathLst>
            </a:custGeom>
            <a:solidFill>
              <a:srgbClr val="EFF0F3">
                <a:alpha val="2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9106141" y="4945283"/>
              <a:ext cx="20955" cy="412750"/>
            </a:xfrm>
            <a:custGeom>
              <a:avLst/>
              <a:gdLst/>
              <a:ahLst/>
              <a:cxnLst/>
              <a:rect l="l" t="t" r="r" b="b"/>
              <a:pathLst>
                <a:path w="20954" h="412750">
                  <a:moveTo>
                    <a:pt x="20889" y="0"/>
                  </a:moveTo>
                  <a:lnTo>
                    <a:pt x="0" y="0"/>
                  </a:lnTo>
                  <a:lnTo>
                    <a:pt x="0" y="412395"/>
                  </a:lnTo>
                  <a:lnTo>
                    <a:pt x="20889" y="412395"/>
                  </a:lnTo>
                  <a:lnTo>
                    <a:pt x="20889" y="0"/>
                  </a:lnTo>
                  <a:close/>
                </a:path>
              </a:pathLst>
            </a:custGeom>
            <a:solidFill>
              <a:srgbClr val="2F36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9206027" y="5011425"/>
              <a:ext cx="145415" cy="346075"/>
            </a:xfrm>
            <a:custGeom>
              <a:avLst/>
              <a:gdLst/>
              <a:ahLst/>
              <a:cxnLst/>
              <a:rect l="l" t="t" r="r" b="b"/>
              <a:pathLst>
                <a:path w="145415" h="346075">
                  <a:moveTo>
                    <a:pt x="140487" y="56134"/>
                  </a:moveTo>
                  <a:lnTo>
                    <a:pt x="3340" y="302856"/>
                  </a:lnTo>
                  <a:lnTo>
                    <a:pt x="0" y="345935"/>
                  </a:lnTo>
                  <a:lnTo>
                    <a:pt x="140487" y="193700"/>
                  </a:lnTo>
                  <a:lnTo>
                    <a:pt x="140487" y="56134"/>
                  </a:lnTo>
                  <a:close/>
                </a:path>
                <a:path w="145415" h="346075">
                  <a:moveTo>
                    <a:pt x="145211" y="0"/>
                  </a:moveTo>
                  <a:lnTo>
                    <a:pt x="3746" y="39166"/>
                  </a:lnTo>
                  <a:lnTo>
                    <a:pt x="3746" y="100520"/>
                  </a:lnTo>
                  <a:lnTo>
                    <a:pt x="145211" y="28727"/>
                  </a:lnTo>
                  <a:lnTo>
                    <a:pt x="145211" y="0"/>
                  </a:lnTo>
                  <a:close/>
                </a:path>
              </a:pathLst>
            </a:custGeom>
            <a:solidFill>
              <a:srgbClr val="FFFFFF">
                <a:alpha val="2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9186634" y="4945284"/>
              <a:ext cx="217170" cy="412750"/>
            </a:xfrm>
            <a:custGeom>
              <a:avLst/>
              <a:gdLst/>
              <a:ahLst/>
              <a:cxnLst/>
              <a:rect l="l" t="t" r="r" b="b"/>
              <a:pathLst>
                <a:path w="217170" h="412750">
                  <a:moveTo>
                    <a:pt x="25679" y="0"/>
                  </a:moveTo>
                  <a:lnTo>
                    <a:pt x="0" y="0"/>
                  </a:lnTo>
                  <a:lnTo>
                    <a:pt x="0" y="412407"/>
                  </a:lnTo>
                  <a:lnTo>
                    <a:pt x="25679" y="412407"/>
                  </a:lnTo>
                  <a:lnTo>
                    <a:pt x="25679" y="0"/>
                  </a:lnTo>
                  <a:close/>
                </a:path>
                <a:path w="217170" h="412750">
                  <a:moveTo>
                    <a:pt x="171018" y="0"/>
                  </a:moveTo>
                  <a:lnTo>
                    <a:pt x="149085" y="0"/>
                  </a:lnTo>
                  <a:lnTo>
                    <a:pt x="149085" y="412407"/>
                  </a:lnTo>
                  <a:lnTo>
                    <a:pt x="171018" y="412407"/>
                  </a:lnTo>
                  <a:lnTo>
                    <a:pt x="171018" y="0"/>
                  </a:lnTo>
                  <a:close/>
                </a:path>
                <a:path w="217170" h="412750">
                  <a:moveTo>
                    <a:pt x="216712" y="0"/>
                  </a:moveTo>
                  <a:lnTo>
                    <a:pt x="202349" y="0"/>
                  </a:lnTo>
                  <a:lnTo>
                    <a:pt x="202349" y="412407"/>
                  </a:lnTo>
                  <a:lnTo>
                    <a:pt x="216712" y="412407"/>
                  </a:lnTo>
                  <a:lnTo>
                    <a:pt x="216712" y="0"/>
                  </a:lnTo>
                  <a:close/>
                </a:path>
              </a:pathLst>
            </a:custGeom>
            <a:solidFill>
              <a:srgbClr val="2F36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9104262" y="4936584"/>
              <a:ext cx="301625" cy="66040"/>
            </a:xfrm>
            <a:custGeom>
              <a:avLst/>
              <a:gdLst/>
              <a:ahLst/>
              <a:cxnLst/>
              <a:rect l="l" t="t" r="r" b="b"/>
              <a:pathLst>
                <a:path w="301625" h="66039">
                  <a:moveTo>
                    <a:pt x="301498" y="43599"/>
                  </a:moveTo>
                  <a:lnTo>
                    <a:pt x="286613" y="28727"/>
                  </a:lnTo>
                  <a:lnTo>
                    <a:pt x="299085" y="28727"/>
                  </a:lnTo>
                  <a:lnTo>
                    <a:pt x="299085" y="0"/>
                  </a:lnTo>
                  <a:lnTo>
                    <a:pt x="272364" y="0"/>
                  </a:lnTo>
                  <a:lnTo>
                    <a:pt x="272364" y="28727"/>
                  </a:lnTo>
                  <a:lnTo>
                    <a:pt x="257619" y="43472"/>
                  </a:lnTo>
                  <a:lnTo>
                    <a:pt x="242887" y="28727"/>
                  </a:lnTo>
                  <a:lnTo>
                    <a:pt x="272364" y="28727"/>
                  </a:lnTo>
                  <a:lnTo>
                    <a:pt x="272364" y="0"/>
                  </a:lnTo>
                  <a:lnTo>
                    <a:pt x="228638" y="0"/>
                  </a:lnTo>
                  <a:lnTo>
                    <a:pt x="228638" y="28727"/>
                  </a:lnTo>
                  <a:lnTo>
                    <a:pt x="214388" y="42976"/>
                  </a:lnTo>
                  <a:lnTo>
                    <a:pt x="200139" y="28727"/>
                  </a:lnTo>
                  <a:lnTo>
                    <a:pt x="228638" y="28727"/>
                  </a:lnTo>
                  <a:lnTo>
                    <a:pt x="228638" y="0"/>
                  </a:lnTo>
                  <a:lnTo>
                    <a:pt x="185889" y="0"/>
                  </a:lnTo>
                  <a:lnTo>
                    <a:pt x="185889" y="28727"/>
                  </a:lnTo>
                  <a:lnTo>
                    <a:pt x="171640" y="42976"/>
                  </a:lnTo>
                  <a:lnTo>
                    <a:pt x="157391" y="28727"/>
                  </a:lnTo>
                  <a:lnTo>
                    <a:pt x="185889" y="28727"/>
                  </a:lnTo>
                  <a:lnTo>
                    <a:pt x="185889" y="0"/>
                  </a:lnTo>
                  <a:lnTo>
                    <a:pt x="143129" y="0"/>
                  </a:lnTo>
                  <a:lnTo>
                    <a:pt x="143129" y="28727"/>
                  </a:lnTo>
                  <a:lnTo>
                    <a:pt x="128879" y="42989"/>
                  </a:lnTo>
                  <a:lnTo>
                    <a:pt x="114630" y="28727"/>
                  </a:lnTo>
                  <a:lnTo>
                    <a:pt x="143129" y="28727"/>
                  </a:lnTo>
                  <a:lnTo>
                    <a:pt x="143129" y="0"/>
                  </a:lnTo>
                  <a:lnTo>
                    <a:pt x="100380" y="0"/>
                  </a:lnTo>
                  <a:lnTo>
                    <a:pt x="100380" y="28727"/>
                  </a:lnTo>
                  <a:lnTo>
                    <a:pt x="86131" y="42976"/>
                  </a:lnTo>
                  <a:lnTo>
                    <a:pt x="71882" y="28727"/>
                  </a:lnTo>
                  <a:lnTo>
                    <a:pt x="100380" y="28727"/>
                  </a:lnTo>
                  <a:lnTo>
                    <a:pt x="100380" y="0"/>
                  </a:lnTo>
                  <a:lnTo>
                    <a:pt x="57632" y="0"/>
                  </a:lnTo>
                  <a:lnTo>
                    <a:pt x="57632" y="28727"/>
                  </a:lnTo>
                  <a:lnTo>
                    <a:pt x="43383" y="42976"/>
                  </a:lnTo>
                  <a:lnTo>
                    <a:pt x="29133" y="28727"/>
                  </a:lnTo>
                  <a:lnTo>
                    <a:pt x="57632" y="28727"/>
                  </a:lnTo>
                  <a:lnTo>
                    <a:pt x="57632" y="0"/>
                  </a:lnTo>
                  <a:lnTo>
                    <a:pt x="2755" y="0"/>
                  </a:lnTo>
                  <a:lnTo>
                    <a:pt x="2755" y="28727"/>
                  </a:lnTo>
                  <a:lnTo>
                    <a:pt x="14871" y="28727"/>
                  </a:lnTo>
                  <a:lnTo>
                    <a:pt x="0" y="43599"/>
                  </a:lnTo>
                  <a:lnTo>
                    <a:pt x="22009" y="65595"/>
                  </a:lnTo>
                  <a:lnTo>
                    <a:pt x="43383" y="44221"/>
                  </a:lnTo>
                  <a:lnTo>
                    <a:pt x="64757" y="65595"/>
                  </a:lnTo>
                  <a:lnTo>
                    <a:pt x="86131" y="44221"/>
                  </a:lnTo>
                  <a:lnTo>
                    <a:pt x="107505" y="65595"/>
                  </a:lnTo>
                  <a:lnTo>
                    <a:pt x="128879" y="44221"/>
                  </a:lnTo>
                  <a:lnTo>
                    <a:pt x="150266" y="65595"/>
                  </a:lnTo>
                  <a:lnTo>
                    <a:pt x="171640" y="44221"/>
                  </a:lnTo>
                  <a:lnTo>
                    <a:pt x="193014" y="65595"/>
                  </a:lnTo>
                  <a:lnTo>
                    <a:pt x="214388" y="44221"/>
                  </a:lnTo>
                  <a:lnTo>
                    <a:pt x="235762" y="65595"/>
                  </a:lnTo>
                  <a:lnTo>
                    <a:pt x="257619" y="43738"/>
                  </a:lnTo>
                  <a:lnTo>
                    <a:pt x="279488" y="65595"/>
                  </a:lnTo>
                  <a:lnTo>
                    <a:pt x="301498" y="43599"/>
                  </a:lnTo>
                  <a:close/>
                </a:path>
              </a:pathLst>
            </a:custGeom>
            <a:solidFill>
              <a:srgbClr val="5256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9119883" y="4790090"/>
              <a:ext cx="273685" cy="62230"/>
            </a:xfrm>
            <a:custGeom>
              <a:avLst/>
              <a:gdLst/>
              <a:ahLst/>
              <a:cxnLst/>
              <a:rect l="l" t="t" r="r" b="b"/>
              <a:pathLst>
                <a:path w="273684" h="62229">
                  <a:moveTo>
                    <a:pt x="251980" y="21882"/>
                  </a:moveTo>
                  <a:lnTo>
                    <a:pt x="236982" y="7899"/>
                  </a:lnTo>
                  <a:lnTo>
                    <a:pt x="230695" y="14185"/>
                  </a:lnTo>
                  <a:lnTo>
                    <a:pt x="216522" y="0"/>
                  </a:lnTo>
                  <a:lnTo>
                    <a:pt x="202323" y="14173"/>
                  </a:lnTo>
                  <a:lnTo>
                    <a:pt x="188150" y="0"/>
                  </a:lnTo>
                  <a:lnTo>
                    <a:pt x="173951" y="14173"/>
                  </a:lnTo>
                  <a:lnTo>
                    <a:pt x="159778" y="0"/>
                  </a:lnTo>
                  <a:lnTo>
                    <a:pt x="145681" y="14071"/>
                  </a:lnTo>
                  <a:lnTo>
                    <a:pt x="131610" y="0"/>
                  </a:lnTo>
                  <a:lnTo>
                    <a:pt x="117525" y="14071"/>
                  </a:lnTo>
                  <a:lnTo>
                    <a:pt x="103454" y="0"/>
                  </a:lnTo>
                  <a:lnTo>
                    <a:pt x="89369" y="14071"/>
                  </a:lnTo>
                  <a:lnTo>
                    <a:pt x="75298" y="0"/>
                  </a:lnTo>
                  <a:lnTo>
                    <a:pt x="61214" y="14071"/>
                  </a:lnTo>
                  <a:lnTo>
                    <a:pt x="47142" y="0"/>
                  </a:lnTo>
                  <a:lnTo>
                    <a:pt x="33058" y="14071"/>
                  </a:lnTo>
                  <a:lnTo>
                    <a:pt x="30137" y="11137"/>
                  </a:lnTo>
                  <a:lnTo>
                    <a:pt x="16725" y="23634"/>
                  </a:lnTo>
                  <a:lnTo>
                    <a:pt x="15519" y="25501"/>
                  </a:lnTo>
                  <a:lnTo>
                    <a:pt x="18986" y="28968"/>
                  </a:lnTo>
                  <a:lnTo>
                    <a:pt x="33058" y="14897"/>
                  </a:lnTo>
                  <a:lnTo>
                    <a:pt x="47142" y="28968"/>
                  </a:lnTo>
                  <a:lnTo>
                    <a:pt x="61214" y="14897"/>
                  </a:lnTo>
                  <a:lnTo>
                    <a:pt x="75298" y="28968"/>
                  </a:lnTo>
                  <a:lnTo>
                    <a:pt x="89369" y="14897"/>
                  </a:lnTo>
                  <a:lnTo>
                    <a:pt x="103454" y="28968"/>
                  </a:lnTo>
                  <a:lnTo>
                    <a:pt x="117525" y="14897"/>
                  </a:lnTo>
                  <a:lnTo>
                    <a:pt x="131610" y="28968"/>
                  </a:lnTo>
                  <a:lnTo>
                    <a:pt x="145681" y="14897"/>
                  </a:lnTo>
                  <a:lnTo>
                    <a:pt x="159778" y="28968"/>
                  </a:lnTo>
                  <a:lnTo>
                    <a:pt x="173951" y="14795"/>
                  </a:lnTo>
                  <a:lnTo>
                    <a:pt x="188150" y="28968"/>
                  </a:lnTo>
                  <a:lnTo>
                    <a:pt x="202323" y="14795"/>
                  </a:lnTo>
                  <a:lnTo>
                    <a:pt x="216522" y="28968"/>
                  </a:lnTo>
                  <a:lnTo>
                    <a:pt x="230708" y="14782"/>
                  </a:lnTo>
                  <a:lnTo>
                    <a:pt x="244894" y="28968"/>
                  </a:lnTo>
                  <a:lnTo>
                    <a:pt x="251980" y="21882"/>
                  </a:lnTo>
                  <a:close/>
                </a:path>
                <a:path w="273684" h="62229">
                  <a:moveTo>
                    <a:pt x="273367" y="48895"/>
                  </a:moveTo>
                  <a:lnTo>
                    <a:pt x="273342" y="48704"/>
                  </a:lnTo>
                  <a:lnTo>
                    <a:pt x="270230" y="43281"/>
                  </a:lnTo>
                  <a:lnTo>
                    <a:pt x="260108" y="33185"/>
                  </a:lnTo>
                  <a:lnTo>
                    <a:pt x="245922" y="47371"/>
                  </a:lnTo>
                  <a:lnTo>
                    <a:pt x="231736" y="33185"/>
                  </a:lnTo>
                  <a:lnTo>
                    <a:pt x="217551" y="47371"/>
                  </a:lnTo>
                  <a:lnTo>
                    <a:pt x="203365" y="33185"/>
                  </a:lnTo>
                  <a:lnTo>
                    <a:pt x="189179" y="47371"/>
                  </a:lnTo>
                  <a:lnTo>
                    <a:pt x="174993" y="33185"/>
                  </a:lnTo>
                  <a:lnTo>
                    <a:pt x="160909" y="47256"/>
                  </a:lnTo>
                  <a:lnTo>
                    <a:pt x="146837" y="33185"/>
                  </a:lnTo>
                  <a:lnTo>
                    <a:pt x="132753" y="47256"/>
                  </a:lnTo>
                  <a:lnTo>
                    <a:pt x="118681" y="33185"/>
                  </a:lnTo>
                  <a:lnTo>
                    <a:pt x="104597" y="47256"/>
                  </a:lnTo>
                  <a:lnTo>
                    <a:pt x="90525" y="33185"/>
                  </a:lnTo>
                  <a:lnTo>
                    <a:pt x="76441" y="47256"/>
                  </a:lnTo>
                  <a:lnTo>
                    <a:pt x="62369" y="33185"/>
                  </a:lnTo>
                  <a:lnTo>
                    <a:pt x="48285" y="47256"/>
                  </a:lnTo>
                  <a:lnTo>
                    <a:pt x="34213" y="33185"/>
                  </a:lnTo>
                  <a:lnTo>
                    <a:pt x="20129" y="47256"/>
                  </a:lnTo>
                  <a:lnTo>
                    <a:pt x="8775" y="35890"/>
                  </a:lnTo>
                  <a:lnTo>
                    <a:pt x="3822" y="43535"/>
                  </a:lnTo>
                  <a:lnTo>
                    <a:pt x="0" y="56095"/>
                  </a:lnTo>
                  <a:lnTo>
                    <a:pt x="6057" y="62153"/>
                  </a:lnTo>
                  <a:lnTo>
                    <a:pt x="20129" y="48082"/>
                  </a:lnTo>
                  <a:lnTo>
                    <a:pt x="34213" y="62153"/>
                  </a:lnTo>
                  <a:lnTo>
                    <a:pt x="48285" y="48082"/>
                  </a:lnTo>
                  <a:lnTo>
                    <a:pt x="62369" y="62153"/>
                  </a:lnTo>
                  <a:lnTo>
                    <a:pt x="76441" y="48082"/>
                  </a:lnTo>
                  <a:lnTo>
                    <a:pt x="90525" y="62153"/>
                  </a:lnTo>
                  <a:lnTo>
                    <a:pt x="104597" y="48082"/>
                  </a:lnTo>
                  <a:lnTo>
                    <a:pt x="118681" y="62153"/>
                  </a:lnTo>
                  <a:lnTo>
                    <a:pt x="132753" y="48082"/>
                  </a:lnTo>
                  <a:lnTo>
                    <a:pt x="146837" y="62153"/>
                  </a:lnTo>
                  <a:lnTo>
                    <a:pt x="160909" y="48082"/>
                  </a:lnTo>
                  <a:lnTo>
                    <a:pt x="174993" y="62153"/>
                  </a:lnTo>
                  <a:lnTo>
                    <a:pt x="189179" y="47967"/>
                  </a:lnTo>
                  <a:lnTo>
                    <a:pt x="203365" y="62153"/>
                  </a:lnTo>
                  <a:lnTo>
                    <a:pt x="217551" y="47967"/>
                  </a:lnTo>
                  <a:lnTo>
                    <a:pt x="231736" y="62153"/>
                  </a:lnTo>
                  <a:lnTo>
                    <a:pt x="245922" y="47967"/>
                  </a:lnTo>
                  <a:lnTo>
                    <a:pt x="260108" y="62153"/>
                  </a:lnTo>
                  <a:lnTo>
                    <a:pt x="273367" y="48895"/>
                  </a:lnTo>
                  <a:close/>
                </a:path>
              </a:pathLst>
            </a:custGeom>
            <a:solidFill>
              <a:srgbClr val="DAEB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9106141" y="4936584"/>
              <a:ext cx="297815" cy="29209"/>
            </a:xfrm>
            <a:custGeom>
              <a:avLst/>
              <a:gdLst/>
              <a:ahLst/>
              <a:cxnLst/>
              <a:rect l="l" t="t" r="r" b="b"/>
              <a:pathLst>
                <a:path w="297815" h="29210">
                  <a:moveTo>
                    <a:pt x="19278" y="0"/>
                  </a:moveTo>
                  <a:lnTo>
                    <a:pt x="0" y="0"/>
                  </a:lnTo>
                  <a:lnTo>
                    <a:pt x="0" y="28727"/>
                  </a:lnTo>
                  <a:lnTo>
                    <a:pt x="19278" y="28727"/>
                  </a:lnTo>
                  <a:lnTo>
                    <a:pt x="19278" y="0"/>
                  </a:lnTo>
                  <a:close/>
                </a:path>
                <a:path w="297815" h="29210">
                  <a:moveTo>
                    <a:pt x="66700" y="0"/>
                  </a:moveTo>
                  <a:lnTo>
                    <a:pt x="41630" y="0"/>
                  </a:lnTo>
                  <a:lnTo>
                    <a:pt x="41630" y="28727"/>
                  </a:lnTo>
                  <a:lnTo>
                    <a:pt x="66700" y="28727"/>
                  </a:lnTo>
                  <a:lnTo>
                    <a:pt x="66700" y="0"/>
                  </a:lnTo>
                  <a:close/>
                </a:path>
                <a:path w="297815" h="29210">
                  <a:moveTo>
                    <a:pt x="114134" y="0"/>
                  </a:moveTo>
                  <a:lnTo>
                    <a:pt x="89065" y="0"/>
                  </a:lnTo>
                  <a:lnTo>
                    <a:pt x="89065" y="28727"/>
                  </a:lnTo>
                  <a:lnTo>
                    <a:pt x="114134" y="28727"/>
                  </a:lnTo>
                  <a:lnTo>
                    <a:pt x="114134" y="0"/>
                  </a:lnTo>
                  <a:close/>
                </a:path>
                <a:path w="297815" h="29210">
                  <a:moveTo>
                    <a:pt x="161569" y="0"/>
                  </a:moveTo>
                  <a:lnTo>
                    <a:pt x="136499" y="0"/>
                  </a:lnTo>
                  <a:lnTo>
                    <a:pt x="136499" y="28727"/>
                  </a:lnTo>
                  <a:lnTo>
                    <a:pt x="161569" y="28727"/>
                  </a:lnTo>
                  <a:lnTo>
                    <a:pt x="161569" y="0"/>
                  </a:lnTo>
                  <a:close/>
                </a:path>
                <a:path w="297815" h="29210">
                  <a:moveTo>
                    <a:pt x="208114" y="0"/>
                  </a:moveTo>
                  <a:lnTo>
                    <a:pt x="183045" y="0"/>
                  </a:lnTo>
                  <a:lnTo>
                    <a:pt x="183045" y="28727"/>
                  </a:lnTo>
                  <a:lnTo>
                    <a:pt x="208114" y="28727"/>
                  </a:lnTo>
                  <a:lnTo>
                    <a:pt x="208114" y="0"/>
                  </a:lnTo>
                  <a:close/>
                </a:path>
                <a:path w="297815" h="29210">
                  <a:moveTo>
                    <a:pt x="254660" y="0"/>
                  </a:moveTo>
                  <a:lnTo>
                    <a:pt x="229590" y="0"/>
                  </a:lnTo>
                  <a:lnTo>
                    <a:pt x="229590" y="28727"/>
                  </a:lnTo>
                  <a:lnTo>
                    <a:pt x="254660" y="28727"/>
                  </a:lnTo>
                  <a:lnTo>
                    <a:pt x="254660" y="0"/>
                  </a:lnTo>
                  <a:close/>
                </a:path>
                <a:path w="297815" h="29210">
                  <a:moveTo>
                    <a:pt x="297205" y="0"/>
                  </a:moveTo>
                  <a:lnTo>
                    <a:pt x="276136" y="0"/>
                  </a:lnTo>
                  <a:lnTo>
                    <a:pt x="276136" y="28727"/>
                  </a:lnTo>
                  <a:lnTo>
                    <a:pt x="297205" y="28727"/>
                  </a:lnTo>
                  <a:lnTo>
                    <a:pt x="297205" y="0"/>
                  </a:lnTo>
                  <a:close/>
                </a:path>
              </a:pathLst>
            </a:custGeom>
            <a:solidFill>
              <a:srgbClr val="43486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1117932" y="6051041"/>
            <a:ext cx="3979545" cy="4206240"/>
            <a:chOff x="1117932" y="6051041"/>
            <a:chExt cx="3979545" cy="4206240"/>
          </a:xfrm>
        </p:grpSpPr>
        <p:sp>
          <p:nvSpPr>
            <p:cNvPr id="148" name="object 148" descr=""/>
            <p:cNvSpPr/>
            <p:nvPr/>
          </p:nvSpPr>
          <p:spPr>
            <a:xfrm>
              <a:off x="1877106" y="6139716"/>
              <a:ext cx="3112770" cy="394970"/>
            </a:xfrm>
            <a:custGeom>
              <a:avLst/>
              <a:gdLst/>
              <a:ahLst/>
              <a:cxnLst/>
              <a:rect l="l" t="t" r="r" b="b"/>
              <a:pathLst>
                <a:path w="3112770" h="394970">
                  <a:moveTo>
                    <a:pt x="3112146" y="0"/>
                  </a:moveTo>
                  <a:lnTo>
                    <a:pt x="1554172" y="0"/>
                  </a:lnTo>
                  <a:lnTo>
                    <a:pt x="0" y="0"/>
                  </a:lnTo>
                  <a:lnTo>
                    <a:pt x="0" y="330607"/>
                  </a:lnTo>
                  <a:lnTo>
                    <a:pt x="154956" y="378860"/>
                  </a:lnTo>
                  <a:lnTo>
                    <a:pt x="270219" y="394612"/>
                  </a:lnTo>
                  <a:lnTo>
                    <a:pt x="403038" y="377563"/>
                  </a:lnTo>
                  <a:lnTo>
                    <a:pt x="610662" y="327414"/>
                  </a:lnTo>
                  <a:lnTo>
                    <a:pt x="818240" y="274741"/>
                  </a:lnTo>
                  <a:lnTo>
                    <a:pt x="931581" y="245701"/>
                  </a:lnTo>
                  <a:lnTo>
                    <a:pt x="988399" y="230788"/>
                  </a:lnTo>
                  <a:lnTo>
                    <a:pt x="1120033" y="298593"/>
                  </a:lnTo>
                  <a:lnTo>
                    <a:pt x="1222861" y="335412"/>
                  </a:lnTo>
                  <a:lnTo>
                    <a:pt x="1349938" y="354041"/>
                  </a:lnTo>
                  <a:lnTo>
                    <a:pt x="1554319" y="367276"/>
                  </a:lnTo>
                  <a:lnTo>
                    <a:pt x="1789410" y="337623"/>
                  </a:lnTo>
                  <a:lnTo>
                    <a:pt x="1967679" y="291631"/>
                  </a:lnTo>
                  <a:lnTo>
                    <a:pt x="2080769" y="249339"/>
                  </a:lnTo>
                  <a:lnTo>
                    <a:pt x="2120322" y="230788"/>
                  </a:lnTo>
                  <a:lnTo>
                    <a:pt x="2141527" y="236551"/>
                  </a:lnTo>
                  <a:lnTo>
                    <a:pt x="2188107" y="248536"/>
                  </a:lnTo>
                  <a:lnTo>
                    <a:pt x="2499630" y="327414"/>
                  </a:lnTo>
                  <a:lnTo>
                    <a:pt x="2743893" y="355116"/>
                  </a:lnTo>
                  <a:lnTo>
                    <a:pt x="2937939" y="329222"/>
                  </a:lnTo>
                  <a:lnTo>
                    <a:pt x="3065959" y="286629"/>
                  </a:lnTo>
                  <a:lnTo>
                    <a:pt x="3112146" y="264232"/>
                  </a:lnTo>
                  <a:lnTo>
                    <a:pt x="3112146" y="0"/>
                  </a:lnTo>
                  <a:close/>
                </a:path>
              </a:pathLst>
            </a:custGeom>
            <a:solidFill>
              <a:srgbClr val="FD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965469" y="6247275"/>
              <a:ext cx="859790" cy="3383279"/>
            </a:xfrm>
            <a:custGeom>
              <a:avLst/>
              <a:gdLst/>
              <a:ahLst/>
              <a:cxnLst/>
              <a:rect l="l" t="t" r="r" b="b"/>
              <a:pathLst>
                <a:path w="859789" h="3383279">
                  <a:moveTo>
                    <a:pt x="833480" y="0"/>
                  </a:moveTo>
                  <a:lnTo>
                    <a:pt x="381412" y="0"/>
                  </a:lnTo>
                  <a:lnTo>
                    <a:pt x="0" y="26672"/>
                  </a:lnTo>
                  <a:lnTo>
                    <a:pt x="144833" y="2278342"/>
                  </a:lnTo>
                  <a:lnTo>
                    <a:pt x="142288" y="3319315"/>
                  </a:lnTo>
                  <a:lnTo>
                    <a:pt x="178436" y="3340142"/>
                  </a:lnTo>
                  <a:lnTo>
                    <a:pt x="222729" y="3356778"/>
                  </a:lnTo>
                  <a:lnTo>
                    <a:pt x="274899" y="3369362"/>
                  </a:lnTo>
                  <a:lnTo>
                    <a:pt x="334676" y="3378031"/>
                  </a:lnTo>
                  <a:lnTo>
                    <a:pt x="401788" y="3382926"/>
                  </a:lnTo>
                  <a:lnTo>
                    <a:pt x="441462" y="3379758"/>
                  </a:lnTo>
                  <a:lnTo>
                    <a:pt x="480450" y="3372351"/>
                  </a:lnTo>
                  <a:lnTo>
                    <a:pt x="528513" y="3369463"/>
                  </a:lnTo>
                  <a:lnTo>
                    <a:pt x="597363" y="3369463"/>
                  </a:lnTo>
                  <a:lnTo>
                    <a:pt x="631552" y="3187163"/>
                  </a:lnTo>
                  <a:lnTo>
                    <a:pt x="616712" y="2994754"/>
                  </a:lnTo>
                  <a:lnTo>
                    <a:pt x="526700" y="2687257"/>
                  </a:lnTo>
                  <a:lnTo>
                    <a:pt x="337319" y="2149309"/>
                  </a:lnTo>
                  <a:lnTo>
                    <a:pt x="350524" y="2141294"/>
                  </a:lnTo>
                  <a:lnTo>
                    <a:pt x="378498" y="2114911"/>
                  </a:lnTo>
                  <a:lnTo>
                    <a:pt x="408270" y="2075521"/>
                  </a:lnTo>
                  <a:lnTo>
                    <a:pt x="439497" y="2024078"/>
                  </a:lnTo>
                  <a:lnTo>
                    <a:pt x="471833" y="1961537"/>
                  </a:lnTo>
                  <a:lnTo>
                    <a:pt x="488309" y="1926404"/>
                  </a:lnTo>
                  <a:lnTo>
                    <a:pt x="504935" y="1888854"/>
                  </a:lnTo>
                  <a:lnTo>
                    <a:pt x="521665" y="1849008"/>
                  </a:lnTo>
                  <a:lnTo>
                    <a:pt x="538459" y="1806983"/>
                  </a:lnTo>
                  <a:lnTo>
                    <a:pt x="555271" y="1762901"/>
                  </a:lnTo>
                  <a:lnTo>
                    <a:pt x="572060" y="1716879"/>
                  </a:lnTo>
                  <a:lnTo>
                    <a:pt x="588783" y="1669038"/>
                  </a:lnTo>
                  <a:lnTo>
                    <a:pt x="605396" y="1619497"/>
                  </a:lnTo>
                  <a:lnTo>
                    <a:pt x="621857" y="1568375"/>
                  </a:lnTo>
                  <a:lnTo>
                    <a:pt x="638122" y="1515791"/>
                  </a:lnTo>
                  <a:lnTo>
                    <a:pt x="654148" y="1461866"/>
                  </a:lnTo>
                  <a:lnTo>
                    <a:pt x="669893" y="1406718"/>
                  </a:lnTo>
                  <a:lnTo>
                    <a:pt x="685313" y="1350466"/>
                  </a:lnTo>
                  <a:lnTo>
                    <a:pt x="700366" y="1293230"/>
                  </a:lnTo>
                  <a:lnTo>
                    <a:pt x="715008" y="1235130"/>
                  </a:lnTo>
                  <a:lnTo>
                    <a:pt x="729197" y="1176284"/>
                  </a:lnTo>
                  <a:lnTo>
                    <a:pt x="742889" y="1116813"/>
                  </a:lnTo>
                  <a:lnTo>
                    <a:pt x="756041" y="1056835"/>
                  </a:lnTo>
                  <a:lnTo>
                    <a:pt x="768611" y="996469"/>
                  </a:lnTo>
                  <a:lnTo>
                    <a:pt x="780555" y="935836"/>
                  </a:lnTo>
                  <a:lnTo>
                    <a:pt x="791831" y="875054"/>
                  </a:lnTo>
                  <a:lnTo>
                    <a:pt x="802395" y="814243"/>
                  </a:lnTo>
                  <a:lnTo>
                    <a:pt x="812204" y="753523"/>
                  </a:lnTo>
                  <a:lnTo>
                    <a:pt x="821216" y="693011"/>
                  </a:lnTo>
                  <a:lnTo>
                    <a:pt x="829387" y="632829"/>
                  </a:lnTo>
                  <a:lnTo>
                    <a:pt x="836675" y="573095"/>
                  </a:lnTo>
                  <a:lnTo>
                    <a:pt x="843036" y="513929"/>
                  </a:lnTo>
                  <a:lnTo>
                    <a:pt x="848427" y="455450"/>
                  </a:lnTo>
                  <a:lnTo>
                    <a:pt x="852806" y="397777"/>
                  </a:lnTo>
                  <a:lnTo>
                    <a:pt x="856129" y="341030"/>
                  </a:lnTo>
                  <a:lnTo>
                    <a:pt x="858354" y="285328"/>
                  </a:lnTo>
                  <a:lnTo>
                    <a:pt x="859437" y="230790"/>
                  </a:lnTo>
                  <a:lnTo>
                    <a:pt x="859335" y="177537"/>
                  </a:lnTo>
                  <a:lnTo>
                    <a:pt x="858006" y="125686"/>
                  </a:lnTo>
                  <a:lnTo>
                    <a:pt x="855406" y="75358"/>
                  </a:lnTo>
                  <a:lnTo>
                    <a:pt x="851492" y="26672"/>
                  </a:lnTo>
                  <a:lnTo>
                    <a:pt x="833480" y="0"/>
                  </a:lnTo>
                  <a:close/>
                </a:path>
                <a:path w="859789" h="3383279">
                  <a:moveTo>
                    <a:pt x="597363" y="3369463"/>
                  </a:moveTo>
                  <a:lnTo>
                    <a:pt x="528513" y="3369463"/>
                  </a:lnTo>
                  <a:lnTo>
                    <a:pt x="595416" y="3379847"/>
                  </a:lnTo>
                  <a:lnTo>
                    <a:pt x="597363" y="3369463"/>
                  </a:lnTo>
                  <a:close/>
                </a:path>
              </a:pathLst>
            </a:custGeom>
            <a:solidFill>
              <a:srgbClr val="E7ECDD">
                <a:alpha val="61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2269989" y="7573220"/>
              <a:ext cx="114300" cy="2284095"/>
            </a:xfrm>
            <a:custGeom>
              <a:avLst/>
              <a:gdLst/>
              <a:ahLst/>
              <a:cxnLst/>
              <a:rect l="l" t="t" r="r" b="b"/>
              <a:pathLst>
                <a:path w="114300" h="2284095">
                  <a:moveTo>
                    <a:pt x="59987" y="0"/>
                  </a:moveTo>
                  <a:lnTo>
                    <a:pt x="32930" y="28941"/>
                  </a:lnTo>
                  <a:lnTo>
                    <a:pt x="31328" y="45297"/>
                  </a:lnTo>
                  <a:lnTo>
                    <a:pt x="29937" y="58977"/>
                  </a:lnTo>
                  <a:lnTo>
                    <a:pt x="24920" y="116174"/>
                  </a:lnTo>
                  <a:lnTo>
                    <a:pt x="21203" y="166740"/>
                  </a:lnTo>
                  <a:lnTo>
                    <a:pt x="17423" y="226307"/>
                  </a:lnTo>
                  <a:lnTo>
                    <a:pt x="13927" y="294044"/>
                  </a:lnTo>
                  <a:lnTo>
                    <a:pt x="10847" y="369140"/>
                  </a:lnTo>
                  <a:lnTo>
                    <a:pt x="9510" y="409195"/>
                  </a:lnTo>
                  <a:lnTo>
                    <a:pt x="8930" y="429804"/>
                  </a:lnTo>
                  <a:lnTo>
                    <a:pt x="8313" y="450782"/>
                  </a:lnTo>
                  <a:lnTo>
                    <a:pt x="7872" y="472121"/>
                  </a:lnTo>
                  <a:lnTo>
                    <a:pt x="7388" y="493803"/>
                  </a:lnTo>
                  <a:lnTo>
                    <a:pt x="6945" y="515816"/>
                  </a:lnTo>
                  <a:lnTo>
                    <a:pt x="6320" y="560793"/>
                  </a:lnTo>
                  <a:lnTo>
                    <a:pt x="6057" y="583729"/>
                  </a:lnTo>
                  <a:lnTo>
                    <a:pt x="5865" y="606946"/>
                  </a:lnTo>
                  <a:lnTo>
                    <a:pt x="5614" y="666128"/>
                  </a:lnTo>
                  <a:lnTo>
                    <a:pt x="5790" y="678146"/>
                  </a:lnTo>
                  <a:lnTo>
                    <a:pt x="10062" y="726784"/>
                  </a:lnTo>
                  <a:lnTo>
                    <a:pt x="19267" y="776247"/>
                  </a:lnTo>
                  <a:lnTo>
                    <a:pt x="24338" y="801254"/>
                  </a:lnTo>
                  <a:lnTo>
                    <a:pt x="28732" y="826425"/>
                  </a:lnTo>
                  <a:lnTo>
                    <a:pt x="32835" y="864461"/>
                  </a:lnTo>
                  <a:lnTo>
                    <a:pt x="33516" y="889991"/>
                  </a:lnTo>
                  <a:lnTo>
                    <a:pt x="33195" y="902802"/>
                  </a:lnTo>
                  <a:lnTo>
                    <a:pt x="26172" y="954319"/>
                  </a:lnTo>
                  <a:lnTo>
                    <a:pt x="12766" y="1006193"/>
                  </a:lnTo>
                  <a:lnTo>
                    <a:pt x="6586" y="1032230"/>
                  </a:lnTo>
                  <a:lnTo>
                    <a:pt x="1186" y="1071383"/>
                  </a:lnTo>
                  <a:lnTo>
                    <a:pt x="335" y="1136771"/>
                  </a:lnTo>
                  <a:lnTo>
                    <a:pt x="0" y="1241312"/>
                  </a:lnTo>
                  <a:lnTo>
                    <a:pt x="125" y="1345037"/>
                  </a:lnTo>
                  <a:lnTo>
                    <a:pt x="396" y="1396334"/>
                  </a:lnTo>
                  <a:lnTo>
                    <a:pt x="719" y="1447123"/>
                  </a:lnTo>
                  <a:lnTo>
                    <a:pt x="1141" y="1497299"/>
                  </a:lnTo>
                  <a:lnTo>
                    <a:pt x="1977" y="1571188"/>
                  </a:lnTo>
                  <a:lnTo>
                    <a:pt x="2678" y="1619382"/>
                  </a:lnTo>
                  <a:lnTo>
                    <a:pt x="4806" y="1735392"/>
                  </a:lnTo>
                  <a:lnTo>
                    <a:pt x="5775" y="1779743"/>
                  </a:lnTo>
                  <a:lnTo>
                    <a:pt x="6832" y="1822763"/>
                  </a:lnTo>
                  <a:lnTo>
                    <a:pt x="7960" y="1864350"/>
                  </a:lnTo>
                  <a:lnTo>
                    <a:pt x="9141" y="1904402"/>
                  </a:lnTo>
                  <a:lnTo>
                    <a:pt x="10346" y="1942823"/>
                  </a:lnTo>
                  <a:lnTo>
                    <a:pt x="15463" y="2078100"/>
                  </a:lnTo>
                  <a:lnTo>
                    <a:pt x="19182" y="2157368"/>
                  </a:lnTo>
                  <a:lnTo>
                    <a:pt x="21305" y="2198124"/>
                  </a:lnTo>
                  <a:lnTo>
                    <a:pt x="22268" y="2214565"/>
                  </a:lnTo>
                  <a:lnTo>
                    <a:pt x="23035" y="2228246"/>
                  </a:lnTo>
                  <a:lnTo>
                    <a:pt x="34006" y="2274201"/>
                  </a:lnTo>
                  <a:lnTo>
                    <a:pt x="55055" y="2283762"/>
                  </a:lnTo>
                  <a:lnTo>
                    <a:pt x="67865" y="2282007"/>
                  </a:lnTo>
                  <a:lnTo>
                    <a:pt x="91190" y="2228246"/>
                  </a:lnTo>
                  <a:lnTo>
                    <a:pt x="91957" y="2214565"/>
                  </a:lnTo>
                  <a:lnTo>
                    <a:pt x="92921" y="2198124"/>
                  </a:lnTo>
                  <a:lnTo>
                    <a:pt x="95044" y="2157368"/>
                  </a:lnTo>
                  <a:lnTo>
                    <a:pt x="97468" y="2106807"/>
                  </a:lnTo>
                  <a:lnTo>
                    <a:pt x="102559" y="1979503"/>
                  </a:lnTo>
                  <a:lnTo>
                    <a:pt x="105085" y="1904402"/>
                  </a:lnTo>
                  <a:lnTo>
                    <a:pt x="106266" y="1864350"/>
                  </a:lnTo>
                  <a:lnTo>
                    <a:pt x="107394" y="1822763"/>
                  </a:lnTo>
                  <a:lnTo>
                    <a:pt x="108451" y="1779743"/>
                  </a:lnTo>
                  <a:lnTo>
                    <a:pt x="109420" y="1735392"/>
                  </a:lnTo>
                  <a:lnTo>
                    <a:pt x="111148" y="1643122"/>
                  </a:lnTo>
                  <a:lnTo>
                    <a:pt x="111920" y="1595400"/>
                  </a:lnTo>
                  <a:lnTo>
                    <a:pt x="113085" y="1497299"/>
                  </a:lnTo>
                  <a:lnTo>
                    <a:pt x="113507" y="1447123"/>
                  </a:lnTo>
                  <a:lnTo>
                    <a:pt x="113830" y="1396334"/>
                  </a:lnTo>
                  <a:lnTo>
                    <a:pt x="114101" y="1345037"/>
                  </a:lnTo>
                  <a:lnTo>
                    <a:pt x="114226" y="1241312"/>
                  </a:lnTo>
                  <a:lnTo>
                    <a:pt x="113891" y="1136771"/>
                  </a:lnTo>
                  <a:lnTo>
                    <a:pt x="113619" y="1084448"/>
                  </a:lnTo>
                  <a:lnTo>
                    <a:pt x="110051" y="1045272"/>
                  </a:lnTo>
                  <a:lnTo>
                    <a:pt x="101459" y="1006193"/>
                  </a:lnTo>
                  <a:lnTo>
                    <a:pt x="94507" y="980218"/>
                  </a:lnTo>
                  <a:lnTo>
                    <a:pt x="88053" y="954319"/>
                  </a:lnTo>
                  <a:lnTo>
                    <a:pt x="83369" y="928505"/>
                  </a:lnTo>
                  <a:lnTo>
                    <a:pt x="81891" y="915640"/>
                  </a:lnTo>
                  <a:lnTo>
                    <a:pt x="81031" y="902802"/>
                  </a:lnTo>
                  <a:lnTo>
                    <a:pt x="80709" y="889991"/>
                  </a:lnTo>
                  <a:lnTo>
                    <a:pt x="80845" y="877208"/>
                  </a:lnTo>
                  <a:lnTo>
                    <a:pt x="83753" y="839066"/>
                  </a:lnTo>
                  <a:lnTo>
                    <a:pt x="89888" y="801254"/>
                  </a:lnTo>
                  <a:lnTo>
                    <a:pt x="94959" y="776247"/>
                  </a:lnTo>
                  <a:lnTo>
                    <a:pt x="99964" y="751419"/>
                  </a:lnTo>
                  <a:lnTo>
                    <a:pt x="107030" y="702355"/>
                  </a:lnTo>
                  <a:lnTo>
                    <a:pt x="108612" y="666128"/>
                  </a:lnTo>
                  <a:lnTo>
                    <a:pt x="108361" y="606946"/>
                  </a:lnTo>
                  <a:lnTo>
                    <a:pt x="107906" y="560793"/>
                  </a:lnTo>
                  <a:lnTo>
                    <a:pt x="107281" y="515816"/>
                  </a:lnTo>
                  <a:lnTo>
                    <a:pt x="106358" y="472121"/>
                  </a:lnTo>
                  <a:lnTo>
                    <a:pt x="105923" y="450782"/>
                  </a:lnTo>
                  <a:lnTo>
                    <a:pt x="105296" y="429804"/>
                  </a:lnTo>
                  <a:lnTo>
                    <a:pt x="104714" y="409195"/>
                  </a:lnTo>
                  <a:lnTo>
                    <a:pt x="104100" y="388969"/>
                  </a:lnTo>
                  <a:lnTo>
                    <a:pt x="101934" y="330724"/>
                  </a:lnTo>
                  <a:lnTo>
                    <a:pt x="98559" y="259204"/>
                  </a:lnTo>
                  <a:lnTo>
                    <a:pt x="94916" y="195449"/>
                  </a:lnTo>
                  <a:lnTo>
                    <a:pt x="91146" y="140282"/>
                  </a:lnTo>
                  <a:lnTo>
                    <a:pt x="85784" y="75419"/>
                  </a:lnTo>
                  <a:lnTo>
                    <a:pt x="82897" y="45297"/>
                  </a:lnTo>
                  <a:lnTo>
                    <a:pt x="81295" y="28941"/>
                  </a:lnTo>
                  <a:lnTo>
                    <a:pt x="80206" y="20219"/>
                  </a:lnTo>
                  <a:lnTo>
                    <a:pt x="78026" y="12892"/>
                  </a:lnTo>
                  <a:lnTo>
                    <a:pt x="73666" y="6740"/>
                  </a:lnTo>
                  <a:lnTo>
                    <a:pt x="67521" y="2272"/>
                  </a:lnTo>
                  <a:lnTo>
                    <a:pt x="59987" y="0"/>
                  </a:lnTo>
                  <a:close/>
                </a:path>
              </a:pathLst>
            </a:custGeom>
            <a:solidFill>
              <a:srgbClr val="252C5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266173" y="7472976"/>
              <a:ext cx="117148" cy="151574"/>
            </a:xfrm>
            <a:prstGeom prst="rect">
              <a:avLst/>
            </a:prstGeom>
          </p:spPr>
        </p:pic>
        <p:sp>
          <p:nvSpPr>
            <p:cNvPr id="152" name="object 152" descr=""/>
            <p:cNvSpPr/>
            <p:nvPr/>
          </p:nvSpPr>
          <p:spPr>
            <a:xfrm>
              <a:off x="1436562" y="7739545"/>
              <a:ext cx="858519" cy="1549400"/>
            </a:xfrm>
            <a:custGeom>
              <a:avLst/>
              <a:gdLst/>
              <a:ahLst/>
              <a:cxnLst/>
              <a:rect l="l" t="t" r="r" b="b"/>
              <a:pathLst>
                <a:path w="858519" h="1549400">
                  <a:moveTo>
                    <a:pt x="469544" y="0"/>
                  </a:moveTo>
                  <a:lnTo>
                    <a:pt x="423987" y="9308"/>
                  </a:lnTo>
                  <a:lnTo>
                    <a:pt x="384456" y="33202"/>
                  </a:lnTo>
                  <a:lnTo>
                    <a:pt x="352052" y="67004"/>
                  </a:lnTo>
                  <a:lnTo>
                    <a:pt x="325429" y="108004"/>
                  </a:lnTo>
                  <a:lnTo>
                    <a:pt x="303244" y="153494"/>
                  </a:lnTo>
                  <a:lnTo>
                    <a:pt x="284153" y="200764"/>
                  </a:lnTo>
                  <a:lnTo>
                    <a:pt x="266813" y="247104"/>
                  </a:lnTo>
                  <a:lnTo>
                    <a:pt x="249879" y="289805"/>
                  </a:lnTo>
                  <a:lnTo>
                    <a:pt x="232008" y="326158"/>
                  </a:lnTo>
                  <a:lnTo>
                    <a:pt x="211855" y="353454"/>
                  </a:lnTo>
                  <a:lnTo>
                    <a:pt x="188078" y="368982"/>
                  </a:lnTo>
                  <a:lnTo>
                    <a:pt x="136436" y="388873"/>
                  </a:lnTo>
                  <a:lnTo>
                    <a:pt x="100422" y="418832"/>
                  </a:lnTo>
                  <a:lnTo>
                    <a:pt x="63114" y="479853"/>
                  </a:lnTo>
                  <a:lnTo>
                    <a:pt x="7591" y="592934"/>
                  </a:lnTo>
                  <a:lnTo>
                    <a:pt x="49003" y="949059"/>
                  </a:lnTo>
                  <a:lnTo>
                    <a:pt x="0" y="1548852"/>
                  </a:lnTo>
                  <a:lnTo>
                    <a:pt x="858267" y="1074657"/>
                  </a:lnTo>
                  <a:lnTo>
                    <a:pt x="853408" y="249457"/>
                  </a:lnTo>
                  <a:lnTo>
                    <a:pt x="836571" y="236686"/>
                  </a:lnTo>
                  <a:lnTo>
                    <a:pt x="794283" y="210139"/>
                  </a:lnTo>
                  <a:lnTo>
                    <a:pt x="738878" y="187463"/>
                  </a:lnTo>
                  <a:lnTo>
                    <a:pt x="682691" y="186307"/>
                  </a:lnTo>
                  <a:lnTo>
                    <a:pt x="666275" y="181893"/>
                  </a:lnTo>
                  <a:lnTo>
                    <a:pt x="647898" y="162609"/>
                  </a:lnTo>
                  <a:lnTo>
                    <a:pt x="627079" y="133194"/>
                  </a:lnTo>
                  <a:lnTo>
                    <a:pt x="603338" y="98386"/>
                  </a:lnTo>
                  <a:lnTo>
                    <a:pt x="576194" y="62924"/>
                  </a:lnTo>
                  <a:lnTo>
                    <a:pt x="545167" y="31546"/>
                  </a:lnTo>
                  <a:lnTo>
                    <a:pt x="509777" y="8992"/>
                  </a:lnTo>
                  <a:lnTo>
                    <a:pt x="469544" y="0"/>
                  </a:lnTo>
                  <a:close/>
                </a:path>
              </a:pathLst>
            </a:custGeom>
            <a:solidFill>
              <a:srgbClr val="5256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472757" y="7741806"/>
              <a:ext cx="858519" cy="1549400"/>
            </a:xfrm>
            <a:custGeom>
              <a:avLst/>
              <a:gdLst/>
              <a:ahLst/>
              <a:cxnLst/>
              <a:rect l="l" t="t" r="r" b="b"/>
              <a:pathLst>
                <a:path w="858519" h="1549400">
                  <a:moveTo>
                    <a:pt x="469544" y="0"/>
                  </a:moveTo>
                  <a:lnTo>
                    <a:pt x="423987" y="9308"/>
                  </a:lnTo>
                  <a:lnTo>
                    <a:pt x="384456" y="33202"/>
                  </a:lnTo>
                  <a:lnTo>
                    <a:pt x="352052" y="67004"/>
                  </a:lnTo>
                  <a:lnTo>
                    <a:pt x="325429" y="108004"/>
                  </a:lnTo>
                  <a:lnTo>
                    <a:pt x="303244" y="153494"/>
                  </a:lnTo>
                  <a:lnTo>
                    <a:pt x="284153" y="200764"/>
                  </a:lnTo>
                  <a:lnTo>
                    <a:pt x="266813" y="247104"/>
                  </a:lnTo>
                  <a:lnTo>
                    <a:pt x="249879" y="289805"/>
                  </a:lnTo>
                  <a:lnTo>
                    <a:pt x="232008" y="326158"/>
                  </a:lnTo>
                  <a:lnTo>
                    <a:pt x="211855" y="353454"/>
                  </a:lnTo>
                  <a:lnTo>
                    <a:pt x="188078" y="368982"/>
                  </a:lnTo>
                  <a:lnTo>
                    <a:pt x="136436" y="388873"/>
                  </a:lnTo>
                  <a:lnTo>
                    <a:pt x="100422" y="418832"/>
                  </a:lnTo>
                  <a:lnTo>
                    <a:pt x="63114" y="479853"/>
                  </a:lnTo>
                  <a:lnTo>
                    <a:pt x="7591" y="592934"/>
                  </a:lnTo>
                  <a:lnTo>
                    <a:pt x="0" y="1548852"/>
                  </a:lnTo>
                  <a:lnTo>
                    <a:pt x="858267" y="1074657"/>
                  </a:lnTo>
                  <a:lnTo>
                    <a:pt x="853408" y="249457"/>
                  </a:lnTo>
                  <a:lnTo>
                    <a:pt x="794283" y="210139"/>
                  </a:lnTo>
                  <a:lnTo>
                    <a:pt x="738878" y="187463"/>
                  </a:lnTo>
                  <a:lnTo>
                    <a:pt x="682691" y="186307"/>
                  </a:lnTo>
                  <a:lnTo>
                    <a:pt x="666275" y="181893"/>
                  </a:lnTo>
                  <a:lnTo>
                    <a:pt x="647898" y="162609"/>
                  </a:lnTo>
                  <a:lnTo>
                    <a:pt x="627079" y="133194"/>
                  </a:lnTo>
                  <a:lnTo>
                    <a:pt x="603338" y="98386"/>
                  </a:lnTo>
                  <a:lnTo>
                    <a:pt x="576194" y="62924"/>
                  </a:lnTo>
                  <a:lnTo>
                    <a:pt x="545167" y="31546"/>
                  </a:lnTo>
                  <a:lnTo>
                    <a:pt x="509777" y="8992"/>
                  </a:lnTo>
                  <a:lnTo>
                    <a:pt x="469544" y="0"/>
                  </a:lnTo>
                  <a:close/>
                </a:path>
              </a:pathLst>
            </a:custGeom>
            <a:solidFill>
              <a:srgbClr val="252C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513121" y="8490437"/>
              <a:ext cx="3441700" cy="498475"/>
            </a:xfrm>
            <a:custGeom>
              <a:avLst/>
              <a:gdLst/>
              <a:ahLst/>
              <a:cxnLst/>
              <a:rect l="l" t="t" r="r" b="b"/>
              <a:pathLst>
                <a:path w="3441700" h="498475">
                  <a:moveTo>
                    <a:pt x="1311533" y="0"/>
                  </a:moveTo>
                  <a:lnTo>
                    <a:pt x="982395" y="11704"/>
                  </a:lnTo>
                  <a:lnTo>
                    <a:pt x="815598" y="53697"/>
                  </a:lnTo>
                  <a:lnTo>
                    <a:pt x="593840" y="154855"/>
                  </a:lnTo>
                  <a:lnTo>
                    <a:pt x="323958" y="304019"/>
                  </a:lnTo>
                  <a:lnTo>
                    <a:pt x="95997" y="439071"/>
                  </a:lnTo>
                  <a:lnTo>
                    <a:pt x="0" y="497893"/>
                  </a:lnTo>
                  <a:lnTo>
                    <a:pt x="3038012" y="485118"/>
                  </a:lnTo>
                  <a:lnTo>
                    <a:pt x="3441570" y="75707"/>
                  </a:lnTo>
                  <a:lnTo>
                    <a:pt x="2049196" y="20646"/>
                  </a:lnTo>
                  <a:lnTo>
                    <a:pt x="1311533" y="0"/>
                  </a:lnTo>
                  <a:close/>
                </a:path>
              </a:pathLst>
            </a:custGeom>
            <a:solidFill>
              <a:srgbClr val="FBE4E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17932" y="6051041"/>
              <a:ext cx="3979030" cy="4206167"/>
            </a:xfrm>
            <a:prstGeom prst="rect">
              <a:avLst/>
            </a:prstGeom>
          </p:spPr>
        </p:pic>
      </p:grpSp>
      <p:grpSp>
        <p:nvGrpSpPr>
          <p:cNvPr id="156" name="object 156" descr=""/>
          <p:cNvGrpSpPr/>
          <p:nvPr/>
        </p:nvGrpSpPr>
        <p:grpSpPr>
          <a:xfrm>
            <a:off x="14550801" y="4187328"/>
            <a:ext cx="1720214" cy="2195830"/>
            <a:chOff x="14550801" y="4187328"/>
            <a:chExt cx="1720214" cy="2195830"/>
          </a:xfrm>
        </p:grpSpPr>
        <p:sp>
          <p:nvSpPr>
            <p:cNvPr id="157" name="object 157" descr=""/>
            <p:cNvSpPr/>
            <p:nvPr/>
          </p:nvSpPr>
          <p:spPr>
            <a:xfrm>
              <a:off x="14740960" y="4458053"/>
              <a:ext cx="1297305" cy="1925320"/>
            </a:xfrm>
            <a:custGeom>
              <a:avLst/>
              <a:gdLst/>
              <a:ahLst/>
              <a:cxnLst/>
              <a:rect l="l" t="t" r="r" b="b"/>
              <a:pathLst>
                <a:path w="1297305" h="1925320">
                  <a:moveTo>
                    <a:pt x="659205" y="94"/>
                  </a:moveTo>
                  <a:lnTo>
                    <a:pt x="643257" y="0"/>
                  </a:lnTo>
                  <a:lnTo>
                    <a:pt x="0" y="6073"/>
                  </a:lnTo>
                  <a:lnTo>
                    <a:pt x="0" y="1738774"/>
                  </a:lnTo>
                  <a:lnTo>
                    <a:pt x="70123" y="1738774"/>
                  </a:lnTo>
                  <a:lnTo>
                    <a:pt x="113493" y="850235"/>
                  </a:lnTo>
                  <a:lnTo>
                    <a:pt x="113766" y="849387"/>
                  </a:lnTo>
                  <a:lnTo>
                    <a:pt x="117441" y="791860"/>
                  </a:lnTo>
                  <a:lnTo>
                    <a:pt x="113759" y="737048"/>
                  </a:lnTo>
                  <a:lnTo>
                    <a:pt x="114997" y="709742"/>
                  </a:lnTo>
                  <a:lnTo>
                    <a:pt x="123376" y="701810"/>
                  </a:lnTo>
                  <a:lnTo>
                    <a:pt x="141116" y="705119"/>
                  </a:lnTo>
                  <a:lnTo>
                    <a:pt x="161381" y="735753"/>
                  </a:lnTo>
                  <a:lnTo>
                    <a:pt x="174632" y="794746"/>
                  </a:lnTo>
                  <a:lnTo>
                    <a:pt x="181857" y="852123"/>
                  </a:lnTo>
                  <a:lnTo>
                    <a:pt x="184046" y="877910"/>
                  </a:lnTo>
                  <a:lnTo>
                    <a:pt x="197396" y="897717"/>
                  </a:lnTo>
                  <a:lnTo>
                    <a:pt x="208818" y="923346"/>
                  </a:lnTo>
                  <a:lnTo>
                    <a:pt x="216788" y="945523"/>
                  </a:lnTo>
                  <a:lnTo>
                    <a:pt x="219783" y="954976"/>
                  </a:lnTo>
                  <a:lnTo>
                    <a:pt x="288807" y="1924841"/>
                  </a:lnTo>
                  <a:lnTo>
                    <a:pt x="378606" y="1924841"/>
                  </a:lnTo>
                  <a:lnTo>
                    <a:pt x="420667" y="973258"/>
                  </a:lnTo>
                  <a:lnTo>
                    <a:pt x="424615" y="973258"/>
                  </a:lnTo>
                  <a:lnTo>
                    <a:pt x="445694" y="929941"/>
                  </a:lnTo>
                  <a:lnTo>
                    <a:pt x="465125" y="906692"/>
                  </a:lnTo>
                  <a:lnTo>
                    <a:pt x="494073" y="895579"/>
                  </a:lnTo>
                  <a:lnTo>
                    <a:pt x="543700" y="888674"/>
                  </a:lnTo>
                  <a:lnTo>
                    <a:pt x="557355" y="810405"/>
                  </a:lnTo>
                  <a:lnTo>
                    <a:pt x="573191" y="770424"/>
                  </a:lnTo>
                  <a:lnTo>
                    <a:pt x="601365" y="756228"/>
                  </a:lnTo>
                  <a:lnTo>
                    <a:pt x="652032" y="755317"/>
                  </a:lnTo>
                  <a:lnTo>
                    <a:pt x="705696" y="775200"/>
                  </a:lnTo>
                  <a:lnTo>
                    <a:pt x="738857" y="820973"/>
                  </a:lnTo>
                  <a:lnTo>
                    <a:pt x="755691" y="867138"/>
                  </a:lnTo>
                  <a:lnTo>
                    <a:pt x="760374" y="888192"/>
                  </a:lnTo>
                  <a:lnTo>
                    <a:pt x="814802" y="905672"/>
                  </a:lnTo>
                  <a:lnTo>
                    <a:pt x="851758" y="934447"/>
                  </a:lnTo>
                  <a:lnTo>
                    <a:pt x="872793" y="961362"/>
                  </a:lnTo>
                  <a:lnTo>
                    <a:pt x="879460" y="973258"/>
                  </a:lnTo>
                  <a:lnTo>
                    <a:pt x="880549" y="973258"/>
                  </a:lnTo>
                  <a:lnTo>
                    <a:pt x="922610" y="1924841"/>
                  </a:lnTo>
                  <a:lnTo>
                    <a:pt x="1012408" y="1924841"/>
                  </a:lnTo>
                  <a:lnTo>
                    <a:pt x="1081433" y="954913"/>
                  </a:lnTo>
                  <a:lnTo>
                    <a:pt x="1082008" y="901487"/>
                  </a:lnTo>
                  <a:lnTo>
                    <a:pt x="1086037" y="872694"/>
                  </a:lnTo>
                  <a:lnTo>
                    <a:pt x="1096973" y="858647"/>
                  </a:lnTo>
                  <a:lnTo>
                    <a:pt x="1118269" y="849461"/>
                  </a:lnTo>
                  <a:lnTo>
                    <a:pt x="1126935" y="823021"/>
                  </a:lnTo>
                  <a:lnTo>
                    <a:pt x="1131718" y="770494"/>
                  </a:lnTo>
                  <a:lnTo>
                    <a:pt x="1140732" y="717536"/>
                  </a:lnTo>
                  <a:lnTo>
                    <a:pt x="1162090" y="689800"/>
                  </a:lnTo>
                  <a:lnTo>
                    <a:pt x="1183102" y="711183"/>
                  </a:lnTo>
                  <a:lnTo>
                    <a:pt x="1190023" y="766768"/>
                  </a:lnTo>
                  <a:lnTo>
                    <a:pt x="1189386" y="823997"/>
                  </a:lnTo>
                  <a:lnTo>
                    <a:pt x="1187722" y="850309"/>
                  </a:lnTo>
                  <a:lnTo>
                    <a:pt x="1231093" y="1738774"/>
                  </a:lnTo>
                  <a:lnTo>
                    <a:pt x="1297143" y="1738774"/>
                  </a:lnTo>
                  <a:lnTo>
                    <a:pt x="1297143" y="6073"/>
                  </a:lnTo>
                  <a:lnTo>
                    <a:pt x="659205" y="94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5081194" y="4554143"/>
              <a:ext cx="633095" cy="436245"/>
            </a:xfrm>
            <a:custGeom>
              <a:avLst/>
              <a:gdLst/>
              <a:ahLst/>
              <a:cxnLst/>
              <a:rect l="l" t="t" r="r" b="b"/>
              <a:pathLst>
                <a:path w="633094" h="436245">
                  <a:moveTo>
                    <a:pt x="632619" y="0"/>
                  </a:moveTo>
                  <a:lnTo>
                    <a:pt x="0" y="0"/>
                  </a:lnTo>
                  <a:lnTo>
                    <a:pt x="0" y="435923"/>
                  </a:lnTo>
                  <a:lnTo>
                    <a:pt x="632619" y="435923"/>
                  </a:lnTo>
                  <a:lnTo>
                    <a:pt x="632619" y="0"/>
                  </a:lnTo>
                  <a:close/>
                </a:path>
              </a:pathLst>
            </a:custGeom>
            <a:solidFill>
              <a:srgbClr val="DFEC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5713813" y="4461010"/>
              <a:ext cx="324485" cy="1922145"/>
            </a:xfrm>
            <a:custGeom>
              <a:avLst/>
              <a:gdLst/>
              <a:ahLst/>
              <a:cxnLst/>
              <a:rect l="l" t="t" r="r" b="b"/>
              <a:pathLst>
                <a:path w="324484" h="1922145">
                  <a:moveTo>
                    <a:pt x="0" y="0"/>
                  </a:moveTo>
                  <a:lnTo>
                    <a:pt x="0" y="1921889"/>
                  </a:lnTo>
                  <a:lnTo>
                    <a:pt x="39559" y="1921889"/>
                  </a:lnTo>
                  <a:lnTo>
                    <a:pt x="108583" y="951950"/>
                  </a:lnTo>
                  <a:lnTo>
                    <a:pt x="109158" y="898524"/>
                  </a:lnTo>
                  <a:lnTo>
                    <a:pt x="113187" y="869731"/>
                  </a:lnTo>
                  <a:lnTo>
                    <a:pt x="124123" y="855684"/>
                  </a:lnTo>
                  <a:lnTo>
                    <a:pt x="145419" y="846497"/>
                  </a:lnTo>
                  <a:lnTo>
                    <a:pt x="154083" y="820063"/>
                  </a:lnTo>
                  <a:lnTo>
                    <a:pt x="158862" y="767540"/>
                  </a:lnTo>
                  <a:lnTo>
                    <a:pt x="167873" y="714583"/>
                  </a:lnTo>
                  <a:lnTo>
                    <a:pt x="189229" y="686848"/>
                  </a:lnTo>
                  <a:lnTo>
                    <a:pt x="210248" y="708230"/>
                  </a:lnTo>
                  <a:lnTo>
                    <a:pt x="217172" y="763815"/>
                  </a:lnTo>
                  <a:lnTo>
                    <a:pt x="216536" y="821044"/>
                  </a:lnTo>
                  <a:lnTo>
                    <a:pt x="214873" y="847356"/>
                  </a:lnTo>
                  <a:lnTo>
                    <a:pt x="258243" y="1735821"/>
                  </a:lnTo>
                  <a:lnTo>
                    <a:pt x="324283" y="1735821"/>
                  </a:lnTo>
                  <a:lnTo>
                    <a:pt x="324283" y="3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C5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550801" y="4187328"/>
              <a:ext cx="1719895" cy="2195562"/>
            </a:xfrm>
            <a:prstGeom prst="rect">
              <a:avLst/>
            </a:prstGeom>
          </p:spPr>
        </p:pic>
      </p:grpSp>
      <p:pic>
        <p:nvPicPr>
          <p:cNvPr id="161" name="object 161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7095404" y="1596131"/>
            <a:ext cx="1687069" cy="1783934"/>
          </a:xfrm>
          <a:prstGeom prst="rect">
            <a:avLst/>
          </a:prstGeom>
        </p:spPr>
      </p:pic>
      <p:grpSp>
        <p:nvGrpSpPr>
          <p:cNvPr id="162" name="object 162" descr=""/>
          <p:cNvGrpSpPr/>
          <p:nvPr/>
        </p:nvGrpSpPr>
        <p:grpSpPr>
          <a:xfrm>
            <a:off x="16866058" y="9166485"/>
            <a:ext cx="1895475" cy="1107440"/>
            <a:chOff x="16866058" y="9166485"/>
            <a:chExt cx="1895475" cy="1107440"/>
          </a:xfrm>
        </p:grpSpPr>
        <p:sp>
          <p:nvSpPr>
            <p:cNvPr id="163" name="object 163" descr=""/>
            <p:cNvSpPr/>
            <p:nvPr/>
          </p:nvSpPr>
          <p:spPr>
            <a:xfrm>
              <a:off x="16866058" y="9302108"/>
              <a:ext cx="1895475" cy="971550"/>
            </a:xfrm>
            <a:custGeom>
              <a:avLst/>
              <a:gdLst/>
              <a:ahLst/>
              <a:cxnLst/>
              <a:rect l="l" t="t" r="r" b="b"/>
              <a:pathLst>
                <a:path w="1895475" h="971550">
                  <a:moveTo>
                    <a:pt x="1895424" y="412064"/>
                  </a:moveTo>
                  <a:lnTo>
                    <a:pt x="1891639" y="350748"/>
                  </a:lnTo>
                  <a:lnTo>
                    <a:pt x="1880908" y="292188"/>
                  </a:lnTo>
                  <a:lnTo>
                    <a:pt x="1865287" y="317868"/>
                  </a:lnTo>
                  <a:lnTo>
                    <a:pt x="1843646" y="353872"/>
                  </a:lnTo>
                  <a:lnTo>
                    <a:pt x="1827504" y="330034"/>
                  </a:lnTo>
                  <a:lnTo>
                    <a:pt x="1779066" y="275336"/>
                  </a:lnTo>
                  <a:lnTo>
                    <a:pt x="1750136" y="249224"/>
                  </a:lnTo>
                  <a:lnTo>
                    <a:pt x="1718246" y="224028"/>
                  </a:lnTo>
                  <a:lnTo>
                    <a:pt x="1683512" y="199809"/>
                  </a:lnTo>
                  <a:lnTo>
                    <a:pt x="1646047" y="176644"/>
                  </a:lnTo>
                  <a:lnTo>
                    <a:pt x="1605978" y="154597"/>
                  </a:lnTo>
                  <a:lnTo>
                    <a:pt x="1563420" y="133731"/>
                  </a:lnTo>
                  <a:lnTo>
                    <a:pt x="1518500" y="114122"/>
                  </a:lnTo>
                  <a:lnTo>
                    <a:pt x="1471345" y="95821"/>
                  </a:lnTo>
                  <a:lnTo>
                    <a:pt x="1422069" y="78905"/>
                  </a:lnTo>
                  <a:lnTo>
                    <a:pt x="1370799" y="63436"/>
                  </a:lnTo>
                  <a:lnTo>
                    <a:pt x="1317650" y="49491"/>
                  </a:lnTo>
                  <a:lnTo>
                    <a:pt x="1262748" y="37134"/>
                  </a:lnTo>
                  <a:lnTo>
                    <a:pt x="1206207" y="26416"/>
                  </a:lnTo>
                  <a:lnTo>
                    <a:pt x="1148156" y="17424"/>
                  </a:lnTo>
                  <a:lnTo>
                    <a:pt x="1088720" y="10223"/>
                  </a:lnTo>
                  <a:lnTo>
                    <a:pt x="1028026" y="4864"/>
                  </a:lnTo>
                  <a:lnTo>
                    <a:pt x="966177" y="1435"/>
                  </a:lnTo>
                  <a:lnTo>
                    <a:pt x="904252" y="0"/>
                  </a:lnTo>
                  <a:lnTo>
                    <a:pt x="843305" y="571"/>
                  </a:lnTo>
                  <a:lnTo>
                    <a:pt x="783488" y="3086"/>
                  </a:lnTo>
                  <a:lnTo>
                    <a:pt x="724916" y="7480"/>
                  </a:lnTo>
                  <a:lnTo>
                    <a:pt x="667715" y="13716"/>
                  </a:lnTo>
                  <a:lnTo>
                    <a:pt x="612013" y="21729"/>
                  </a:lnTo>
                  <a:lnTo>
                    <a:pt x="557936" y="31457"/>
                  </a:lnTo>
                  <a:lnTo>
                    <a:pt x="505612" y="42849"/>
                  </a:lnTo>
                  <a:lnTo>
                    <a:pt x="455155" y="55841"/>
                  </a:lnTo>
                  <a:lnTo>
                    <a:pt x="406704" y="70370"/>
                  </a:lnTo>
                  <a:lnTo>
                    <a:pt x="360387" y="86398"/>
                  </a:lnTo>
                  <a:lnTo>
                    <a:pt x="316331" y="103860"/>
                  </a:lnTo>
                  <a:lnTo>
                    <a:pt x="274650" y="122694"/>
                  </a:lnTo>
                  <a:lnTo>
                    <a:pt x="235470" y="142836"/>
                  </a:lnTo>
                  <a:lnTo>
                    <a:pt x="198945" y="164249"/>
                  </a:lnTo>
                  <a:lnTo>
                    <a:pt x="165163" y="186867"/>
                  </a:lnTo>
                  <a:lnTo>
                    <a:pt x="134289" y="210616"/>
                  </a:lnTo>
                  <a:lnTo>
                    <a:pt x="81686" y="261353"/>
                  </a:lnTo>
                  <a:lnTo>
                    <a:pt x="60756" y="287540"/>
                  </a:lnTo>
                  <a:lnTo>
                    <a:pt x="40081" y="246049"/>
                  </a:lnTo>
                  <a:lnTo>
                    <a:pt x="26517" y="219227"/>
                  </a:lnTo>
                  <a:lnTo>
                    <a:pt x="11214" y="276758"/>
                  </a:lnTo>
                  <a:lnTo>
                    <a:pt x="2628" y="337591"/>
                  </a:lnTo>
                  <a:lnTo>
                    <a:pt x="0" y="396214"/>
                  </a:lnTo>
                  <a:lnTo>
                    <a:pt x="2565" y="447128"/>
                  </a:lnTo>
                  <a:lnTo>
                    <a:pt x="9601" y="484835"/>
                  </a:lnTo>
                  <a:lnTo>
                    <a:pt x="10020" y="485013"/>
                  </a:lnTo>
                  <a:lnTo>
                    <a:pt x="11887" y="497268"/>
                  </a:lnTo>
                  <a:lnTo>
                    <a:pt x="32626" y="558533"/>
                  </a:lnTo>
                  <a:lnTo>
                    <a:pt x="67652" y="618185"/>
                  </a:lnTo>
                  <a:lnTo>
                    <a:pt x="116001" y="675525"/>
                  </a:lnTo>
                  <a:lnTo>
                    <a:pt x="144856" y="703097"/>
                  </a:lnTo>
                  <a:lnTo>
                    <a:pt x="176695" y="729843"/>
                  </a:lnTo>
                  <a:lnTo>
                    <a:pt x="211366" y="755650"/>
                  </a:lnTo>
                  <a:lnTo>
                    <a:pt x="248767" y="780440"/>
                  </a:lnTo>
                  <a:lnTo>
                    <a:pt x="288772" y="804125"/>
                  </a:lnTo>
                  <a:lnTo>
                    <a:pt x="331266" y="826630"/>
                  </a:lnTo>
                  <a:lnTo>
                    <a:pt x="376123" y="847839"/>
                  </a:lnTo>
                  <a:lnTo>
                    <a:pt x="423214" y="867676"/>
                  </a:lnTo>
                  <a:lnTo>
                    <a:pt x="472427" y="886066"/>
                  </a:lnTo>
                  <a:lnTo>
                    <a:pt x="523646" y="902906"/>
                  </a:lnTo>
                  <a:lnTo>
                    <a:pt x="576745" y="918108"/>
                  </a:lnTo>
                  <a:lnTo>
                    <a:pt x="631609" y="931595"/>
                  </a:lnTo>
                  <a:lnTo>
                    <a:pt x="688098" y="943279"/>
                  </a:lnTo>
                  <a:lnTo>
                    <a:pt x="746112" y="953058"/>
                  </a:lnTo>
                  <a:lnTo>
                    <a:pt x="805522" y="960856"/>
                  </a:lnTo>
                  <a:lnTo>
                    <a:pt x="866216" y="966584"/>
                  </a:lnTo>
                  <a:lnTo>
                    <a:pt x="928065" y="970140"/>
                  </a:lnTo>
                  <a:lnTo>
                    <a:pt x="989990" y="971448"/>
                  </a:lnTo>
                  <a:lnTo>
                    <a:pt x="1050937" y="970508"/>
                  </a:lnTo>
                  <a:lnTo>
                    <a:pt x="1110780" y="967409"/>
                  </a:lnTo>
                  <a:lnTo>
                    <a:pt x="1169390" y="962215"/>
                  </a:lnTo>
                  <a:lnTo>
                    <a:pt x="1226629" y="955014"/>
                  </a:lnTo>
                  <a:lnTo>
                    <a:pt x="1282382" y="945883"/>
                  </a:lnTo>
                  <a:lnTo>
                    <a:pt x="1336509" y="934885"/>
                  </a:lnTo>
                  <a:lnTo>
                    <a:pt x="1388884" y="922121"/>
                  </a:lnTo>
                  <a:lnTo>
                    <a:pt x="1439405" y="907669"/>
                  </a:lnTo>
                  <a:lnTo>
                    <a:pt x="1487906" y="891578"/>
                  </a:lnTo>
                  <a:lnTo>
                    <a:pt x="1534287" y="873963"/>
                  </a:lnTo>
                  <a:lnTo>
                    <a:pt x="1578419" y="854875"/>
                  </a:lnTo>
                  <a:lnTo>
                    <a:pt x="1620164" y="834402"/>
                  </a:lnTo>
                  <a:lnTo>
                    <a:pt x="1659394" y="812622"/>
                  </a:lnTo>
                  <a:lnTo>
                    <a:pt x="1695996" y="789622"/>
                  </a:lnTo>
                  <a:lnTo>
                    <a:pt x="1729828" y="765467"/>
                  </a:lnTo>
                  <a:lnTo>
                    <a:pt x="1760766" y="740232"/>
                  </a:lnTo>
                  <a:lnTo>
                    <a:pt x="1788693" y="714006"/>
                  </a:lnTo>
                  <a:lnTo>
                    <a:pt x="1834972" y="658888"/>
                  </a:lnTo>
                  <a:lnTo>
                    <a:pt x="1867636" y="600735"/>
                  </a:lnTo>
                  <a:lnTo>
                    <a:pt x="1885696" y="540156"/>
                  </a:lnTo>
                  <a:lnTo>
                    <a:pt x="1888921" y="509168"/>
                  </a:lnTo>
                  <a:lnTo>
                    <a:pt x="1888832" y="506133"/>
                  </a:lnTo>
                  <a:lnTo>
                    <a:pt x="1893443" y="470712"/>
                  </a:lnTo>
                  <a:lnTo>
                    <a:pt x="1895424" y="412064"/>
                  </a:lnTo>
                  <a:close/>
                </a:path>
              </a:pathLst>
            </a:custGeom>
            <a:solidFill>
              <a:srgbClr val="145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6877683" y="9166485"/>
              <a:ext cx="1882775" cy="950594"/>
            </a:xfrm>
            <a:custGeom>
              <a:avLst/>
              <a:gdLst/>
              <a:ahLst/>
              <a:cxnLst/>
              <a:rect l="l" t="t" r="r" b="b"/>
              <a:pathLst>
                <a:path w="1882775" h="950595">
                  <a:moveTo>
                    <a:pt x="897969" y="0"/>
                  </a:moveTo>
                  <a:lnTo>
                    <a:pt x="837032" y="588"/>
                  </a:lnTo>
                  <a:lnTo>
                    <a:pt x="777213" y="3134"/>
                  </a:lnTo>
                  <a:lnTo>
                    <a:pt x="718638" y="7581"/>
                  </a:lnTo>
                  <a:lnTo>
                    <a:pt x="661434" y="13871"/>
                  </a:lnTo>
                  <a:lnTo>
                    <a:pt x="605727" y="21946"/>
                  </a:lnTo>
                  <a:lnTo>
                    <a:pt x="551645" y="31749"/>
                  </a:lnTo>
                  <a:lnTo>
                    <a:pt x="499312" y="43223"/>
                  </a:lnTo>
                  <a:lnTo>
                    <a:pt x="448856" y="56309"/>
                  </a:lnTo>
                  <a:lnTo>
                    <a:pt x="400403" y="70950"/>
                  </a:lnTo>
                  <a:lnTo>
                    <a:pt x="354080" y="87090"/>
                  </a:lnTo>
                  <a:lnTo>
                    <a:pt x="310013" y="104669"/>
                  </a:lnTo>
                  <a:lnTo>
                    <a:pt x="268329" y="123631"/>
                  </a:lnTo>
                  <a:lnTo>
                    <a:pt x="229153" y="143918"/>
                  </a:lnTo>
                  <a:lnTo>
                    <a:pt x="192614" y="165473"/>
                  </a:lnTo>
                  <a:lnTo>
                    <a:pt x="158836" y="188238"/>
                  </a:lnTo>
                  <a:lnTo>
                    <a:pt x="127947" y="212155"/>
                  </a:lnTo>
                  <a:lnTo>
                    <a:pt x="75340" y="263218"/>
                  </a:lnTo>
                  <a:lnTo>
                    <a:pt x="35806" y="318200"/>
                  </a:lnTo>
                  <a:lnTo>
                    <a:pt x="10355" y="376642"/>
                  </a:lnTo>
                  <a:lnTo>
                    <a:pt x="0" y="438083"/>
                  </a:lnTo>
                  <a:lnTo>
                    <a:pt x="775" y="469308"/>
                  </a:lnTo>
                  <a:lnTo>
                    <a:pt x="14033" y="530538"/>
                  </a:lnTo>
                  <a:lnTo>
                    <a:pt x="42090" y="589695"/>
                  </a:lnTo>
                  <a:lnTo>
                    <a:pt x="83973" y="646241"/>
                  </a:lnTo>
                  <a:lnTo>
                    <a:pt x="138710" y="699636"/>
                  </a:lnTo>
                  <a:lnTo>
                    <a:pt x="170595" y="724985"/>
                  </a:lnTo>
                  <a:lnTo>
                    <a:pt x="205328" y="749344"/>
                  </a:lnTo>
                  <a:lnTo>
                    <a:pt x="242788" y="772646"/>
                  </a:lnTo>
                  <a:lnTo>
                    <a:pt x="282854" y="794825"/>
                  </a:lnTo>
                  <a:lnTo>
                    <a:pt x="325404" y="815812"/>
                  </a:lnTo>
                  <a:lnTo>
                    <a:pt x="370316" y="835541"/>
                  </a:lnTo>
                  <a:lnTo>
                    <a:pt x="417469" y="853945"/>
                  </a:lnTo>
                  <a:lnTo>
                    <a:pt x="466741" y="870955"/>
                  </a:lnTo>
                  <a:lnTo>
                    <a:pt x="518011" y="886505"/>
                  </a:lnTo>
                  <a:lnTo>
                    <a:pt x="571157" y="900527"/>
                  </a:lnTo>
                  <a:lnTo>
                    <a:pt x="626057" y="912954"/>
                  </a:lnTo>
                  <a:lnTo>
                    <a:pt x="682590" y="923719"/>
                  </a:lnTo>
                  <a:lnTo>
                    <a:pt x="740635" y="932755"/>
                  </a:lnTo>
                  <a:lnTo>
                    <a:pt x="800069" y="939993"/>
                  </a:lnTo>
                  <a:lnTo>
                    <a:pt x="860772" y="945368"/>
                  </a:lnTo>
                  <a:lnTo>
                    <a:pt x="922621" y="948811"/>
                  </a:lnTo>
                  <a:lnTo>
                    <a:pt x="984548" y="950238"/>
                  </a:lnTo>
                  <a:lnTo>
                    <a:pt x="1045484" y="949650"/>
                  </a:lnTo>
                  <a:lnTo>
                    <a:pt x="1105302" y="947103"/>
                  </a:lnTo>
                  <a:lnTo>
                    <a:pt x="1163876" y="942656"/>
                  </a:lnTo>
                  <a:lnTo>
                    <a:pt x="1221079" y="936367"/>
                  </a:lnTo>
                  <a:lnTo>
                    <a:pt x="1276786" y="928291"/>
                  </a:lnTo>
                  <a:lnTo>
                    <a:pt x="1330869" y="918488"/>
                  </a:lnTo>
                  <a:lnTo>
                    <a:pt x="1383201" y="907015"/>
                  </a:lnTo>
                  <a:lnTo>
                    <a:pt x="1433657" y="893929"/>
                  </a:lnTo>
                  <a:lnTo>
                    <a:pt x="1482110" y="879287"/>
                  </a:lnTo>
                  <a:lnTo>
                    <a:pt x="1528433" y="863148"/>
                  </a:lnTo>
                  <a:lnTo>
                    <a:pt x="1572501" y="845569"/>
                  </a:lnTo>
                  <a:lnTo>
                    <a:pt x="1614185" y="826607"/>
                  </a:lnTo>
                  <a:lnTo>
                    <a:pt x="1653361" y="806320"/>
                  </a:lnTo>
                  <a:lnTo>
                    <a:pt x="1689901" y="784765"/>
                  </a:lnTo>
                  <a:lnTo>
                    <a:pt x="1723679" y="762000"/>
                  </a:lnTo>
                  <a:lnTo>
                    <a:pt x="1754568" y="738083"/>
                  </a:lnTo>
                  <a:lnTo>
                    <a:pt x="1807176" y="687020"/>
                  </a:lnTo>
                  <a:lnTo>
                    <a:pt x="1846711" y="632038"/>
                  </a:lnTo>
                  <a:lnTo>
                    <a:pt x="1872163" y="573596"/>
                  </a:lnTo>
                  <a:lnTo>
                    <a:pt x="1882518" y="512154"/>
                  </a:lnTo>
                  <a:lnTo>
                    <a:pt x="1881741" y="480930"/>
                  </a:lnTo>
                  <a:lnTo>
                    <a:pt x="1868481" y="419700"/>
                  </a:lnTo>
                  <a:lnTo>
                    <a:pt x="1840422" y="360543"/>
                  </a:lnTo>
                  <a:lnTo>
                    <a:pt x="1798538" y="303997"/>
                  </a:lnTo>
                  <a:lnTo>
                    <a:pt x="1743800" y="250601"/>
                  </a:lnTo>
                  <a:lnTo>
                    <a:pt x="1711915" y="225253"/>
                  </a:lnTo>
                  <a:lnTo>
                    <a:pt x="1677182" y="200894"/>
                  </a:lnTo>
                  <a:lnTo>
                    <a:pt x="1639721" y="177591"/>
                  </a:lnTo>
                  <a:lnTo>
                    <a:pt x="1599655" y="155413"/>
                  </a:lnTo>
                  <a:lnTo>
                    <a:pt x="1557106" y="134425"/>
                  </a:lnTo>
                  <a:lnTo>
                    <a:pt x="1512194" y="114696"/>
                  </a:lnTo>
                  <a:lnTo>
                    <a:pt x="1465041" y="96293"/>
                  </a:lnTo>
                  <a:lnTo>
                    <a:pt x="1415769" y="79283"/>
                  </a:lnTo>
                  <a:lnTo>
                    <a:pt x="1364500" y="63733"/>
                  </a:lnTo>
                  <a:lnTo>
                    <a:pt x="1311355" y="49711"/>
                  </a:lnTo>
                  <a:lnTo>
                    <a:pt x="1256455" y="37284"/>
                  </a:lnTo>
                  <a:lnTo>
                    <a:pt x="1199923" y="26519"/>
                  </a:lnTo>
                  <a:lnTo>
                    <a:pt x="1141879" y="17483"/>
                  </a:lnTo>
                  <a:lnTo>
                    <a:pt x="1082446" y="10245"/>
                  </a:lnTo>
                  <a:lnTo>
                    <a:pt x="1021745" y="4870"/>
                  </a:lnTo>
                  <a:lnTo>
                    <a:pt x="959897" y="1427"/>
                  </a:lnTo>
                  <a:lnTo>
                    <a:pt x="897969" y="0"/>
                  </a:lnTo>
                  <a:close/>
                </a:path>
              </a:pathLst>
            </a:custGeom>
            <a:solidFill>
              <a:srgbClr val="C5D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6986365" y="9413551"/>
              <a:ext cx="1673860" cy="534670"/>
            </a:xfrm>
            <a:custGeom>
              <a:avLst/>
              <a:gdLst/>
              <a:ahLst/>
              <a:cxnLst/>
              <a:rect l="l" t="t" r="r" b="b"/>
              <a:pathLst>
                <a:path w="1673859" h="534670">
                  <a:moveTo>
                    <a:pt x="519379" y="534504"/>
                  </a:moveTo>
                  <a:lnTo>
                    <a:pt x="335737" y="434301"/>
                  </a:lnTo>
                  <a:lnTo>
                    <a:pt x="233591" y="369633"/>
                  </a:lnTo>
                  <a:lnTo>
                    <a:pt x="176098" y="312331"/>
                  </a:lnTo>
                  <a:lnTo>
                    <a:pt x="126428" y="234264"/>
                  </a:lnTo>
                  <a:lnTo>
                    <a:pt x="80492" y="142621"/>
                  </a:lnTo>
                  <a:lnTo>
                    <a:pt x="54864" y="68211"/>
                  </a:lnTo>
                  <a:lnTo>
                    <a:pt x="43751" y="18262"/>
                  </a:lnTo>
                  <a:lnTo>
                    <a:pt x="41338" y="0"/>
                  </a:lnTo>
                  <a:lnTo>
                    <a:pt x="28473" y="20967"/>
                  </a:lnTo>
                  <a:lnTo>
                    <a:pt x="17602" y="44272"/>
                  </a:lnTo>
                  <a:lnTo>
                    <a:pt x="9017" y="69621"/>
                  </a:lnTo>
                  <a:lnTo>
                    <a:pt x="3048" y="96735"/>
                  </a:lnTo>
                  <a:lnTo>
                    <a:pt x="0" y="125323"/>
                  </a:lnTo>
                  <a:lnTo>
                    <a:pt x="190" y="155079"/>
                  </a:lnTo>
                  <a:lnTo>
                    <a:pt x="11544" y="217017"/>
                  </a:lnTo>
                  <a:lnTo>
                    <a:pt x="39649" y="280225"/>
                  </a:lnTo>
                  <a:lnTo>
                    <a:pt x="86995" y="342379"/>
                  </a:lnTo>
                  <a:lnTo>
                    <a:pt x="118681" y="372351"/>
                  </a:lnTo>
                  <a:lnTo>
                    <a:pt x="156133" y="401205"/>
                  </a:lnTo>
                  <a:lnTo>
                    <a:pt x="199656" y="428637"/>
                  </a:lnTo>
                  <a:lnTo>
                    <a:pt x="249555" y="454367"/>
                  </a:lnTo>
                  <a:lnTo>
                    <a:pt x="306171" y="478104"/>
                  </a:lnTo>
                  <a:lnTo>
                    <a:pt x="369798" y="499567"/>
                  </a:lnTo>
                  <a:lnTo>
                    <a:pt x="440766" y="518464"/>
                  </a:lnTo>
                  <a:lnTo>
                    <a:pt x="519379" y="534504"/>
                  </a:lnTo>
                  <a:close/>
                </a:path>
                <a:path w="1673859" h="534670">
                  <a:moveTo>
                    <a:pt x="1673580" y="223710"/>
                  </a:moveTo>
                  <a:lnTo>
                    <a:pt x="1666303" y="154178"/>
                  </a:lnTo>
                  <a:lnTo>
                    <a:pt x="1645970" y="97205"/>
                  </a:lnTo>
                  <a:lnTo>
                    <a:pt x="1621383" y="59563"/>
                  </a:lnTo>
                  <a:lnTo>
                    <a:pt x="1621904" y="77597"/>
                  </a:lnTo>
                  <a:lnTo>
                    <a:pt x="1622818" y="123151"/>
                  </a:lnTo>
                  <a:lnTo>
                    <a:pt x="1623148" y="183426"/>
                  </a:lnTo>
                  <a:lnTo>
                    <a:pt x="1621929" y="245592"/>
                  </a:lnTo>
                  <a:lnTo>
                    <a:pt x="1617802" y="293217"/>
                  </a:lnTo>
                  <a:lnTo>
                    <a:pt x="1600504" y="332295"/>
                  </a:lnTo>
                  <a:lnTo>
                    <a:pt x="1555711" y="383717"/>
                  </a:lnTo>
                  <a:lnTo>
                    <a:pt x="1469072" y="468350"/>
                  </a:lnTo>
                  <a:lnTo>
                    <a:pt x="1528991" y="440055"/>
                  </a:lnTo>
                  <a:lnTo>
                    <a:pt x="1576844" y="408114"/>
                  </a:lnTo>
                  <a:lnTo>
                    <a:pt x="1613725" y="373405"/>
                  </a:lnTo>
                  <a:lnTo>
                    <a:pt x="1640751" y="336765"/>
                  </a:lnTo>
                  <a:lnTo>
                    <a:pt x="1658988" y="299046"/>
                  </a:lnTo>
                  <a:lnTo>
                    <a:pt x="1669567" y="261073"/>
                  </a:lnTo>
                  <a:lnTo>
                    <a:pt x="1673580" y="223710"/>
                  </a:lnTo>
                  <a:close/>
                </a:path>
              </a:pathLst>
            </a:custGeom>
            <a:solidFill>
              <a:srgbClr val="C9D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7609690" y="9304152"/>
              <a:ext cx="735965" cy="396240"/>
            </a:xfrm>
            <a:custGeom>
              <a:avLst/>
              <a:gdLst/>
              <a:ahLst/>
              <a:cxnLst/>
              <a:rect l="l" t="t" r="r" b="b"/>
              <a:pathLst>
                <a:path w="735965" h="396240">
                  <a:moveTo>
                    <a:pt x="0" y="0"/>
                  </a:moveTo>
                  <a:lnTo>
                    <a:pt x="7355" y="38753"/>
                  </a:lnTo>
                  <a:lnTo>
                    <a:pt x="30593" y="129129"/>
                  </a:lnTo>
                  <a:lnTo>
                    <a:pt x="71473" y="232302"/>
                  </a:lnTo>
                  <a:lnTo>
                    <a:pt x="131755" y="309446"/>
                  </a:lnTo>
                  <a:lnTo>
                    <a:pt x="177796" y="343561"/>
                  </a:lnTo>
                  <a:lnTo>
                    <a:pt x="217628" y="356886"/>
                  </a:lnTo>
                  <a:lnTo>
                    <a:pt x="243190" y="359608"/>
                  </a:lnTo>
                  <a:lnTo>
                    <a:pt x="283260" y="364960"/>
                  </a:lnTo>
                  <a:lnTo>
                    <a:pt x="455545" y="394077"/>
                  </a:lnTo>
                  <a:lnTo>
                    <a:pt x="534034" y="396069"/>
                  </a:lnTo>
                  <a:lnTo>
                    <a:pt x="615160" y="377088"/>
                  </a:lnTo>
                  <a:lnTo>
                    <a:pt x="735757" y="333214"/>
                  </a:lnTo>
                  <a:lnTo>
                    <a:pt x="672511" y="338781"/>
                  </a:lnTo>
                  <a:lnTo>
                    <a:pt x="524459" y="346380"/>
                  </a:lnTo>
                  <a:lnTo>
                    <a:pt x="354133" y="342363"/>
                  </a:lnTo>
                  <a:lnTo>
                    <a:pt x="224066" y="313079"/>
                  </a:lnTo>
                  <a:lnTo>
                    <a:pt x="182187" y="283848"/>
                  </a:lnTo>
                  <a:lnTo>
                    <a:pt x="145301" y="244909"/>
                  </a:lnTo>
                  <a:lnTo>
                    <a:pt x="112893" y="199701"/>
                  </a:lnTo>
                  <a:lnTo>
                    <a:pt x="84448" y="151662"/>
                  </a:lnTo>
                  <a:lnTo>
                    <a:pt x="59452" y="104234"/>
                  </a:lnTo>
                  <a:lnTo>
                    <a:pt x="37388" y="60854"/>
                  </a:lnTo>
                  <a:lnTo>
                    <a:pt x="17742" y="24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59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7741447" y="9574625"/>
              <a:ext cx="156948" cy="84123"/>
            </a:xfrm>
            <a:prstGeom prst="rect">
              <a:avLst/>
            </a:prstGeom>
          </p:spPr>
        </p:pic>
        <p:sp>
          <p:nvSpPr>
            <p:cNvPr id="168" name="object 168" descr=""/>
            <p:cNvSpPr/>
            <p:nvPr/>
          </p:nvSpPr>
          <p:spPr>
            <a:xfrm>
              <a:off x="17389521" y="9406592"/>
              <a:ext cx="725170" cy="481330"/>
            </a:xfrm>
            <a:custGeom>
              <a:avLst/>
              <a:gdLst/>
              <a:ahLst/>
              <a:cxnLst/>
              <a:rect l="l" t="t" r="r" b="b"/>
              <a:pathLst>
                <a:path w="725169" h="481329">
                  <a:moveTo>
                    <a:pt x="0" y="0"/>
                  </a:moveTo>
                  <a:lnTo>
                    <a:pt x="12815" y="60501"/>
                  </a:lnTo>
                  <a:lnTo>
                    <a:pt x="29266" y="101189"/>
                  </a:lnTo>
                  <a:lnTo>
                    <a:pt x="51679" y="146126"/>
                  </a:lnTo>
                  <a:lnTo>
                    <a:pt x="79506" y="193279"/>
                  </a:lnTo>
                  <a:lnTo>
                    <a:pt x="112199" y="240616"/>
                  </a:lnTo>
                  <a:lnTo>
                    <a:pt x="149209" y="286105"/>
                  </a:lnTo>
                  <a:lnTo>
                    <a:pt x="189987" y="327714"/>
                  </a:lnTo>
                  <a:lnTo>
                    <a:pt x="233983" y="363410"/>
                  </a:lnTo>
                  <a:lnTo>
                    <a:pt x="280651" y="391160"/>
                  </a:lnTo>
                  <a:lnTo>
                    <a:pt x="417345" y="437673"/>
                  </a:lnTo>
                  <a:lnTo>
                    <a:pt x="562659" y="464913"/>
                  </a:lnTo>
                  <a:lnTo>
                    <a:pt x="678086" y="477714"/>
                  </a:lnTo>
                  <a:lnTo>
                    <a:pt x="725119" y="480906"/>
                  </a:lnTo>
                  <a:lnTo>
                    <a:pt x="538438" y="445889"/>
                  </a:lnTo>
                  <a:lnTo>
                    <a:pt x="431442" y="420699"/>
                  </a:lnTo>
                  <a:lnTo>
                    <a:pt x="363837" y="393168"/>
                  </a:lnTo>
                  <a:lnTo>
                    <a:pt x="295331" y="351130"/>
                  </a:lnTo>
                  <a:lnTo>
                    <a:pt x="202838" y="266259"/>
                  </a:lnTo>
                  <a:lnTo>
                    <a:pt x="106467" y="148892"/>
                  </a:lnTo>
                  <a:lnTo>
                    <a:pt x="30696" y="448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5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7756949" y="9219561"/>
              <a:ext cx="608965" cy="148590"/>
            </a:xfrm>
            <a:custGeom>
              <a:avLst/>
              <a:gdLst/>
              <a:ahLst/>
              <a:cxnLst/>
              <a:rect l="l" t="t" r="r" b="b"/>
              <a:pathLst>
                <a:path w="608965" h="148590">
                  <a:moveTo>
                    <a:pt x="0" y="0"/>
                  </a:moveTo>
                  <a:lnTo>
                    <a:pt x="38760" y="13616"/>
                  </a:lnTo>
                  <a:lnTo>
                    <a:pt x="111954" y="30290"/>
                  </a:lnTo>
                  <a:lnTo>
                    <a:pt x="243018" y="53233"/>
                  </a:lnTo>
                  <a:lnTo>
                    <a:pt x="372861" y="74229"/>
                  </a:lnTo>
                  <a:lnTo>
                    <a:pt x="454230" y="91149"/>
                  </a:lnTo>
                  <a:lnTo>
                    <a:pt x="521408" y="112921"/>
                  </a:lnTo>
                  <a:lnTo>
                    <a:pt x="608672" y="148477"/>
                  </a:lnTo>
                  <a:lnTo>
                    <a:pt x="555982" y="119723"/>
                  </a:lnTo>
                  <a:lnTo>
                    <a:pt x="504294" y="95122"/>
                  </a:lnTo>
                  <a:lnTo>
                    <a:pt x="453601" y="74327"/>
                  </a:lnTo>
                  <a:lnTo>
                    <a:pt x="403898" y="56995"/>
                  </a:lnTo>
                  <a:lnTo>
                    <a:pt x="355178" y="42781"/>
                  </a:lnTo>
                  <a:lnTo>
                    <a:pt x="307434" y="31341"/>
                  </a:lnTo>
                  <a:lnTo>
                    <a:pt x="260659" y="22331"/>
                  </a:lnTo>
                  <a:lnTo>
                    <a:pt x="214847" y="15405"/>
                  </a:lnTo>
                  <a:lnTo>
                    <a:pt x="169991" y="10220"/>
                  </a:lnTo>
                  <a:lnTo>
                    <a:pt x="126085" y="6432"/>
                  </a:lnTo>
                  <a:lnTo>
                    <a:pt x="83122" y="3695"/>
                  </a:lnTo>
                  <a:lnTo>
                    <a:pt x="41096" y="1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D8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0" name="object 170" descr=""/>
          <p:cNvGrpSpPr/>
          <p:nvPr/>
        </p:nvGrpSpPr>
        <p:grpSpPr>
          <a:xfrm>
            <a:off x="9149957" y="2262722"/>
            <a:ext cx="201295" cy="431165"/>
            <a:chOff x="9149957" y="2262722"/>
            <a:chExt cx="201295" cy="431165"/>
          </a:xfrm>
        </p:grpSpPr>
        <p:sp>
          <p:nvSpPr>
            <p:cNvPr id="171" name="object 171" descr=""/>
            <p:cNvSpPr/>
            <p:nvPr/>
          </p:nvSpPr>
          <p:spPr>
            <a:xfrm>
              <a:off x="9149957" y="2262722"/>
              <a:ext cx="201295" cy="431165"/>
            </a:xfrm>
            <a:custGeom>
              <a:avLst/>
              <a:gdLst/>
              <a:ahLst/>
              <a:cxnLst/>
              <a:rect l="l" t="t" r="r" b="b"/>
              <a:pathLst>
                <a:path w="201295" h="431164">
                  <a:moveTo>
                    <a:pt x="106656" y="0"/>
                  </a:moveTo>
                  <a:lnTo>
                    <a:pt x="52827" y="29411"/>
                  </a:lnTo>
                  <a:lnTo>
                    <a:pt x="31241" y="63094"/>
                  </a:lnTo>
                  <a:lnTo>
                    <a:pt x="14563" y="106692"/>
                  </a:lnTo>
                  <a:lnTo>
                    <a:pt x="3810" y="158151"/>
                  </a:lnTo>
                  <a:lnTo>
                    <a:pt x="0" y="215417"/>
                  </a:lnTo>
                  <a:lnTo>
                    <a:pt x="3810" y="272683"/>
                  </a:lnTo>
                  <a:lnTo>
                    <a:pt x="14563" y="324142"/>
                  </a:lnTo>
                  <a:lnTo>
                    <a:pt x="31241" y="367740"/>
                  </a:lnTo>
                  <a:lnTo>
                    <a:pt x="52827" y="401423"/>
                  </a:lnTo>
                  <a:lnTo>
                    <a:pt x="106656" y="430835"/>
                  </a:lnTo>
                  <a:lnTo>
                    <a:pt x="134114" y="423140"/>
                  </a:lnTo>
                  <a:lnTo>
                    <a:pt x="176023" y="367740"/>
                  </a:lnTo>
                  <a:lnTo>
                    <a:pt x="189785" y="324142"/>
                  </a:lnTo>
                  <a:lnTo>
                    <a:pt x="198295" y="272683"/>
                  </a:lnTo>
                  <a:lnTo>
                    <a:pt x="201208" y="215417"/>
                  </a:lnTo>
                  <a:lnTo>
                    <a:pt x="198295" y="158151"/>
                  </a:lnTo>
                  <a:lnTo>
                    <a:pt x="189785" y="106692"/>
                  </a:lnTo>
                  <a:lnTo>
                    <a:pt x="176023" y="63094"/>
                  </a:lnTo>
                  <a:lnTo>
                    <a:pt x="157351" y="29411"/>
                  </a:lnTo>
                  <a:lnTo>
                    <a:pt x="106656" y="0"/>
                  </a:lnTo>
                  <a:close/>
                </a:path>
              </a:pathLst>
            </a:custGeom>
            <a:solidFill>
              <a:srgbClr val="1F25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9149960" y="2262725"/>
              <a:ext cx="132715" cy="431165"/>
            </a:xfrm>
            <a:custGeom>
              <a:avLst/>
              <a:gdLst/>
              <a:ahLst/>
              <a:cxnLst/>
              <a:rect l="l" t="t" r="r" b="b"/>
              <a:pathLst>
                <a:path w="132715" h="431164">
                  <a:moveTo>
                    <a:pt x="106656" y="0"/>
                  </a:moveTo>
                  <a:lnTo>
                    <a:pt x="52822" y="29411"/>
                  </a:lnTo>
                  <a:lnTo>
                    <a:pt x="31237" y="63094"/>
                  </a:lnTo>
                  <a:lnTo>
                    <a:pt x="14560" y="106692"/>
                  </a:lnTo>
                  <a:lnTo>
                    <a:pt x="3809" y="158151"/>
                  </a:lnTo>
                  <a:lnTo>
                    <a:pt x="0" y="215417"/>
                  </a:lnTo>
                  <a:lnTo>
                    <a:pt x="3809" y="272682"/>
                  </a:lnTo>
                  <a:lnTo>
                    <a:pt x="14560" y="324139"/>
                  </a:lnTo>
                  <a:lnTo>
                    <a:pt x="31237" y="367734"/>
                  </a:lnTo>
                  <a:lnTo>
                    <a:pt x="52822" y="401416"/>
                  </a:lnTo>
                  <a:lnTo>
                    <a:pt x="106656" y="430824"/>
                  </a:lnTo>
                  <a:lnTo>
                    <a:pt x="113226" y="430417"/>
                  </a:lnTo>
                  <a:lnTo>
                    <a:pt x="119688" y="429214"/>
                  </a:lnTo>
                  <a:lnTo>
                    <a:pt x="126035" y="427246"/>
                  </a:lnTo>
                  <a:lnTo>
                    <a:pt x="132257" y="424542"/>
                  </a:lnTo>
                  <a:lnTo>
                    <a:pt x="105954" y="403608"/>
                  </a:lnTo>
                  <a:lnTo>
                    <a:pt x="83616" y="370052"/>
                  </a:lnTo>
                  <a:lnTo>
                    <a:pt x="66322" y="326050"/>
                  </a:lnTo>
                  <a:lnTo>
                    <a:pt x="55154" y="273780"/>
                  </a:lnTo>
                  <a:lnTo>
                    <a:pt x="51192" y="215417"/>
                  </a:lnTo>
                  <a:lnTo>
                    <a:pt x="55154" y="157049"/>
                  </a:lnTo>
                  <a:lnTo>
                    <a:pt x="66322" y="104776"/>
                  </a:lnTo>
                  <a:lnTo>
                    <a:pt x="83616" y="60773"/>
                  </a:lnTo>
                  <a:lnTo>
                    <a:pt x="105954" y="27216"/>
                  </a:lnTo>
                  <a:lnTo>
                    <a:pt x="132257" y="6282"/>
                  </a:lnTo>
                  <a:lnTo>
                    <a:pt x="126035" y="3582"/>
                  </a:lnTo>
                  <a:lnTo>
                    <a:pt x="119688" y="1613"/>
                  </a:lnTo>
                  <a:lnTo>
                    <a:pt x="113226" y="408"/>
                  </a:lnTo>
                  <a:lnTo>
                    <a:pt x="106656" y="0"/>
                  </a:lnTo>
                  <a:close/>
                </a:path>
              </a:pathLst>
            </a:custGeom>
            <a:solidFill>
              <a:srgbClr val="1A20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 descr=""/>
          <p:cNvSpPr/>
          <p:nvPr/>
        </p:nvSpPr>
        <p:spPr>
          <a:xfrm>
            <a:off x="9414840" y="2466092"/>
            <a:ext cx="692150" cy="447040"/>
          </a:xfrm>
          <a:custGeom>
            <a:avLst/>
            <a:gdLst/>
            <a:ahLst/>
            <a:cxnLst/>
            <a:rect l="l" t="t" r="r" b="b"/>
            <a:pathLst>
              <a:path w="692150" h="447039">
                <a:moveTo>
                  <a:pt x="419808" y="0"/>
                </a:moveTo>
                <a:lnTo>
                  <a:pt x="271844" y="0"/>
                </a:lnTo>
                <a:lnTo>
                  <a:pt x="236060" y="7392"/>
                </a:lnTo>
                <a:lnTo>
                  <a:pt x="154448" y="26545"/>
                </a:lnTo>
                <a:lnTo>
                  <a:pt x="65617" y="52916"/>
                </a:lnTo>
                <a:lnTo>
                  <a:pt x="8177" y="81966"/>
                </a:lnTo>
                <a:lnTo>
                  <a:pt x="0" y="117211"/>
                </a:lnTo>
                <a:lnTo>
                  <a:pt x="5479" y="143877"/>
                </a:lnTo>
                <a:lnTo>
                  <a:pt x="37252" y="207992"/>
                </a:lnTo>
                <a:lnTo>
                  <a:pt x="64216" y="242517"/>
                </a:lnTo>
                <a:lnTo>
                  <a:pt x="99012" y="276739"/>
                </a:lnTo>
                <a:lnTo>
                  <a:pt x="141976" y="309197"/>
                </a:lnTo>
                <a:lnTo>
                  <a:pt x="193442" y="338429"/>
                </a:lnTo>
                <a:lnTo>
                  <a:pt x="253746" y="362973"/>
                </a:lnTo>
                <a:lnTo>
                  <a:pt x="323225" y="381370"/>
                </a:lnTo>
                <a:lnTo>
                  <a:pt x="322942" y="389401"/>
                </a:lnTo>
                <a:lnTo>
                  <a:pt x="324581" y="411605"/>
                </a:lnTo>
                <a:lnTo>
                  <a:pt x="329053" y="429764"/>
                </a:lnTo>
                <a:lnTo>
                  <a:pt x="335686" y="442021"/>
                </a:lnTo>
                <a:lnTo>
                  <a:pt x="343810" y="446520"/>
                </a:lnTo>
                <a:lnTo>
                  <a:pt x="351929" y="442080"/>
                </a:lnTo>
                <a:lnTo>
                  <a:pt x="358559" y="429952"/>
                </a:lnTo>
                <a:lnTo>
                  <a:pt x="363029" y="411923"/>
                </a:lnTo>
                <a:lnTo>
                  <a:pt x="364668" y="389778"/>
                </a:lnTo>
                <a:lnTo>
                  <a:pt x="364427" y="382114"/>
                </a:lnTo>
                <a:lnTo>
                  <a:pt x="434732" y="363987"/>
                </a:lnTo>
                <a:lnTo>
                  <a:pt x="495755" y="339581"/>
                </a:lnTo>
                <a:lnTo>
                  <a:pt x="547838" y="310379"/>
                </a:lnTo>
                <a:lnTo>
                  <a:pt x="591319" y="277862"/>
                </a:lnTo>
                <a:lnTo>
                  <a:pt x="626540" y="243513"/>
                </a:lnTo>
                <a:lnTo>
                  <a:pt x="653842" y="208814"/>
                </a:lnTo>
                <a:lnTo>
                  <a:pt x="673565" y="175249"/>
                </a:lnTo>
                <a:lnTo>
                  <a:pt x="691635" y="117446"/>
                </a:lnTo>
                <a:lnTo>
                  <a:pt x="690664" y="96175"/>
                </a:lnTo>
                <a:lnTo>
                  <a:pt x="683475" y="81966"/>
                </a:lnTo>
                <a:lnTo>
                  <a:pt x="657698" y="59028"/>
                </a:lnTo>
                <a:lnTo>
                  <a:pt x="621641" y="42844"/>
                </a:lnTo>
                <a:lnTo>
                  <a:pt x="550584" y="25729"/>
                </a:lnTo>
                <a:lnTo>
                  <a:pt x="419808" y="0"/>
                </a:lnTo>
                <a:close/>
              </a:path>
            </a:pathLst>
          </a:custGeom>
          <a:solidFill>
            <a:srgbClr val="FBE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9228938" y="1953367"/>
            <a:ext cx="685165" cy="553720"/>
          </a:xfrm>
          <a:custGeom>
            <a:avLst/>
            <a:gdLst/>
            <a:ahLst/>
            <a:cxnLst/>
            <a:rect l="l" t="t" r="r" b="b"/>
            <a:pathLst>
              <a:path w="685165" h="553719">
                <a:moveTo>
                  <a:pt x="684618" y="148374"/>
                </a:moveTo>
                <a:lnTo>
                  <a:pt x="668718" y="89903"/>
                </a:lnTo>
                <a:lnTo>
                  <a:pt x="641273" y="50393"/>
                </a:lnTo>
                <a:lnTo>
                  <a:pt x="599643" y="20942"/>
                </a:lnTo>
                <a:lnTo>
                  <a:pt x="547763" y="3479"/>
                </a:lnTo>
                <a:lnTo>
                  <a:pt x="489559" y="0"/>
                </a:lnTo>
                <a:lnTo>
                  <a:pt x="447763" y="6718"/>
                </a:lnTo>
                <a:lnTo>
                  <a:pt x="408432" y="20688"/>
                </a:lnTo>
                <a:lnTo>
                  <a:pt x="371932" y="41592"/>
                </a:lnTo>
                <a:lnTo>
                  <a:pt x="338607" y="69062"/>
                </a:lnTo>
                <a:lnTo>
                  <a:pt x="308813" y="102781"/>
                </a:lnTo>
                <a:lnTo>
                  <a:pt x="282892" y="142392"/>
                </a:lnTo>
                <a:lnTo>
                  <a:pt x="261200" y="187566"/>
                </a:lnTo>
                <a:lnTo>
                  <a:pt x="244081" y="237972"/>
                </a:lnTo>
                <a:lnTo>
                  <a:pt x="222885" y="299504"/>
                </a:lnTo>
                <a:lnTo>
                  <a:pt x="197269" y="348170"/>
                </a:lnTo>
                <a:lnTo>
                  <a:pt x="167614" y="383374"/>
                </a:lnTo>
                <a:lnTo>
                  <a:pt x="134302" y="404545"/>
                </a:lnTo>
                <a:lnTo>
                  <a:pt x="100368" y="411454"/>
                </a:lnTo>
                <a:lnTo>
                  <a:pt x="71437" y="408279"/>
                </a:lnTo>
                <a:lnTo>
                  <a:pt x="50927" y="401345"/>
                </a:lnTo>
                <a:lnTo>
                  <a:pt x="42278" y="397002"/>
                </a:lnTo>
                <a:lnTo>
                  <a:pt x="31877" y="393204"/>
                </a:lnTo>
                <a:lnTo>
                  <a:pt x="21196" y="393649"/>
                </a:lnTo>
                <a:lnTo>
                  <a:pt x="11442" y="398068"/>
                </a:lnTo>
                <a:lnTo>
                  <a:pt x="3860" y="406146"/>
                </a:lnTo>
                <a:lnTo>
                  <a:pt x="0" y="416572"/>
                </a:lnTo>
                <a:lnTo>
                  <a:pt x="419" y="427304"/>
                </a:lnTo>
                <a:lnTo>
                  <a:pt x="38392" y="456526"/>
                </a:lnTo>
                <a:lnTo>
                  <a:pt x="98196" y="467423"/>
                </a:lnTo>
                <a:lnTo>
                  <a:pt x="111493" y="466864"/>
                </a:lnTo>
                <a:lnTo>
                  <a:pt x="154089" y="456946"/>
                </a:lnTo>
                <a:lnTo>
                  <a:pt x="191058" y="436537"/>
                </a:lnTo>
                <a:lnTo>
                  <a:pt x="224002" y="405853"/>
                </a:lnTo>
                <a:lnTo>
                  <a:pt x="252857" y="364972"/>
                </a:lnTo>
                <a:lnTo>
                  <a:pt x="277545" y="313982"/>
                </a:lnTo>
                <a:lnTo>
                  <a:pt x="298030" y="252984"/>
                </a:lnTo>
                <a:lnTo>
                  <a:pt x="325831" y="179933"/>
                </a:lnTo>
                <a:lnTo>
                  <a:pt x="360006" y="127457"/>
                </a:lnTo>
                <a:lnTo>
                  <a:pt x="397205" y="92189"/>
                </a:lnTo>
                <a:lnTo>
                  <a:pt x="434073" y="70751"/>
                </a:lnTo>
                <a:lnTo>
                  <a:pt x="493445" y="55867"/>
                </a:lnTo>
                <a:lnTo>
                  <a:pt x="533831" y="58000"/>
                </a:lnTo>
                <a:lnTo>
                  <a:pt x="570191" y="69126"/>
                </a:lnTo>
                <a:lnTo>
                  <a:pt x="599147" y="87706"/>
                </a:lnTo>
                <a:lnTo>
                  <a:pt x="617359" y="112217"/>
                </a:lnTo>
                <a:lnTo>
                  <a:pt x="628929" y="154520"/>
                </a:lnTo>
                <a:lnTo>
                  <a:pt x="628218" y="193802"/>
                </a:lnTo>
                <a:lnTo>
                  <a:pt x="602653" y="255930"/>
                </a:lnTo>
                <a:lnTo>
                  <a:pt x="573976" y="282689"/>
                </a:lnTo>
                <a:lnTo>
                  <a:pt x="544385" y="290322"/>
                </a:lnTo>
                <a:lnTo>
                  <a:pt x="530225" y="285305"/>
                </a:lnTo>
                <a:lnTo>
                  <a:pt x="518680" y="275285"/>
                </a:lnTo>
                <a:lnTo>
                  <a:pt x="509587" y="262432"/>
                </a:lnTo>
                <a:lnTo>
                  <a:pt x="502805" y="248894"/>
                </a:lnTo>
                <a:lnTo>
                  <a:pt x="496468" y="239737"/>
                </a:lnTo>
                <a:lnTo>
                  <a:pt x="487438" y="233934"/>
                </a:lnTo>
                <a:lnTo>
                  <a:pt x="476885" y="231940"/>
                </a:lnTo>
                <a:lnTo>
                  <a:pt x="466001" y="234238"/>
                </a:lnTo>
                <a:lnTo>
                  <a:pt x="456869" y="240576"/>
                </a:lnTo>
                <a:lnTo>
                  <a:pt x="451065" y="249605"/>
                </a:lnTo>
                <a:lnTo>
                  <a:pt x="449072" y="260146"/>
                </a:lnTo>
                <a:lnTo>
                  <a:pt x="451358" y="271018"/>
                </a:lnTo>
                <a:lnTo>
                  <a:pt x="472668" y="307441"/>
                </a:lnTo>
                <a:lnTo>
                  <a:pt x="496214" y="329831"/>
                </a:lnTo>
                <a:lnTo>
                  <a:pt x="517017" y="340537"/>
                </a:lnTo>
                <a:lnTo>
                  <a:pt x="511886" y="378802"/>
                </a:lnTo>
                <a:lnTo>
                  <a:pt x="491756" y="426758"/>
                </a:lnTo>
                <a:lnTo>
                  <a:pt x="458216" y="468325"/>
                </a:lnTo>
                <a:lnTo>
                  <a:pt x="411238" y="499135"/>
                </a:lnTo>
                <a:lnTo>
                  <a:pt x="408533" y="510413"/>
                </a:lnTo>
                <a:lnTo>
                  <a:pt x="425259" y="528701"/>
                </a:lnTo>
                <a:lnTo>
                  <a:pt x="464934" y="545744"/>
                </a:lnTo>
                <a:lnTo>
                  <a:pt x="531037" y="553250"/>
                </a:lnTo>
                <a:lnTo>
                  <a:pt x="590092" y="549363"/>
                </a:lnTo>
                <a:lnTo>
                  <a:pt x="635787" y="539610"/>
                </a:lnTo>
                <a:lnTo>
                  <a:pt x="664070" y="526808"/>
                </a:lnTo>
                <a:lnTo>
                  <a:pt x="670941" y="513842"/>
                </a:lnTo>
                <a:lnTo>
                  <a:pt x="652373" y="503529"/>
                </a:lnTo>
                <a:lnTo>
                  <a:pt x="619086" y="482257"/>
                </a:lnTo>
                <a:lnTo>
                  <a:pt x="593712" y="441579"/>
                </a:lnTo>
                <a:lnTo>
                  <a:pt x="574281" y="388200"/>
                </a:lnTo>
                <a:lnTo>
                  <a:pt x="562952" y="344843"/>
                </a:lnTo>
                <a:lnTo>
                  <a:pt x="567321" y="344639"/>
                </a:lnTo>
                <a:lnTo>
                  <a:pt x="596252" y="334340"/>
                </a:lnTo>
                <a:lnTo>
                  <a:pt x="623443" y="315683"/>
                </a:lnTo>
                <a:lnTo>
                  <a:pt x="647623" y="289318"/>
                </a:lnTo>
                <a:lnTo>
                  <a:pt x="669632" y="250659"/>
                </a:lnTo>
                <a:lnTo>
                  <a:pt x="683450" y="202819"/>
                </a:lnTo>
                <a:lnTo>
                  <a:pt x="684618" y="148374"/>
                </a:lnTo>
                <a:close/>
              </a:path>
            </a:pathLst>
          </a:custGeom>
          <a:solidFill>
            <a:srgbClr val="1F25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 descr=""/>
          <p:cNvSpPr/>
          <p:nvPr/>
        </p:nvSpPr>
        <p:spPr>
          <a:xfrm>
            <a:off x="9787713" y="2599691"/>
            <a:ext cx="261620" cy="189230"/>
          </a:xfrm>
          <a:custGeom>
            <a:avLst/>
            <a:gdLst/>
            <a:ahLst/>
            <a:cxnLst/>
            <a:rect l="l" t="t" r="r" b="b"/>
            <a:pathLst>
              <a:path w="261620" h="189230">
                <a:moveTo>
                  <a:pt x="261604" y="0"/>
                </a:moveTo>
                <a:lnTo>
                  <a:pt x="197243" y="46108"/>
                </a:lnTo>
                <a:lnTo>
                  <a:pt x="149608" y="91526"/>
                </a:lnTo>
                <a:lnTo>
                  <a:pt x="107089" y="134543"/>
                </a:lnTo>
                <a:lnTo>
                  <a:pt x="77332" y="159035"/>
                </a:lnTo>
                <a:lnTo>
                  <a:pt x="46311" y="174141"/>
                </a:lnTo>
                <a:lnTo>
                  <a:pt x="0" y="188999"/>
                </a:lnTo>
                <a:lnTo>
                  <a:pt x="71363" y="176187"/>
                </a:lnTo>
                <a:lnTo>
                  <a:pt x="130852" y="152323"/>
                </a:lnTo>
                <a:lnTo>
                  <a:pt x="178793" y="121201"/>
                </a:lnTo>
                <a:lnTo>
                  <a:pt x="215513" y="86614"/>
                </a:lnTo>
                <a:lnTo>
                  <a:pt x="241337" y="52356"/>
                </a:lnTo>
                <a:lnTo>
                  <a:pt x="256592" y="22220"/>
                </a:lnTo>
                <a:lnTo>
                  <a:pt x="261604" y="0"/>
                </a:lnTo>
                <a:close/>
              </a:path>
            </a:pathLst>
          </a:custGeom>
          <a:solidFill>
            <a:srgbClr val="FBE8E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6" name="object 176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3477441" y="1638871"/>
            <a:ext cx="1320382" cy="2011133"/>
          </a:xfrm>
          <a:prstGeom prst="rect">
            <a:avLst/>
          </a:prstGeom>
        </p:spPr>
      </p:pic>
      <p:pic>
        <p:nvPicPr>
          <p:cNvPr id="177" name="object 177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532238" y="1680493"/>
            <a:ext cx="1309827" cy="1955364"/>
          </a:xfrm>
          <a:prstGeom prst="rect">
            <a:avLst/>
          </a:prstGeom>
        </p:spPr>
      </p:pic>
      <p:grpSp>
        <p:nvGrpSpPr>
          <p:cNvPr id="178" name="object 178" descr=""/>
          <p:cNvGrpSpPr/>
          <p:nvPr/>
        </p:nvGrpSpPr>
        <p:grpSpPr>
          <a:xfrm>
            <a:off x="1377277" y="4238292"/>
            <a:ext cx="2685415" cy="1330960"/>
            <a:chOff x="1377277" y="4238292"/>
            <a:chExt cx="2685415" cy="1330960"/>
          </a:xfrm>
        </p:grpSpPr>
        <p:sp>
          <p:nvSpPr>
            <p:cNvPr id="179" name="object 179" descr=""/>
            <p:cNvSpPr/>
            <p:nvPr/>
          </p:nvSpPr>
          <p:spPr>
            <a:xfrm>
              <a:off x="1436560" y="4239431"/>
              <a:ext cx="2609850" cy="57150"/>
            </a:xfrm>
            <a:custGeom>
              <a:avLst/>
              <a:gdLst/>
              <a:ahLst/>
              <a:cxnLst/>
              <a:rect l="l" t="t" r="r" b="b"/>
              <a:pathLst>
                <a:path w="2609850" h="57150">
                  <a:moveTo>
                    <a:pt x="2609621" y="0"/>
                  </a:moveTo>
                  <a:lnTo>
                    <a:pt x="0" y="0"/>
                  </a:lnTo>
                  <a:lnTo>
                    <a:pt x="0" y="49187"/>
                  </a:lnTo>
                  <a:lnTo>
                    <a:pt x="0" y="56578"/>
                  </a:lnTo>
                  <a:lnTo>
                    <a:pt x="2609621" y="56578"/>
                  </a:lnTo>
                  <a:lnTo>
                    <a:pt x="2609621" y="49187"/>
                  </a:lnTo>
                  <a:lnTo>
                    <a:pt x="2609621" y="0"/>
                  </a:lnTo>
                  <a:close/>
                </a:path>
              </a:pathLst>
            </a:custGeom>
            <a:solidFill>
              <a:srgbClr val="2867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3949630" y="4238292"/>
              <a:ext cx="99060" cy="1311910"/>
            </a:xfrm>
            <a:custGeom>
              <a:avLst/>
              <a:gdLst/>
              <a:ahLst/>
              <a:cxnLst/>
              <a:rect l="l" t="t" r="r" b="b"/>
              <a:pathLst>
                <a:path w="99060" h="1311910">
                  <a:moveTo>
                    <a:pt x="96562" y="0"/>
                  </a:moveTo>
                  <a:lnTo>
                    <a:pt x="4387" y="50323"/>
                  </a:lnTo>
                  <a:lnTo>
                    <a:pt x="0" y="1311750"/>
                  </a:lnTo>
                  <a:lnTo>
                    <a:pt x="98531" y="1139473"/>
                  </a:lnTo>
                  <a:lnTo>
                    <a:pt x="96562" y="0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436574" y="4288613"/>
              <a:ext cx="2517775" cy="1261745"/>
            </a:xfrm>
            <a:custGeom>
              <a:avLst/>
              <a:gdLst/>
              <a:ahLst/>
              <a:cxnLst/>
              <a:rect l="l" t="t" r="r" b="b"/>
              <a:pathLst>
                <a:path w="2517775" h="1261745">
                  <a:moveTo>
                    <a:pt x="2517441" y="0"/>
                  </a:moveTo>
                  <a:lnTo>
                    <a:pt x="0" y="0"/>
                  </a:lnTo>
                  <a:lnTo>
                    <a:pt x="0" y="1261427"/>
                  </a:lnTo>
                  <a:lnTo>
                    <a:pt x="2517441" y="1261427"/>
                  </a:lnTo>
                  <a:lnTo>
                    <a:pt x="2517441" y="0"/>
                  </a:lnTo>
                  <a:close/>
                </a:path>
              </a:pathLst>
            </a:custGeom>
            <a:solidFill>
              <a:srgbClr val="145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541132" y="4287361"/>
              <a:ext cx="1893570" cy="1163320"/>
            </a:xfrm>
            <a:custGeom>
              <a:avLst/>
              <a:gdLst/>
              <a:ahLst/>
              <a:cxnLst/>
              <a:rect l="l" t="t" r="r" b="b"/>
              <a:pathLst>
                <a:path w="1893570" h="1163320">
                  <a:moveTo>
                    <a:pt x="1003617" y="0"/>
                  </a:moveTo>
                  <a:lnTo>
                    <a:pt x="896645" y="1257"/>
                  </a:lnTo>
                  <a:lnTo>
                    <a:pt x="0" y="1162837"/>
                  </a:lnTo>
                  <a:lnTo>
                    <a:pt x="176009" y="1149337"/>
                  </a:lnTo>
                  <a:lnTo>
                    <a:pt x="1003617" y="0"/>
                  </a:lnTo>
                  <a:close/>
                </a:path>
                <a:path w="1893570" h="1163320">
                  <a:moveTo>
                    <a:pt x="1779460" y="0"/>
                  </a:moveTo>
                  <a:lnTo>
                    <a:pt x="1672475" y="1257"/>
                  </a:lnTo>
                  <a:lnTo>
                    <a:pt x="775830" y="1162837"/>
                  </a:lnTo>
                  <a:lnTo>
                    <a:pt x="951839" y="1149337"/>
                  </a:lnTo>
                  <a:lnTo>
                    <a:pt x="1779460" y="0"/>
                  </a:lnTo>
                  <a:close/>
                </a:path>
                <a:path w="1893570" h="1163320">
                  <a:moveTo>
                    <a:pt x="1893404" y="723"/>
                  </a:moveTo>
                  <a:lnTo>
                    <a:pt x="1848218" y="1257"/>
                  </a:lnTo>
                  <a:lnTo>
                    <a:pt x="951572" y="1162837"/>
                  </a:lnTo>
                  <a:lnTo>
                    <a:pt x="1127582" y="1149337"/>
                  </a:lnTo>
                  <a:lnTo>
                    <a:pt x="1893404" y="723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377276" y="5239086"/>
              <a:ext cx="2612390" cy="330200"/>
            </a:xfrm>
            <a:custGeom>
              <a:avLst/>
              <a:gdLst/>
              <a:ahLst/>
              <a:cxnLst/>
              <a:rect l="l" t="t" r="r" b="b"/>
              <a:pathLst>
                <a:path w="2612390" h="330200">
                  <a:moveTo>
                    <a:pt x="2612313" y="0"/>
                  </a:moveTo>
                  <a:lnTo>
                    <a:pt x="2513292" y="0"/>
                  </a:lnTo>
                  <a:lnTo>
                    <a:pt x="2513292" y="113169"/>
                  </a:lnTo>
                  <a:lnTo>
                    <a:pt x="2513292" y="169760"/>
                  </a:lnTo>
                  <a:lnTo>
                    <a:pt x="2390686" y="169760"/>
                  </a:lnTo>
                  <a:lnTo>
                    <a:pt x="2390686" y="113169"/>
                  </a:lnTo>
                  <a:lnTo>
                    <a:pt x="2513292" y="113169"/>
                  </a:lnTo>
                  <a:lnTo>
                    <a:pt x="2513292" y="0"/>
                  </a:lnTo>
                  <a:lnTo>
                    <a:pt x="2319959" y="0"/>
                  </a:lnTo>
                  <a:lnTo>
                    <a:pt x="2319959" y="113169"/>
                  </a:lnTo>
                  <a:lnTo>
                    <a:pt x="2319959" y="169760"/>
                  </a:lnTo>
                  <a:lnTo>
                    <a:pt x="2197366" y="169760"/>
                  </a:lnTo>
                  <a:lnTo>
                    <a:pt x="2197366" y="113169"/>
                  </a:lnTo>
                  <a:lnTo>
                    <a:pt x="2319959" y="113169"/>
                  </a:lnTo>
                  <a:lnTo>
                    <a:pt x="2319959" y="0"/>
                  </a:lnTo>
                  <a:lnTo>
                    <a:pt x="2140762" y="0"/>
                  </a:lnTo>
                  <a:lnTo>
                    <a:pt x="2140762" y="113169"/>
                  </a:lnTo>
                  <a:lnTo>
                    <a:pt x="2140762" y="169760"/>
                  </a:lnTo>
                  <a:lnTo>
                    <a:pt x="2008733" y="169760"/>
                  </a:lnTo>
                  <a:lnTo>
                    <a:pt x="2008733" y="113169"/>
                  </a:lnTo>
                  <a:lnTo>
                    <a:pt x="2140762" y="113169"/>
                  </a:lnTo>
                  <a:lnTo>
                    <a:pt x="2140762" y="0"/>
                  </a:lnTo>
                  <a:lnTo>
                    <a:pt x="1942731" y="0"/>
                  </a:lnTo>
                  <a:lnTo>
                    <a:pt x="1942731" y="113169"/>
                  </a:lnTo>
                  <a:lnTo>
                    <a:pt x="1942731" y="169760"/>
                  </a:lnTo>
                  <a:lnTo>
                    <a:pt x="1820125" y="169760"/>
                  </a:lnTo>
                  <a:lnTo>
                    <a:pt x="1820125" y="113169"/>
                  </a:lnTo>
                  <a:lnTo>
                    <a:pt x="1942731" y="113169"/>
                  </a:lnTo>
                  <a:lnTo>
                    <a:pt x="1942731" y="0"/>
                  </a:lnTo>
                  <a:lnTo>
                    <a:pt x="1754124" y="0"/>
                  </a:lnTo>
                  <a:lnTo>
                    <a:pt x="1754124" y="113169"/>
                  </a:lnTo>
                  <a:lnTo>
                    <a:pt x="1754124" y="169760"/>
                  </a:lnTo>
                  <a:lnTo>
                    <a:pt x="1631518" y="169760"/>
                  </a:lnTo>
                  <a:lnTo>
                    <a:pt x="1631518" y="113169"/>
                  </a:lnTo>
                  <a:lnTo>
                    <a:pt x="1754124" y="113169"/>
                  </a:lnTo>
                  <a:lnTo>
                    <a:pt x="1754124" y="0"/>
                  </a:lnTo>
                  <a:lnTo>
                    <a:pt x="1570215" y="0"/>
                  </a:lnTo>
                  <a:lnTo>
                    <a:pt x="1570215" y="113169"/>
                  </a:lnTo>
                  <a:lnTo>
                    <a:pt x="1570215" y="169760"/>
                  </a:lnTo>
                  <a:lnTo>
                    <a:pt x="1442897" y="169760"/>
                  </a:lnTo>
                  <a:lnTo>
                    <a:pt x="1442897" y="113169"/>
                  </a:lnTo>
                  <a:lnTo>
                    <a:pt x="1570215" y="113169"/>
                  </a:lnTo>
                  <a:lnTo>
                    <a:pt x="1570215" y="0"/>
                  </a:lnTo>
                  <a:lnTo>
                    <a:pt x="1381594" y="0"/>
                  </a:lnTo>
                  <a:lnTo>
                    <a:pt x="1381594" y="113169"/>
                  </a:lnTo>
                  <a:lnTo>
                    <a:pt x="1381594" y="169760"/>
                  </a:lnTo>
                  <a:lnTo>
                    <a:pt x="1254277" y="169760"/>
                  </a:lnTo>
                  <a:lnTo>
                    <a:pt x="1254277" y="113169"/>
                  </a:lnTo>
                  <a:lnTo>
                    <a:pt x="1381594" y="113169"/>
                  </a:lnTo>
                  <a:lnTo>
                    <a:pt x="1381594" y="0"/>
                  </a:lnTo>
                  <a:lnTo>
                    <a:pt x="1192987" y="0"/>
                  </a:lnTo>
                  <a:lnTo>
                    <a:pt x="1192987" y="113169"/>
                  </a:lnTo>
                  <a:lnTo>
                    <a:pt x="1192987" y="169760"/>
                  </a:lnTo>
                  <a:lnTo>
                    <a:pt x="1065669" y="169760"/>
                  </a:lnTo>
                  <a:lnTo>
                    <a:pt x="1065669" y="113169"/>
                  </a:lnTo>
                  <a:lnTo>
                    <a:pt x="1192987" y="113169"/>
                  </a:lnTo>
                  <a:lnTo>
                    <a:pt x="1192987" y="0"/>
                  </a:lnTo>
                  <a:lnTo>
                    <a:pt x="999655" y="0"/>
                  </a:lnTo>
                  <a:lnTo>
                    <a:pt x="999655" y="113169"/>
                  </a:lnTo>
                  <a:lnTo>
                    <a:pt x="999655" y="169760"/>
                  </a:lnTo>
                  <a:lnTo>
                    <a:pt x="877062" y="169760"/>
                  </a:lnTo>
                  <a:lnTo>
                    <a:pt x="877062" y="113169"/>
                  </a:lnTo>
                  <a:lnTo>
                    <a:pt x="999655" y="113169"/>
                  </a:lnTo>
                  <a:lnTo>
                    <a:pt x="999655" y="0"/>
                  </a:lnTo>
                  <a:lnTo>
                    <a:pt x="811034" y="0"/>
                  </a:lnTo>
                  <a:lnTo>
                    <a:pt x="811034" y="113169"/>
                  </a:lnTo>
                  <a:lnTo>
                    <a:pt x="811034" y="169760"/>
                  </a:lnTo>
                  <a:lnTo>
                    <a:pt x="693153" y="169760"/>
                  </a:lnTo>
                  <a:lnTo>
                    <a:pt x="693153" y="113169"/>
                  </a:lnTo>
                  <a:lnTo>
                    <a:pt x="811034" y="113169"/>
                  </a:lnTo>
                  <a:lnTo>
                    <a:pt x="811034" y="0"/>
                  </a:lnTo>
                  <a:lnTo>
                    <a:pt x="627151" y="0"/>
                  </a:lnTo>
                  <a:lnTo>
                    <a:pt x="627151" y="113169"/>
                  </a:lnTo>
                  <a:lnTo>
                    <a:pt x="627151" y="169760"/>
                  </a:lnTo>
                  <a:lnTo>
                    <a:pt x="504545" y="169760"/>
                  </a:lnTo>
                  <a:lnTo>
                    <a:pt x="504545" y="113169"/>
                  </a:lnTo>
                  <a:lnTo>
                    <a:pt x="627151" y="113169"/>
                  </a:lnTo>
                  <a:lnTo>
                    <a:pt x="627151" y="0"/>
                  </a:lnTo>
                  <a:lnTo>
                    <a:pt x="438531" y="0"/>
                  </a:lnTo>
                  <a:lnTo>
                    <a:pt x="438531" y="113169"/>
                  </a:lnTo>
                  <a:lnTo>
                    <a:pt x="438531" y="169760"/>
                  </a:lnTo>
                  <a:lnTo>
                    <a:pt x="315925" y="169760"/>
                  </a:lnTo>
                  <a:lnTo>
                    <a:pt x="315925" y="113169"/>
                  </a:lnTo>
                  <a:lnTo>
                    <a:pt x="438531" y="113169"/>
                  </a:lnTo>
                  <a:lnTo>
                    <a:pt x="438531" y="0"/>
                  </a:lnTo>
                  <a:lnTo>
                    <a:pt x="249910" y="0"/>
                  </a:lnTo>
                  <a:lnTo>
                    <a:pt x="249910" y="113169"/>
                  </a:lnTo>
                  <a:lnTo>
                    <a:pt x="249910" y="169760"/>
                  </a:lnTo>
                  <a:lnTo>
                    <a:pt x="122593" y="169760"/>
                  </a:lnTo>
                  <a:lnTo>
                    <a:pt x="122593" y="113169"/>
                  </a:lnTo>
                  <a:lnTo>
                    <a:pt x="249910" y="113169"/>
                  </a:lnTo>
                  <a:lnTo>
                    <a:pt x="249910" y="0"/>
                  </a:lnTo>
                  <a:lnTo>
                    <a:pt x="0" y="0"/>
                  </a:lnTo>
                  <a:lnTo>
                    <a:pt x="0" y="113169"/>
                  </a:lnTo>
                  <a:lnTo>
                    <a:pt x="61302" y="113169"/>
                  </a:lnTo>
                  <a:lnTo>
                    <a:pt x="61302" y="169760"/>
                  </a:lnTo>
                  <a:lnTo>
                    <a:pt x="0" y="169760"/>
                  </a:lnTo>
                  <a:lnTo>
                    <a:pt x="0" y="330085"/>
                  </a:lnTo>
                  <a:lnTo>
                    <a:pt x="2612313" y="330085"/>
                  </a:lnTo>
                  <a:lnTo>
                    <a:pt x="2612313" y="169760"/>
                  </a:lnTo>
                  <a:lnTo>
                    <a:pt x="2574582" y="169760"/>
                  </a:lnTo>
                  <a:lnTo>
                    <a:pt x="2574582" y="113169"/>
                  </a:lnTo>
                  <a:lnTo>
                    <a:pt x="2612313" y="113169"/>
                  </a:lnTo>
                  <a:lnTo>
                    <a:pt x="2612313" y="0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436573" y="4319834"/>
              <a:ext cx="2516505" cy="154305"/>
            </a:xfrm>
            <a:custGeom>
              <a:avLst/>
              <a:gdLst/>
              <a:ahLst/>
              <a:cxnLst/>
              <a:rect l="l" t="t" r="r" b="b"/>
              <a:pathLst>
                <a:path w="2516504" h="154304">
                  <a:moveTo>
                    <a:pt x="208927" y="42938"/>
                  </a:moveTo>
                  <a:lnTo>
                    <a:pt x="204177" y="26225"/>
                  </a:lnTo>
                  <a:lnTo>
                    <a:pt x="191236" y="12573"/>
                  </a:lnTo>
                  <a:lnTo>
                    <a:pt x="172034" y="3378"/>
                  </a:lnTo>
                  <a:lnTo>
                    <a:pt x="148513" y="0"/>
                  </a:lnTo>
                  <a:lnTo>
                    <a:pt x="125006" y="3378"/>
                  </a:lnTo>
                  <a:lnTo>
                    <a:pt x="105803" y="12573"/>
                  </a:lnTo>
                  <a:lnTo>
                    <a:pt x="92862" y="26225"/>
                  </a:lnTo>
                  <a:lnTo>
                    <a:pt x="88112" y="42938"/>
                  </a:lnTo>
                  <a:lnTo>
                    <a:pt x="92862" y="59651"/>
                  </a:lnTo>
                  <a:lnTo>
                    <a:pt x="105803" y="73304"/>
                  </a:lnTo>
                  <a:lnTo>
                    <a:pt x="125006" y="82511"/>
                  </a:lnTo>
                  <a:lnTo>
                    <a:pt x="148513" y="85877"/>
                  </a:lnTo>
                  <a:lnTo>
                    <a:pt x="172034" y="82511"/>
                  </a:lnTo>
                  <a:lnTo>
                    <a:pt x="191236" y="73304"/>
                  </a:lnTo>
                  <a:lnTo>
                    <a:pt x="204177" y="59651"/>
                  </a:lnTo>
                  <a:lnTo>
                    <a:pt x="208927" y="42938"/>
                  </a:lnTo>
                  <a:close/>
                </a:path>
                <a:path w="2516504" h="154304">
                  <a:moveTo>
                    <a:pt x="340969" y="42938"/>
                  </a:moveTo>
                  <a:lnTo>
                    <a:pt x="336219" y="26225"/>
                  </a:lnTo>
                  <a:lnTo>
                    <a:pt x="323278" y="12573"/>
                  </a:lnTo>
                  <a:lnTo>
                    <a:pt x="304076" y="3378"/>
                  </a:lnTo>
                  <a:lnTo>
                    <a:pt x="280568" y="0"/>
                  </a:lnTo>
                  <a:lnTo>
                    <a:pt x="257048" y="3378"/>
                  </a:lnTo>
                  <a:lnTo>
                    <a:pt x="237845" y="12573"/>
                  </a:lnTo>
                  <a:lnTo>
                    <a:pt x="224904" y="26225"/>
                  </a:lnTo>
                  <a:lnTo>
                    <a:pt x="220154" y="42938"/>
                  </a:lnTo>
                  <a:lnTo>
                    <a:pt x="224904" y="59651"/>
                  </a:lnTo>
                  <a:lnTo>
                    <a:pt x="237845" y="73304"/>
                  </a:lnTo>
                  <a:lnTo>
                    <a:pt x="257048" y="82511"/>
                  </a:lnTo>
                  <a:lnTo>
                    <a:pt x="280568" y="85877"/>
                  </a:lnTo>
                  <a:lnTo>
                    <a:pt x="304076" y="82511"/>
                  </a:lnTo>
                  <a:lnTo>
                    <a:pt x="323278" y="73304"/>
                  </a:lnTo>
                  <a:lnTo>
                    <a:pt x="336219" y="59651"/>
                  </a:lnTo>
                  <a:lnTo>
                    <a:pt x="340969" y="42938"/>
                  </a:lnTo>
                  <a:close/>
                </a:path>
                <a:path w="2516504" h="154304">
                  <a:moveTo>
                    <a:pt x="473011" y="42938"/>
                  </a:moveTo>
                  <a:lnTo>
                    <a:pt x="468274" y="26225"/>
                  </a:lnTo>
                  <a:lnTo>
                    <a:pt x="455320" y="12573"/>
                  </a:lnTo>
                  <a:lnTo>
                    <a:pt x="436118" y="3378"/>
                  </a:lnTo>
                  <a:lnTo>
                    <a:pt x="412610" y="0"/>
                  </a:lnTo>
                  <a:lnTo>
                    <a:pt x="389102" y="3378"/>
                  </a:lnTo>
                  <a:lnTo>
                    <a:pt x="369900" y="12573"/>
                  </a:lnTo>
                  <a:lnTo>
                    <a:pt x="356946" y="26225"/>
                  </a:lnTo>
                  <a:lnTo>
                    <a:pt x="352209" y="42938"/>
                  </a:lnTo>
                  <a:lnTo>
                    <a:pt x="356946" y="59651"/>
                  </a:lnTo>
                  <a:lnTo>
                    <a:pt x="369900" y="73304"/>
                  </a:lnTo>
                  <a:lnTo>
                    <a:pt x="389102" y="82511"/>
                  </a:lnTo>
                  <a:lnTo>
                    <a:pt x="412610" y="85877"/>
                  </a:lnTo>
                  <a:lnTo>
                    <a:pt x="436118" y="82511"/>
                  </a:lnTo>
                  <a:lnTo>
                    <a:pt x="455320" y="73304"/>
                  </a:lnTo>
                  <a:lnTo>
                    <a:pt x="468274" y="59651"/>
                  </a:lnTo>
                  <a:lnTo>
                    <a:pt x="473011" y="42938"/>
                  </a:lnTo>
                  <a:close/>
                </a:path>
                <a:path w="2516504" h="154304">
                  <a:moveTo>
                    <a:pt x="605066" y="42938"/>
                  </a:moveTo>
                  <a:lnTo>
                    <a:pt x="600316" y="26225"/>
                  </a:lnTo>
                  <a:lnTo>
                    <a:pt x="587375" y="12573"/>
                  </a:lnTo>
                  <a:lnTo>
                    <a:pt x="568172" y="3378"/>
                  </a:lnTo>
                  <a:lnTo>
                    <a:pt x="544652" y="0"/>
                  </a:lnTo>
                  <a:lnTo>
                    <a:pt x="521144" y="3378"/>
                  </a:lnTo>
                  <a:lnTo>
                    <a:pt x="501942" y="12573"/>
                  </a:lnTo>
                  <a:lnTo>
                    <a:pt x="489000" y="26225"/>
                  </a:lnTo>
                  <a:lnTo>
                    <a:pt x="484251" y="42938"/>
                  </a:lnTo>
                  <a:lnTo>
                    <a:pt x="489000" y="59651"/>
                  </a:lnTo>
                  <a:lnTo>
                    <a:pt x="501942" y="73304"/>
                  </a:lnTo>
                  <a:lnTo>
                    <a:pt x="521144" y="82511"/>
                  </a:lnTo>
                  <a:lnTo>
                    <a:pt x="544652" y="85877"/>
                  </a:lnTo>
                  <a:lnTo>
                    <a:pt x="568172" y="82511"/>
                  </a:lnTo>
                  <a:lnTo>
                    <a:pt x="587375" y="73304"/>
                  </a:lnTo>
                  <a:lnTo>
                    <a:pt x="600316" y="59651"/>
                  </a:lnTo>
                  <a:lnTo>
                    <a:pt x="605066" y="42938"/>
                  </a:lnTo>
                  <a:close/>
                </a:path>
                <a:path w="2516504" h="154304">
                  <a:moveTo>
                    <a:pt x="737108" y="42938"/>
                  </a:moveTo>
                  <a:lnTo>
                    <a:pt x="732358" y="26225"/>
                  </a:lnTo>
                  <a:lnTo>
                    <a:pt x="719416" y="12573"/>
                  </a:lnTo>
                  <a:lnTo>
                    <a:pt x="700214" y="3378"/>
                  </a:lnTo>
                  <a:lnTo>
                    <a:pt x="676706" y="0"/>
                  </a:lnTo>
                  <a:lnTo>
                    <a:pt x="653186" y="3378"/>
                  </a:lnTo>
                  <a:lnTo>
                    <a:pt x="633984" y="12573"/>
                  </a:lnTo>
                  <a:lnTo>
                    <a:pt x="621042" y="26225"/>
                  </a:lnTo>
                  <a:lnTo>
                    <a:pt x="616292" y="42938"/>
                  </a:lnTo>
                  <a:lnTo>
                    <a:pt x="621042" y="59651"/>
                  </a:lnTo>
                  <a:lnTo>
                    <a:pt x="633984" y="73304"/>
                  </a:lnTo>
                  <a:lnTo>
                    <a:pt x="653186" y="82511"/>
                  </a:lnTo>
                  <a:lnTo>
                    <a:pt x="676706" y="85877"/>
                  </a:lnTo>
                  <a:lnTo>
                    <a:pt x="700214" y="82511"/>
                  </a:lnTo>
                  <a:lnTo>
                    <a:pt x="719416" y="73304"/>
                  </a:lnTo>
                  <a:lnTo>
                    <a:pt x="732358" y="59651"/>
                  </a:lnTo>
                  <a:lnTo>
                    <a:pt x="737108" y="42938"/>
                  </a:lnTo>
                  <a:close/>
                </a:path>
                <a:path w="2516504" h="154304">
                  <a:moveTo>
                    <a:pt x="869149" y="42938"/>
                  </a:moveTo>
                  <a:lnTo>
                    <a:pt x="864412" y="26225"/>
                  </a:lnTo>
                  <a:lnTo>
                    <a:pt x="851458" y="12573"/>
                  </a:lnTo>
                  <a:lnTo>
                    <a:pt x="832256" y="3378"/>
                  </a:lnTo>
                  <a:lnTo>
                    <a:pt x="808748" y="0"/>
                  </a:lnTo>
                  <a:lnTo>
                    <a:pt x="785241" y="3378"/>
                  </a:lnTo>
                  <a:lnTo>
                    <a:pt x="766038" y="12573"/>
                  </a:lnTo>
                  <a:lnTo>
                    <a:pt x="753084" y="26225"/>
                  </a:lnTo>
                  <a:lnTo>
                    <a:pt x="748347" y="42938"/>
                  </a:lnTo>
                  <a:lnTo>
                    <a:pt x="753084" y="59651"/>
                  </a:lnTo>
                  <a:lnTo>
                    <a:pt x="766038" y="73304"/>
                  </a:lnTo>
                  <a:lnTo>
                    <a:pt x="785241" y="82511"/>
                  </a:lnTo>
                  <a:lnTo>
                    <a:pt x="808748" y="85877"/>
                  </a:lnTo>
                  <a:lnTo>
                    <a:pt x="832256" y="82511"/>
                  </a:lnTo>
                  <a:lnTo>
                    <a:pt x="851458" y="73304"/>
                  </a:lnTo>
                  <a:lnTo>
                    <a:pt x="864412" y="59651"/>
                  </a:lnTo>
                  <a:lnTo>
                    <a:pt x="869149" y="42938"/>
                  </a:lnTo>
                  <a:close/>
                </a:path>
                <a:path w="2516504" h="154304">
                  <a:moveTo>
                    <a:pt x="1001204" y="42938"/>
                  </a:moveTo>
                  <a:lnTo>
                    <a:pt x="996454" y="26225"/>
                  </a:lnTo>
                  <a:lnTo>
                    <a:pt x="983513" y="12573"/>
                  </a:lnTo>
                  <a:lnTo>
                    <a:pt x="964311" y="3378"/>
                  </a:lnTo>
                  <a:lnTo>
                    <a:pt x="940790" y="0"/>
                  </a:lnTo>
                  <a:lnTo>
                    <a:pt x="917282" y="3378"/>
                  </a:lnTo>
                  <a:lnTo>
                    <a:pt x="898080" y="12573"/>
                  </a:lnTo>
                  <a:lnTo>
                    <a:pt x="885139" y="26225"/>
                  </a:lnTo>
                  <a:lnTo>
                    <a:pt x="880389" y="42938"/>
                  </a:lnTo>
                  <a:lnTo>
                    <a:pt x="885139" y="59651"/>
                  </a:lnTo>
                  <a:lnTo>
                    <a:pt x="898080" y="73304"/>
                  </a:lnTo>
                  <a:lnTo>
                    <a:pt x="917282" y="82511"/>
                  </a:lnTo>
                  <a:lnTo>
                    <a:pt x="940790" y="85877"/>
                  </a:lnTo>
                  <a:lnTo>
                    <a:pt x="964311" y="82511"/>
                  </a:lnTo>
                  <a:lnTo>
                    <a:pt x="983513" y="73304"/>
                  </a:lnTo>
                  <a:lnTo>
                    <a:pt x="996454" y="59651"/>
                  </a:lnTo>
                  <a:lnTo>
                    <a:pt x="1001204" y="42938"/>
                  </a:lnTo>
                  <a:close/>
                </a:path>
                <a:path w="2516504" h="154304">
                  <a:moveTo>
                    <a:pt x="1133246" y="42938"/>
                  </a:moveTo>
                  <a:lnTo>
                    <a:pt x="1128496" y="26225"/>
                  </a:lnTo>
                  <a:lnTo>
                    <a:pt x="1115555" y="12573"/>
                  </a:lnTo>
                  <a:lnTo>
                    <a:pt x="1096352" y="3378"/>
                  </a:lnTo>
                  <a:lnTo>
                    <a:pt x="1072845" y="0"/>
                  </a:lnTo>
                  <a:lnTo>
                    <a:pt x="1049324" y="3378"/>
                  </a:lnTo>
                  <a:lnTo>
                    <a:pt x="1030122" y="12573"/>
                  </a:lnTo>
                  <a:lnTo>
                    <a:pt x="1017181" y="26225"/>
                  </a:lnTo>
                  <a:lnTo>
                    <a:pt x="1012431" y="42938"/>
                  </a:lnTo>
                  <a:lnTo>
                    <a:pt x="1017181" y="59651"/>
                  </a:lnTo>
                  <a:lnTo>
                    <a:pt x="1030122" y="73304"/>
                  </a:lnTo>
                  <a:lnTo>
                    <a:pt x="1049324" y="82511"/>
                  </a:lnTo>
                  <a:lnTo>
                    <a:pt x="1072845" y="85877"/>
                  </a:lnTo>
                  <a:lnTo>
                    <a:pt x="1096352" y="82511"/>
                  </a:lnTo>
                  <a:lnTo>
                    <a:pt x="1115555" y="73304"/>
                  </a:lnTo>
                  <a:lnTo>
                    <a:pt x="1128496" y="59651"/>
                  </a:lnTo>
                  <a:lnTo>
                    <a:pt x="1133246" y="42938"/>
                  </a:lnTo>
                  <a:close/>
                </a:path>
                <a:path w="2516504" h="154304">
                  <a:moveTo>
                    <a:pt x="1265288" y="42938"/>
                  </a:moveTo>
                  <a:lnTo>
                    <a:pt x="1260551" y="26225"/>
                  </a:lnTo>
                  <a:lnTo>
                    <a:pt x="1247597" y="12573"/>
                  </a:lnTo>
                  <a:lnTo>
                    <a:pt x="1228394" y="3378"/>
                  </a:lnTo>
                  <a:lnTo>
                    <a:pt x="1204887" y="0"/>
                  </a:lnTo>
                  <a:lnTo>
                    <a:pt x="1181379" y="3378"/>
                  </a:lnTo>
                  <a:lnTo>
                    <a:pt x="1162177" y="12573"/>
                  </a:lnTo>
                  <a:lnTo>
                    <a:pt x="1149223" y="26225"/>
                  </a:lnTo>
                  <a:lnTo>
                    <a:pt x="1144485" y="42938"/>
                  </a:lnTo>
                  <a:lnTo>
                    <a:pt x="1149223" y="59651"/>
                  </a:lnTo>
                  <a:lnTo>
                    <a:pt x="1162177" y="73304"/>
                  </a:lnTo>
                  <a:lnTo>
                    <a:pt x="1181379" y="82511"/>
                  </a:lnTo>
                  <a:lnTo>
                    <a:pt x="1204887" y="85877"/>
                  </a:lnTo>
                  <a:lnTo>
                    <a:pt x="1228394" y="82511"/>
                  </a:lnTo>
                  <a:lnTo>
                    <a:pt x="1247597" y="73304"/>
                  </a:lnTo>
                  <a:lnTo>
                    <a:pt x="1260551" y="59651"/>
                  </a:lnTo>
                  <a:lnTo>
                    <a:pt x="1265288" y="42938"/>
                  </a:lnTo>
                  <a:close/>
                </a:path>
                <a:path w="2516504" h="154304">
                  <a:moveTo>
                    <a:pt x="1397342" y="42938"/>
                  </a:moveTo>
                  <a:lnTo>
                    <a:pt x="1392593" y="26225"/>
                  </a:lnTo>
                  <a:lnTo>
                    <a:pt x="1379651" y="12573"/>
                  </a:lnTo>
                  <a:lnTo>
                    <a:pt x="1360449" y="3378"/>
                  </a:lnTo>
                  <a:lnTo>
                    <a:pt x="1336929" y="0"/>
                  </a:lnTo>
                  <a:lnTo>
                    <a:pt x="1313421" y="3378"/>
                  </a:lnTo>
                  <a:lnTo>
                    <a:pt x="1294218" y="12573"/>
                  </a:lnTo>
                  <a:lnTo>
                    <a:pt x="1281277" y="26225"/>
                  </a:lnTo>
                  <a:lnTo>
                    <a:pt x="1276527" y="42938"/>
                  </a:lnTo>
                  <a:lnTo>
                    <a:pt x="1281277" y="59651"/>
                  </a:lnTo>
                  <a:lnTo>
                    <a:pt x="1294218" y="73304"/>
                  </a:lnTo>
                  <a:lnTo>
                    <a:pt x="1313421" y="82511"/>
                  </a:lnTo>
                  <a:lnTo>
                    <a:pt x="1336929" y="85877"/>
                  </a:lnTo>
                  <a:lnTo>
                    <a:pt x="1360449" y="82511"/>
                  </a:lnTo>
                  <a:lnTo>
                    <a:pt x="1379651" y="73304"/>
                  </a:lnTo>
                  <a:lnTo>
                    <a:pt x="1392593" y="59651"/>
                  </a:lnTo>
                  <a:lnTo>
                    <a:pt x="1397342" y="42938"/>
                  </a:lnTo>
                  <a:close/>
                </a:path>
                <a:path w="2516504" h="154304">
                  <a:moveTo>
                    <a:pt x="1529384" y="42938"/>
                  </a:moveTo>
                  <a:lnTo>
                    <a:pt x="1524635" y="26225"/>
                  </a:lnTo>
                  <a:lnTo>
                    <a:pt x="1511693" y="12573"/>
                  </a:lnTo>
                  <a:lnTo>
                    <a:pt x="1492491" y="3378"/>
                  </a:lnTo>
                  <a:lnTo>
                    <a:pt x="1468983" y="0"/>
                  </a:lnTo>
                  <a:lnTo>
                    <a:pt x="1445463" y="3378"/>
                  </a:lnTo>
                  <a:lnTo>
                    <a:pt x="1426260" y="12573"/>
                  </a:lnTo>
                  <a:lnTo>
                    <a:pt x="1413319" y="26225"/>
                  </a:lnTo>
                  <a:lnTo>
                    <a:pt x="1408569" y="42938"/>
                  </a:lnTo>
                  <a:lnTo>
                    <a:pt x="1413319" y="59651"/>
                  </a:lnTo>
                  <a:lnTo>
                    <a:pt x="1426260" y="73304"/>
                  </a:lnTo>
                  <a:lnTo>
                    <a:pt x="1445463" y="82511"/>
                  </a:lnTo>
                  <a:lnTo>
                    <a:pt x="1468983" y="85877"/>
                  </a:lnTo>
                  <a:lnTo>
                    <a:pt x="1492491" y="82511"/>
                  </a:lnTo>
                  <a:lnTo>
                    <a:pt x="1511693" y="73304"/>
                  </a:lnTo>
                  <a:lnTo>
                    <a:pt x="1524635" y="59651"/>
                  </a:lnTo>
                  <a:lnTo>
                    <a:pt x="1529384" y="42938"/>
                  </a:lnTo>
                  <a:close/>
                </a:path>
                <a:path w="2516504" h="154304">
                  <a:moveTo>
                    <a:pt x="1661426" y="42938"/>
                  </a:moveTo>
                  <a:lnTo>
                    <a:pt x="1656689" y="26225"/>
                  </a:lnTo>
                  <a:lnTo>
                    <a:pt x="1643735" y="12573"/>
                  </a:lnTo>
                  <a:lnTo>
                    <a:pt x="1624533" y="3378"/>
                  </a:lnTo>
                  <a:lnTo>
                    <a:pt x="1601025" y="0"/>
                  </a:lnTo>
                  <a:lnTo>
                    <a:pt x="1577517" y="3378"/>
                  </a:lnTo>
                  <a:lnTo>
                    <a:pt x="1558315" y="12573"/>
                  </a:lnTo>
                  <a:lnTo>
                    <a:pt x="1545361" y="26225"/>
                  </a:lnTo>
                  <a:lnTo>
                    <a:pt x="1540624" y="42938"/>
                  </a:lnTo>
                  <a:lnTo>
                    <a:pt x="1545361" y="59651"/>
                  </a:lnTo>
                  <a:lnTo>
                    <a:pt x="1558315" y="73304"/>
                  </a:lnTo>
                  <a:lnTo>
                    <a:pt x="1577517" y="82511"/>
                  </a:lnTo>
                  <a:lnTo>
                    <a:pt x="1601025" y="85877"/>
                  </a:lnTo>
                  <a:lnTo>
                    <a:pt x="1624533" y="82511"/>
                  </a:lnTo>
                  <a:lnTo>
                    <a:pt x="1643735" y="73304"/>
                  </a:lnTo>
                  <a:lnTo>
                    <a:pt x="1656689" y="59651"/>
                  </a:lnTo>
                  <a:lnTo>
                    <a:pt x="1661426" y="42938"/>
                  </a:lnTo>
                  <a:close/>
                </a:path>
                <a:path w="2516504" h="154304">
                  <a:moveTo>
                    <a:pt x="1793481" y="42938"/>
                  </a:moveTo>
                  <a:lnTo>
                    <a:pt x="1788731" y="26225"/>
                  </a:lnTo>
                  <a:lnTo>
                    <a:pt x="1775790" y="12573"/>
                  </a:lnTo>
                  <a:lnTo>
                    <a:pt x="1756587" y="3378"/>
                  </a:lnTo>
                  <a:lnTo>
                    <a:pt x="1733067" y="0"/>
                  </a:lnTo>
                  <a:lnTo>
                    <a:pt x="1709559" y="3378"/>
                  </a:lnTo>
                  <a:lnTo>
                    <a:pt x="1690357" y="12573"/>
                  </a:lnTo>
                  <a:lnTo>
                    <a:pt x="1677416" y="26225"/>
                  </a:lnTo>
                  <a:lnTo>
                    <a:pt x="1672666" y="42938"/>
                  </a:lnTo>
                  <a:lnTo>
                    <a:pt x="1677416" y="59651"/>
                  </a:lnTo>
                  <a:lnTo>
                    <a:pt x="1690357" y="73304"/>
                  </a:lnTo>
                  <a:lnTo>
                    <a:pt x="1709559" y="82511"/>
                  </a:lnTo>
                  <a:lnTo>
                    <a:pt x="1733067" y="85877"/>
                  </a:lnTo>
                  <a:lnTo>
                    <a:pt x="1756587" y="82511"/>
                  </a:lnTo>
                  <a:lnTo>
                    <a:pt x="1775790" y="73304"/>
                  </a:lnTo>
                  <a:lnTo>
                    <a:pt x="1788731" y="59651"/>
                  </a:lnTo>
                  <a:lnTo>
                    <a:pt x="1793481" y="42938"/>
                  </a:lnTo>
                  <a:close/>
                </a:path>
                <a:path w="2516504" h="154304">
                  <a:moveTo>
                    <a:pt x="1925523" y="42938"/>
                  </a:moveTo>
                  <a:lnTo>
                    <a:pt x="1920773" y="26225"/>
                  </a:lnTo>
                  <a:lnTo>
                    <a:pt x="1907832" y="12573"/>
                  </a:lnTo>
                  <a:lnTo>
                    <a:pt x="1888629" y="3378"/>
                  </a:lnTo>
                  <a:lnTo>
                    <a:pt x="1865122" y="0"/>
                  </a:lnTo>
                  <a:lnTo>
                    <a:pt x="1841601" y="3378"/>
                  </a:lnTo>
                  <a:lnTo>
                    <a:pt x="1822399" y="12573"/>
                  </a:lnTo>
                  <a:lnTo>
                    <a:pt x="1809457" y="26225"/>
                  </a:lnTo>
                  <a:lnTo>
                    <a:pt x="1804708" y="42938"/>
                  </a:lnTo>
                  <a:lnTo>
                    <a:pt x="1809457" y="59651"/>
                  </a:lnTo>
                  <a:lnTo>
                    <a:pt x="1822399" y="73304"/>
                  </a:lnTo>
                  <a:lnTo>
                    <a:pt x="1841601" y="82511"/>
                  </a:lnTo>
                  <a:lnTo>
                    <a:pt x="1865122" y="85877"/>
                  </a:lnTo>
                  <a:lnTo>
                    <a:pt x="1888629" y="82511"/>
                  </a:lnTo>
                  <a:lnTo>
                    <a:pt x="1907832" y="73304"/>
                  </a:lnTo>
                  <a:lnTo>
                    <a:pt x="1920773" y="59651"/>
                  </a:lnTo>
                  <a:lnTo>
                    <a:pt x="1925523" y="42938"/>
                  </a:lnTo>
                  <a:close/>
                </a:path>
                <a:path w="2516504" h="154304">
                  <a:moveTo>
                    <a:pt x="2057565" y="42938"/>
                  </a:moveTo>
                  <a:lnTo>
                    <a:pt x="2052828" y="26225"/>
                  </a:lnTo>
                  <a:lnTo>
                    <a:pt x="2039874" y="12573"/>
                  </a:lnTo>
                  <a:lnTo>
                    <a:pt x="2020671" y="3378"/>
                  </a:lnTo>
                  <a:lnTo>
                    <a:pt x="1997163" y="0"/>
                  </a:lnTo>
                  <a:lnTo>
                    <a:pt x="1973656" y="3378"/>
                  </a:lnTo>
                  <a:lnTo>
                    <a:pt x="1954453" y="12573"/>
                  </a:lnTo>
                  <a:lnTo>
                    <a:pt x="1941499" y="26225"/>
                  </a:lnTo>
                  <a:lnTo>
                    <a:pt x="1936762" y="42938"/>
                  </a:lnTo>
                  <a:lnTo>
                    <a:pt x="1941499" y="59651"/>
                  </a:lnTo>
                  <a:lnTo>
                    <a:pt x="1954453" y="73304"/>
                  </a:lnTo>
                  <a:lnTo>
                    <a:pt x="1973656" y="82511"/>
                  </a:lnTo>
                  <a:lnTo>
                    <a:pt x="1997163" y="85877"/>
                  </a:lnTo>
                  <a:lnTo>
                    <a:pt x="2020671" y="82511"/>
                  </a:lnTo>
                  <a:lnTo>
                    <a:pt x="2039874" y="73304"/>
                  </a:lnTo>
                  <a:lnTo>
                    <a:pt x="2052828" y="59651"/>
                  </a:lnTo>
                  <a:lnTo>
                    <a:pt x="2057565" y="42938"/>
                  </a:lnTo>
                  <a:close/>
                </a:path>
                <a:path w="2516504" h="154304">
                  <a:moveTo>
                    <a:pt x="2189619" y="42938"/>
                  </a:moveTo>
                  <a:lnTo>
                    <a:pt x="2184870" y="26225"/>
                  </a:lnTo>
                  <a:lnTo>
                    <a:pt x="2171928" y="12573"/>
                  </a:lnTo>
                  <a:lnTo>
                    <a:pt x="2152726" y="3378"/>
                  </a:lnTo>
                  <a:lnTo>
                    <a:pt x="2129205" y="0"/>
                  </a:lnTo>
                  <a:lnTo>
                    <a:pt x="2105698" y="3378"/>
                  </a:lnTo>
                  <a:lnTo>
                    <a:pt x="2086495" y="12573"/>
                  </a:lnTo>
                  <a:lnTo>
                    <a:pt x="2073554" y="26225"/>
                  </a:lnTo>
                  <a:lnTo>
                    <a:pt x="2068804" y="42938"/>
                  </a:lnTo>
                  <a:lnTo>
                    <a:pt x="2073554" y="59651"/>
                  </a:lnTo>
                  <a:lnTo>
                    <a:pt x="2086495" y="73304"/>
                  </a:lnTo>
                  <a:lnTo>
                    <a:pt x="2105698" y="82511"/>
                  </a:lnTo>
                  <a:lnTo>
                    <a:pt x="2129205" y="85877"/>
                  </a:lnTo>
                  <a:lnTo>
                    <a:pt x="2152726" y="82511"/>
                  </a:lnTo>
                  <a:lnTo>
                    <a:pt x="2171928" y="73304"/>
                  </a:lnTo>
                  <a:lnTo>
                    <a:pt x="2184870" y="59651"/>
                  </a:lnTo>
                  <a:lnTo>
                    <a:pt x="2189619" y="42938"/>
                  </a:lnTo>
                  <a:close/>
                </a:path>
                <a:path w="2516504" h="154304">
                  <a:moveTo>
                    <a:pt x="2321661" y="42938"/>
                  </a:moveTo>
                  <a:lnTo>
                    <a:pt x="2316911" y="26225"/>
                  </a:lnTo>
                  <a:lnTo>
                    <a:pt x="2303970" y="12573"/>
                  </a:lnTo>
                  <a:lnTo>
                    <a:pt x="2284768" y="3378"/>
                  </a:lnTo>
                  <a:lnTo>
                    <a:pt x="2261260" y="0"/>
                  </a:lnTo>
                  <a:lnTo>
                    <a:pt x="2237740" y="3378"/>
                  </a:lnTo>
                  <a:lnTo>
                    <a:pt x="2218537" y="12573"/>
                  </a:lnTo>
                  <a:lnTo>
                    <a:pt x="2205596" y="26225"/>
                  </a:lnTo>
                  <a:lnTo>
                    <a:pt x="2200846" y="42938"/>
                  </a:lnTo>
                  <a:lnTo>
                    <a:pt x="2205596" y="59651"/>
                  </a:lnTo>
                  <a:lnTo>
                    <a:pt x="2218537" y="73304"/>
                  </a:lnTo>
                  <a:lnTo>
                    <a:pt x="2237740" y="82511"/>
                  </a:lnTo>
                  <a:lnTo>
                    <a:pt x="2261260" y="85877"/>
                  </a:lnTo>
                  <a:lnTo>
                    <a:pt x="2284768" y="82511"/>
                  </a:lnTo>
                  <a:lnTo>
                    <a:pt x="2303970" y="73304"/>
                  </a:lnTo>
                  <a:lnTo>
                    <a:pt x="2316911" y="59651"/>
                  </a:lnTo>
                  <a:lnTo>
                    <a:pt x="2321661" y="42938"/>
                  </a:lnTo>
                  <a:close/>
                </a:path>
                <a:path w="2516504" h="154304">
                  <a:moveTo>
                    <a:pt x="2453703" y="42938"/>
                  </a:moveTo>
                  <a:lnTo>
                    <a:pt x="2448966" y="26225"/>
                  </a:lnTo>
                  <a:lnTo>
                    <a:pt x="2436012" y="12573"/>
                  </a:lnTo>
                  <a:lnTo>
                    <a:pt x="2416810" y="3378"/>
                  </a:lnTo>
                  <a:lnTo>
                    <a:pt x="2393302" y="0"/>
                  </a:lnTo>
                  <a:lnTo>
                    <a:pt x="2369794" y="3378"/>
                  </a:lnTo>
                  <a:lnTo>
                    <a:pt x="2350592" y="12573"/>
                  </a:lnTo>
                  <a:lnTo>
                    <a:pt x="2337638" y="26225"/>
                  </a:lnTo>
                  <a:lnTo>
                    <a:pt x="2332901" y="42938"/>
                  </a:lnTo>
                  <a:lnTo>
                    <a:pt x="2337638" y="59651"/>
                  </a:lnTo>
                  <a:lnTo>
                    <a:pt x="2350592" y="73304"/>
                  </a:lnTo>
                  <a:lnTo>
                    <a:pt x="2369794" y="82511"/>
                  </a:lnTo>
                  <a:lnTo>
                    <a:pt x="2393302" y="85877"/>
                  </a:lnTo>
                  <a:lnTo>
                    <a:pt x="2416810" y="82511"/>
                  </a:lnTo>
                  <a:lnTo>
                    <a:pt x="2436012" y="73304"/>
                  </a:lnTo>
                  <a:lnTo>
                    <a:pt x="2448966" y="59651"/>
                  </a:lnTo>
                  <a:lnTo>
                    <a:pt x="2453703" y="42938"/>
                  </a:lnTo>
                  <a:close/>
                </a:path>
                <a:path w="2516504" h="154304">
                  <a:moveTo>
                    <a:pt x="2516213" y="115836"/>
                  </a:moveTo>
                  <a:lnTo>
                    <a:pt x="0" y="115836"/>
                  </a:lnTo>
                  <a:lnTo>
                    <a:pt x="0" y="153898"/>
                  </a:lnTo>
                  <a:lnTo>
                    <a:pt x="2516213" y="153898"/>
                  </a:lnTo>
                  <a:lnTo>
                    <a:pt x="2516213" y="115836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585101" y="4551602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20">
                  <a:moveTo>
                    <a:pt x="528182" y="264096"/>
                  </a:moveTo>
                  <a:lnTo>
                    <a:pt x="523928" y="311569"/>
                  </a:lnTo>
                  <a:lnTo>
                    <a:pt x="511660" y="356249"/>
                  </a:lnTo>
                  <a:lnTo>
                    <a:pt x="492126" y="397392"/>
                  </a:lnTo>
                  <a:lnTo>
                    <a:pt x="466071" y="434251"/>
                  </a:lnTo>
                  <a:lnTo>
                    <a:pt x="434241" y="466082"/>
                  </a:lnTo>
                  <a:lnTo>
                    <a:pt x="397382" y="492137"/>
                  </a:lnTo>
                  <a:lnTo>
                    <a:pt x="356239" y="511671"/>
                  </a:lnTo>
                  <a:lnTo>
                    <a:pt x="311558" y="523938"/>
                  </a:lnTo>
                  <a:lnTo>
                    <a:pt x="264086" y="528193"/>
                  </a:lnTo>
                  <a:lnTo>
                    <a:pt x="216616" y="523938"/>
                  </a:lnTo>
                  <a:lnTo>
                    <a:pt x="171938" y="511671"/>
                  </a:lnTo>
                  <a:lnTo>
                    <a:pt x="130797" y="492137"/>
                  </a:lnTo>
                  <a:lnTo>
                    <a:pt x="93939" y="466082"/>
                  </a:lnTo>
                  <a:lnTo>
                    <a:pt x="62110" y="434251"/>
                  </a:lnTo>
                  <a:lnTo>
                    <a:pt x="36055" y="397392"/>
                  </a:lnTo>
                  <a:lnTo>
                    <a:pt x="16522" y="356249"/>
                  </a:lnTo>
                  <a:lnTo>
                    <a:pt x="4254" y="311569"/>
                  </a:lnTo>
                  <a:lnTo>
                    <a:pt x="0" y="264096"/>
                  </a:lnTo>
                  <a:lnTo>
                    <a:pt x="4254" y="216624"/>
                  </a:lnTo>
                  <a:lnTo>
                    <a:pt x="16522" y="171943"/>
                  </a:lnTo>
                  <a:lnTo>
                    <a:pt x="36055" y="130800"/>
                  </a:lnTo>
                  <a:lnTo>
                    <a:pt x="62110" y="93941"/>
                  </a:lnTo>
                  <a:lnTo>
                    <a:pt x="93939" y="62111"/>
                  </a:lnTo>
                  <a:lnTo>
                    <a:pt x="130797" y="36056"/>
                  </a:lnTo>
                  <a:lnTo>
                    <a:pt x="171938" y="16522"/>
                  </a:lnTo>
                  <a:lnTo>
                    <a:pt x="216616" y="4254"/>
                  </a:lnTo>
                  <a:lnTo>
                    <a:pt x="264086" y="0"/>
                  </a:lnTo>
                  <a:lnTo>
                    <a:pt x="311558" y="4254"/>
                  </a:lnTo>
                  <a:lnTo>
                    <a:pt x="356239" y="16522"/>
                  </a:lnTo>
                  <a:lnTo>
                    <a:pt x="397382" y="36056"/>
                  </a:lnTo>
                  <a:lnTo>
                    <a:pt x="434241" y="62111"/>
                  </a:lnTo>
                  <a:lnTo>
                    <a:pt x="466071" y="93941"/>
                  </a:lnTo>
                  <a:lnTo>
                    <a:pt x="492126" y="130800"/>
                  </a:lnTo>
                  <a:lnTo>
                    <a:pt x="511660" y="171943"/>
                  </a:lnTo>
                  <a:lnTo>
                    <a:pt x="523928" y="216624"/>
                  </a:lnTo>
                  <a:lnTo>
                    <a:pt x="528182" y="264096"/>
                  </a:lnTo>
                  <a:close/>
                </a:path>
              </a:pathLst>
            </a:custGeom>
            <a:ln w="79830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632225" y="4610250"/>
              <a:ext cx="423036" cy="423036"/>
            </a:xfrm>
            <a:prstGeom prst="rect">
              <a:avLst/>
            </a:prstGeom>
          </p:spPr>
        </p:pic>
        <p:sp>
          <p:nvSpPr>
            <p:cNvPr id="187" name="object 187" descr=""/>
            <p:cNvSpPr/>
            <p:nvPr/>
          </p:nvSpPr>
          <p:spPr>
            <a:xfrm>
              <a:off x="3230712" y="4551602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20" h="528320">
                  <a:moveTo>
                    <a:pt x="528182" y="264096"/>
                  </a:moveTo>
                  <a:lnTo>
                    <a:pt x="523928" y="311569"/>
                  </a:lnTo>
                  <a:lnTo>
                    <a:pt x="511660" y="356249"/>
                  </a:lnTo>
                  <a:lnTo>
                    <a:pt x="492126" y="397392"/>
                  </a:lnTo>
                  <a:lnTo>
                    <a:pt x="466071" y="434251"/>
                  </a:lnTo>
                  <a:lnTo>
                    <a:pt x="434241" y="466082"/>
                  </a:lnTo>
                  <a:lnTo>
                    <a:pt x="397382" y="492137"/>
                  </a:lnTo>
                  <a:lnTo>
                    <a:pt x="356239" y="511671"/>
                  </a:lnTo>
                  <a:lnTo>
                    <a:pt x="311558" y="523938"/>
                  </a:lnTo>
                  <a:lnTo>
                    <a:pt x="264086" y="528193"/>
                  </a:lnTo>
                  <a:lnTo>
                    <a:pt x="216616" y="523938"/>
                  </a:lnTo>
                  <a:lnTo>
                    <a:pt x="171938" y="511671"/>
                  </a:lnTo>
                  <a:lnTo>
                    <a:pt x="130797" y="492137"/>
                  </a:lnTo>
                  <a:lnTo>
                    <a:pt x="93939" y="466082"/>
                  </a:lnTo>
                  <a:lnTo>
                    <a:pt x="62110" y="434251"/>
                  </a:lnTo>
                  <a:lnTo>
                    <a:pt x="36055" y="397392"/>
                  </a:lnTo>
                  <a:lnTo>
                    <a:pt x="16522" y="356249"/>
                  </a:lnTo>
                  <a:lnTo>
                    <a:pt x="4254" y="311569"/>
                  </a:lnTo>
                  <a:lnTo>
                    <a:pt x="0" y="264096"/>
                  </a:lnTo>
                  <a:lnTo>
                    <a:pt x="4254" y="216624"/>
                  </a:lnTo>
                  <a:lnTo>
                    <a:pt x="16522" y="171943"/>
                  </a:lnTo>
                  <a:lnTo>
                    <a:pt x="36055" y="130800"/>
                  </a:lnTo>
                  <a:lnTo>
                    <a:pt x="62110" y="93941"/>
                  </a:lnTo>
                  <a:lnTo>
                    <a:pt x="93939" y="62111"/>
                  </a:lnTo>
                  <a:lnTo>
                    <a:pt x="130797" y="36056"/>
                  </a:lnTo>
                  <a:lnTo>
                    <a:pt x="171938" y="16522"/>
                  </a:lnTo>
                  <a:lnTo>
                    <a:pt x="216616" y="4254"/>
                  </a:lnTo>
                  <a:lnTo>
                    <a:pt x="264086" y="0"/>
                  </a:lnTo>
                  <a:lnTo>
                    <a:pt x="311558" y="4254"/>
                  </a:lnTo>
                  <a:lnTo>
                    <a:pt x="356239" y="16522"/>
                  </a:lnTo>
                  <a:lnTo>
                    <a:pt x="397382" y="36056"/>
                  </a:lnTo>
                  <a:lnTo>
                    <a:pt x="434241" y="62111"/>
                  </a:lnTo>
                  <a:lnTo>
                    <a:pt x="466071" y="93941"/>
                  </a:lnTo>
                  <a:lnTo>
                    <a:pt x="492126" y="130800"/>
                  </a:lnTo>
                  <a:lnTo>
                    <a:pt x="511660" y="171943"/>
                  </a:lnTo>
                  <a:lnTo>
                    <a:pt x="523928" y="216624"/>
                  </a:lnTo>
                  <a:lnTo>
                    <a:pt x="528182" y="264096"/>
                  </a:lnTo>
                  <a:close/>
                </a:path>
              </a:pathLst>
            </a:custGeom>
            <a:ln w="79830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8" name="object 18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277836" y="4610250"/>
              <a:ext cx="423036" cy="423036"/>
            </a:xfrm>
            <a:prstGeom prst="rect">
              <a:avLst/>
            </a:prstGeom>
          </p:spPr>
        </p:pic>
        <p:sp>
          <p:nvSpPr>
            <p:cNvPr id="189" name="object 189" descr=""/>
            <p:cNvSpPr/>
            <p:nvPr/>
          </p:nvSpPr>
          <p:spPr>
            <a:xfrm>
              <a:off x="2431202" y="4551602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20">
                  <a:moveTo>
                    <a:pt x="528182" y="264096"/>
                  </a:moveTo>
                  <a:lnTo>
                    <a:pt x="523928" y="311569"/>
                  </a:lnTo>
                  <a:lnTo>
                    <a:pt x="511660" y="356249"/>
                  </a:lnTo>
                  <a:lnTo>
                    <a:pt x="492126" y="397392"/>
                  </a:lnTo>
                  <a:lnTo>
                    <a:pt x="466071" y="434251"/>
                  </a:lnTo>
                  <a:lnTo>
                    <a:pt x="434241" y="466082"/>
                  </a:lnTo>
                  <a:lnTo>
                    <a:pt x="397382" y="492137"/>
                  </a:lnTo>
                  <a:lnTo>
                    <a:pt x="356239" y="511671"/>
                  </a:lnTo>
                  <a:lnTo>
                    <a:pt x="311558" y="523938"/>
                  </a:lnTo>
                  <a:lnTo>
                    <a:pt x="264086" y="528193"/>
                  </a:lnTo>
                  <a:lnTo>
                    <a:pt x="216616" y="523938"/>
                  </a:lnTo>
                  <a:lnTo>
                    <a:pt x="171938" y="511671"/>
                  </a:lnTo>
                  <a:lnTo>
                    <a:pt x="130797" y="492137"/>
                  </a:lnTo>
                  <a:lnTo>
                    <a:pt x="93939" y="466082"/>
                  </a:lnTo>
                  <a:lnTo>
                    <a:pt x="62110" y="434251"/>
                  </a:lnTo>
                  <a:lnTo>
                    <a:pt x="36055" y="397392"/>
                  </a:lnTo>
                  <a:lnTo>
                    <a:pt x="16522" y="356249"/>
                  </a:lnTo>
                  <a:lnTo>
                    <a:pt x="4254" y="311569"/>
                  </a:lnTo>
                  <a:lnTo>
                    <a:pt x="0" y="264096"/>
                  </a:lnTo>
                  <a:lnTo>
                    <a:pt x="4254" y="216624"/>
                  </a:lnTo>
                  <a:lnTo>
                    <a:pt x="16522" y="171943"/>
                  </a:lnTo>
                  <a:lnTo>
                    <a:pt x="36055" y="130800"/>
                  </a:lnTo>
                  <a:lnTo>
                    <a:pt x="62110" y="93941"/>
                  </a:lnTo>
                  <a:lnTo>
                    <a:pt x="93939" y="62111"/>
                  </a:lnTo>
                  <a:lnTo>
                    <a:pt x="130797" y="36056"/>
                  </a:lnTo>
                  <a:lnTo>
                    <a:pt x="171938" y="16522"/>
                  </a:lnTo>
                  <a:lnTo>
                    <a:pt x="216616" y="4254"/>
                  </a:lnTo>
                  <a:lnTo>
                    <a:pt x="264086" y="0"/>
                  </a:lnTo>
                  <a:lnTo>
                    <a:pt x="311558" y="4254"/>
                  </a:lnTo>
                  <a:lnTo>
                    <a:pt x="356239" y="16522"/>
                  </a:lnTo>
                  <a:lnTo>
                    <a:pt x="397382" y="36056"/>
                  </a:lnTo>
                  <a:lnTo>
                    <a:pt x="434241" y="62111"/>
                  </a:lnTo>
                  <a:lnTo>
                    <a:pt x="466071" y="93941"/>
                  </a:lnTo>
                  <a:lnTo>
                    <a:pt x="492126" y="130800"/>
                  </a:lnTo>
                  <a:lnTo>
                    <a:pt x="511660" y="171943"/>
                  </a:lnTo>
                  <a:lnTo>
                    <a:pt x="523928" y="216624"/>
                  </a:lnTo>
                  <a:lnTo>
                    <a:pt x="528182" y="264096"/>
                  </a:lnTo>
                  <a:close/>
                </a:path>
              </a:pathLst>
            </a:custGeom>
            <a:ln w="79830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0" name="object 190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478326" y="4610250"/>
              <a:ext cx="423035" cy="423036"/>
            </a:xfrm>
            <a:prstGeom prst="rect">
              <a:avLst/>
            </a:prstGeom>
          </p:spPr>
        </p:pic>
        <p:sp>
          <p:nvSpPr>
            <p:cNvPr id="191" name="object 191" descr=""/>
            <p:cNvSpPr/>
            <p:nvPr/>
          </p:nvSpPr>
          <p:spPr>
            <a:xfrm>
              <a:off x="2523121" y="4296009"/>
              <a:ext cx="349250" cy="519430"/>
            </a:xfrm>
            <a:custGeom>
              <a:avLst/>
              <a:gdLst/>
              <a:ahLst/>
              <a:cxnLst/>
              <a:rect l="l" t="t" r="r" b="b"/>
              <a:pathLst>
                <a:path w="349250" h="519429">
                  <a:moveTo>
                    <a:pt x="348931" y="0"/>
                  </a:moveTo>
                  <a:lnTo>
                    <a:pt x="0" y="0"/>
                  </a:lnTo>
                  <a:lnTo>
                    <a:pt x="0" y="345549"/>
                  </a:lnTo>
                  <a:lnTo>
                    <a:pt x="16623" y="377348"/>
                  </a:lnTo>
                  <a:lnTo>
                    <a:pt x="31366" y="393677"/>
                  </a:lnTo>
                  <a:lnTo>
                    <a:pt x="52512" y="399693"/>
                  </a:lnTo>
                  <a:lnTo>
                    <a:pt x="88342" y="400553"/>
                  </a:lnTo>
                  <a:lnTo>
                    <a:pt x="121829" y="417769"/>
                  </a:lnTo>
                  <a:lnTo>
                    <a:pt x="138633" y="456352"/>
                  </a:lnTo>
                  <a:lnTo>
                    <a:pt x="151068" y="496702"/>
                  </a:lnTo>
                  <a:lnTo>
                    <a:pt x="171450" y="519219"/>
                  </a:lnTo>
                  <a:lnTo>
                    <a:pt x="192067" y="496965"/>
                  </a:lnTo>
                  <a:lnTo>
                    <a:pt x="205021" y="457195"/>
                  </a:lnTo>
                  <a:lnTo>
                    <a:pt x="222343" y="419192"/>
                  </a:lnTo>
                  <a:lnTo>
                    <a:pt x="256065" y="402239"/>
                  </a:lnTo>
                  <a:lnTo>
                    <a:pt x="296005" y="393909"/>
                  </a:lnTo>
                  <a:lnTo>
                    <a:pt x="324161" y="375585"/>
                  </a:lnTo>
                  <a:lnTo>
                    <a:pt x="340834" y="357261"/>
                  </a:lnTo>
                  <a:lnTo>
                    <a:pt x="346324" y="348931"/>
                  </a:lnTo>
                  <a:lnTo>
                    <a:pt x="348931" y="348931"/>
                  </a:lnTo>
                  <a:lnTo>
                    <a:pt x="348931" y="0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756892" y="4296009"/>
              <a:ext cx="1409065" cy="1273175"/>
            </a:xfrm>
            <a:custGeom>
              <a:avLst/>
              <a:gdLst/>
              <a:ahLst/>
              <a:cxnLst/>
              <a:rect l="l" t="t" r="r" b="b"/>
              <a:pathLst>
                <a:path w="1409064" h="1273175">
                  <a:moveTo>
                    <a:pt x="629602" y="943089"/>
                  </a:moveTo>
                  <a:lnTo>
                    <a:pt x="422300" y="943089"/>
                  </a:lnTo>
                  <a:lnTo>
                    <a:pt x="247523" y="1080427"/>
                  </a:lnTo>
                  <a:lnTo>
                    <a:pt x="247523" y="1112837"/>
                  </a:lnTo>
                  <a:lnTo>
                    <a:pt x="202082" y="1112837"/>
                  </a:lnTo>
                  <a:lnTo>
                    <a:pt x="0" y="1273162"/>
                  </a:lnTo>
                  <a:lnTo>
                    <a:pt x="175907" y="1273162"/>
                  </a:lnTo>
                  <a:lnTo>
                    <a:pt x="393014" y="1112837"/>
                  </a:lnTo>
                  <a:lnTo>
                    <a:pt x="313550" y="1112837"/>
                  </a:lnTo>
                  <a:lnTo>
                    <a:pt x="313550" y="1056246"/>
                  </a:lnTo>
                  <a:lnTo>
                    <a:pt x="431431" y="1056246"/>
                  </a:lnTo>
                  <a:lnTo>
                    <a:pt x="431431" y="1085062"/>
                  </a:lnTo>
                  <a:lnTo>
                    <a:pt x="629602" y="943089"/>
                  </a:lnTo>
                  <a:close/>
                </a:path>
                <a:path w="1409064" h="1273175">
                  <a:moveTo>
                    <a:pt x="1115148" y="0"/>
                  </a:moveTo>
                  <a:lnTo>
                    <a:pt x="1086332" y="0"/>
                  </a:lnTo>
                  <a:lnTo>
                    <a:pt x="1081024" y="9436"/>
                  </a:lnTo>
                  <a:lnTo>
                    <a:pt x="1077023" y="18376"/>
                  </a:lnTo>
                  <a:lnTo>
                    <a:pt x="777455" y="367385"/>
                  </a:lnTo>
                  <a:lnTo>
                    <a:pt x="790105" y="379399"/>
                  </a:lnTo>
                  <a:lnTo>
                    <a:pt x="806869" y="390436"/>
                  </a:lnTo>
                  <a:lnTo>
                    <a:pt x="827824" y="398513"/>
                  </a:lnTo>
                  <a:lnTo>
                    <a:pt x="853059" y="401650"/>
                  </a:lnTo>
                  <a:lnTo>
                    <a:pt x="856678" y="401650"/>
                  </a:lnTo>
                  <a:lnTo>
                    <a:pt x="862266" y="401497"/>
                  </a:lnTo>
                  <a:lnTo>
                    <a:pt x="865390" y="402221"/>
                  </a:lnTo>
                  <a:lnTo>
                    <a:pt x="865987" y="401497"/>
                  </a:lnTo>
                  <a:lnTo>
                    <a:pt x="1115148" y="101282"/>
                  </a:lnTo>
                  <a:lnTo>
                    <a:pt x="1115148" y="0"/>
                  </a:lnTo>
                  <a:close/>
                </a:path>
                <a:path w="1409064" h="1273175">
                  <a:moveTo>
                    <a:pt x="1408480" y="943076"/>
                  </a:moveTo>
                  <a:lnTo>
                    <a:pt x="1251458" y="943076"/>
                  </a:lnTo>
                  <a:lnTo>
                    <a:pt x="1214488" y="969378"/>
                  </a:lnTo>
                  <a:lnTo>
                    <a:pt x="1173111" y="997889"/>
                  </a:lnTo>
                  <a:lnTo>
                    <a:pt x="1128077" y="1027290"/>
                  </a:lnTo>
                  <a:lnTo>
                    <a:pt x="1080160" y="1056246"/>
                  </a:lnTo>
                  <a:lnTo>
                    <a:pt x="1190599" y="1056246"/>
                  </a:lnTo>
                  <a:lnTo>
                    <a:pt x="1190599" y="1112837"/>
                  </a:lnTo>
                  <a:lnTo>
                    <a:pt x="1063282" y="1112837"/>
                  </a:lnTo>
                  <a:lnTo>
                    <a:pt x="1063282" y="1063434"/>
                  </a:lnTo>
                  <a:lnTo>
                    <a:pt x="1048397" y="1073188"/>
                  </a:lnTo>
                  <a:lnTo>
                    <a:pt x="1016863" y="1093012"/>
                  </a:lnTo>
                  <a:lnTo>
                    <a:pt x="1001979" y="1103045"/>
                  </a:lnTo>
                  <a:lnTo>
                    <a:pt x="1001979" y="1112837"/>
                  </a:lnTo>
                  <a:lnTo>
                    <a:pt x="983424" y="1112837"/>
                  </a:lnTo>
                  <a:lnTo>
                    <a:pt x="941997" y="1141082"/>
                  </a:lnTo>
                  <a:lnTo>
                    <a:pt x="900557" y="1169073"/>
                  </a:lnTo>
                  <a:lnTo>
                    <a:pt x="859459" y="1196530"/>
                  </a:lnTo>
                  <a:lnTo>
                    <a:pt x="819111" y="1223200"/>
                  </a:lnTo>
                  <a:lnTo>
                    <a:pt x="779881" y="1248829"/>
                  </a:lnTo>
                  <a:lnTo>
                    <a:pt x="742175" y="1273149"/>
                  </a:lnTo>
                  <a:lnTo>
                    <a:pt x="999985" y="1273149"/>
                  </a:lnTo>
                  <a:lnTo>
                    <a:pt x="1039888" y="1241285"/>
                  </a:lnTo>
                  <a:lnTo>
                    <a:pt x="1124826" y="1172591"/>
                  </a:lnTo>
                  <a:lnTo>
                    <a:pt x="1251902" y="1068603"/>
                  </a:lnTo>
                  <a:lnTo>
                    <a:pt x="1251902" y="1056246"/>
                  </a:lnTo>
                  <a:lnTo>
                    <a:pt x="1272921" y="1056246"/>
                  </a:lnTo>
                  <a:lnTo>
                    <a:pt x="1311236" y="1027290"/>
                  </a:lnTo>
                  <a:lnTo>
                    <a:pt x="1347025" y="997889"/>
                  </a:lnTo>
                  <a:lnTo>
                    <a:pt x="1379664" y="969378"/>
                  </a:lnTo>
                  <a:lnTo>
                    <a:pt x="1408480" y="943076"/>
                  </a:lnTo>
                  <a:close/>
                </a:path>
              </a:pathLst>
            </a:custGeom>
            <a:solidFill>
              <a:srgbClr val="96D6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2523093" y="4239425"/>
              <a:ext cx="427990" cy="57150"/>
            </a:xfrm>
            <a:custGeom>
              <a:avLst/>
              <a:gdLst/>
              <a:ahLst/>
              <a:cxnLst/>
              <a:rect l="l" t="t" r="r" b="b"/>
              <a:pathLst>
                <a:path w="427989" h="57150">
                  <a:moveTo>
                    <a:pt x="427725" y="0"/>
                  </a:moveTo>
                  <a:lnTo>
                    <a:pt x="109808" y="0"/>
                  </a:lnTo>
                  <a:lnTo>
                    <a:pt x="0" y="56584"/>
                  </a:lnTo>
                  <a:lnTo>
                    <a:pt x="346994" y="56584"/>
                  </a:lnTo>
                  <a:lnTo>
                    <a:pt x="427725" y="0"/>
                  </a:lnTo>
                  <a:close/>
                </a:path>
              </a:pathLst>
            </a:custGeom>
            <a:solidFill>
              <a:srgbClr val="9DD9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3989593" y="5154325"/>
              <a:ext cx="73025" cy="410845"/>
            </a:xfrm>
            <a:custGeom>
              <a:avLst/>
              <a:gdLst/>
              <a:ahLst/>
              <a:cxnLst/>
              <a:rect l="l" t="t" r="r" b="b"/>
              <a:pathLst>
                <a:path w="73025" h="410845">
                  <a:moveTo>
                    <a:pt x="72594" y="0"/>
                  </a:moveTo>
                  <a:lnTo>
                    <a:pt x="0" y="83149"/>
                  </a:lnTo>
                  <a:lnTo>
                    <a:pt x="0" y="410500"/>
                  </a:lnTo>
                  <a:lnTo>
                    <a:pt x="70332" y="287739"/>
                  </a:lnTo>
                  <a:lnTo>
                    <a:pt x="72594" y="0"/>
                  </a:lnTo>
                  <a:close/>
                </a:path>
              </a:pathLst>
            </a:custGeom>
            <a:solidFill>
              <a:srgbClr val="9CD9C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5" name="object 195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5672938" y="5390417"/>
            <a:ext cx="4675133" cy="3565340"/>
          </a:xfrm>
          <a:prstGeom prst="rect">
            <a:avLst/>
          </a:prstGeom>
        </p:spPr>
      </p:pic>
      <p:grpSp>
        <p:nvGrpSpPr>
          <p:cNvPr id="196" name="object 196" descr=""/>
          <p:cNvGrpSpPr/>
          <p:nvPr/>
        </p:nvGrpSpPr>
        <p:grpSpPr>
          <a:xfrm>
            <a:off x="11523700" y="3801539"/>
            <a:ext cx="2343785" cy="2690495"/>
            <a:chOff x="11523700" y="3801539"/>
            <a:chExt cx="2343785" cy="2690495"/>
          </a:xfrm>
        </p:grpSpPr>
        <p:sp>
          <p:nvSpPr>
            <p:cNvPr id="197" name="object 197" descr=""/>
            <p:cNvSpPr/>
            <p:nvPr/>
          </p:nvSpPr>
          <p:spPr>
            <a:xfrm>
              <a:off x="11523700" y="4639301"/>
              <a:ext cx="2089785" cy="799465"/>
            </a:xfrm>
            <a:custGeom>
              <a:avLst/>
              <a:gdLst/>
              <a:ahLst/>
              <a:cxnLst/>
              <a:rect l="l" t="t" r="r" b="b"/>
              <a:pathLst>
                <a:path w="2089784" h="799464">
                  <a:moveTo>
                    <a:pt x="892505" y="0"/>
                  </a:moveTo>
                  <a:lnTo>
                    <a:pt x="827787" y="1614"/>
                  </a:lnTo>
                  <a:lnTo>
                    <a:pt x="753950" y="7321"/>
                  </a:lnTo>
                  <a:lnTo>
                    <a:pt x="670200" y="17671"/>
                  </a:lnTo>
                  <a:lnTo>
                    <a:pt x="575741" y="33210"/>
                  </a:lnTo>
                  <a:lnTo>
                    <a:pt x="481579" y="51522"/>
                  </a:lnTo>
                  <a:lnTo>
                    <a:pt x="398744" y="69870"/>
                  </a:lnTo>
                  <a:lnTo>
                    <a:pt x="326479" y="88324"/>
                  </a:lnTo>
                  <a:lnTo>
                    <a:pt x="264026" y="106954"/>
                  </a:lnTo>
                  <a:lnTo>
                    <a:pt x="210626" y="125830"/>
                  </a:lnTo>
                  <a:lnTo>
                    <a:pt x="165520" y="145021"/>
                  </a:lnTo>
                  <a:lnTo>
                    <a:pt x="127952" y="164598"/>
                  </a:lnTo>
                  <a:lnTo>
                    <a:pt x="72394" y="205189"/>
                  </a:lnTo>
                  <a:lnTo>
                    <a:pt x="37884" y="248163"/>
                  </a:lnTo>
                  <a:lnTo>
                    <a:pt x="18359" y="294077"/>
                  </a:lnTo>
                  <a:lnTo>
                    <a:pt x="7753" y="343493"/>
                  </a:lnTo>
                  <a:lnTo>
                    <a:pt x="0" y="396969"/>
                  </a:lnTo>
                  <a:lnTo>
                    <a:pt x="1185011" y="799135"/>
                  </a:lnTo>
                  <a:lnTo>
                    <a:pt x="1193099" y="772706"/>
                  </a:lnTo>
                  <a:lnTo>
                    <a:pt x="1227456" y="702373"/>
                  </a:lnTo>
                  <a:lnTo>
                    <a:pt x="1303216" y="601562"/>
                  </a:lnTo>
                  <a:lnTo>
                    <a:pt x="1435516" y="483699"/>
                  </a:lnTo>
                  <a:lnTo>
                    <a:pt x="1569952" y="389062"/>
                  </a:lnTo>
                  <a:lnTo>
                    <a:pt x="1682888" y="336123"/>
                  </a:lnTo>
                  <a:lnTo>
                    <a:pt x="1835636" y="305628"/>
                  </a:lnTo>
                  <a:lnTo>
                    <a:pt x="2089507" y="278323"/>
                  </a:lnTo>
                  <a:lnTo>
                    <a:pt x="1976310" y="250775"/>
                  </a:lnTo>
                  <a:lnTo>
                    <a:pt x="1719020" y="190169"/>
                  </a:lnTo>
                  <a:lnTo>
                    <a:pt x="1441085" y="129563"/>
                  </a:lnTo>
                  <a:lnTo>
                    <a:pt x="1265950" y="102015"/>
                  </a:lnTo>
                  <a:lnTo>
                    <a:pt x="1247395" y="100314"/>
                  </a:lnTo>
                  <a:lnTo>
                    <a:pt x="1230060" y="95579"/>
                  </a:lnTo>
                  <a:lnTo>
                    <a:pt x="1213151" y="88357"/>
                  </a:lnTo>
                  <a:lnTo>
                    <a:pt x="1195873" y="79196"/>
                  </a:lnTo>
                  <a:lnTo>
                    <a:pt x="1177429" y="68645"/>
                  </a:lnTo>
                  <a:lnTo>
                    <a:pt x="1157026" y="57253"/>
                  </a:lnTo>
                  <a:lnTo>
                    <a:pt x="1107157" y="34137"/>
                  </a:lnTo>
                  <a:lnTo>
                    <a:pt x="1039902" y="14233"/>
                  </a:lnTo>
                  <a:lnTo>
                    <a:pt x="997767" y="6858"/>
                  </a:lnTo>
                  <a:lnTo>
                    <a:pt x="948900" y="1930"/>
                  </a:lnTo>
                  <a:lnTo>
                    <a:pt x="892505" y="0"/>
                  </a:lnTo>
                  <a:close/>
                </a:path>
              </a:pathLst>
            </a:custGeom>
            <a:solidFill>
              <a:srgbClr val="FBE3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1523703" y="4881828"/>
              <a:ext cx="1381125" cy="556895"/>
            </a:xfrm>
            <a:custGeom>
              <a:avLst/>
              <a:gdLst/>
              <a:ahLst/>
              <a:cxnLst/>
              <a:rect l="l" t="t" r="r" b="b"/>
              <a:pathLst>
                <a:path w="1381125" h="556895">
                  <a:moveTo>
                    <a:pt x="41359" y="0"/>
                  </a:moveTo>
                  <a:lnTo>
                    <a:pt x="23818" y="35309"/>
                  </a:lnTo>
                  <a:lnTo>
                    <a:pt x="13007" y="72640"/>
                  </a:lnTo>
                  <a:lnTo>
                    <a:pt x="6032" y="112262"/>
                  </a:lnTo>
                  <a:lnTo>
                    <a:pt x="0" y="154445"/>
                  </a:lnTo>
                  <a:lnTo>
                    <a:pt x="1185011" y="556600"/>
                  </a:lnTo>
                  <a:lnTo>
                    <a:pt x="1201951" y="480953"/>
                  </a:lnTo>
                  <a:lnTo>
                    <a:pt x="1228022" y="427360"/>
                  </a:lnTo>
                  <a:lnTo>
                    <a:pt x="1281607" y="370282"/>
                  </a:lnTo>
                  <a:lnTo>
                    <a:pt x="1381088" y="284179"/>
                  </a:lnTo>
                  <a:lnTo>
                    <a:pt x="1369999" y="263190"/>
                  </a:lnTo>
                  <a:lnTo>
                    <a:pt x="1353460" y="248574"/>
                  </a:lnTo>
                  <a:lnTo>
                    <a:pt x="1330840" y="241547"/>
                  </a:lnTo>
                  <a:lnTo>
                    <a:pt x="1301510" y="243322"/>
                  </a:lnTo>
                  <a:lnTo>
                    <a:pt x="1280471" y="246051"/>
                  </a:lnTo>
                  <a:lnTo>
                    <a:pt x="1253985" y="247029"/>
                  </a:lnTo>
                  <a:lnTo>
                    <a:pt x="1186296" y="244123"/>
                  </a:lnTo>
                  <a:lnTo>
                    <a:pt x="1145907" y="240435"/>
                  </a:lnTo>
                  <a:lnTo>
                    <a:pt x="1101697" y="235387"/>
                  </a:lnTo>
                  <a:lnTo>
                    <a:pt x="1054073" y="229079"/>
                  </a:lnTo>
                  <a:lnTo>
                    <a:pt x="1003441" y="221607"/>
                  </a:lnTo>
                  <a:lnTo>
                    <a:pt x="950209" y="213070"/>
                  </a:lnTo>
                  <a:lnTo>
                    <a:pt x="894782" y="203566"/>
                  </a:lnTo>
                  <a:lnTo>
                    <a:pt x="837567" y="193193"/>
                  </a:lnTo>
                  <a:lnTo>
                    <a:pt x="778972" y="182049"/>
                  </a:lnTo>
                  <a:lnTo>
                    <a:pt x="719402" y="170233"/>
                  </a:lnTo>
                  <a:lnTo>
                    <a:pt x="659264" y="157841"/>
                  </a:lnTo>
                  <a:lnTo>
                    <a:pt x="598966" y="144973"/>
                  </a:lnTo>
                  <a:lnTo>
                    <a:pt x="538913" y="131726"/>
                  </a:lnTo>
                  <a:lnTo>
                    <a:pt x="479512" y="118198"/>
                  </a:lnTo>
                  <a:lnTo>
                    <a:pt x="421171" y="104488"/>
                  </a:lnTo>
                  <a:lnTo>
                    <a:pt x="364295" y="90693"/>
                  </a:lnTo>
                  <a:lnTo>
                    <a:pt x="309291" y="76912"/>
                  </a:lnTo>
                  <a:lnTo>
                    <a:pt x="256566" y="63242"/>
                  </a:lnTo>
                  <a:lnTo>
                    <a:pt x="206527" y="49782"/>
                  </a:lnTo>
                  <a:lnTo>
                    <a:pt x="159580" y="36630"/>
                  </a:lnTo>
                  <a:lnTo>
                    <a:pt x="116132" y="23883"/>
                  </a:lnTo>
                  <a:lnTo>
                    <a:pt x="76590" y="11640"/>
                  </a:lnTo>
                  <a:lnTo>
                    <a:pt x="41359" y="0"/>
                  </a:lnTo>
                  <a:close/>
                </a:path>
              </a:pathLst>
            </a:custGeom>
            <a:solidFill>
              <a:srgbClr val="FB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2567691" y="3801547"/>
              <a:ext cx="1299845" cy="2690495"/>
            </a:xfrm>
            <a:custGeom>
              <a:avLst/>
              <a:gdLst/>
              <a:ahLst/>
              <a:cxnLst/>
              <a:rect l="l" t="t" r="r" b="b"/>
              <a:pathLst>
                <a:path w="1299844" h="2690495">
                  <a:moveTo>
                    <a:pt x="1299451" y="0"/>
                  </a:moveTo>
                  <a:lnTo>
                    <a:pt x="240652" y="197637"/>
                  </a:lnTo>
                  <a:lnTo>
                    <a:pt x="158940" y="1624609"/>
                  </a:lnTo>
                  <a:lnTo>
                    <a:pt x="0" y="1593278"/>
                  </a:lnTo>
                  <a:lnTo>
                    <a:pt x="36080" y="2674823"/>
                  </a:lnTo>
                  <a:lnTo>
                    <a:pt x="107950" y="2690495"/>
                  </a:lnTo>
                  <a:lnTo>
                    <a:pt x="161645" y="2676309"/>
                  </a:lnTo>
                  <a:lnTo>
                    <a:pt x="211251" y="1837372"/>
                  </a:lnTo>
                  <a:lnTo>
                    <a:pt x="1174191" y="1534426"/>
                  </a:lnTo>
                  <a:lnTo>
                    <a:pt x="1299451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1695456" y="5337673"/>
              <a:ext cx="125730" cy="870585"/>
            </a:xfrm>
            <a:custGeom>
              <a:avLst/>
              <a:gdLst/>
              <a:ahLst/>
              <a:cxnLst/>
              <a:rect l="l" t="t" r="r" b="b"/>
              <a:pathLst>
                <a:path w="125729" h="870585">
                  <a:moveTo>
                    <a:pt x="3486" y="0"/>
                  </a:moveTo>
                  <a:lnTo>
                    <a:pt x="0" y="870057"/>
                  </a:lnTo>
                  <a:lnTo>
                    <a:pt x="62291" y="854005"/>
                  </a:lnTo>
                  <a:lnTo>
                    <a:pt x="125158" y="24156"/>
                  </a:lnTo>
                  <a:lnTo>
                    <a:pt x="3486" y="0"/>
                  </a:lnTo>
                  <a:close/>
                </a:path>
              </a:pathLst>
            </a:custGeom>
            <a:solidFill>
              <a:srgbClr val="141C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1574073" y="5086883"/>
              <a:ext cx="137795" cy="1121410"/>
            </a:xfrm>
            <a:custGeom>
              <a:avLst/>
              <a:gdLst/>
              <a:ahLst/>
              <a:cxnLst/>
              <a:rect l="l" t="t" r="r" b="b"/>
              <a:pathLst>
                <a:path w="137795" h="1121410">
                  <a:moveTo>
                    <a:pt x="0" y="0"/>
                  </a:moveTo>
                  <a:lnTo>
                    <a:pt x="48993" y="1097631"/>
                  </a:lnTo>
                  <a:lnTo>
                    <a:pt x="121378" y="1120845"/>
                  </a:lnTo>
                  <a:lnTo>
                    <a:pt x="137388" y="13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2846732" y="5018774"/>
              <a:ext cx="125730" cy="870585"/>
            </a:xfrm>
            <a:custGeom>
              <a:avLst/>
              <a:gdLst/>
              <a:ahLst/>
              <a:cxnLst/>
              <a:rect l="l" t="t" r="r" b="b"/>
              <a:pathLst>
                <a:path w="125729" h="870585">
                  <a:moveTo>
                    <a:pt x="3486" y="0"/>
                  </a:moveTo>
                  <a:lnTo>
                    <a:pt x="0" y="870057"/>
                  </a:lnTo>
                  <a:lnTo>
                    <a:pt x="62291" y="854005"/>
                  </a:lnTo>
                  <a:lnTo>
                    <a:pt x="125158" y="24156"/>
                  </a:lnTo>
                  <a:lnTo>
                    <a:pt x="3486" y="0"/>
                  </a:lnTo>
                  <a:close/>
                </a:path>
              </a:pathLst>
            </a:custGeom>
            <a:solidFill>
              <a:srgbClr val="141C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1525847" y="4639290"/>
              <a:ext cx="1337310" cy="1249680"/>
            </a:xfrm>
            <a:custGeom>
              <a:avLst/>
              <a:gdLst/>
              <a:ahLst/>
              <a:cxnLst/>
              <a:rect l="l" t="t" r="r" b="b"/>
              <a:pathLst>
                <a:path w="1337309" h="1249679">
                  <a:moveTo>
                    <a:pt x="1163612" y="122593"/>
                  </a:moveTo>
                  <a:lnTo>
                    <a:pt x="1043990" y="101168"/>
                  </a:lnTo>
                  <a:lnTo>
                    <a:pt x="779614" y="55270"/>
                  </a:lnTo>
                  <a:lnTo>
                    <a:pt x="512216" y="12382"/>
                  </a:lnTo>
                  <a:lnTo>
                    <a:pt x="383552" y="0"/>
                  </a:lnTo>
                  <a:lnTo>
                    <a:pt x="377571" y="22339"/>
                  </a:lnTo>
                  <a:lnTo>
                    <a:pt x="375031" y="66903"/>
                  </a:lnTo>
                  <a:lnTo>
                    <a:pt x="374865" y="124129"/>
                  </a:lnTo>
                  <a:lnTo>
                    <a:pt x="376047" y="184454"/>
                  </a:lnTo>
                  <a:lnTo>
                    <a:pt x="377520" y="238302"/>
                  </a:lnTo>
                  <a:lnTo>
                    <a:pt x="378244" y="276110"/>
                  </a:lnTo>
                  <a:lnTo>
                    <a:pt x="368147" y="304761"/>
                  </a:lnTo>
                  <a:lnTo>
                    <a:pt x="342747" y="337375"/>
                  </a:lnTo>
                  <a:lnTo>
                    <a:pt x="309372" y="373773"/>
                  </a:lnTo>
                  <a:lnTo>
                    <a:pt x="275348" y="413753"/>
                  </a:lnTo>
                  <a:lnTo>
                    <a:pt x="248856" y="455790"/>
                  </a:lnTo>
                  <a:lnTo>
                    <a:pt x="0" y="396989"/>
                  </a:lnTo>
                  <a:lnTo>
                    <a:pt x="29121" y="688454"/>
                  </a:lnTo>
                  <a:lnTo>
                    <a:pt x="1152194" y="980160"/>
                  </a:lnTo>
                  <a:lnTo>
                    <a:pt x="1152194" y="669201"/>
                  </a:lnTo>
                  <a:lnTo>
                    <a:pt x="387426" y="488530"/>
                  </a:lnTo>
                  <a:lnTo>
                    <a:pt x="390105" y="481977"/>
                  </a:lnTo>
                  <a:lnTo>
                    <a:pt x="419468" y="437718"/>
                  </a:lnTo>
                  <a:lnTo>
                    <a:pt x="483768" y="355574"/>
                  </a:lnTo>
                  <a:lnTo>
                    <a:pt x="503262" y="324104"/>
                  </a:lnTo>
                  <a:lnTo>
                    <a:pt x="513981" y="296265"/>
                  </a:lnTo>
                  <a:lnTo>
                    <a:pt x="517550" y="267982"/>
                  </a:lnTo>
                  <a:lnTo>
                    <a:pt x="513981" y="222211"/>
                  </a:lnTo>
                  <a:lnTo>
                    <a:pt x="503262" y="141833"/>
                  </a:lnTo>
                  <a:lnTo>
                    <a:pt x="1153325" y="259232"/>
                  </a:lnTo>
                  <a:lnTo>
                    <a:pt x="1163612" y="122593"/>
                  </a:lnTo>
                  <a:close/>
                </a:path>
                <a:path w="1337309" h="1249679">
                  <a:moveTo>
                    <a:pt x="1336878" y="141808"/>
                  </a:moveTo>
                  <a:lnTo>
                    <a:pt x="1199489" y="128701"/>
                  </a:lnTo>
                  <a:lnTo>
                    <a:pt x="1248486" y="1226337"/>
                  </a:lnTo>
                  <a:lnTo>
                    <a:pt x="1320888" y="1249553"/>
                  </a:lnTo>
                  <a:lnTo>
                    <a:pt x="1336878" y="141808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1909406" y="4597594"/>
              <a:ext cx="883919" cy="155575"/>
            </a:xfrm>
            <a:custGeom>
              <a:avLst/>
              <a:gdLst/>
              <a:ahLst/>
              <a:cxnLst/>
              <a:rect l="l" t="t" r="r" b="b"/>
              <a:pathLst>
                <a:path w="883920" h="155575">
                  <a:moveTo>
                    <a:pt x="166968" y="0"/>
                  </a:moveTo>
                  <a:lnTo>
                    <a:pt x="0" y="41695"/>
                  </a:lnTo>
                  <a:lnTo>
                    <a:pt x="731412" y="155513"/>
                  </a:lnTo>
                  <a:lnTo>
                    <a:pt x="883847" y="111535"/>
                  </a:lnTo>
                  <a:lnTo>
                    <a:pt x="166968" y="0"/>
                  </a:lnTo>
                  <a:close/>
                </a:path>
              </a:pathLst>
            </a:custGeom>
            <a:solidFill>
              <a:srgbClr val="39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2033479" y="4597596"/>
              <a:ext cx="467995" cy="267335"/>
            </a:xfrm>
            <a:custGeom>
              <a:avLst/>
              <a:gdLst/>
              <a:ahLst/>
              <a:cxnLst/>
              <a:rect l="l" t="t" r="r" b="b"/>
              <a:pathLst>
                <a:path w="467995" h="267335">
                  <a:moveTo>
                    <a:pt x="467575" y="65265"/>
                  </a:moveTo>
                  <a:lnTo>
                    <a:pt x="465759" y="62306"/>
                  </a:lnTo>
                  <a:lnTo>
                    <a:pt x="441121" y="51892"/>
                  </a:lnTo>
                  <a:lnTo>
                    <a:pt x="396938" y="37096"/>
                  </a:lnTo>
                  <a:lnTo>
                    <a:pt x="336511" y="21031"/>
                  </a:lnTo>
                  <a:lnTo>
                    <a:pt x="263105" y="6769"/>
                  </a:lnTo>
                  <a:lnTo>
                    <a:pt x="226593" y="2997"/>
                  </a:lnTo>
                  <a:lnTo>
                    <a:pt x="222834" y="2603"/>
                  </a:lnTo>
                  <a:lnTo>
                    <a:pt x="221424" y="2565"/>
                  </a:lnTo>
                  <a:lnTo>
                    <a:pt x="180200" y="1168"/>
                  </a:lnTo>
                  <a:lnTo>
                    <a:pt x="136271" y="838"/>
                  </a:lnTo>
                  <a:lnTo>
                    <a:pt x="92125" y="12"/>
                  </a:lnTo>
                  <a:lnTo>
                    <a:pt x="53606" y="9258"/>
                  </a:lnTo>
                  <a:lnTo>
                    <a:pt x="26238" y="36169"/>
                  </a:lnTo>
                  <a:lnTo>
                    <a:pt x="8915" y="74523"/>
                  </a:lnTo>
                  <a:lnTo>
                    <a:pt x="533" y="118110"/>
                  </a:lnTo>
                  <a:lnTo>
                    <a:pt x="0" y="160731"/>
                  </a:lnTo>
                  <a:lnTo>
                    <a:pt x="6184" y="196151"/>
                  </a:lnTo>
                  <a:lnTo>
                    <a:pt x="54102" y="220052"/>
                  </a:lnTo>
                  <a:lnTo>
                    <a:pt x="106603" y="232994"/>
                  </a:lnTo>
                  <a:lnTo>
                    <a:pt x="169341" y="245211"/>
                  </a:lnTo>
                  <a:lnTo>
                    <a:pt x="235750" y="255651"/>
                  </a:lnTo>
                  <a:lnTo>
                    <a:pt x="299237" y="263309"/>
                  </a:lnTo>
                  <a:lnTo>
                    <a:pt x="353212" y="267131"/>
                  </a:lnTo>
                  <a:lnTo>
                    <a:pt x="391083" y="266077"/>
                  </a:lnTo>
                  <a:lnTo>
                    <a:pt x="406285" y="259118"/>
                  </a:lnTo>
                  <a:lnTo>
                    <a:pt x="401561" y="231101"/>
                  </a:lnTo>
                  <a:lnTo>
                    <a:pt x="400469" y="198615"/>
                  </a:lnTo>
                  <a:lnTo>
                    <a:pt x="410565" y="132969"/>
                  </a:lnTo>
                  <a:lnTo>
                    <a:pt x="439585" y="80987"/>
                  </a:lnTo>
                  <a:lnTo>
                    <a:pt x="467537" y="65278"/>
                  </a:lnTo>
                  <a:close/>
                </a:path>
              </a:pathLst>
            </a:custGeom>
            <a:solidFill>
              <a:srgbClr val="FBE3E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6" name="object 206" descr=""/>
          <p:cNvGrpSpPr/>
          <p:nvPr/>
        </p:nvGrpSpPr>
        <p:grpSpPr>
          <a:xfrm>
            <a:off x="11574074" y="3423989"/>
            <a:ext cx="2451735" cy="3068320"/>
            <a:chOff x="11574074" y="3423989"/>
            <a:chExt cx="2451735" cy="3068320"/>
          </a:xfrm>
        </p:grpSpPr>
        <p:sp>
          <p:nvSpPr>
            <p:cNvPr id="207" name="object 207" descr=""/>
            <p:cNvSpPr/>
            <p:nvPr/>
          </p:nvSpPr>
          <p:spPr>
            <a:xfrm>
              <a:off x="12770604" y="3571747"/>
              <a:ext cx="60325" cy="145415"/>
            </a:xfrm>
            <a:custGeom>
              <a:avLst/>
              <a:gdLst/>
              <a:ahLst/>
              <a:cxnLst/>
              <a:rect l="l" t="t" r="r" b="b"/>
              <a:pathLst>
                <a:path w="60325" h="145414">
                  <a:moveTo>
                    <a:pt x="33506" y="0"/>
                  </a:moveTo>
                  <a:lnTo>
                    <a:pt x="21514" y="5153"/>
                  </a:lnTo>
                  <a:lnTo>
                    <a:pt x="11213" y="20252"/>
                  </a:lnTo>
                  <a:lnTo>
                    <a:pt x="3681" y="43009"/>
                  </a:lnTo>
                  <a:lnTo>
                    <a:pt x="0" y="71139"/>
                  </a:lnTo>
                  <a:lnTo>
                    <a:pt x="1052" y="99485"/>
                  </a:lnTo>
                  <a:lnTo>
                    <a:pt x="6433" y="122844"/>
                  </a:lnTo>
                  <a:lnTo>
                    <a:pt x="15282" y="138837"/>
                  </a:lnTo>
                  <a:lnTo>
                    <a:pt x="26742" y="145084"/>
                  </a:lnTo>
                  <a:lnTo>
                    <a:pt x="38735" y="139929"/>
                  </a:lnTo>
                  <a:lnTo>
                    <a:pt x="49036" y="124828"/>
                  </a:lnTo>
                  <a:lnTo>
                    <a:pt x="56567" y="102070"/>
                  </a:lnTo>
                  <a:lnTo>
                    <a:pt x="60249" y="73945"/>
                  </a:lnTo>
                  <a:lnTo>
                    <a:pt x="59196" y="45599"/>
                  </a:lnTo>
                  <a:lnTo>
                    <a:pt x="53816" y="22240"/>
                  </a:lnTo>
                  <a:lnTo>
                    <a:pt x="44966" y="6247"/>
                  </a:lnTo>
                  <a:lnTo>
                    <a:pt x="33506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2754845" y="3511734"/>
              <a:ext cx="1022350" cy="481965"/>
            </a:xfrm>
            <a:custGeom>
              <a:avLst/>
              <a:gdLst/>
              <a:ahLst/>
              <a:cxnLst/>
              <a:rect l="l" t="t" r="r" b="b"/>
              <a:pathLst>
                <a:path w="1022350" h="481964">
                  <a:moveTo>
                    <a:pt x="724680" y="0"/>
                  </a:moveTo>
                  <a:lnTo>
                    <a:pt x="524936" y="14178"/>
                  </a:lnTo>
                  <a:lnTo>
                    <a:pt x="367732" y="35328"/>
                  </a:lnTo>
                  <a:lnTo>
                    <a:pt x="275571" y="56238"/>
                  </a:lnTo>
                  <a:lnTo>
                    <a:pt x="212669" y="89381"/>
                  </a:lnTo>
                  <a:lnTo>
                    <a:pt x="143241" y="147231"/>
                  </a:lnTo>
                  <a:lnTo>
                    <a:pt x="168272" y="176529"/>
                  </a:lnTo>
                  <a:lnTo>
                    <a:pt x="177492" y="212555"/>
                  </a:lnTo>
                  <a:lnTo>
                    <a:pt x="172598" y="251552"/>
                  </a:lnTo>
                  <a:lnTo>
                    <a:pt x="155291" y="289763"/>
                  </a:lnTo>
                  <a:lnTo>
                    <a:pt x="127270" y="323430"/>
                  </a:lnTo>
                  <a:lnTo>
                    <a:pt x="90234" y="348796"/>
                  </a:lnTo>
                  <a:lnTo>
                    <a:pt x="45883" y="362104"/>
                  </a:lnTo>
                  <a:lnTo>
                    <a:pt x="10242" y="368177"/>
                  </a:lnTo>
                  <a:lnTo>
                    <a:pt x="0" y="380292"/>
                  </a:lnTo>
                  <a:lnTo>
                    <a:pt x="16631" y="407533"/>
                  </a:lnTo>
                  <a:lnTo>
                    <a:pt x="61610" y="458981"/>
                  </a:lnTo>
                  <a:lnTo>
                    <a:pt x="215585" y="481776"/>
                  </a:lnTo>
                  <a:lnTo>
                    <a:pt x="500361" y="192874"/>
                  </a:lnTo>
                  <a:lnTo>
                    <a:pt x="1021979" y="59674"/>
                  </a:lnTo>
                  <a:lnTo>
                    <a:pt x="963237" y="29371"/>
                  </a:lnTo>
                  <a:lnTo>
                    <a:pt x="938506" y="21480"/>
                  </a:lnTo>
                  <a:lnTo>
                    <a:pt x="860761" y="7061"/>
                  </a:lnTo>
                  <a:lnTo>
                    <a:pt x="724680" y="0"/>
                  </a:lnTo>
                  <a:close/>
                </a:path>
              </a:pathLst>
            </a:custGeom>
            <a:solidFill>
              <a:srgbClr val="3139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2586335" y="3560425"/>
              <a:ext cx="1289050" cy="2096770"/>
            </a:xfrm>
            <a:custGeom>
              <a:avLst/>
              <a:gdLst/>
              <a:ahLst/>
              <a:cxnLst/>
              <a:rect l="l" t="t" r="r" b="b"/>
              <a:pathLst>
                <a:path w="1289050" h="2096770">
                  <a:moveTo>
                    <a:pt x="1288961" y="169595"/>
                  </a:moveTo>
                  <a:lnTo>
                    <a:pt x="1272628" y="171437"/>
                  </a:lnTo>
                  <a:lnTo>
                    <a:pt x="1233703" y="172529"/>
                  </a:lnTo>
                  <a:lnTo>
                    <a:pt x="1187310" y="166141"/>
                  </a:lnTo>
                  <a:lnTo>
                    <a:pt x="1148549" y="145567"/>
                  </a:lnTo>
                  <a:lnTo>
                    <a:pt x="1126794" y="121056"/>
                  </a:lnTo>
                  <a:lnTo>
                    <a:pt x="1123937" y="98856"/>
                  </a:lnTo>
                  <a:lnTo>
                    <a:pt x="1143952" y="66370"/>
                  </a:lnTo>
                  <a:lnTo>
                    <a:pt x="1190777" y="10985"/>
                  </a:lnTo>
                  <a:lnTo>
                    <a:pt x="1164869" y="7315"/>
                  </a:lnTo>
                  <a:lnTo>
                    <a:pt x="1088834" y="1206"/>
                  </a:lnTo>
                  <a:lnTo>
                    <a:pt x="965174" y="0"/>
                  </a:lnTo>
                  <a:lnTo>
                    <a:pt x="796404" y="11061"/>
                  </a:lnTo>
                  <a:lnTo>
                    <a:pt x="647052" y="27457"/>
                  </a:lnTo>
                  <a:lnTo>
                    <a:pt x="553961" y="43992"/>
                  </a:lnTo>
                  <a:lnTo>
                    <a:pt x="478180" y="70662"/>
                  </a:lnTo>
                  <a:lnTo>
                    <a:pt x="380733" y="117411"/>
                  </a:lnTo>
                  <a:lnTo>
                    <a:pt x="387959" y="129057"/>
                  </a:lnTo>
                  <a:lnTo>
                    <a:pt x="402640" y="159905"/>
                  </a:lnTo>
                  <a:lnTo>
                    <a:pt x="414362" y="203847"/>
                  </a:lnTo>
                  <a:lnTo>
                    <a:pt x="412648" y="254787"/>
                  </a:lnTo>
                  <a:lnTo>
                    <a:pt x="401040" y="295541"/>
                  </a:lnTo>
                  <a:lnTo>
                    <a:pt x="379310" y="318998"/>
                  </a:lnTo>
                  <a:lnTo>
                    <a:pt x="331393" y="334022"/>
                  </a:lnTo>
                  <a:lnTo>
                    <a:pt x="276085" y="343509"/>
                  </a:lnTo>
                  <a:lnTo>
                    <a:pt x="290410" y="177190"/>
                  </a:lnTo>
                  <a:lnTo>
                    <a:pt x="120548" y="177190"/>
                  </a:lnTo>
                  <a:lnTo>
                    <a:pt x="0" y="2084222"/>
                  </a:lnTo>
                  <a:lnTo>
                    <a:pt x="125158" y="2096490"/>
                  </a:lnTo>
                  <a:lnTo>
                    <a:pt x="264223" y="481279"/>
                  </a:lnTo>
                  <a:lnTo>
                    <a:pt x="1281760" y="274345"/>
                  </a:lnTo>
                  <a:lnTo>
                    <a:pt x="1288961" y="169595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669965" y="3632381"/>
              <a:ext cx="241458" cy="241458"/>
            </a:xfrm>
            <a:prstGeom prst="rect">
              <a:avLst/>
            </a:prstGeom>
          </p:spPr>
        </p:pic>
        <p:sp>
          <p:nvSpPr>
            <p:cNvPr id="211" name="object 211" descr=""/>
            <p:cNvSpPr/>
            <p:nvPr/>
          </p:nvSpPr>
          <p:spPr>
            <a:xfrm>
              <a:off x="13682028" y="3424129"/>
              <a:ext cx="309245" cy="2098040"/>
            </a:xfrm>
            <a:custGeom>
              <a:avLst/>
              <a:gdLst/>
              <a:ahLst/>
              <a:cxnLst/>
              <a:rect l="l" t="t" r="r" b="b"/>
              <a:pathLst>
                <a:path w="309244" h="2098040">
                  <a:moveTo>
                    <a:pt x="263156" y="73939"/>
                  </a:moveTo>
                  <a:lnTo>
                    <a:pt x="262102" y="45593"/>
                  </a:lnTo>
                  <a:lnTo>
                    <a:pt x="256717" y="22237"/>
                  </a:lnTo>
                  <a:lnTo>
                    <a:pt x="247865" y="6248"/>
                  </a:lnTo>
                  <a:lnTo>
                    <a:pt x="236410" y="0"/>
                  </a:lnTo>
                  <a:lnTo>
                    <a:pt x="224421" y="5156"/>
                  </a:lnTo>
                  <a:lnTo>
                    <a:pt x="214122" y="20256"/>
                  </a:lnTo>
                  <a:lnTo>
                    <a:pt x="206590" y="43014"/>
                  </a:lnTo>
                  <a:lnTo>
                    <a:pt x="202907" y="71132"/>
                  </a:lnTo>
                  <a:lnTo>
                    <a:pt x="203962" y="99479"/>
                  </a:lnTo>
                  <a:lnTo>
                    <a:pt x="209334" y="122847"/>
                  </a:lnTo>
                  <a:lnTo>
                    <a:pt x="218186" y="138836"/>
                  </a:lnTo>
                  <a:lnTo>
                    <a:pt x="229641" y="145084"/>
                  </a:lnTo>
                  <a:lnTo>
                    <a:pt x="241642" y="139928"/>
                  </a:lnTo>
                  <a:lnTo>
                    <a:pt x="251942" y="124828"/>
                  </a:lnTo>
                  <a:lnTo>
                    <a:pt x="259473" y="102069"/>
                  </a:lnTo>
                  <a:lnTo>
                    <a:pt x="263156" y="73939"/>
                  </a:lnTo>
                  <a:close/>
                </a:path>
                <a:path w="309244" h="2098040">
                  <a:moveTo>
                    <a:pt x="309054" y="184365"/>
                  </a:moveTo>
                  <a:lnTo>
                    <a:pt x="139192" y="184365"/>
                  </a:lnTo>
                  <a:lnTo>
                    <a:pt x="0" y="2080247"/>
                  </a:lnTo>
                  <a:lnTo>
                    <a:pt x="128854" y="2097532"/>
                  </a:lnTo>
                  <a:lnTo>
                    <a:pt x="309054" y="184365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3784298" y="3484756"/>
              <a:ext cx="241458" cy="241458"/>
            </a:xfrm>
            <a:prstGeom prst="rect">
              <a:avLst/>
            </a:prstGeom>
          </p:spPr>
        </p:pic>
        <p:sp>
          <p:nvSpPr>
            <p:cNvPr id="213" name="object 213" descr=""/>
            <p:cNvSpPr/>
            <p:nvPr/>
          </p:nvSpPr>
          <p:spPr>
            <a:xfrm>
              <a:off x="12669987" y="3571758"/>
              <a:ext cx="241935" cy="302260"/>
            </a:xfrm>
            <a:custGeom>
              <a:avLst/>
              <a:gdLst/>
              <a:ahLst/>
              <a:cxnLst/>
              <a:rect l="l" t="t" r="r" b="b"/>
              <a:pathLst>
                <a:path w="241934" h="302260">
                  <a:moveTo>
                    <a:pt x="134142" y="0"/>
                  </a:moveTo>
                  <a:lnTo>
                    <a:pt x="105261" y="39117"/>
                  </a:lnTo>
                  <a:lnTo>
                    <a:pt x="101284" y="62197"/>
                  </a:lnTo>
                  <a:lnTo>
                    <a:pt x="61234" y="76287"/>
                  </a:lnTo>
                  <a:lnTo>
                    <a:pt x="29109" y="102735"/>
                  </a:lnTo>
                  <a:lnTo>
                    <a:pt x="7750" y="138700"/>
                  </a:lnTo>
                  <a:lnTo>
                    <a:pt x="0" y="181345"/>
                  </a:lnTo>
                  <a:lnTo>
                    <a:pt x="9487" y="228333"/>
                  </a:lnTo>
                  <a:lnTo>
                    <a:pt x="35358" y="266705"/>
                  </a:lnTo>
                  <a:lnTo>
                    <a:pt x="73730" y="292576"/>
                  </a:lnTo>
                  <a:lnTo>
                    <a:pt x="120718" y="302064"/>
                  </a:lnTo>
                  <a:lnTo>
                    <a:pt x="125053" y="301969"/>
                  </a:lnTo>
                  <a:lnTo>
                    <a:pt x="170520" y="291326"/>
                  </a:lnTo>
                  <a:lnTo>
                    <a:pt x="207496" y="265248"/>
                  </a:lnTo>
                  <a:lnTo>
                    <a:pt x="232346" y="227374"/>
                  </a:lnTo>
                  <a:lnTo>
                    <a:pt x="241437" y="181345"/>
                  </a:lnTo>
                  <a:lnTo>
                    <a:pt x="235460" y="143741"/>
                  </a:lnTo>
                  <a:lnTo>
                    <a:pt x="218800" y="110975"/>
                  </a:lnTo>
                  <a:lnTo>
                    <a:pt x="193363" y="84939"/>
                  </a:lnTo>
                  <a:lnTo>
                    <a:pt x="161052" y="67526"/>
                  </a:lnTo>
                  <a:lnTo>
                    <a:pt x="159217" y="41426"/>
                  </a:lnTo>
                  <a:lnTo>
                    <a:pt x="153632" y="20122"/>
                  </a:lnTo>
                  <a:lnTo>
                    <a:pt x="145030" y="5638"/>
                  </a:lnTo>
                  <a:lnTo>
                    <a:pt x="134142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2675655" y="3423989"/>
              <a:ext cx="1350645" cy="3068320"/>
            </a:xfrm>
            <a:custGeom>
              <a:avLst/>
              <a:gdLst/>
              <a:ahLst/>
              <a:cxnLst/>
              <a:rect l="l" t="t" r="r" b="b"/>
              <a:pathLst>
                <a:path w="1350644" h="3068320">
                  <a:moveTo>
                    <a:pt x="1239857" y="0"/>
                  </a:moveTo>
                  <a:lnTo>
                    <a:pt x="1236998" y="910"/>
                  </a:lnTo>
                  <a:lnTo>
                    <a:pt x="1234245" y="2670"/>
                  </a:lnTo>
                  <a:lnTo>
                    <a:pt x="1229386" y="60773"/>
                  </a:lnTo>
                  <a:lnTo>
                    <a:pt x="1198824" y="81025"/>
                  </a:lnTo>
                  <a:lnTo>
                    <a:pt x="1182237" y="101735"/>
                  </a:lnTo>
                  <a:lnTo>
                    <a:pt x="1173867" y="135465"/>
                  </a:lnTo>
                  <a:lnTo>
                    <a:pt x="1167953" y="194779"/>
                  </a:lnTo>
                  <a:lnTo>
                    <a:pt x="1169157" y="255071"/>
                  </a:lnTo>
                  <a:lnTo>
                    <a:pt x="1180443" y="288543"/>
                  </a:lnTo>
                  <a:lnTo>
                    <a:pt x="1193389" y="302943"/>
                  </a:lnTo>
                  <a:lnTo>
                    <a:pt x="1199576" y="306022"/>
                  </a:lnTo>
                  <a:lnTo>
                    <a:pt x="1135284" y="308493"/>
                  </a:lnTo>
                  <a:lnTo>
                    <a:pt x="1093456" y="301272"/>
                  </a:lnTo>
                  <a:lnTo>
                    <a:pt x="1059088" y="282012"/>
                  </a:lnTo>
                  <a:lnTo>
                    <a:pt x="1048854" y="244172"/>
                  </a:lnTo>
                  <a:lnTo>
                    <a:pt x="1065195" y="199781"/>
                  </a:lnTo>
                  <a:lnTo>
                    <a:pt x="1089008" y="162863"/>
                  </a:lnTo>
                  <a:lnTo>
                    <a:pt x="1101191" y="147440"/>
                  </a:lnTo>
                  <a:lnTo>
                    <a:pt x="1015870" y="132734"/>
                  </a:lnTo>
                  <a:lnTo>
                    <a:pt x="946316" y="127836"/>
                  </a:lnTo>
                  <a:lnTo>
                    <a:pt x="855527" y="132751"/>
                  </a:lnTo>
                  <a:lnTo>
                    <a:pt x="706502" y="147482"/>
                  </a:lnTo>
                  <a:lnTo>
                    <a:pt x="534323" y="175150"/>
                  </a:lnTo>
                  <a:lnTo>
                    <a:pt x="403142" y="210477"/>
                  </a:lnTo>
                  <a:lnTo>
                    <a:pt x="319578" y="240892"/>
                  </a:lnTo>
                  <a:lnTo>
                    <a:pt x="290252" y="253824"/>
                  </a:lnTo>
                  <a:lnTo>
                    <a:pt x="316930" y="293955"/>
                  </a:lnTo>
                  <a:lnTo>
                    <a:pt x="329022" y="321643"/>
                  </a:lnTo>
                  <a:lnTo>
                    <a:pt x="320964" y="391213"/>
                  </a:lnTo>
                  <a:lnTo>
                    <a:pt x="272047" y="443787"/>
                  </a:lnTo>
                  <a:lnTo>
                    <a:pt x="232638" y="461473"/>
                  </a:lnTo>
                  <a:lnTo>
                    <a:pt x="192748" y="474027"/>
                  </a:lnTo>
                  <a:lnTo>
                    <a:pt x="194381" y="420060"/>
                  </a:lnTo>
                  <a:lnTo>
                    <a:pt x="211547" y="401613"/>
                  </a:lnTo>
                  <a:lnTo>
                    <a:pt x="224587" y="379890"/>
                  </a:lnTo>
                  <a:lnTo>
                    <a:pt x="232871" y="355514"/>
                  </a:lnTo>
                  <a:lnTo>
                    <a:pt x="235772" y="329110"/>
                  </a:lnTo>
                  <a:lnTo>
                    <a:pt x="229794" y="291506"/>
                  </a:lnTo>
                  <a:lnTo>
                    <a:pt x="213132" y="258742"/>
                  </a:lnTo>
                  <a:lnTo>
                    <a:pt x="187693" y="232709"/>
                  </a:lnTo>
                  <a:lnTo>
                    <a:pt x="155387" y="215302"/>
                  </a:lnTo>
                  <a:lnTo>
                    <a:pt x="153552" y="189200"/>
                  </a:lnTo>
                  <a:lnTo>
                    <a:pt x="147968" y="167894"/>
                  </a:lnTo>
                  <a:lnTo>
                    <a:pt x="139366" y="153410"/>
                  </a:lnTo>
                  <a:lnTo>
                    <a:pt x="128477" y="147775"/>
                  </a:lnTo>
                  <a:lnTo>
                    <a:pt x="126048" y="147817"/>
                  </a:lnTo>
                  <a:lnTo>
                    <a:pt x="124854" y="148152"/>
                  </a:lnTo>
                  <a:lnTo>
                    <a:pt x="124289" y="217637"/>
                  </a:lnTo>
                  <a:lnTo>
                    <a:pt x="87950" y="241797"/>
                  </a:lnTo>
                  <a:lnTo>
                    <a:pt x="69289" y="260019"/>
                  </a:lnTo>
                  <a:lnTo>
                    <a:pt x="62414" y="281455"/>
                  </a:lnTo>
                  <a:lnTo>
                    <a:pt x="61432" y="315257"/>
                  </a:lnTo>
                  <a:lnTo>
                    <a:pt x="65558" y="354740"/>
                  </a:lnTo>
                  <a:lnTo>
                    <a:pt x="76903" y="385604"/>
                  </a:lnTo>
                  <a:lnTo>
                    <a:pt x="93918" y="405700"/>
                  </a:lnTo>
                  <a:lnTo>
                    <a:pt x="115054" y="412877"/>
                  </a:lnTo>
                  <a:lnTo>
                    <a:pt x="101703" y="1023005"/>
                  </a:lnTo>
                  <a:lnTo>
                    <a:pt x="33056" y="2014441"/>
                  </a:lnTo>
                  <a:lnTo>
                    <a:pt x="0" y="3068042"/>
                  </a:lnTo>
                  <a:lnTo>
                    <a:pt x="53694" y="3053865"/>
                  </a:lnTo>
                  <a:lnTo>
                    <a:pt x="103284" y="2214906"/>
                  </a:lnTo>
                  <a:lnTo>
                    <a:pt x="948274" y="1949092"/>
                  </a:lnTo>
                  <a:lnTo>
                    <a:pt x="964536" y="2646547"/>
                  </a:lnTo>
                  <a:lnTo>
                    <a:pt x="1021822" y="2668023"/>
                  </a:lnTo>
                  <a:lnTo>
                    <a:pt x="1091631" y="2646600"/>
                  </a:lnTo>
                  <a:lnTo>
                    <a:pt x="1158519" y="1837326"/>
                  </a:lnTo>
                  <a:lnTo>
                    <a:pt x="1305342" y="275300"/>
                  </a:lnTo>
                  <a:lnTo>
                    <a:pt x="1323848" y="256630"/>
                  </a:lnTo>
                  <a:lnTo>
                    <a:pt x="1337956" y="234305"/>
                  </a:lnTo>
                  <a:lnTo>
                    <a:pt x="1346948" y="209026"/>
                  </a:lnTo>
                  <a:lnTo>
                    <a:pt x="1350105" y="181491"/>
                  </a:lnTo>
                  <a:lnTo>
                    <a:pt x="1344128" y="143882"/>
                  </a:lnTo>
                  <a:lnTo>
                    <a:pt x="1327468" y="111114"/>
                  </a:lnTo>
                  <a:lnTo>
                    <a:pt x="1302030" y="85080"/>
                  </a:lnTo>
                  <a:lnTo>
                    <a:pt x="1269720" y="67673"/>
                  </a:lnTo>
                  <a:lnTo>
                    <a:pt x="1267884" y="41571"/>
                  </a:lnTo>
                  <a:lnTo>
                    <a:pt x="1262300" y="20265"/>
                  </a:lnTo>
                  <a:lnTo>
                    <a:pt x="1253698" y="5781"/>
                  </a:lnTo>
                  <a:lnTo>
                    <a:pt x="1242810" y="146"/>
                  </a:lnTo>
                  <a:lnTo>
                    <a:pt x="1239857" y="0"/>
                  </a:lnTo>
                  <a:close/>
                </a:path>
              </a:pathLst>
            </a:custGeom>
            <a:solidFill>
              <a:srgbClr val="141C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3623926" y="5338131"/>
              <a:ext cx="102870" cy="754380"/>
            </a:xfrm>
            <a:custGeom>
              <a:avLst/>
              <a:gdLst/>
              <a:ahLst/>
              <a:cxnLst/>
              <a:rect l="l" t="t" r="r" b="b"/>
              <a:pathLst>
                <a:path w="102869" h="754379">
                  <a:moveTo>
                    <a:pt x="102635" y="0"/>
                  </a:moveTo>
                  <a:lnTo>
                    <a:pt x="0" y="34951"/>
                  </a:lnTo>
                  <a:lnTo>
                    <a:pt x="16271" y="732407"/>
                  </a:lnTo>
                  <a:lnTo>
                    <a:pt x="73516" y="753882"/>
                  </a:lnTo>
                  <a:lnTo>
                    <a:pt x="102635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2850788" y="3777542"/>
              <a:ext cx="928369" cy="1533525"/>
            </a:xfrm>
            <a:custGeom>
              <a:avLst/>
              <a:gdLst/>
              <a:ahLst/>
              <a:cxnLst/>
              <a:rect l="l" t="t" r="r" b="b"/>
              <a:pathLst>
                <a:path w="928369" h="1533525">
                  <a:moveTo>
                    <a:pt x="643656" y="0"/>
                  </a:moveTo>
                  <a:lnTo>
                    <a:pt x="597740" y="383"/>
                  </a:lnTo>
                  <a:lnTo>
                    <a:pt x="548954" y="4875"/>
                  </a:lnTo>
                  <a:lnTo>
                    <a:pt x="499024" y="13505"/>
                  </a:lnTo>
                  <a:lnTo>
                    <a:pt x="449674" y="26297"/>
                  </a:lnTo>
                  <a:lnTo>
                    <a:pt x="402630" y="43280"/>
                  </a:lnTo>
                  <a:lnTo>
                    <a:pt x="359618" y="64481"/>
                  </a:lnTo>
                  <a:lnTo>
                    <a:pt x="322362" y="89925"/>
                  </a:lnTo>
                  <a:lnTo>
                    <a:pt x="292589" y="119640"/>
                  </a:lnTo>
                  <a:lnTo>
                    <a:pt x="272023" y="153652"/>
                  </a:lnTo>
                  <a:lnTo>
                    <a:pt x="245042" y="223929"/>
                  </a:lnTo>
                  <a:lnTo>
                    <a:pt x="225712" y="264576"/>
                  </a:lnTo>
                  <a:lnTo>
                    <a:pt x="199669" y="303666"/>
                  </a:lnTo>
                  <a:lnTo>
                    <a:pt x="164798" y="337278"/>
                  </a:lnTo>
                  <a:lnTo>
                    <a:pt x="118985" y="361489"/>
                  </a:lnTo>
                  <a:lnTo>
                    <a:pt x="60113" y="372379"/>
                  </a:lnTo>
                  <a:lnTo>
                    <a:pt x="59953" y="421398"/>
                  </a:lnTo>
                  <a:lnTo>
                    <a:pt x="59531" y="470391"/>
                  </a:lnTo>
                  <a:lnTo>
                    <a:pt x="58854" y="519381"/>
                  </a:lnTo>
                  <a:lnTo>
                    <a:pt x="57926" y="568392"/>
                  </a:lnTo>
                  <a:lnTo>
                    <a:pt x="56752" y="617444"/>
                  </a:lnTo>
                  <a:lnTo>
                    <a:pt x="55339" y="666562"/>
                  </a:lnTo>
                  <a:lnTo>
                    <a:pt x="53692" y="715768"/>
                  </a:lnTo>
                  <a:lnTo>
                    <a:pt x="51817" y="765084"/>
                  </a:lnTo>
                  <a:lnTo>
                    <a:pt x="49718" y="814533"/>
                  </a:lnTo>
                  <a:lnTo>
                    <a:pt x="44874" y="913921"/>
                  </a:lnTo>
                  <a:lnTo>
                    <a:pt x="39204" y="1014113"/>
                  </a:lnTo>
                  <a:lnTo>
                    <a:pt x="32751" y="1115291"/>
                  </a:lnTo>
                  <a:lnTo>
                    <a:pt x="25560" y="1217636"/>
                  </a:lnTo>
                  <a:lnTo>
                    <a:pt x="17675" y="1321329"/>
                  </a:lnTo>
                  <a:lnTo>
                    <a:pt x="9140" y="1426551"/>
                  </a:lnTo>
                  <a:lnTo>
                    <a:pt x="0" y="1533485"/>
                  </a:lnTo>
                  <a:lnTo>
                    <a:pt x="833377" y="1288728"/>
                  </a:lnTo>
                  <a:lnTo>
                    <a:pt x="841358" y="1236186"/>
                  </a:lnTo>
                  <a:lnTo>
                    <a:pt x="849041" y="1183923"/>
                  </a:lnTo>
                  <a:lnTo>
                    <a:pt x="856418" y="1131943"/>
                  </a:lnTo>
                  <a:lnTo>
                    <a:pt x="863482" y="1080257"/>
                  </a:lnTo>
                  <a:lnTo>
                    <a:pt x="870224" y="1028869"/>
                  </a:lnTo>
                  <a:lnTo>
                    <a:pt x="876636" y="977789"/>
                  </a:lnTo>
                  <a:lnTo>
                    <a:pt x="882711" y="927023"/>
                  </a:lnTo>
                  <a:lnTo>
                    <a:pt x="888440" y="876580"/>
                  </a:lnTo>
                  <a:lnTo>
                    <a:pt x="893815" y="826465"/>
                  </a:lnTo>
                  <a:lnTo>
                    <a:pt x="898830" y="776688"/>
                  </a:lnTo>
                  <a:lnTo>
                    <a:pt x="903474" y="727254"/>
                  </a:lnTo>
                  <a:lnTo>
                    <a:pt x="907741" y="678172"/>
                  </a:lnTo>
                  <a:lnTo>
                    <a:pt x="911623" y="629449"/>
                  </a:lnTo>
                  <a:lnTo>
                    <a:pt x="915111" y="581093"/>
                  </a:lnTo>
                  <a:lnTo>
                    <a:pt x="918198" y="533110"/>
                  </a:lnTo>
                  <a:lnTo>
                    <a:pt x="920876" y="485509"/>
                  </a:lnTo>
                  <a:lnTo>
                    <a:pt x="923137" y="438297"/>
                  </a:lnTo>
                  <a:lnTo>
                    <a:pt x="924972" y="391480"/>
                  </a:lnTo>
                  <a:lnTo>
                    <a:pt x="926373" y="345067"/>
                  </a:lnTo>
                  <a:lnTo>
                    <a:pt x="927334" y="299065"/>
                  </a:lnTo>
                  <a:lnTo>
                    <a:pt x="927846" y="253482"/>
                  </a:lnTo>
                  <a:lnTo>
                    <a:pt x="877012" y="241566"/>
                  </a:lnTo>
                  <a:lnTo>
                    <a:pt x="841351" y="216940"/>
                  </a:lnTo>
                  <a:lnTo>
                    <a:pt x="817248" y="183487"/>
                  </a:lnTo>
                  <a:lnTo>
                    <a:pt x="801089" y="145087"/>
                  </a:lnTo>
                  <a:lnTo>
                    <a:pt x="778136" y="68976"/>
                  </a:lnTo>
                  <a:lnTo>
                    <a:pt x="764112" y="39028"/>
                  </a:lnTo>
                  <a:lnTo>
                    <a:pt x="746930" y="23240"/>
                  </a:lnTo>
                  <a:lnTo>
                    <a:pt x="719976" y="11455"/>
                  </a:lnTo>
                  <a:lnTo>
                    <a:pt x="684976" y="3699"/>
                  </a:lnTo>
                  <a:lnTo>
                    <a:pt x="643656" y="0"/>
                  </a:lnTo>
                  <a:close/>
                </a:path>
              </a:pathLst>
            </a:custGeom>
            <a:solidFill>
              <a:srgbClr val="FB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1574069" y="5125154"/>
              <a:ext cx="993775" cy="384175"/>
            </a:xfrm>
            <a:custGeom>
              <a:avLst/>
              <a:gdLst/>
              <a:ahLst/>
              <a:cxnLst/>
              <a:rect l="l" t="t" r="r" b="b"/>
              <a:pathLst>
                <a:path w="993775" h="384175">
                  <a:moveTo>
                    <a:pt x="981659" y="357314"/>
                  </a:moveTo>
                  <a:lnTo>
                    <a:pt x="23520" y="109689"/>
                  </a:lnTo>
                  <a:lnTo>
                    <a:pt x="23520" y="147777"/>
                  </a:lnTo>
                  <a:lnTo>
                    <a:pt x="981659" y="384060"/>
                  </a:lnTo>
                  <a:lnTo>
                    <a:pt x="981659" y="357314"/>
                  </a:lnTo>
                  <a:close/>
                </a:path>
                <a:path w="993775" h="384175">
                  <a:moveTo>
                    <a:pt x="993622" y="250952"/>
                  </a:moveTo>
                  <a:lnTo>
                    <a:pt x="0" y="0"/>
                  </a:lnTo>
                  <a:lnTo>
                    <a:pt x="8991" y="54127"/>
                  </a:lnTo>
                  <a:lnTo>
                    <a:pt x="974902" y="269671"/>
                  </a:lnTo>
                  <a:lnTo>
                    <a:pt x="993622" y="250952"/>
                  </a:lnTo>
                  <a:close/>
                </a:path>
              </a:pathLst>
            </a:custGeom>
            <a:solidFill>
              <a:srgbClr val="141C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2827534" y="5134832"/>
              <a:ext cx="849630" cy="398145"/>
            </a:xfrm>
            <a:custGeom>
              <a:avLst/>
              <a:gdLst/>
              <a:ahLst/>
              <a:cxnLst/>
              <a:rect l="l" t="t" r="r" b="b"/>
              <a:pathLst>
                <a:path w="849630" h="398145">
                  <a:moveTo>
                    <a:pt x="849414" y="109385"/>
                  </a:moveTo>
                  <a:lnTo>
                    <a:pt x="0" y="339699"/>
                  </a:lnTo>
                  <a:lnTo>
                    <a:pt x="0" y="397637"/>
                  </a:lnTo>
                  <a:lnTo>
                    <a:pt x="849414" y="152387"/>
                  </a:lnTo>
                  <a:lnTo>
                    <a:pt x="849414" y="109385"/>
                  </a:lnTo>
                  <a:close/>
                </a:path>
                <a:path w="849630" h="398145">
                  <a:moveTo>
                    <a:pt x="849414" y="0"/>
                  </a:moveTo>
                  <a:lnTo>
                    <a:pt x="20383" y="238379"/>
                  </a:lnTo>
                  <a:lnTo>
                    <a:pt x="20383" y="278587"/>
                  </a:lnTo>
                  <a:lnTo>
                    <a:pt x="849414" y="33337"/>
                  </a:lnTo>
                  <a:lnTo>
                    <a:pt x="849414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2093651" y="4597764"/>
              <a:ext cx="69404" cy="230818"/>
            </a:xfrm>
            <a:prstGeom prst="rect">
              <a:avLst/>
            </a:prstGeom>
          </p:spPr>
        </p:pic>
        <p:pic>
          <p:nvPicPr>
            <p:cNvPr id="220" name="object 220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189636" y="4599956"/>
              <a:ext cx="198054" cy="260650"/>
            </a:xfrm>
            <a:prstGeom prst="rect">
              <a:avLst/>
            </a:prstGeom>
          </p:spPr>
        </p:pic>
        <p:sp>
          <p:nvSpPr>
            <p:cNvPr id="221" name="object 221" descr=""/>
            <p:cNvSpPr/>
            <p:nvPr/>
          </p:nvSpPr>
          <p:spPr>
            <a:xfrm>
              <a:off x="13312191" y="4290409"/>
              <a:ext cx="344170" cy="352425"/>
            </a:xfrm>
            <a:custGeom>
              <a:avLst/>
              <a:gdLst/>
              <a:ahLst/>
              <a:cxnLst/>
              <a:rect l="l" t="t" r="r" b="b"/>
              <a:pathLst>
                <a:path w="344169" h="352425">
                  <a:moveTo>
                    <a:pt x="147789" y="155613"/>
                  </a:moveTo>
                  <a:lnTo>
                    <a:pt x="125501" y="131457"/>
                  </a:lnTo>
                  <a:lnTo>
                    <a:pt x="88938" y="124206"/>
                  </a:lnTo>
                  <a:lnTo>
                    <a:pt x="48755" y="132067"/>
                  </a:lnTo>
                  <a:lnTo>
                    <a:pt x="15557" y="153301"/>
                  </a:lnTo>
                  <a:lnTo>
                    <a:pt x="0" y="186093"/>
                  </a:lnTo>
                  <a:lnTo>
                    <a:pt x="31610" y="170459"/>
                  </a:lnTo>
                  <a:lnTo>
                    <a:pt x="50482" y="162064"/>
                  </a:lnTo>
                  <a:lnTo>
                    <a:pt x="64147" y="158038"/>
                  </a:lnTo>
                  <a:lnTo>
                    <a:pt x="80111" y="155511"/>
                  </a:lnTo>
                  <a:lnTo>
                    <a:pt x="101727" y="154000"/>
                  </a:lnTo>
                  <a:lnTo>
                    <a:pt x="123761" y="154203"/>
                  </a:lnTo>
                  <a:lnTo>
                    <a:pt x="140893" y="155092"/>
                  </a:lnTo>
                  <a:lnTo>
                    <a:pt x="147789" y="155613"/>
                  </a:lnTo>
                  <a:close/>
                </a:path>
                <a:path w="344169" h="352425">
                  <a:moveTo>
                    <a:pt x="149428" y="194970"/>
                  </a:moveTo>
                  <a:lnTo>
                    <a:pt x="113842" y="227101"/>
                  </a:lnTo>
                  <a:lnTo>
                    <a:pt x="90538" y="274586"/>
                  </a:lnTo>
                  <a:lnTo>
                    <a:pt x="97434" y="298005"/>
                  </a:lnTo>
                  <a:lnTo>
                    <a:pt x="111645" y="323024"/>
                  </a:lnTo>
                  <a:lnTo>
                    <a:pt x="127038" y="352209"/>
                  </a:lnTo>
                  <a:lnTo>
                    <a:pt x="124333" y="326593"/>
                  </a:lnTo>
                  <a:lnTo>
                    <a:pt x="121132" y="304292"/>
                  </a:lnTo>
                  <a:lnTo>
                    <a:pt x="113779" y="270408"/>
                  </a:lnTo>
                  <a:lnTo>
                    <a:pt x="116154" y="256476"/>
                  </a:lnTo>
                  <a:lnTo>
                    <a:pt x="127012" y="234111"/>
                  </a:lnTo>
                  <a:lnTo>
                    <a:pt x="149428" y="194970"/>
                  </a:lnTo>
                  <a:close/>
                </a:path>
                <a:path w="344169" h="352425">
                  <a:moveTo>
                    <a:pt x="187363" y="164007"/>
                  </a:moveTo>
                  <a:lnTo>
                    <a:pt x="187045" y="153835"/>
                  </a:lnTo>
                  <a:lnTo>
                    <a:pt x="184340" y="145288"/>
                  </a:lnTo>
                  <a:lnTo>
                    <a:pt x="179679" y="139255"/>
                  </a:lnTo>
                  <a:lnTo>
                    <a:pt x="173520" y="136626"/>
                  </a:lnTo>
                  <a:lnTo>
                    <a:pt x="166979" y="138036"/>
                  </a:lnTo>
                  <a:lnTo>
                    <a:pt x="161264" y="143065"/>
                  </a:lnTo>
                  <a:lnTo>
                    <a:pt x="156972" y="150926"/>
                  </a:lnTo>
                  <a:lnTo>
                    <a:pt x="154724" y="160845"/>
                  </a:lnTo>
                  <a:lnTo>
                    <a:pt x="155028" y="171018"/>
                  </a:lnTo>
                  <a:lnTo>
                    <a:pt x="157734" y="179552"/>
                  </a:lnTo>
                  <a:lnTo>
                    <a:pt x="162382" y="185585"/>
                  </a:lnTo>
                  <a:lnTo>
                    <a:pt x="168541" y="188226"/>
                  </a:lnTo>
                  <a:lnTo>
                    <a:pt x="175094" y="186817"/>
                  </a:lnTo>
                  <a:lnTo>
                    <a:pt x="180809" y="181787"/>
                  </a:lnTo>
                  <a:lnTo>
                    <a:pt x="185102" y="173926"/>
                  </a:lnTo>
                  <a:lnTo>
                    <a:pt x="187363" y="164007"/>
                  </a:lnTo>
                  <a:close/>
                </a:path>
                <a:path w="344169" h="352425">
                  <a:moveTo>
                    <a:pt x="215239" y="60579"/>
                  </a:moveTo>
                  <a:lnTo>
                    <a:pt x="207759" y="23215"/>
                  </a:lnTo>
                  <a:lnTo>
                    <a:pt x="182524" y="0"/>
                  </a:lnTo>
                  <a:lnTo>
                    <a:pt x="188823" y="25920"/>
                  </a:lnTo>
                  <a:lnTo>
                    <a:pt x="191897" y="41249"/>
                  </a:lnTo>
                  <a:lnTo>
                    <a:pt x="189344" y="80416"/>
                  </a:lnTo>
                  <a:lnTo>
                    <a:pt x="180492" y="114160"/>
                  </a:lnTo>
                  <a:lnTo>
                    <a:pt x="205854" y="96202"/>
                  </a:lnTo>
                  <a:lnTo>
                    <a:pt x="215239" y="60579"/>
                  </a:lnTo>
                  <a:close/>
                </a:path>
                <a:path w="344169" h="352425">
                  <a:moveTo>
                    <a:pt x="325920" y="267804"/>
                  </a:moveTo>
                  <a:lnTo>
                    <a:pt x="271843" y="253593"/>
                  </a:lnTo>
                  <a:lnTo>
                    <a:pt x="227507" y="226682"/>
                  </a:lnTo>
                  <a:lnTo>
                    <a:pt x="198285" y="200558"/>
                  </a:lnTo>
                  <a:lnTo>
                    <a:pt x="193357" y="195707"/>
                  </a:lnTo>
                  <a:lnTo>
                    <a:pt x="194792" y="228549"/>
                  </a:lnTo>
                  <a:lnTo>
                    <a:pt x="218033" y="257683"/>
                  </a:lnTo>
                  <a:lnTo>
                    <a:pt x="253809" y="277609"/>
                  </a:lnTo>
                  <a:lnTo>
                    <a:pt x="292862" y="282816"/>
                  </a:lnTo>
                  <a:lnTo>
                    <a:pt x="325920" y="267804"/>
                  </a:lnTo>
                  <a:close/>
                </a:path>
                <a:path w="344169" h="352425">
                  <a:moveTo>
                    <a:pt x="344055" y="34594"/>
                  </a:moveTo>
                  <a:lnTo>
                    <a:pt x="339788" y="42583"/>
                  </a:lnTo>
                  <a:lnTo>
                    <a:pt x="329755" y="62128"/>
                  </a:lnTo>
                  <a:lnTo>
                    <a:pt x="318160" y="86664"/>
                  </a:lnTo>
                  <a:lnTo>
                    <a:pt x="303022" y="125577"/>
                  </a:lnTo>
                  <a:lnTo>
                    <a:pt x="291388" y="138010"/>
                  </a:lnTo>
                  <a:lnTo>
                    <a:pt x="265607" y="153250"/>
                  </a:lnTo>
                  <a:lnTo>
                    <a:pt x="217081" y="177673"/>
                  </a:lnTo>
                  <a:lnTo>
                    <a:pt x="224955" y="177380"/>
                  </a:lnTo>
                  <a:lnTo>
                    <a:pt x="274180" y="169049"/>
                  </a:lnTo>
                  <a:lnTo>
                    <a:pt x="329145" y="136817"/>
                  </a:lnTo>
                  <a:lnTo>
                    <a:pt x="340131" y="74155"/>
                  </a:lnTo>
                  <a:lnTo>
                    <a:pt x="344055" y="34594"/>
                  </a:lnTo>
                  <a:close/>
                </a:path>
              </a:pathLst>
            </a:custGeom>
            <a:solidFill>
              <a:srgbClr val="FBE4E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3186613" y="3896897"/>
              <a:ext cx="344056" cy="352211"/>
            </a:xfrm>
            <a:prstGeom prst="rect">
              <a:avLst/>
            </a:prstGeom>
          </p:spPr>
        </p:pic>
        <p:pic>
          <p:nvPicPr>
            <p:cNvPr id="223" name="object 223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964744" y="4667159"/>
              <a:ext cx="344056" cy="352210"/>
            </a:xfrm>
            <a:prstGeom prst="rect">
              <a:avLst/>
            </a:prstGeom>
          </p:spPr>
        </p:pic>
        <p:sp>
          <p:nvSpPr>
            <p:cNvPr id="224" name="object 224" descr=""/>
            <p:cNvSpPr/>
            <p:nvPr/>
          </p:nvSpPr>
          <p:spPr>
            <a:xfrm>
              <a:off x="12970891" y="4231531"/>
              <a:ext cx="732155" cy="720725"/>
            </a:xfrm>
            <a:custGeom>
              <a:avLst/>
              <a:gdLst/>
              <a:ahLst/>
              <a:cxnLst/>
              <a:rect l="l" t="t" r="r" b="b"/>
              <a:pathLst>
                <a:path w="732155" h="720725">
                  <a:moveTo>
                    <a:pt x="114046" y="189699"/>
                  </a:moveTo>
                  <a:lnTo>
                    <a:pt x="96926" y="163766"/>
                  </a:lnTo>
                  <a:lnTo>
                    <a:pt x="61633" y="153225"/>
                  </a:lnTo>
                  <a:lnTo>
                    <a:pt x="24028" y="159486"/>
                  </a:lnTo>
                  <a:lnTo>
                    <a:pt x="0" y="183946"/>
                  </a:lnTo>
                  <a:lnTo>
                    <a:pt x="26123" y="178498"/>
                  </a:lnTo>
                  <a:lnTo>
                    <a:pt x="41541" y="175933"/>
                  </a:lnTo>
                  <a:lnTo>
                    <a:pt x="52324" y="175577"/>
                  </a:lnTo>
                  <a:lnTo>
                    <a:pt x="64490" y="176771"/>
                  </a:lnTo>
                  <a:lnTo>
                    <a:pt x="80606" y="179755"/>
                  </a:lnTo>
                  <a:lnTo>
                    <a:pt x="96710" y="184099"/>
                  </a:lnTo>
                  <a:lnTo>
                    <a:pt x="114046" y="189699"/>
                  </a:lnTo>
                  <a:close/>
                </a:path>
                <a:path w="732155" h="720725">
                  <a:moveTo>
                    <a:pt x="139750" y="205981"/>
                  </a:moveTo>
                  <a:lnTo>
                    <a:pt x="102158" y="224904"/>
                  </a:lnTo>
                  <a:lnTo>
                    <a:pt x="82702" y="258165"/>
                  </a:lnTo>
                  <a:lnTo>
                    <a:pt x="79057" y="297827"/>
                  </a:lnTo>
                  <a:lnTo>
                    <a:pt x="88900" y="335965"/>
                  </a:lnTo>
                  <a:lnTo>
                    <a:pt x="109905" y="364667"/>
                  </a:lnTo>
                  <a:lnTo>
                    <a:pt x="139750" y="375996"/>
                  </a:lnTo>
                  <a:lnTo>
                    <a:pt x="131686" y="337718"/>
                  </a:lnTo>
                  <a:lnTo>
                    <a:pt x="127546" y="315239"/>
                  </a:lnTo>
                  <a:lnTo>
                    <a:pt x="126022" y="299834"/>
                  </a:lnTo>
                  <a:lnTo>
                    <a:pt x="125793" y="282740"/>
                  </a:lnTo>
                  <a:lnTo>
                    <a:pt x="127977" y="259016"/>
                  </a:lnTo>
                  <a:lnTo>
                    <a:pt x="132778" y="233934"/>
                  </a:lnTo>
                  <a:lnTo>
                    <a:pt x="137579" y="214058"/>
                  </a:lnTo>
                  <a:lnTo>
                    <a:pt x="139750" y="205981"/>
                  </a:lnTo>
                  <a:close/>
                </a:path>
                <a:path w="732155" h="720725">
                  <a:moveTo>
                    <a:pt x="160705" y="140893"/>
                  </a:moveTo>
                  <a:lnTo>
                    <a:pt x="141579" y="107327"/>
                  </a:lnTo>
                  <a:lnTo>
                    <a:pt x="127863" y="72669"/>
                  </a:lnTo>
                  <a:lnTo>
                    <a:pt x="119570" y="36893"/>
                  </a:lnTo>
                  <a:lnTo>
                    <a:pt x="116713" y="0"/>
                  </a:lnTo>
                  <a:lnTo>
                    <a:pt x="94297" y="23964"/>
                  </a:lnTo>
                  <a:lnTo>
                    <a:pt x="93548" y="62064"/>
                  </a:lnTo>
                  <a:lnTo>
                    <a:pt x="108407" y="102273"/>
                  </a:lnTo>
                  <a:lnTo>
                    <a:pt x="132803" y="132562"/>
                  </a:lnTo>
                  <a:lnTo>
                    <a:pt x="160705" y="140893"/>
                  </a:lnTo>
                  <a:close/>
                </a:path>
                <a:path w="732155" h="720725">
                  <a:moveTo>
                    <a:pt x="180492" y="181013"/>
                  </a:moveTo>
                  <a:lnTo>
                    <a:pt x="180187" y="170853"/>
                  </a:lnTo>
                  <a:lnTo>
                    <a:pt x="177482" y="162306"/>
                  </a:lnTo>
                  <a:lnTo>
                    <a:pt x="172821" y="156273"/>
                  </a:lnTo>
                  <a:lnTo>
                    <a:pt x="166674" y="153631"/>
                  </a:lnTo>
                  <a:lnTo>
                    <a:pt x="160121" y="155054"/>
                  </a:lnTo>
                  <a:lnTo>
                    <a:pt x="154393" y="160083"/>
                  </a:lnTo>
                  <a:lnTo>
                    <a:pt x="150114" y="167944"/>
                  </a:lnTo>
                  <a:lnTo>
                    <a:pt x="147853" y="177863"/>
                  </a:lnTo>
                  <a:lnTo>
                    <a:pt x="148170" y="188036"/>
                  </a:lnTo>
                  <a:lnTo>
                    <a:pt x="150876" y="196570"/>
                  </a:lnTo>
                  <a:lnTo>
                    <a:pt x="155524" y="202603"/>
                  </a:lnTo>
                  <a:lnTo>
                    <a:pt x="161683" y="205244"/>
                  </a:lnTo>
                  <a:lnTo>
                    <a:pt x="168224" y="203835"/>
                  </a:lnTo>
                  <a:lnTo>
                    <a:pt x="173951" y="198805"/>
                  </a:lnTo>
                  <a:lnTo>
                    <a:pt x="178244" y="190931"/>
                  </a:lnTo>
                  <a:lnTo>
                    <a:pt x="180492" y="181013"/>
                  </a:lnTo>
                  <a:close/>
                </a:path>
                <a:path w="732155" h="720725">
                  <a:moveTo>
                    <a:pt x="303657" y="304622"/>
                  </a:moveTo>
                  <a:lnTo>
                    <a:pt x="288213" y="293585"/>
                  </a:lnTo>
                  <a:lnTo>
                    <a:pt x="277685" y="285330"/>
                  </a:lnTo>
                  <a:lnTo>
                    <a:pt x="267258" y="275729"/>
                  </a:lnTo>
                  <a:lnTo>
                    <a:pt x="252082" y="260680"/>
                  </a:lnTo>
                  <a:lnTo>
                    <a:pt x="231381" y="241350"/>
                  </a:lnTo>
                  <a:lnTo>
                    <a:pt x="210756" y="223748"/>
                  </a:lnTo>
                  <a:lnTo>
                    <a:pt x="188595" y="205981"/>
                  </a:lnTo>
                  <a:lnTo>
                    <a:pt x="195668" y="230593"/>
                  </a:lnTo>
                  <a:lnTo>
                    <a:pt x="217068" y="271360"/>
                  </a:lnTo>
                  <a:lnTo>
                    <a:pt x="252984" y="304101"/>
                  </a:lnTo>
                  <a:lnTo>
                    <a:pt x="303657" y="304622"/>
                  </a:lnTo>
                  <a:close/>
                </a:path>
                <a:path w="732155" h="720725">
                  <a:moveTo>
                    <a:pt x="354203" y="49517"/>
                  </a:moveTo>
                  <a:lnTo>
                    <a:pt x="324180" y="39179"/>
                  </a:lnTo>
                  <a:lnTo>
                    <a:pt x="285546" y="49466"/>
                  </a:lnTo>
                  <a:lnTo>
                    <a:pt x="247091" y="73964"/>
                  </a:lnTo>
                  <a:lnTo>
                    <a:pt x="217563" y="106222"/>
                  </a:lnTo>
                  <a:lnTo>
                    <a:pt x="205778" y="139827"/>
                  </a:lnTo>
                  <a:lnTo>
                    <a:pt x="238404" y="111620"/>
                  </a:lnTo>
                  <a:lnTo>
                    <a:pt x="274154" y="87337"/>
                  </a:lnTo>
                  <a:lnTo>
                    <a:pt x="312826" y="66725"/>
                  </a:lnTo>
                  <a:lnTo>
                    <a:pt x="354203" y="49517"/>
                  </a:lnTo>
                  <a:close/>
                </a:path>
                <a:path w="732155" h="720725">
                  <a:moveTo>
                    <a:pt x="570788" y="554050"/>
                  </a:moveTo>
                  <a:lnTo>
                    <a:pt x="544068" y="531964"/>
                  </a:lnTo>
                  <a:lnTo>
                    <a:pt x="502970" y="532231"/>
                  </a:lnTo>
                  <a:lnTo>
                    <a:pt x="464908" y="551167"/>
                  </a:lnTo>
                  <a:lnTo>
                    <a:pt x="447255" y="585101"/>
                  </a:lnTo>
                  <a:lnTo>
                    <a:pt x="473341" y="570776"/>
                  </a:lnTo>
                  <a:lnTo>
                    <a:pt x="488962" y="563016"/>
                  </a:lnTo>
                  <a:lnTo>
                    <a:pt x="500341" y="559117"/>
                  </a:lnTo>
                  <a:lnTo>
                    <a:pt x="513715" y="556412"/>
                  </a:lnTo>
                  <a:lnTo>
                    <a:pt x="531888" y="554355"/>
                  </a:lnTo>
                  <a:lnTo>
                    <a:pt x="550468" y="553720"/>
                  </a:lnTo>
                  <a:lnTo>
                    <a:pt x="570788" y="554050"/>
                  </a:lnTo>
                  <a:close/>
                </a:path>
                <a:path w="732155" h="720725">
                  <a:moveTo>
                    <a:pt x="573595" y="587171"/>
                  </a:moveTo>
                  <a:lnTo>
                    <a:pt x="544741" y="615569"/>
                  </a:lnTo>
                  <a:lnTo>
                    <a:pt x="526808" y="656463"/>
                  </a:lnTo>
                  <a:lnTo>
                    <a:pt x="533476" y="675957"/>
                  </a:lnTo>
                  <a:lnTo>
                    <a:pt x="546354" y="696544"/>
                  </a:lnTo>
                  <a:lnTo>
                    <a:pt x="560412" y="720598"/>
                  </a:lnTo>
                  <a:lnTo>
                    <a:pt x="557199" y="699096"/>
                  </a:lnTo>
                  <a:lnTo>
                    <a:pt x="553681" y="680402"/>
                  </a:lnTo>
                  <a:lnTo>
                    <a:pt x="546265" y="652094"/>
                  </a:lnTo>
                  <a:lnTo>
                    <a:pt x="547751" y="640245"/>
                  </a:lnTo>
                  <a:lnTo>
                    <a:pt x="556107" y="621004"/>
                  </a:lnTo>
                  <a:lnTo>
                    <a:pt x="573595" y="587171"/>
                  </a:lnTo>
                  <a:close/>
                </a:path>
                <a:path w="732155" h="720725">
                  <a:moveTo>
                    <a:pt x="604469" y="559689"/>
                  </a:moveTo>
                  <a:lnTo>
                    <a:pt x="603834" y="551129"/>
                  </a:lnTo>
                  <a:lnTo>
                    <a:pt x="601243" y="544017"/>
                  </a:lnTo>
                  <a:lnTo>
                    <a:pt x="597103" y="539102"/>
                  </a:lnTo>
                  <a:lnTo>
                    <a:pt x="591820" y="537095"/>
                  </a:lnTo>
                  <a:lnTo>
                    <a:pt x="586346" y="538530"/>
                  </a:lnTo>
                  <a:lnTo>
                    <a:pt x="581698" y="542975"/>
                  </a:lnTo>
                  <a:lnTo>
                    <a:pt x="578370" y="549757"/>
                  </a:lnTo>
                  <a:lnTo>
                    <a:pt x="576821" y="558215"/>
                  </a:lnTo>
                  <a:lnTo>
                    <a:pt x="577456" y="566775"/>
                  </a:lnTo>
                  <a:lnTo>
                    <a:pt x="580047" y="573887"/>
                  </a:lnTo>
                  <a:lnTo>
                    <a:pt x="584187" y="578802"/>
                  </a:lnTo>
                  <a:lnTo>
                    <a:pt x="589470" y="580809"/>
                  </a:lnTo>
                  <a:lnTo>
                    <a:pt x="594944" y="579386"/>
                  </a:lnTo>
                  <a:lnTo>
                    <a:pt x="599592" y="574929"/>
                  </a:lnTo>
                  <a:lnTo>
                    <a:pt x="602919" y="568147"/>
                  </a:lnTo>
                  <a:lnTo>
                    <a:pt x="604469" y="559689"/>
                  </a:lnTo>
                  <a:close/>
                </a:path>
                <a:path w="732155" h="720725">
                  <a:moveTo>
                    <a:pt x="624243" y="471462"/>
                  </a:moveTo>
                  <a:lnTo>
                    <a:pt x="616572" y="440220"/>
                  </a:lnTo>
                  <a:lnTo>
                    <a:pt x="594448" y="421551"/>
                  </a:lnTo>
                  <a:lnTo>
                    <a:pt x="600710" y="443191"/>
                  </a:lnTo>
                  <a:lnTo>
                    <a:pt x="603846" y="456006"/>
                  </a:lnTo>
                  <a:lnTo>
                    <a:pt x="604824" y="465048"/>
                  </a:lnTo>
                  <a:lnTo>
                    <a:pt x="604596" y="475373"/>
                  </a:lnTo>
                  <a:lnTo>
                    <a:pt x="603110" y="489127"/>
                  </a:lnTo>
                  <a:lnTo>
                    <a:pt x="600481" y="502958"/>
                  </a:lnTo>
                  <a:lnTo>
                    <a:pt x="596874" y="517906"/>
                  </a:lnTo>
                  <a:lnTo>
                    <a:pt x="617613" y="501840"/>
                  </a:lnTo>
                  <a:lnTo>
                    <a:pt x="624243" y="471462"/>
                  </a:lnTo>
                  <a:close/>
                </a:path>
                <a:path w="732155" h="720725">
                  <a:moveTo>
                    <a:pt x="725068" y="642213"/>
                  </a:moveTo>
                  <a:lnTo>
                    <a:pt x="678954" y="632193"/>
                  </a:lnTo>
                  <a:lnTo>
                    <a:pt x="640588" y="611098"/>
                  </a:lnTo>
                  <a:lnTo>
                    <a:pt x="610666" y="586219"/>
                  </a:lnTo>
                  <a:lnTo>
                    <a:pt x="616826" y="620331"/>
                  </a:lnTo>
                  <a:lnTo>
                    <a:pt x="648385" y="646645"/>
                  </a:lnTo>
                  <a:lnTo>
                    <a:pt x="689686" y="656742"/>
                  </a:lnTo>
                  <a:lnTo>
                    <a:pt x="725068" y="642213"/>
                  </a:lnTo>
                  <a:close/>
                </a:path>
                <a:path w="732155" h="720725">
                  <a:moveTo>
                    <a:pt x="731939" y="444893"/>
                  </a:moveTo>
                  <a:lnTo>
                    <a:pt x="720864" y="468630"/>
                  </a:lnTo>
                  <a:lnTo>
                    <a:pt x="711974" y="489737"/>
                  </a:lnTo>
                  <a:lnTo>
                    <a:pt x="700620" y="523100"/>
                  </a:lnTo>
                  <a:lnTo>
                    <a:pt x="691261" y="534009"/>
                  </a:lnTo>
                  <a:lnTo>
                    <a:pt x="670077" y="547789"/>
                  </a:lnTo>
                  <a:lnTo>
                    <a:pt x="630021" y="570141"/>
                  </a:lnTo>
                  <a:lnTo>
                    <a:pt x="636651" y="569620"/>
                  </a:lnTo>
                  <a:lnTo>
                    <a:pt x="677862" y="560806"/>
                  </a:lnTo>
                  <a:lnTo>
                    <a:pt x="723061" y="531634"/>
                  </a:lnTo>
                  <a:lnTo>
                    <a:pt x="730059" y="478396"/>
                  </a:lnTo>
                  <a:lnTo>
                    <a:pt x="731939" y="444893"/>
                  </a:lnTo>
                  <a:close/>
                </a:path>
              </a:pathLst>
            </a:custGeom>
            <a:solidFill>
              <a:srgbClr val="FBE4E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5" name="object 225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6924250" y="5259274"/>
            <a:ext cx="876520" cy="1255590"/>
          </a:xfrm>
          <a:prstGeom prst="rect">
            <a:avLst/>
          </a:prstGeom>
        </p:spPr>
      </p:pic>
      <p:pic>
        <p:nvPicPr>
          <p:cNvPr id="226" name="object 226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998239" y="9243279"/>
            <a:ext cx="1511839" cy="587116"/>
          </a:xfrm>
          <a:prstGeom prst="rect">
            <a:avLst/>
          </a:prstGeom>
        </p:spPr>
      </p:pic>
      <p:sp>
        <p:nvSpPr>
          <p:cNvPr id="227" name="object 227" descr=""/>
          <p:cNvSpPr txBox="1"/>
          <p:nvPr/>
        </p:nvSpPr>
        <p:spPr>
          <a:xfrm>
            <a:off x="624158" y="728636"/>
            <a:ext cx="177355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Eastern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furniture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0504" y="1504875"/>
            <a:ext cx="4213860" cy="5874385"/>
            <a:chOff x="3040504" y="1504875"/>
            <a:chExt cx="4213860" cy="5874385"/>
          </a:xfrm>
        </p:grpSpPr>
        <p:sp>
          <p:nvSpPr>
            <p:cNvPr id="3" name="object 3" descr=""/>
            <p:cNvSpPr/>
            <p:nvPr/>
          </p:nvSpPr>
          <p:spPr>
            <a:xfrm>
              <a:off x="3692601" y="1672151"/>
              <a:ext cx="2909570" cy="5509260"/>
            </a:xfrm>
            <a:custGeom>
              <a:avLst/>
              <a:gdLst/>
              <a:ahLst/>
              <a:cxnLst/>
              <a:rect l="l" t="t" r="r" b="b"/>
              <a:pathLst>
                <a:path w="2909570" h="5509259">
                  <a:moveTo>
                    <a:pt x="2909493" y="0"/>
                  </a:moveTo>
                  <a:lnTo>
                    <a:pt x="2829852" y="0"/>
                  </a:lnTo>
                  <a:lnTo>
                    <a:pt x="2829852" y="5403177"/>
                  </a:lnTo>
                  <a:lnTo>
                    <a:pt x="2829852" y="5403494"/>
                  </a:lnTo>
                  <a:lnTo>
                    <a:pt x="1946757" y="5403494"/>
                  </a:lnTo>
                  <a:lnTo>
                    <a:pt x="1946757" y="4155135"/>
                  </a:lnTo>
                  <a:lnTo>
                    <a:pt x="2808782" y="4155135"/>
                  </a:lnTo>
                  <a:lnTo>
                    <a:pt x="2808782" y="5403177"/>
                  </a:lnTo>
                  <a:lnTo>
                    <a:pt x="2829852" y="5403177"/>
                  </a:lnTo>
                  <a:lnTo>
                    <a:pt x="2829852" y="0"/>
                  </a:lnTo>
                  <a:lnTo>
                    <a:pt x="2808782" y="0"/>
                  </a:lnTo>
                  <a:lnTo>
                    <a:pt x="2808782" y="106324"/>
                  </a:lnTo>
                  <a:lnTo>
                    <a:pt x="2808782" y="1353934"/>
                  </a:lnTo>
                  <a:lnTo>
                    <a:pt x="2808782" y="1387640"/>
                  </a:lnTo>
                  <a:lnTo>
                    <a:pt x="2808782" y="4121442"/>
                  </a:lnTo>
                  <a:lnTo>
                    <a:pt x="1946757" y="4121442"/>
                  </a:lnTo>
                  <a:lnTo>
                    <a:pt x="1946757" y="1387640"/>
                  </a:lnTo>
                  <a:lnTo>
                    <a:pt x="2808782" y="1387640"/>
                  </a:lnTo>
                  <a:lnTo>
                    <a:pt x="2808782" y="1353934"/>
                  </a:lnTo>
                  <a:lnTo>
                    <a:pt x="1946757" y="1353934"/>
                  </a:lnTo>
                  <a:lnTo>
                    <a:pt x="1946757" y="106324"/>
                  </a:lnTo>
                  <a:lnTo>
                    <a:pt x="2808782" y="106324"/>
                  </a:lnTo>
                  <a:lnTo>
                    <a:pt x="2808782" y="0"/>
                  </a:lnTo>
                  <a:lnTo>
                    <a:pt x="1913051" y="0"/>
                  </a:lnTo>
                  <a:lnTo>
                    <a:pt x="1913051" y="106324"/>
                  </a:lnTo>
                  <a:lnTo>
                    <a:pt x="1913051" y="1353934"/>
                  </a:lnTo>
                  <a:lnTo>
                    <a:pt x="1913051" y="1387640"/>
                  </a:lnTo>
                  <a:lnTo>
                    <a:pt x="1913051" y="4121442"/>
                  </a:lnTo>
                  <a:lnTo>
                    <a:pt x="1913051" y="4155135"/>
                  </a:lnTo>
                  <a:lnTo>
                    <a:pt x="1913051" y="5403494"/>
                  </a:lnTo>
                  <a:lnTo>
                    <a:pt x="996429" y="5403494"/>
                  </a:lnTo>
                  <a:lnTo>
                    <a:pt x="996429" y="4155135"/>
                  </a:lnTo>
                  <a:lnTo>
                    <a:pt x="1913051" y="4155135"/>
                  </a:lnTo>
                  <a:lnTo>
                    <a:pt x="1913051" y="4121442"/>
                  </a:lnTo>
                  <a:lnTo>
                    <a:pt x="996429" y="4121442"/>
                  </a:lnTo>
                  <a:lnTo>
                    <a:pt x="996429" y="1387640"/>
                  </a:lnTo>
                  <a:lnTo>
                    <a:pt x="1913051" y="1387640"/>
                  </a:lnTo>
                  <a:lnTo>
                    <a:pt x="1913051" y="1353934"/>
                  </a:lnTo>
                  <a:lnTo>
                    <a:pt x="996429" y="1353934"/>
                  </a:lnTo>
                  <a:lnTo>
                    <a:pt x="996429" y="106324"/>
                  </a:lnTo>
                  <a:lnTo>
                    <a:pt x="1913051" y="106324"/>
                  </a:lnTo>
                  <a:lnTo>
                    <a:pt x="1913051" y="0"/>
                  </a:lnTo>
                  <a:lnTo>
                    <a:pt x="962736" y="0"/>
                  </a:lnTo>
                  <a:lnTo>
                    <a:pt x="962736" y="106324"/>
                  </a:lnTo>
                  <a:lnTo>
                    <a:pt x="962736" y="1353934"/>
                  </a:lnTo>
                  <a:lnTo>
                    <a:pt x="962736" y="1387640"/>
                  </a:lnTo>
                  <a:lnTo>
                    <a:pt x="962736" y="4121442"/>
                  </a:lnTo>
                  <a:lnTo>
                    <a:pt x="962736" y="4155135"/>
                  </a:lnTo>
                  <a:lnTo>
                    <a:pt x="962736" y="5403494"/>
                  </a:lnTo>
                  <a:lnTo>
                    <a:pt x="100698" y="5403494"/>
                  </a:lnTo>
                  <a:lnTo>
                    <a:pt x="100698" y="4155135"/>
                  </a:lnTo>
                  <a:lnTo>
                    <a:pt x="962736" y="4155135"/>
                  </a:lnTo>
                  <a:lnTo>
                    <a:pt x="962736" y="4121442"/>
                  </a:lnTo>
                  <a:lnTo>
                    <a:pt x="100698" y="4121442"/>
                  </a:lnTo>
                  <a:lnTo>
                    <a:pt x="100698" y="1387640"/>
                  </a:lnTo>
                  <a:lnTo>
                    <a:pt x="962736" y="1387640"/>
                  </a:lnTo>
                  <a:lnTo>
                    <a:pt x="962736" y="1353934"/>
                  </a:lnTo>
                  <a:lnTo>
                    <a:pt x="100698" y="1353934"/>
                  </a:lnTo>
                  <a:lnTo>
                    <a:pt x="100698" y="106324"/>
                  </a:lnTo>
                  <a:lnTo>
                    <a:pt x="962736" y="106324"/>
                  </a:lnTo>
                  <a:lnTo>
                    <a:pt x="962736" y="0"/>
                  </a:lnTo>
                  <a:lnTo>
                    <a:pt x="0" y="0"/>
                  </a:lnTo>
                  <a:lnTo>
                    <a:pt x="0" y="85090"/>
                  </a:lnTo>
                  <a:lnTo>
                    <a:pt x="0" y="5424170"/>
                  </a:lnTo>
                  <a:lnTo>
                    <a:pt x="0" y="5509260"/>
                  </a:lnTo>
                  <a:lnTo>
                    <a:pt x="2909493" y="5509260"/>
                  </a:lnTo>
                  <a:lnTo>
                    <a:pt x="2909493" y="5424246"/>
                  </a:lnTo>
                  <a:lnTo>
                    <a:pt x="2909493" y="85090"/>
                  </a:lnTo>
                  <a:lnTo>
                    <a:pt x="2909493" y="84823"/>
                  </a:lnTo>
                  <a:lnTo>
                    <a:pt x="2909493" y="0"/>
                  </a:lnTo>
                  <a:close/>
                </a:path>
              </a:pathLst>
            </a:custGeom>
            <a:solidFill>
              <a:srgbClr val="C5D6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2392" y="1671948"/>
              <a:ext cx="540905" cy="570682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168" y="1671948"/>
              <a:ext cx="540905" cy="570682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040504" y="1504875"/>
              <a:ext cx="4213860" cy="273685"/>
            </a:xfrm>
            <a:custGeom>
              <a:avLst/>
              <a:gdLst/>
              <a:ahLst/>
              <a:cxnLst/>
              <a:rect l="l" t="t" r="r" b="b"/>
              <a:pathLst>
                <a:path w="4213859" h="273685">
                  <a:moveTo>
                    <a:pt x="4213704" y="0"/>
                  </a:moveTo>
                  <a:lnTo>
                    <a:pt x="0" y="0"/>
                  </a:lnTo>
                  <a:lnTo>
                    <a:pt x="0" y="273541"/>
                  </a:lnTo>
                  <a:lnTo>
                    <a:pt x="4213704" y="273541"/>
                  </a:lnTo>
                  <a:lnTo>
                    <a:pt x="421370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448304" y="3724839"/>
              <a:ext cx="3422015" cy="3470910"/>
            </a:xfrm>
            <a:custGeom>
              <a:avLst/>
              <a:gdLst/>
              <a:ahLst/>
              <a:cxnLst/>
              <a:rect l="l" t="t" r="r" b="b"/>
              <a:pathLst>
                <a:path w="3422015" h="3470909">
                  <a:moveTo>
                    <a:pt x="16852" y="1799221"/>
                  </a:moveTo>
                  <a:lnTo>
                    <a:pt x="13081" y="1795449"/>
                  </a:lnTo>
                  <a:lnTo>
                    <a:pt x="3784" y="1795449"/>
                  </a:lnTo>
                  <a:lnTo>
                    <a:pt x="0" y="1799221"/>
                  </a:lnTo>
                  <a:lnTo>
                    <a:pt x="0" y="3466630"/>
                  </a:lnTo>
                  <a:lnTo>
                    <a:pt x="3784" y="3470402"/>
                  </a:lnTo>
                  <a:lnTo>
                    <a:pt x="13081" y="3470402"/>
                  </a:lnTo>
                  <a:lnTo>
                    <a:pt x="16852" y="3466630"/>
                  </a:lnTo>
                  <a:lnTo>
                    <a:pt x="16852" y="1799221"/>
                  </a:lnTo>
                  <a:close/>
                </a:path>
                <a:path w="3422015" h="3470909">
                  <a:moveTo>
                    <a:pt x="16852" y="1673923"/>
                  </a:moveTo>
                  <a:lnTo>
                    <a:pt x="13081" y="1670164"/>
                  </a:lnTo>
                  <a:lnTo>
                    <a:pt x="3784" y="1670164"/>
                  </a:lnTo>
                  <a:lnTo>
                    <a:pt x="0" y="1673923"/>
                  </a:lnTo>
                  <a:lnTo>
                    <a:pt x="0" y="1716671"/>
                  </a:lnTo>
                  <a:lnTo>
                    <a:pt x="3784" y="1720443"/>
                  </a:lnTo>
                  <a:lnTo>
                    <a:pt x="13081" y="1720443"/>
                  </a:lnTo>
                  <a:lnTo>
                    <a:pt x="16852" y="1716671"/>
                  </a:lnTo>
                  <a:lnTo>
                    <a:pt x="16852" y="1673923"/>
                  </a:lnTo>
                  <a:close/>
                </a:path>
                <a:path w="3422015" h="3470909">
                  <a:moveTo>
                    <a:pt x="143281" y="2890494"/>
                  </a:moveTo>
                  <a:lnTo>
                    <a:pt x="139496" y="2886735"/>
                  </a:lnTo>
                  <a:lnTo>
                    <a:pt x="130200" y="2886735"/>
                  </a:lnTo>
                  <a:lnTo>
                    <a:pt x="126428" y="2890494"/>
                  </a:lnTo>
                  <a:lnTo>
                    <a:pt x="126428" y="3457194"/>
                  </a:lnTo>
                  <a:lnTo>
                    <a:pt x="130200" y="3460966"/>
                  </a:lnTo>
                  <a:lnTo>
                    <a:pt x="139496" y="3460966"/>
                  </a:lnTo>
                  <a:lnTo>
                    <a:pt x="143281" y="3457194"/>
                  </a:lnTo>
                  <a:lnTo>
                    <a:pt x="143281" y="2890494"/>
                  </a:lnTo>
                  <a:close/>
                </a:path>
                <a:path w="3422015" h="3470909">
                  <a:moveTo>
                    <a:pt x="143281" y="2772499"/>
                  </a:moveTo>
                  <a:lnTo>
                    <a:pt x="139496" y="2768739"/>
                  </a:lnTo>
                  <a:lnTo>
                    <a:pt x="130200" y="2768739"/>
                  </a:lnTo>
                  <a:lnTo>
                    <a:pt x="126428" y="2772499"/>
                  </a:lnTo>
                  <a:lnTo>
                    <a:pt x="126428" y="2811310"/>
                  </a:lnTo>
                  <a:lnTo>
                    <a:pt x="130200" y="2815094"/>
                  </a:lnTo>
                  <a:lnTo>
                    <a:pt x="139496" y="2815094"/>
                  </a:lnTo>
                  <a:lnTo>
                    <a:pt x="143281" y="2811310"/>
                  </a:lnTo>
                  <a:lnTo>
                    <a:pt x="143281" y="2772499"/>
                  </a:lnTo>
                  <a:close/>
                </a:path>
                <a:path w="3422015" h="3470909">
                  <a:moveTo>
                    <a:pt x="143281" y="3771"/>
                  </a:moveTo>
                  <a:lnTo>
                    <a:pt x="139496" y="0"/>
                  </a:lnTo>
                  <a:lnTo>
                    <a:pt x="130200" y="0"/>
                  </a:lnTo>
                  <a:lnTo>
                    <a:pt x="126428" y="3771"/>
                  </a:lnTo>
                  <a:lnTo>
                    <a:pt x="126428" y="2543708"/>
                  </a:lnTo>
                  <a:lnTo>
                    <a:pt x="130200" y="2547480"/>
                  </a:lnTo>
                  <a:lnTo>
                    <a:pt x="139496" y="2547480"/>
                  </a:lnTo>
                  <a:lnTo>
                    <a:pt x="143281" y="2543708"/>
                  </a:lnTo>
                  <a:lnTo>
                    <a:pt x="143281" y="3771"/>
                  </a:lnTo>
                  <a:close/>
                </a:path>
                <a:path w="3422015" h="3470909">
                  <a:moveTo>
                    <a:pt x="3295523" y="2890494"/>
                  </a:moveTo>
                  <a:lnTo>
                    <a:pt x="3291738" y="2886735"/>
                  </a:lnTo>
                  <a:lnTo>
                    <a:pt x="3282429" y="2886735"/>
                  </a:lnTo>
                  <a:lnTo>
                    <a:pt x="3278657" y="2890494"/>
                  </a:lnTo>
                  <a:lnTo>
                    <a:pt x="3278657" y="3457194"/>
                  </a:lnTo>
                  <a:lnTo>
                    <a:pt x="3282429" y="3460966"/>
                  </a:lnTo>
                  <a:lnTo>
                    <a:pt x="3291738" y="3460966"/>
                  </a:lnTo>
                  <a:lnTo>
                    <a:pt x="3295523" y="3457194"/>
                  </a:lnTo>
                  <a:lnTo>
                    <a:pt x="3295523" y="2890494"/>
                  </a:lnTo>
                  <a:close/>
                </a:path>
                <a:path w="3422015" h="3470909">
                  <a:moveTo>
                    <a:pt x="3295523" y="2772499"/>
                  </a:moveTo>
                  <a:lnTo>
                    <a:pt x="3291738" y="2768739"/>
                  </a:lnTo>
                  <a:lnTo>
                    <a:pt x="3282429" y="2768739"/>
                  </a:lnTo>
                  <a:lnTo>
                    <a:pt x="3278657" y="2772499"/>
                  </a:lnTo>
                  <a:lnTo>
                    <a:pt x="3278657" y="2811310"/>
                  </a:lnTo>
                  <a:lnTo>
                    <a:pt x="3282429" y="2815094"/>
                  </a:lnTo>
                  <a:lnTo>
                    <a:pt x="3291738" y="2815094"/>
                  </a:lnTo>
                  <a:lnTo>
                    <a:pt x="3295523" y="2811310"/>
                  </a:lnTo>
                  <a:lnTo>
                    <a:pt x="3295523" y="2772499"/>
                  </a:lnTo>
                  <a:close/>
                </a:path>
                <a:path w="3422015" h="3470909">
                  <a:moveTo>
                    <a:pt x="3295523" y="3771"/>
                  </a:moveTo>
                  <a:lnTo>
                    <a:pt x="3291738" y="0"/>
                  </a:lnTo>
                  <a:lnTo>
                    <a:pt x="3282429" y="0"/>
                  </a:lnTo>
                  <a:lnTo>
                    <a:pt x="3278657" y="3771"/>
                  </a:lnTo>
                  <a:lnTo>
                    <a:pt x="3278657" y="2543708"/>
                  </a:lnTo>
                  <a:lnTo>
                    <a:pt x="3282429" y="2547480"/>
                  </a:lnTo>
                  <a:lnTo>
                    <a:pt x="3291738" y="2547480"/>
                  </a:lnTo>
                  <a:lnTo>
                    <a:pt x="3295523" y="2543708"/>
                  </a:lnTo>
                  <a:lnTo>
                    <a:pt x="3295523" y="3771"/>
                  </a:lnTo>
                  <a:close/>
                </a:path>
                <a:path w="3422015" h="3470909">
                  <a:moveTo>
                    <a:pt x="3421938" y="1799221"/>
                  </a:moveTo>
                  <a:lnTo>
                    <a:pt x="3418167" y="1795449"/>
                  </a:lnTo>
                  <a:lnTo>
                    <a:pt x="3408870" y="1795449"/>
                  </a:lnTo>
                  <a:lnTo>
                    <a:pt x="3405086" y="1799221"/>
                  </a:lnTo>
                  <a:lnTo>
                    <a:pt x="3405086" y="3466630"/>
                  </a:lnTo>
                  <a:lnTo>
                    <a:pt x="3408870" y="3470402"/>
                  </a:lnTo>
                  <a:lnTo>
                    <a:pt x="3418167" y="3470402"/>
                  </a:lnTo>
                  <a:lnTo>
                    <a:pt x="3421938" y="3466630"/>
                  </a:lnTo>
                  <a:lnTo>
                    <a:pt x="3421938" y="1799221"/>
                  </a:lnTo>
                  <a:close/>
                </a:path>
                <a:path w="3422015" h="3470909">
                  <a:moveTo>
                    <a:pt x="3421938" y="1673923"/>
                  </a:moveTo>
                  <a:lnTo>
                    <a:pt x="3418167" y="1670164"/>
                  </a:lnTo>
                  <a:lnTo>
                    <a:pt x="3408870" y="1670164"/>
                  </a:lnTo>
                  <a:lnTo>
                    <a:pt x="3405086" y="1673923"/>
                  </a:lnTo>
                  <a:lnTo>
                    <a:pt x="3405086" y="1716671"/>
                  </a:lnTo>
                  <a:lnTo>
                    <a:pt x="3408870" y="1720443"/>
                  </a:lnTo>
                  <a:lnTo>
                    <a:pt x="3418167" y="1720443"/>
                  </a:lnTo>
                  <a:lnTo>
                    <a:pt x="3421938" y="1716671"/>
                  </a:lnTo>
                  <a:lnTo>
                    <a:pt x="3421938" y="1673923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1764043" y="5997416"/>
            <a:ext cx="16351250" cy="2006600"/>
            <a:chOff x="1764043" y="5997416"/>
            <a:chExt cx="16351250" cy="2006600"/>
          </a:xfrm>
        </p:grpSpPr>
        <p:sp>
          <p:nvSpPr>
            <p:cNvPr id="9" name="object 9" descr=""/>
            <p:cNvSpPr/>
            <p:nvPr/>
          </p:nvSpPr>
          <p:spPr>
            <a:xfrm>
              <a:off x="1764043" y="7986926"/>
              <a:ext cx="16351250" cy="17145"/>
            </a:xfrm>
            <a:custGeom>
              <a:avLst/>
              <a:gdLst/>
              <a:ahLst/>
              <a:cxnLst/>
              <a:rect l="l" t="t" r="r" b="b"/>
              <a:pathLst>
                <a:path w="16351250" h="17145">
                  <a:moveTo>
                    <a:pt x="16345847" y="0"/>
                  </a:moveTo>
                  <a:lnTo>
                    <a:pt x="4848" y="0"/>
                  </a:lnTo>
                  <a:lnTo>
                    <a:pt x="0" y="3769"/>
                  </a:lnTo>
                  <a:lnTo>
                    <a:pt x="0" y="13078"/>
                  </a:lnTo>
                  <a:lnTo>
                    <a:pt x="4848" y="16847"/>
                  </a:lnTo>
                  <a:lnTo>
                    <a:pt x="16339868" y="16847"/>
                  </a:lnTo>
                  <a:lnTo>
                    <a:pt x="16345847" y="16847"/>
                  </a:lnTo>
                  <a:lnTo>
                    <a:pt x="16350685" y="13078"/>
                  </a:lnTo>
                  <a:lnTo>
                    <a:pt x="16350685" y="3769"/>
                  </a:lnTo>
                  <a:lnTo>
                    <a:pt x="16345847" y="0"/>
                  </a:lnTo>
                  <a:close/>
                </a:path>
              </a:pathLst>
            </a:custGeom>
            <a:solidFill>
              <a:srgbClr val="C5D6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533895" y="7218139"/>
              <a:ext cx="2425065" cy="777240"/>
            </a:xfrm>
            <a:custGeom>
              <a:avLst/>
              <a:gdLst/>
              <a:ahLst/>
              <a:cxnLst/>
              <a:rect l="l" t="t" r="r" b="b"/>
              <a:pathLst>
                <a:path w="2425065" h="777240">
                  <a:moveTo>
                    <a:pt x="493014" y="21259"/>
                  </a:moveTo>
                  <a:lnTo>
                    <a:pt x="212674" y="0"/>
                  </a:lnTo>
                  <a:lnTo>
                    <a:pt x="0" y="777214"/>
                  </a:lnTo>
                  <a:lnTo>
                    <a:pt x="81203" y="777214"/>
                  </a:lnTo>
                  <a:lnTo>
                    <a:pt x="493014" y="21259"/>
                  </a:lnTo>
                  <a:close/>
                </a:path>
                <a:path w="2425065" h="777240">
                  <a:moveTo>
                    <a:pt x="2425001" y="777214"/>
                  </a:moveTo>
                  <a:lnTo>
                    <a:pt x="2212327" y="0"/>
                  </a:lnTo>
                  <a:lnTo>
                    <a:pt x="1931987" y="21259"/>
                  </a:lnTo>
                  <a:lnTo>
                    <a:pt x="2343797" y="777214"/>
                  </a:lnTo>
                  <a:lnTo>
                    <a:pt x="2425001" y="777214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217132" y="6009785"/>
              <a:ext cx="3094355" cy="1557020"/>
            </a:xfrm>
            <a:custGeom>
              <a:avLst/>
              <a:gdLst/>
              <a:ahLst/>
              <a:cxnLst/>
              <a:rect l="l" t="t" r="r" b="b"/>
              <a:pathLst>
                <a:path w="3094355" h="1557020">
                  <a:moveTo>
                    <a:pt x="3094278" y="0"/>
                  </a:moveTo>
                  <a:lnTo>
                    <a:pt x="1547152" y="0"/>
                  </a:lnTo>
                  <a:lnTo>
                    <a:pt x="0" y="0"/>
                  </a:lnTo>
                  <a:lnTo>
                    <a:pt x="0" y="1556410"/>
                  </a:lnTo>
                  <a:lnTo>
                    <a:pt x="1547139" y="1556410"/>
                  </a:lnTo>
                  <a:lnTo>
                    <a:pt x="3094278" y="1556410"/>
                  </a:lnTo>
                  <a:lnTo>
                    <a:pt x="3094278" y="0"/>
                  </a:lnTo>
                  <a:close/>
                </a:path>
              </a:pathLst>
            </a:custGeom>
            <a:solidFill>
              <a:srgbClr val="CEEB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204494" y="5997415"/>
              <a:ext cx="3119755" cy="1581150"/>
            </a:xfrm>
            <a:custGeom>
              <a:avLst/>
              <a:gdLst/>
              <a:ahLst/>
              <a:cxnLst/>
              <a:rect l="l" t="t" r="r" b="b"/>
              <a:pathLst>
                <a:path w="3119755" h="1581150">
                  <a:moveTo>
                    <a:pt x="3119551" y="0"/>
                  </a:moveTo>
                  <a:lnTo>
                    <a:pt x="3094278" y="0"/>
                  </a:lnTo>
                  <a:lnTo>
                    <a:pt x="3094278" y="25400"/>
                  </a:lnTo>
                  <a:lnTo>
                    <a:pt x="3094278" y="1555750"/>
                  </a:lnTo>
                  <a:lnTo>
                    <a:pt x="1572412" y="1555750"/>
                  </a:lnTo>
                  <a:lnTo>
                    <a:pt x="1572412" y="25400"/>
                  </a:lnTo>
                  <a:lnTo>
                    <a:pt x="3094278" y="25400"/>
                  </a:lnTo>
                  <a:lnTo>
                    <a:pt x="3094278" y="0"/>
                  </a:lnTo>
                  <a:lnTo>
                    <a:pt x="1572412" y="0"/>
                  </a:lnTo>
                  <a:lnTo>
                    <a:pt x="1547139" y="0"/>
                  </a:lnTo>
                  <a:lnTo>
                    <a:pt x="1547139" y="25400"/>
                  </a:lnTo>
                  <a:lnTo>
                    <a:pt x="1547139" y="1555750"/>
                  </a:lnTo>
                  <a:lnTo>
                    <a:pt x="25273" y="1555750"/>
                  </a:lnTo>
                  <a:lnTo>
                    <a:pt x="25273" y="25400"/>
                  </a:lnTo>
                  <a:lnTo>
                    <a:pt x="1547139" y="25400"/>
                  </a:lnTo>
                  <a:lnTo>
                    <a:pt x="1547139" y="0"/>
                  </a:lnTo>
                  <a:lnTo>
                    <a:pt x="0" y="0"/>
                  </a:lnTo>
                  <a:lnTo>
                    <a:pt x="0" y="25400"/>
                  </a:lnTo>
                  <a:lnTo>
                    <a:pt x="0" y="1555750"/>
                  </a:lnTo>
                  <a:lnTo>
                    <a:pt x="0" y="1581150"/>
                  </a:lnTo>
                  <a:lnTo>
                    <a:pt x="1547139" y="1581150"/>
                  </a:lnTo>
                  <a:lnTo>
                    <a:pt x="1572412" y="1581150"/>
                  </a:lnTo>
                  <a:lnTo>
                    <a:pt x="3119551" y="1581150"/>
                  </a:lnTo>
                  <a:lnTo>
                    <a:pt x="3119551" y="1556143"/>
                  </a:lnTo>
                  <a:lnTo>
                    <a:pt x="3119551" y="1555750"/>
                  </a:lnTo>
                  <a:lnTo>
                    <a:pt x="3119551" y="25400"/>
                  </a:lnTo>
                  <a:lnTo>
                    <a:pt x="3119551" y="25006"/>
                  </a:lnTo>
                  <a:lnTo>
                    <a:pt x="3119551" y="0"/>
                  </a:lnTo>
                  <a:close/>
                </a:path>
              </a:pathLst>
            </a:custGeom>
            <a:solidFill>
              <a:srgbClr val="3C75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63932" y="6160536"/>
              <a:ext cx="69484" cy="6948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96000" y="6160536"/>
              <a:ext cx="69484" cy="69484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7824913" y="2237094"/>
            <a:ext cx="3319145" cy="2182495"/>
            <a:chOff x="7824913" y="2237094"/>
            <a:chExt cx="3319145" cy="2182495"/>
          </a:xfrm>
        </p:grpSpPr>
        <p:sp>
          <p:nvSpPr>
            <p:cNvPr id="16" name="object 16" descr=""/>
            <p:cNvSpPr/>
            <p:nvPr/>
          </p:nvSpPr>
          <p:spPr>
            <a:xfrm>
              <a:off x="7824902" y="3854202"/>
              <a:ext cx="3319145" cy="565150"/>
            </a:xfrm>
            <a:custGeom>
              <a:avLst/>
              <a:gdLst/>
              <a:ahLst/>
              <a:cxnLst/>
              <a:rect l="l" t="t" r="r" b="b"/>
              <a:pathLst>
                <a:path w="3319145" h="565150">
                  <a:moveTo>
                    <a:pt x="3318776" y="418045"/>
                  </a:moveTo>
                  <a:lnTo>
                    <a:pt x="3176181" y="418045"/>
                  </a:lnTo>
                  <a:lnTo>
                    <a:pt x="3176181" y="71297"/>
                  </a:lnTo>
                  <a:lnTo>
                    <a:pt x="3170555" y="43611"/>
                  </a:lnTo>
                  <a:lnTo>
                    <a:pt x="3155226" y="20942"/>
                  </a:lnTo>
                  <a:lnTo>
                    <a:pt x="3132556" y="5626"/>
                  </a:lnTo>
                  <a:lnTo>
                    <a:pt x="3104870" y="0"/>
                  </a:lnTo>
                  <a:lnTo>
                    <a:pt x="3077184" y="5626"/>
                  </a:lnTo>
                  <a:lnTo>
                    <a:pt x="3054515" y="20942"/>
                  </a:lnTo>
                  <a:lnTo>
                    <a:pt x="3039199" y="43611"/>
                  </a:lnTo>
                  <a:lnTo>
                    <a:pt x="3033572" y="71297"/>
                  </a:lnTo>
                  <a:lnTo>
                    <a:pt x="3033572" y="418045"/>
                  </a:lnTo>
                  <a:lnTo>
                    <a:pt x="285216" y="418045"/>
                  </a:lnTo>
                  <a:lnTo>
                    <a:pt x="285216" y="71297"/>
                  </a:lnTo>
                  <a:lnTo>
                    <a:pt x="279590" y="43611"/>
                  </a:lnTo>
                  <a:lnTo>
                    <a:pt x="264261" y="20942"/>
                  </a:lnTo>
                  <a:lnTo>
                    <a:pt x="241592" y="5626"/>
                  </a:lnTo>
                  <a:lnTo>
                    <a:pt x="213906" y="0"/>
                  </a:lnTo>
                  <a:lnTo>
                    <a:pt x="186220" y="5626"/>
                  </a:lnTo>
                  <a:lnTo>
                    <a:pt x="163550" y="20942"/>
                  </a:lnTo>
                  <a:lnTo>
                    <a:pt x="148234" y="43611"/>
                  </a:lnTo>
                  <a:lnTo>
                    <a:pt x="142608" y="71297"/>
                  </a:lnTo>
                  <a:lnTo>
                    <a:pt x="142608" y="418045"/>
                  </a:lnTo>
                  <a:lnTo>
                    <a:pt x="0" y="418045"/>
                  </a:lnTo>
                  <a:lnTo>
                    <a:pt x="0" y="564972"/>
                  </a:lnTo>
                  <a:lnTo>
                    <a:pt x="3318776" y="564972"/>
                  </a:lnTo>
                  <a:lnTo>
                    <a:pt x="3318776" y="418045"/>
                  </a:lnTo>
                  <a:close/>
                </a:path>
              </a:pathLst>
            </a:custGeom>
            <a:solidFill>
              <a:srgbClr val="C5D6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949435" y="2417559"/>
              <a:ext cx="728345" cy="1675764"/>
            </a:xfrm>
            <a:custGeom>
              <a:avLst/>
              <a:gdLst/>
              <a:ahLst/>
              <a:cxnLst/>
              <a:rect l="l" t="t" r="r" b="b"/>
              <a:pathLst>
                <a:path w="728345" h="1675764">
                  <a:moveTo>
                    <a:pt x="728009" y="0"/>
                  </a:moveTo>
                  <a:lnTo>
                    <a:pt x="0" y="0"/>
                  </a:lnTo>
                  <a:lnTo>
                    <a:pt x="0" y="1675729"/>
                  </a:lnTo>
                  <a:lnTo>
                    <a:pt x="728009" y="1675729"/>
                  </a:lnTo>
                  <a:lnTo>
                    <a:pt x="728009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090633" y="2417565"/>
              <a:ext cx="587375" cy="1297305"/>
            </a:xfrm>
            <a:custGeom>
              <a:avLst/>
              <a:gdLst/>
              <a:ahLst/>
              <a:cxnLst/>
              <a:rect l="l" t="t" r="r" b="b"/>
              <a:pathLst>
                <a:path w="587375" h="1297304">
                  <a:moveTo>
                    <a:pt x="309905" y="1066838"/>
                  </a:moveTo>
                  <a:lnTo>
                    <a:pt x="309676" y="1016876"/>
                  </a:lnTo>
                  <a:lnTo>
                    <a:pt x="307708" y="965771"/>
                  </a:lnTo>
                  <a:lnTo>
                    <a:pt x="303923" y="914488"/>
                  </a:lnTo>
                  <a:lnTo>
                    <a:pt x="298221" y="863968"/>
                  </a:lnTo>
                  <a:lnTo>
                    <a:pt x="290499" y="815200"/>
                  </a:lnTo>
                  <a:lnTo>
                    <a:pt x="280670" y="769124"/>
                  </a:lnTo>
                  <a:lnTo>
                    <a:pt x="268630" y="726719"/>
                  </a:lnTo>
                  <a:lnTo>
                    <a:pt x="254304" y="688924"/>
                  </a:lnTo>
                  <a:lnTo>
                    <a:pt x="218351" y="631063"/>
                  </a:lnTo>
                  <a:lnTo>
                    <a:pt x="172046" y="603224"/>
                  </a:lnTo>
                  <a:lnTo>
                    <a:pt x="144780" y="602970"/>
                  </a:lnTo>
                  <a:lnTo>
                    <a:pt x="114642" y="613105"/>
                  </a:lnTo>
                  <a:lnTo>
                    <a:pt x="56489" y="648766"/>
                  </a:lnTo>
                  <a:lnTo>
                    <a:pt x="28765" y="682459"/>
                  </a:lnTo>
                  <a:lnTo>
                    <a:pt x="23964" y="733806"/>
                  </a:lnTo>
                  <a:lnTo>
                    <a:pt x="34569" y="822413"/>
                  </a:lnTo>
                  <a:lnTo>
                    <a:pt x="37299" y="868121"/>
                  </a:lnTo>
                  <a:lnTo>
                    <a:pt x="34175" y="913980"/>
                  </a:lnTo>
                  <a:lnTo>
                    <a:pt x="27178" y="959637"/>
                  </a:lnTo>
                  <a:lnTo>
                    <a:pt x="9461" y="1048931"/>
                  </a:lnTo>
                  <a:lnTo>
                    <a:pt x="2705" y="1091857"/>
                  </a:lnTo>
                  <a:lnTo>
                    <a:pt x="0" y="1133157"/>
                  </a:lnTo>
                  <a:lnTo>
                    <a:pt x="3327" y="1172489"/>
                  </a:lnTo>
                  <a:lnTo>
                    <a:pt x="14655" y="1209497"/>
                  </a:lnTo>
                  <a:lnTo>
                    <a:pt x="35979" y="1243838"/>
                  </a:lnTo>
                  <a:lnTo>
                    <a:pt x="92443" y="1286992"/>
                  </a:lnTo>
                  <a:lnTo>
                    <a:pt x="157302" y="1296847"/>
                  </a:lnTo>
                  <a:lnTo>
                    <a:pt x="189839" y="1289240"/>
                  </a:lnTo>
                  <a:lnTo>
                    <a:pt x="249034" y="1248841"/>
                  </a:lnTo>
                  <a:lnTo>
                    <a:pt x="273265" y="1216025"/>
                  </a:lnTo>
                  <a:lnTo>
                    <a:pt x="292290" y="1174762"/>
                  </a:lnTo>
                  <a:lnTo>
                    <a:pt x="304914" y="1125029"/>
                  </a:lnTo>
                  <a:lnTo>
                    <a:pt x="309905" y="1066838"/>
                  </a:lnTo>
                  <a:close/>
                </a:path>
                <a:path w="587375" h="1297304">
                  <a:moveTo>
                    <a:pt x="586803" y="0"/>
                  </a:moveTo>
                  <a:lnTo>
                    <a:pt x="379641" y="0"/>
                  </a:lnTo>
                  <a:lnTo>
                    <a:pt x="342023" y="32423"/>
                  </a:lnTo>
                  <a:lnTo>
                    <a:pt x="310248" y="69430"/>
                  </a:lnTo>
                  <a:lnTo>
                    <a:pt x="284111" y="110248"/>
                  </a:lnTo>
                  <a:lnTo>
                    <a:pt x="263398" y="154076"/>
                  </a:lnTo>
                  <a:lnTo>
                    <a:pt x="247878" y="200164"/>
                  </a:lnTo>
                  <a:lnTo>
                    <a:pt x="237324" y="247726"/>
                  </a:lnTo>
                  <a:lnTo>
                    <a:pt x="231533" y="295973"/>
                  </a:lnTo>
                  <a:lnTo>
                    <a:pt x="230276" y="344144"/>
                  </a:lnTo>
                  <a:lnTo>
                    <a:pt x="233337" y="391452"/>
                  </a:lnTo>
                  <a:lnTo>
                    <a:pt x="240499" y="437121"/>
                  </a:lnTo>
                  <a:lnTo>
                    <a:pt x="251536" y="480364"/>
                  </a:lnTo>
                  <a:lnTo>
                    <a:pt x="266217" y="520407"/>
                  </a:lnTo>
                  <a:lnTo>
                    <a:pt x="284340" y="556488"/>
                  </a:lnTo>
                  <a:lnTo>
                    <a:pt x="341668" y="636866"/>
                  </a:lnTo>
                  <a:lnTo>
                    <a:pt x="367804" y="680821"/>
                  </a:lnTo>
                  <a:lnTo>
                    <a:pt x="385749" y="720737"/>
                  </a:lnTo>
                  <a:lnTo>
                    <a:pt x="397154" y="757732"/>
                  </a:lnTo>
                  <a:lnTo>
                    <a:pt x="406831" y="827328"/>
                  </a:lnTo>
                  <a:lnTo>
                    <a:pt x="409943" y="898321"/>
                  </a:lnTo>
                  <a:lnTo>
                    <a:pt x="413143" y="937069"/>
                  </a:lnTo>
                  <a:lnTo>
                    <a:pt x="419633" y="979449"/>
                  </a:lnTo>
                  <a:lnTo>
                    <a:pt x="431025" y="1026553"/>
                  </a:lnTo>
                  <a:lnTo>
                    <a:pt x="448970" y="1079474"/>
                  </a:lnTo>
                  <a:lnTo>
                    <a:pt x="471449" y="1122578"/>
                  </a:lnTo>
                  <a:lnTo>
                    <a:pt x="502970" y="1161872"/>
                  </a:lnTo>
                  <a:lnTo>
                    <a:pt x="541947" y="1197521"/>
                  </a:lnTo>
                  <a:lnTo>
                    <a:pt x="586803" y="1229614"/>
                  </a:lnTo>
                  <a:lnTo>
                    <a:pt x="5868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768967" y="2237098"/>
              <a:ext cx="1089025" cy="2037080"/>
            </a:xfrm>
            <a:custGeom>
              <a:avLst/>
              <a:gdLst/>
              <a:ahLst/>
              <a:cxnLst/>
              <a:rect l="l" t="t" r="r" b="b"/>
              <a:pathLst>
                <a:path w="1089025" h="2037079">
                  <a:moveTo>
                    <a:pt x="916901" y="175818"/>
                  </a:moveTo>
                  <a:lnTo>
                    <a:pt x="913117" y="172046"/>
                  </a:lnTo>
                  <a:lnTo>
                    <a:pt x="900036" y="172046"/>
                  </a:lnTo>
                  <a:lnTo>
                    <a:pt x="900036" y="188887"/>
                  </a:lnTo>
                  <a:lnTo>
                    <a:pt x="900036" y="576300"/>
                  </a:lnTo>
                  <a:lnTo>
                    <a:pt x="900036" y="624459"/>
                  </a:lnTo>
                  <a:lnTo>
                    <a:pt x="900036" y="1220711"/>
                  </a:lnTo>
                  <a:lnTo>
                    <a:pt x="900036" y="1246314"/>
                  </a:lnTo>
                  <a:lnTo>
                    <a:pt x="900036" y="1847773"/>
                  </a:lnTo>
                  <a:lnTo>
                    <a:pt x="404952" y="1847773"/>
                  </a:lnTo>
                  <a:lnTo>
                    <a:pt x="441655" y="1781695"/>
                  </a:lnTo>
                  <a:lnTo>
                    <a:pt x="466039" y="1742363"/>
                  </a:lnTo>
                  <a:lnTo>
                    <a:pt x="492277" y="1702917"/>
                  </a:lnTo>
                  <a:lnTo>
                    <a:pt x="520369" y="1663395"/>
                  </a:lnTo>
                  <a:lnTo>
                    <a:pt x="550291" y="1623783"/>
                  </a:lnTo>
                  <a:lnTo>
                    <a:pt x="582028" y="1584121"/>
                  </a:lnTo>
                  <a:lnTo>
                    <a:pt x="615569" y="1544408"/>
                  </a:lnTo>
                  <a:lnTo>
                    <a:pt x="650925" y="1504670"/>
                  </a:lnTo>
                  <a:lnTo>
                    <a:pt x="688047" y="1464919"/>
                  </a:lnTo>
                  <a:lnTo>
                    <a:pt x="726960" y="1425168"/>
                  </a:lnTo>
                  <a:lnTo>
                    <a:pt x="805802" y="1347978"/>
                  </a:lnTo>
                  <a:lnTo>
                    <a:pt x="843165" y="1309370"/>
                  </a:lnTo>
                  <a:lnTo>
                    <a:pt x="879563" y="1269758"/>
                  </a:lnTo>
                  <a:lnTo>
                    <a:pt x="900036" y="1246314"/>
                  </a:lnTo>
                  <a:lnTo>
                    <a:pt x="900036" y="1220711"/>
                  </a:lnTo>
                  <a:lnTo>
                    <a:pt x="867016" y="1258519"/>
                  </a:lnTo>
                  <a:lnTo>
                    <a:pt x="830910" y="1297800"/>
                  </a:lnTo>
                  <a:lnTo>
                    <a:pt x="793851" y="1336090"/>
                  </a:lnTo>
                  <a:lnTo>
                    <a:pt x="714971" y="1413332"/>
                  </a:lnTo>
                  <a:lnTo>
                    <a:pt x="675741" y="1453426"/>
                  </a:lnTo>
                  <a:lnTo>
                    <a:pt x="638289" y="1493532"/>
                  </a:lnTo>
                  <a:lnTo>
                    <a:pt x="602627" y="1533626"/>
                  </a:lnTo>
                  <a:lnTo>
                    <a:pt x="568782" y="1573707"/>
                  </a:lnTo>
                  <a:lnTo>
                    <a:pt x="536752" y="1613750"/>
                  </a:lnTo>
                  <a:lnTo>
                    <a:pt x="506552" y="1653743"/>
                  </a:lnTo>
                  <a:lnTo>
                    <a:pt x="478193" y="1693672"/>
                  </a:lnTo>
                  <a:lnTo>
                    <a:pt x="451700" y="1733511"/>
                  </a:lnTo>
                  <a:lnTo>
                    <a:pt x="427075" y="1773262"/>
                  </a:lnTo>
                  <a:lnTo>
                    <a:pt x="404329" y="1812899"/>
                  </a:lnTo>
                  <a:lnTo>
                    <a:pt x="385902" y="1847773"/>
                  </a:lnTo>
                  <a:lnTo>
                    <a:pt x="188887" y="1847773"/>
                  </a:lnTo>
                  <a:lnTo>
                    <a:pt x="188887" y="1524076"/>
                  </a:lnTo>
                  <a:lnTo>
                    <a:pt x="220167" y="1478254"/>
                  </a:lnTo>
                  <a:lnTo>
                    <a:pt x="254736" y="1433664"/>
                  </a:lnTo>
                  <a:lnTo>
                    <a:pt x="291134" y="1392415"/>
                  </a:lnTo>
                  <a:lnTo>
                    <a:pt x="329234" y="1354632"/>
                  </a:lnTo>
                  <a:lnTo>
                    <a:pt x="387985" y="1300086"/>
                  </a:lnTo>
                  <a:lnTo>
                    <a:pt x="419023" y="1270850"/>
                  </a:lnTo>
                  <a:lnTo>
                    <a:pt x="450913" y="1240294"/>
                  </a:lnTo>
                  <a:lnTo>
                    <a:pt x="483450" y="1208455"/>
                  </a:lnTo>
                  <a:lnTo>
                    <a:pt x="516445" y="1175321"/>
                  </a:lnTo>
                  <a:lnTo>
                    <a:pt x="549694" y="1140904"/>
                  </a:lnTo>
                  <a:lnTo>
                    <a:pt x="583006" y="1105230"/>
                  </a:lnTo>
                  <a:lnTo>
                    <a:pt x="616191" y="1068273"/>
                  </a:lnTo>
                  <a:lnTo>
                    <a:pt x="649046" y="1030071"/>
                  </a:lnTo>
                  <a:lnTo>
                    <a:pt x="681380" y="990612"/>
                  </a:lnTo>
                  <a:lnTo>
                    <a:pt x="712990" y="949909"/>
                  </a:lnTo>
                  <a:lnTo>
                    <a:pt x="743673" y="907973"/>
                  </a:lnTo>
                  <a:lnTo>
                    <a:pt x="773264" y="864819"/>
                  </a:lnTo>
                  <a:lnTo>
                    <a:pt x="801535" y="820432"/>
                  </a:lnTo>
                  <a:lnTo>
                    <a:pt x="828306" y="774839"/>
                  </a:lnTo>
                  <a:lnTo>
                    <a:pt x="853376" y="728052"/>
                  </a:lnTo>
                  <a:lnTo>
                    <a:pt x="876554" y="680059"/>
                  </a:lnTo>
                  <a:lnTo>
                    <a:pt x="897636" y="630885"/>
                  </a:lnTo>
                  <a:lnTo>
                    <a:pt x="900036" y="624459"/>
                  </a:lnTo>
                  <a:lnTo>
                    <a:pt x="900036" y="576300"/>
                  </a:lnTo>
                  <a:lnTo>
                    <a:pt x="881926" y="624801"/>
                  </a:lnTo>
                  <a:lnTo>
                    <a:pt x="861060" y="673430"/>
                  </a:lnTo>
                  <a:lnTo>
                    <a:pt x="838098" y="720902"/>
                  </a:lnTo>
                  <a:lnTo>
                    <a:pt x="813257" y="767207"/>
                  </a:lnTo>
                  <a:lnTo>
                    <a:pt x="786726" y="812342"/>
                  </a:lnTo>
                  <a:lnTo>
                    <a:pt x="758685" y="856284"/>
                  </a:lnTo>
                  <a:lnTo>
                    <a:pt x="729335" y="899045"/>
                  </a:lnTo>
                  <a:lnTo>
                    <a:pt x="698881" y="940600"/>
                  </a:lnTo>
                  <a:lnTo>
                    <a:pt x="667512" y="980935"/>
                  </a:lnTo>
                  <a:lnTo>
                    <a:pt x="635419" y="1020064"/>
                  </a:lnTo>
                  <a:lnTo>
                    <a:pt x="602805" y="1057960"/>
                  </a:lnTo>
                  <a:lnTo>
                    <a:pt x="569861" y="1094613"/>
                  </a:lnTo>
                  <a:lnTo>
                    <a:pt x="536778" y="1130033"/>
                  </a:lnTo>
                  <a:lnTo>
                    <a:pt x="503758" y="1164183"/>
                  </a:lnTo>
                  <a:lnTo>
                    <a:pt x="470979" y="1197076"/>
                  </a:lnTo>
                  <a:lnTo>
                    <a:pt x="438670" y="1228699"/>
                  </a:lnTo>
                  <a:lnTo>
                    <a:pt x="406996" y="1259039"/>
                  </a:lnTo>
                  <a:lnTo>
                    <a:pt x="376161" y="1288084"/>
                  </a:lnTo>
                  <a:lnTo>
                    <a:pt x="317804" y="1342263"/>
                  </a:lnTo>
                  <a:lnTo>
                    <a:pt x="278930" y="1380794"/>
                  </a:lnTo>
                  <a:lnTo>
                    <a:pt x="241808" y="1422844"/>
                  </a:lnTo>
                  <a:lnTo>
                    <a:pt x="206590" y="1468272"/>
                  </a:lnTo>
                  <a:lnTo>
                    <a:pt x="188887" y="1494205"/>
                  </a:lnTo>
                  <a:lnTo>
                    <a:pt x="188887" y="659523"/>
                  </a:lnTo>
                  <a:lnTo>
                    <a:pt x="248742" y="613067"/>
                  </a:lnTo>
                  <a:lnTo>
                    <a:pt x="281978" y="584212"/>
                  </a:lnTo>
                  <a:lnTo>
                    <a:pt x="315683" y="552386"/>
                  </a:lnTo>
                  <a:lnTo>
                    <a:pt x="349478" y="517525"/>
                  </a:lnTo>
                  <a:lnTo>
                    <a:pt x="382943" y="479564"/>
                  </a:lnTo>
                  <a:lnTo>
                    <a:pt x="415658" y="438454"/>
                  </a:lnTo>
                  <a:lnTo>
                    <a:pt x="447230" y="394119"/>
                  </a:lnTo>
                  <a:lnTo>
                    <a:pt x="477240" y="346506"/>
                  </a:lnTo>
                  <a:lnTo>
                    <a:pt x="505282" y="295541"/>
                  </a:lnTo>
                  <a:lnTo>
                    <a:pt x="530948" y="241160"/>
                  </a:lnTo>
                  <a:lnTo>
                    <a:pt x="551611" y="188887"/>
                  </a:lnTo>
                  <a:lnTo>
                    <a:pt x="900036" y="188887"/>
                  </a:lnTo>
                  <a:lnTo>
                    <a:pt x="900036" y="172046"/>
                  </a:lnTo>
                  <a:lnTo>
                    <a:pt x="533488" y="172046"/>
                  </a:lnTo>
                  <a:lnTo>
                    <a:pt x="533488" y="188887"/>
                  </a:lnTo>
                  <a:lnTo>
                    <a:pt x="515467" y="234492"/>
                  </a:lnTo>
                  <a:lnTo>
                    <a:pt x="490232" y="287947"/>
                  </a:lnTo>
                  <a:lnTo>
                    <a:pt x="462661" y="338048"/>
                  </a:lnTo>
                  <a:lnTo>
                    <a:pt x="433146" y="384860"/>
                  </a:lnTo>
                  <a:lnTo>
                    <a:pt x="402094" y="428447"/>
                  </a:lnTo>
                  <a:lnTo>
                    <a:pt x="369912" y="468871"/>
                  </a:lnTo>
                  <a:lnTo>
                    <a:pt x="336994" y="506196"/>
                  </a:lnTo>
                  <a:lnTo>
                    <a:pt x="303745" y="540486"/>
                  </a:lnTo>
                  <a:lnTo>
                    <a:pt x="270586" y="571792"/>
                  </a:lnTo>
                  <a:lnTo>
                    <a:pt x="237883" y="600176"/>
                  </a:lnTo>
                  <a:lnTo>
                    <a:pt x="206082" y="625703"/>
                  </a:lnTo>
                  <a:lnTo>
                    <a:pt x="188887" y="638517"/>
                  </a:lnTo>
                  <a:lnTo>
                    <a:pt x="188887" y="188887"/>
                  </a:lnTo>
                  <a:lnTo>
                    <a:pt x="533488" y="188887"/>
                  </a:lnTo>
                  <a:lnTo>
                    <a:pt x="533488" y="172046"/>
                  </a:lnTo>
                  <a:lnTo>
                    <a:pt x="175818" y="172046"/>
                  </a:lnTo>
                  <a:lnTo>
                    <a:pt x="172046" y="175818"/>
                  </a:lnTo>
                  <a:lnTo>
                    <a:pt x="172046" y="1860842"/>
                  </a:lnTo>
                  <a:lnTo>
                    <a:pt x="175818" y="1864626"/>
                  </a:lnTo>
                  <a:lnTo>
                    <a:pt x="913117" y="1864626"/>
                  </a:lnTo>
                  <a:lnTo>
                    <a:pt x="916901" y="1860842"/>
                  </a:lnTo>
                  <a:lnTo>
                    <a:pt x="916901" y="1847773"/>
                  </a:lnTo>
                  <a:lnTo>
                    <a:pt x="916901" y="188887"/>
                  </a:lnTo>
                  <a:lnTo>
                    <a:pt x="916901" y="175818"/>
                  </a:lnTo>
                  <a:close/>
                </a:path>
                <a:path w="1089025" h="2037079">
                  <a:moveTo>
                    <a:pt x="1088936" y="3771"/>
                  </a:moveTo>
                  <a:lnTo>
                    <a:pt x="1085164" y="0"/>
                  </a:lnTo>
                  <a:lnTo>
                    <a:pt x="1072083" y="0"/>
                  </a:lnTo>
                  <a:lnTo>
                    <a:pt x="1072083" y="16852"/>
                  </a:lnTo>
                  <a:lnTo>
                    <a:pt x="1072083" y="2019820"/>
                  </a:lnTo>
                  <a:lnTo>
                    <a:pt x="16840" y="2019820"/>
                  </a:lnTo>
                  <a:lnTo>
                    <a:pt x="16840" y="16852"/>
                  </a:lnTo>
                  <a:lnTo>
                    <a:pt x="1072083" y="16852"/>
                  </a:lnTo>
                  <a:lnTo>
                    <a:pt x="1072083" y="0"/>
                  </a:lnTo>
                  <a:lnTo>
                    <a:pt x="3771" y="0"/>
                  </a:lnTo>
                  <a:lnTo>
                    <a:pt x="0" y="3771"/>
                  </a:lnTo>
                  <a:lnTo>
                    <a:pt x="0" y="2032889"/>
                  </a:lnTo>
                  <a:lnTo>
                    <a:pt x="3771" y="2036660"/>
                  </a:lnTo>
                  <a:lnTo>
                    <a:pt x="1085164" y="2036660"/>
                  </a:lnTo>
                  <a:lnTo>
                    <a:pt x="1088936" y="2032889"/>
                  </a:lnTo>
                  <a:lnTo>
                    <a:pt x="1088936" y="2019820"/>
                  </a:lnTo>
                  <a:lnTo>
                    <a:pt x="1088936" y="16852"/>
                  </a:lnTo>
                  <a:lnTo>
                    <a:pt x="1088936" y="3771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12636530" y="4502587"/>
            <a:ext cx="19685" cy="885825"/>
          </a:xfrm>
          <a:custGeom>
            <a:avLst/>
            <a:gdLst/>
            <a:ahLst/>
            <a:cxnLst/>
            <a:rect l="l" t="t" r="r" b="b"/>
            <a:pathLst>
              <a:path w="19684" h="885825">
                <a:moveTo>
                  <a:pt x="0" y="885770"/>
                </a:moveTo>
                <a:lnTo>
                  <a:pt x="19402" y="885770"/>
                </a:lnTo>
                <a:lnTo>
                  <a:pt x="19402" y="0"/>
                </a:lnTo>
                <a:lnTo>
                  <a:pt x="0" y="0"/>
                </a:lnTo>
                <a:lnTo>
                  <a:pt x="0" y="88577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2615113" y="5388362"/>
            <a:ext cx="62230" cy="212090"/>
          </a:xfrm>
          <a:custGeom>
            <a:avLst/>
            <a:gdLst/>
            <a:ahLst/>
            <a:cxnLst/>
            <a:rect l="l" t="t" r="r" b="b"/>
            <a:pathLst>
              <a:path w="62229" h="212089">
                <a:moveTo>
                  <a:pt x="62217" y="0"/>
                </a:moveTo>
                <a:lnTo>
                  <a:pt x="0" y="0"/>
                </a:lnTo>
                <a:lnTo>
                  <a:pt x="0" y="204470"/>
                </a:lnTo>
                <a:lnTo>
                  <a:pt x="4127" y="204470"/>
                </a:lnTo>
                <a:lnTo>
                  <a:pt x="4127" y="212090"/>
                </a:lnTo>
                <a:lnTo>
                  <a:pt x="58102" y="212090"/>
                </a:lnTo>
                <a:lnTo>
                  <a:pt x="58102" y="204470"/>
                </a:lnTo>
                <a:lnTo>
                  <a:pt x="62217" y="204470"/>
                </a:lnTo>
                <a:lnTo>
                  <a:pt x="62217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11766858" y="3716705"/>
            <a:ext cx="1092200" cy="4279265"/>
            <a:chOff x="11766858" y="3716705"/>
            <a:chExt cx="1092200" cy="4279265"/>
          </a:xfrm>
        </p:grpSpPr>
        <p:sp>
          <p:nvSpPr>
            <p:cNvPr id="23" name="object 23" descr=""/>
            <p:cNvSpPr/>
            <p:nvPr/>
          </p:nvSpPr>
          <p:spPr>
            <a:xfrm>
              <a:off x="11766858" y="3716705"/>
              <a:ext cx="1092200" cy="981075"/>
            </a:xfrm>
            <a:custGeom>
              <a:avLst/>
              <a:gdLst/>
              <a:ahLst/>
              <a:cxnLst/>
              <a:rect l="l" t="t" r="r" b="b"/>
              <a:pathLst>
                <a:path w="1092200" h="981075">
                  <a:moveTo>
                    <a:pt x="929720" y="0"/>
                  </a:moveTo>
                  <a:lnTo>
                    <a:pt x="162057" y="0"/>
                  </a:lnTo>
                  <a:lnTo>
                    <a:pt x="0" y="980891"/>
                  </a:lnTo>
                  <a:lnTo>
                    <a:pt x="1091778" y="980891"/>
                  </a:lnTo>
                  <a:lnTo>
                    <a:pt x="92972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284149" y="4697595"/>
              <a:ext cx="57785" cy="3020060"/>
            </a:xfrm>
            <a:custGeom>
              <a:avLst/>
              <a:gdLst/>
              <a:ahLst/>
              <a:cxnLst/>
              <a:rect l="l" t="t" r="r" b="b"/>
              <a:pathLst>
                <a:path w="57784" h="3020059">
                  <a:moveTo>
                    <a:pt x="57191" y="0"/>
                  </a:moveTo>
                  <a:lnTo>
                    <a:pt x="0" y="0"/>
                  </a:lnTo>
                  <a:lnTo>
                    <a:pt x="0" y="3019457"/>
                  </a:lnTo>
                  <a:lnTo>
                    <a:pt x="57191" y="3019457"/>
                  </a:lnTo>
                  <a:lnTo>
                    <a:pt x="57191" y="0"/>
                  </a:lnTo>
                  <a:close/>
                </a:path>
              </a:pathLst>
            </a:custGeom>
            <a:solidFill>
              <a:srgbClr val="C5D6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2217565" y="7717054"/>
              <a:ext cx="190500" cy="278765"/>
            </a:xfrm>
            <a:custGeom>
              <a:avLst/>
              <a:gdLst/>
              <a:ahLst/>
              <a:cxnLst/>
              <a:rect l="l" t="t" r="r" b="b"/>
              <a:pathLst>
                <a:path w="190500" h="278765">
                  <a:moveTo>
                    <a:pt x="168738" y="0"/>
                  </a:moveTo>
                  <a:lnTo>
                    <a:pt x="21622" y="0"/>
                  </a:lnTo>
                  <a:lnTo>
                    <a:pt x="13225" y="1705"/>
                  </a:lnTo>
                  <a:lnTo>
                    <a:pt x="6350" y="6350"/>
                  </a:lnTo>
                  <a:lnTo>
                    <a:pt x="1705" y="13225"/>
                  </a:lnTo>
                  <a:lnTo>
                    <a:pt x="0" y="21622"/>
                  </a:lnTo>
                  <a:lnTo>
                    <a:pt x="0" y="278295"/>
                  </a:lnTo>
                  <a:lnTo>
                    <a:pt x="190360" y="278295"/>
                  </a:lnTo>
                  <a:lnTo>
                    <a:pt x="190360" y="21622"/>
                  </a:lnTo>
                  <a:lnTo>
                    <a:pt x="188654" y="13225"/>
                  </a:lnTo>
                  <a:lnTo>
                    <a:pt x="184010" y="6350"/>
                  </a:lnTo>
                  <a:lnTo>
                    <a:pt x="177134" y="1705"/>
                  </a:lnTo>
                  <a:lnTo>
                    <a:pt x="16873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13571494" y="3052426"/>
            <a:ext cx="2385695" cy="2385695"/>
            <a:chOff x="13571494" y="3052426"/>
            <a:chExt cx="2385695" cy="2385695"/>
          </a:xfrm>
        </p:grpSpPr>
        <p:sp>
          <p:nvSpPr>
            <p:cNvPr id="27" name="object 27" descr=""/>
            <p:cNvSpPr/>
            <p:nvPr/>
          </p:nvSpPr>
          <p:spPr>
            <a:xfrm>
              <a:off x="13571494" y="3052426"/>
              <a:ext cx="2385695" cy="2385695"/>
            </a:xfrm>
            <a:custGeom>
              <a:avLst/>
              <a:gdLst/>
              <a:ahLst/>
              <a:cxnLst/>
              <a:rect l="l" t="t" r="r" b="b"/>
              <a:pathLst>
                <a:path w="2385694" h="2385695">
                  <a:moveTo>
                    <a:pt x="1192780" y="0"/>
                  </a:moveTo>
                  <a:lnTo>
                    <a:pt x="1144932" y="950"/>
                  </a:lnTo>
                  <a:lnTo>
                    <a:pt x="1097552" y="3776"/>
                  </a:lnTo>
                  <a:lnTo>
                    <a:pt x="1050677" y="8443"/>
                  </a:lnTo>
                  <a:lnTo>
                    <a:pt x="1004342" y="14915"/>
                  </a:lnTo>
                  <a:lnTo>
                    <a:pt x="958584" y="23154"/>
                  </a:lnTo>
                  <a:lnTo>
                    <a:pt x="913440" y="33125"/>
                  </a:lnTo>
                  <a:lnTo>
                    <a:pt x="868944" y="44793"/>
                  </a:lnTo>
                  <a:lnTo>
                    <a:pt x="825133" y="58120"/>
                  </a:lnTo>
                  <a:lnTo>
                    <a:pt x="782044" y="73071"/>
                  </a:lnTo>
                  <a:lnTo>
                    <a:pt x="739712" y="89609"/>
                  </a:lnTo>
                  <a:lnTo>
                    <a:pt x="698173" y="107699"/>
                  </a:lnTo>
                  <a:lnTo>
                    <a:pt x="657464" y="127304"/>
                  </a:lnTo>
                  <a:lnTo>
                    <a:pt x="617620" y="148389"/>
                  </a:lnTo>
                  <a:lnTo>
                    <a:pt x="578678" y="170917"/>
                  </a:lnTo>
                  <a:lnTo>
                    <a:pt x="540674" y="194852"/>
                  </a:lnTo>
                  <a:lnTo>
                    <a:pt x="503644" y="220158"/>
                  </a:lnTo>
                  <a:lnTo>
                    <a:pt x="467624" y="246799"/>
                  </a:lnTo>
                  <a:lnTo>
                    <a:pt x="432650" y="274739"/>
                  </a:lnTo>
                  <a:lnTo>
                    <a:pt x="398758" y="303941"/>
                  </a:lnTo>
                  <a:lnTo>
                    <a:pt x="365984" y="334370"/>
                  </a:lnTo>
                  <a:lnTo>
                    <a:pt x="334365" y="365990"/>
                  </a:lnTo>
                  <a:lnTo>
                    <a:pt x="303936" y="398764"/>
                  </a:lnTo>
                  <a:lnTo>
                    <a:pt x="274734" y="432656"/>
                  </a:lnTo>
                  <a:lnTo>
                    <a:pt x="246795" y="467630"/>
                  </a:lnTo>
                  <a:lnTo>
                    <a:pt x="220154" y="503651"/>
                  </a:lnTo>
                  <a:lnTo>
                    <a:pt x="194849" y="540681"/>
                  </a:lnTo>
                  <a:lnTo>
                    <a:pt x="170914" y="578686"/>
                  </a:lnTo>
                  <a:lnTo>
                    <a:pt x="148387" y="617628"/>
                  </a:lnTo>
                  <a:lnTo>
                    <a:pt x="127302" y="657472"/>
                  </a:lnTo>
                  <a:lnTo>
                    <a:pt x="107697" y="698182"/>
                  </a:lnTo>
                  <a:lnTo>
                    <a:pt x="89607" y="739721"/>
                  </a:lnTo>
                  <a:lnTo>
                    <a:pt x="73069" y="782053"/>
                  </a:lnTo>
                  <a:lnTo>
                    <a:pt x="58119" y="825143"/>
                  </a:lnTo>
                  <a:lnTo>
                    <a:pt x="44792" y="868954"/>
                  </a:lnTo>
                  <a:lnTo>
                    <a:pt x="33125" y="913449"/>
                  </a:lnTo>
                  <a:lnTo>
                    <a:pt x="23154" y="958594"/>
                  </a:lnTo>
                  <a:lnTo>
                    <a:pt x="14914" y="1004352"/>
                  </a:lnTo>
                  <a:lnTo>
                    <a:pt x="8443" y="1050687"/>
                  </a:lnTo>
                  <a:lnTo>
                    <a:pt x="3776" y="1097562"/>
                  </a:lnTo>
                  <a:lnTo>
                    <a:pt x="950" y="1144942"/>
                  </a:lnTo>
                  <a:lnTo>
                    <a:pt x="0" y="1192790"/>
                  </a:lnTo>
                  <a:lnTo>
                    <a:pt x="950" y="1240639"/>
                  </a:lnTo>
                  <a:lnTo>
                    <a:pt x="3776" y="1288019"/>
                  </a:lnTo>
                  <a:lnTo>
                    <a:pt x="8443" y="1334894"/>
                  </a:lnTo>
                  <a:lnTo>
                    <a:pt x="14914" y="1381228"/>
                  </a:lnTo>
                  <a:lnTo>
                    <a:pt x="23154" y="1426986"/>
                  </a:lnTo>
                  <a:lnTo>
                    <a:pt x="33125" y="1472131"/>
                  </a:lnTo>
                  <a:lnTo>
                    <a:pt x="44792" y="1516626"/>
                  </a:lnTo>
                  <a:lnTo>
                    <a:pt x="58119" y="1560437"/>
                  </a:lnTo>
                  <a:lnTo>
                    <a:pt x="73069" y="1603527"/>
                  </a:lnTo>
                  <a:lnTo>
                    <a:pt x="89607" y="1645859"/>
                  </a:lnTo>
                  <a:lnTo>
                    <a:pt x="107697" y="1687397"/>
                  </a:lnTo>
                  <a:lnTo>
                    <a:pt x="127302" y="1728107"/>
                  </a:lnTo>
                  <a:lnTo>
                    <a:pt x="148387" y="1767950"/>
                  </a:lnTo>
                  <a:lnTo>
                    <a:pt x="170914" y="1806892"/>
                  </a:lnTo>
                  <a:lnTo>
                    <a:pt x="194849" y="1844896"/>
                  </a:lnTo>
                  <a:lnTo>
                    <a:pt x="220154" y="1881926"/>
                  </a:lnTo>
                  <a:lnTo>
                    <a:pt x="246795" y="1917947"/>
                  </a:lnTo>
                  <a:lnTo>
                    <a:pt x="274734" y="1952921"/>
                  </a:lnTo>
                  <a:lnTo>
                    <a:pt x="303936" y="1986813"/>
                  </a:lnTo>
                  <a:lnTo>
                    <a:pt x="334365" y="2019586"/>
                  </a:lnTo>
                  <a:lnTo>
                    <a:pt x="365984" y="2051205"/>
                  </a:lnTo>
                  <a:lnTo>
                    <a:pt x="398758" y="2081634"/>
                  </a:lnTo>
                  <a:lnTo>
                    <a:pt x="432650" y="2110836"/>
                  </a:lnTo>
                  <a:lnTo>
                    <a:pt x="467624" y="2138775"/>
                  </a:lnTo>
                  <a:lnTo>
                    <a:pt x="503644" y="2165416"/>
                  </a:lnTo>
                  <a:lnTo>
                    <a:pt x="540674" y="2190722"/>
                  </a:lnTo>
                  <a:lnTo>
                    <a:pt x="578678" y="2214656"/>
                  </a:lnTo>
                  <a:lnTo>
                    <a:pt x="617620" y="2237184"/>
                  </a:lnTo>
                  <a:lnTo>
                    <a:pt x="657464" y="2258268"/>
                  </a:lnTo>
                  <a:lnTo>
                    <a:pt x="698173" y="2277873"/>
                  </a:lnTo>
                  <a:lnTo>
                    <a:pt x="739712" y="2295963"/>
                  </a:lnTo>
                  <a:lnTo>
                    <a:pt x="782044" y="2312501"/>
                  </a:lnTo>
                  <a:lnTo>
                    <a:pt x="825133" y="2327452"/>
                  </a:lnTo>
                  <a:lnTo>
                    <a:pt x="868944" y="2340779"/>
                  </a:lnTo>
                  <a:lnTo>
                    <a:pt x="913440" y="2352446"/>
                  </a:lnTo>
                  <a:lnTo>
                    <a:pt x="958584" y="2362417"/>
                  </a:lnTo>
                  <a:lnTo>
                    <a:pt x="1004342" y="2370656"/>
                  </a:lnTo>
                  <a:lnTo>
                    <a:pt x="1050677" y="2377127"/>
                  </a:lnTo>
                  <a:lnTo>
                    <a:pt x="1097552" y="2381794"/>
                  </a:lnTo>
                  <a:lnTo>
                    <a:pt x="1144932" y="2384621"/>
                  </a:lnTo>
                  <a:lnTo>
                    <a:pt x="1192780" y="2385571"/>
                  </a:lnTo>
                  <a:lnTo>
                    <a:pt x="1240628" y="2384621"/>
                  </a:lnTo>
                  <a:lnTo>
                    <a:pt x="1288008" y="2381794"/>
                  </a:lnTo>
                  <a:lnTo>
                    <a:pt x="1334883" y="2377127"/>
                  </a:lnTo>
                  <a:lnTo>
                    <a:pt x="1381218" y="2370656"/>
                  </a:lnTo>
                  <a:lnTo>
                    <a:pt x="1426975" y="2362417"/>
                  </a:lnTo>
                  <a:lnTo>
                    <a:pt x="1472120" y="2352446"/>
                  </a:lnTo>
                  <a:lnTo>
                    <a:pt x="1516616" y="2340779"/>
                  </a:lnTo>
                  <a:lnTo>
                    <a:pt x="1560427" y="2327452"/>
                  </a:lnTo>
                  <a:lnTo>
                    <a:pt x="1603516" y="2312501"/>
                  </a:lnTo>
                  <a:lnTo>
                    <a:pt x="1645848" y="2295963"/>
                  </a:lnTo>
                  <a:lnTo>
                    <a:pt x="1687387" y="2277873"/>
                  </a:lnTo>
                  <a:lnTo>
                    <a:pt x="1728096" y="2258268"/>
                  </a:lnTo>
                  <a:lnTo>
                    <a:pt x="1767940" y="2237184"/>
                  </a:lnTo>
                  <a:lnTo>
                    <a:pt x="1806882" y="2214656"/>
                  </a:lnTo>
                  <a:lnTo>
                    <a:pt x="1844886" y="2190722"/>
                  </a:lnTo>
                  <a:lnTo>
                    <a:pt x="1881916" y="2165416"/>
                  </a:lnTo>
                  <a:lnTo>
                    <a:pt x="1917936" y="2138775"/>
                  </a:lnTo>
                  <a:lnTo>
                    <a:pt x="1952910" y="2110836"/>
                  </a:lnTo>
                  <a:lnTo>
                    <a:pt x="1986802" y="2081634"/>
                  </a:lnTo>
                  <a:lnTo>
                    <a:pt x="2019576" y="2051205"/>
                  </a:lnTo>
                  <a:lnTo>
                    <a:pt x="2051195" y="2019586"/>
                  </a:lnTo>
                  <a:lnTo>
                    <a:pt x="2081623" y="1986813"/>
                  </a:lnTo>
                  <a:lnTo>
                    <a:pt x="2110826" y="1952921"/>
                  </a:lnTo>
                  <a:lnTo>
                    <a:pt x="2138765" y="1917947"/>
                  </a:lnTo>
                  <a:lnTo>
                    <a:pt x="2165405" y="1881926"/>
                  </a:lnTo>
                  <a:lnTo>
                    <a:pt x="2190711" y="1844896"/>
                  </a:lnTo>
                  <a:lnTo>
                    <a:pt x="2214646" y="1806892"/>
                  </a:lnTo>
                  <a:lnTo>
                    <a:pt x="2237173" y="1767950"/>
                  </a:lnTo>
                  <a:lnTo>
                    <a:pt x="2258258" y="1728107"/>
                  </a:lnTo>
                  <a:lnTo>
                    <a:pt x="2277863" y="1687397"/>
                  </a:lnTo>
                  <a:lnTo>
                    <a:pt x="2295952" y="1645859"/>
                  </a:lnTo>
                  <a:lnTo>
                    <a:pt x="2312491" y="1603527"/>
                  </a:lnTo>
                  <a:lnTo>
                    <a:pt x="2327441" y="1560437"/>
                  </a:lnTo>
                  <a:lnTo>
                    <a:pt x="2340768" y="1516626"/>
                  </a:lnTo>
                  <a:lnTo>
                    <a:pt x="2352435" y="1472131"/>
                  </a:lnTo>
                  <a:lnTo>
                    <a:pt x="2362406" y="1426986"/>
                  </a:lnTo>
                  <a:lnTo>
                    <a:pt x="2370646" y="1381228"/>
                  </a:lnTo>
                  <a:lnTo>
                    <a:pt x="2377117" y="1334894"/>
                  </a:lnTo>
                  <a:lnTo>
                    <a:pt x="2381784" y="1288019"/>
                  </a:lnTo>
                  <a:lnTo>
                    <a:pt x="2384610" y="1240639"/>
                  </a:lnTo>
                  <a:lnTo>
                    <a:pt x="2385560" y="1192790"/>
                  </a:lnTo>
                  <a:lnTo>
                    <a:pt x="2384610" y="1144942"/>
                  </a:lnTo>
                  <a:lnTo>
                    <a:pt x="2381784" y="1097562"/>
                  </a:lnTo>
                  <a:lnTo>
                    <a:pt x="2377117" y="1050687"/>
                  </a:lnTo>
                  <a:lnTo>
                    <a:pt x="2370646" y="1004352"/>
                  </a:lnTo>
                  <a:lnTo>
                    <a:pt x="2362406" y="958594"/>
                  </a:lnTo>
                  <a:lnTo>
                    <a:pt x="2352435" y="913449"/>
                  </a:lnTo>
                  <a:lnTo>
                    <a:pt x="2340768" y="868954"/>
                  </a:lnTo>
                  <a:lnTo>
                    <a:pt x="2327441" y="825143"/>
                  </a:lnTo>
                  <a:lnTo>
                    <a:pt x="2312491" y="782053"/>
                  </a:lnTo>
                  <a:lnTo>
                    <a:pt x="2295952" y="739721"/>
                  </a:lnTo>
                  <a:lnTo>
                    <a:pt x="2277863" y="698182"/>
                  </a:lnTo>
                  <a:lnTo>
                    <a:pt x="2258258" y="657472"/>
                  </a:lnTo>
                  <a:lnTo>
                    <a:pt x="2237173" y="617628"/>
                  </a:lnTo>
                  <a:lnTo>
                    <a:pt x="2214646" y="578686"/>
                  </a:lnTo>
                  <a:lnTo>
                    <a:pt x="2190711" y="540681"/>
                  </a:lnTo>
                  <a:lnTo>
                    <a:pt x="2165405" y="503651"/>
                  </a:lnTo>
                  <a:lnTo>
                    <a:pt x="2138765" y="467630"/>
                  </a:lnTo>
                  <a:lnTo>
                    <a:pt x="2110826" y="432656"/>
                  </a:lnTo>
                  <a:lnTo>
                    <a:pt x="2081623" y="398764"/>
                  </a:lnTo>
                  <a:lnTo>
                    <a:pt x="2051195" y="365990"/>
                  </a:lnTo>
                  <a:lnTo>
                    <a:pt x="2019576" y="334370"/>
                  </a:lnTo>
                  <a:lnTo>
                    <a:pt x="1986802" y="303941"/>
                  </a:lnTo>
                  <a:lnTo>
                    <a:pt x="1952910" y="274739"/>
                  </a:lnTo>
                  <a:lnTo>
                    <a:pt x="1917936" y="246799"/>
                  </a:lnTo>
                  <a:lnTo>
                    <a:pt x="1881916" y="220158"/>
                  </a:lnTo>
                  <a:lnTo>
                    <a:pt x="1844886" y="194852"/>
                  </a:lnTo>
                  <a:lnTo>
                    <a:pt x="1806882" y="170917"/>
                  </a:lnTo>
                  <a:lnTo>
                    <a:pt x="1767940" y="148389"/>
                  </a:lnTo>
                  <a:lnTo>
                    <a:pt x="1728096" y="127304"/>
                  </a:lnTo>
                  <a:lnTo>
                    <a:pt x="1687387" y="107699"/>
                  </a:lnTo>
                  <a:lnTo>
                    <a:pt x="1645848" y="89609"/>
                  </a:lnTo>
                  <a:lnTo>
                    <a:pt x="1603516" y="73071"/>
                  </a:lnTo>
                  <a:lnTo>
                    <a:pt x="1560427" y="58120"/>
                  </a:lnTo>
                  <a:lnTo>
                    <a:pt x="1516616" y="44793"/>
                  </a:lnTo>
                  <a:lnTo>
                    <a:pt x="1472120" y="33125"/>
                  </a:lnTo>
                  <a:lnTo>
                    <a:pt x="1426975" y="23154"/>
                  </a:lnTo>
                  <a:lnTo>
                    <a:pt x="1381218" y="14915"/>
                  </a:lnTo>
                  <a:lnTo>
                    <a:pt x="1334883" y="8443"/>
                  </a:lnTo>
                  <a:lnTo>
                    <a:pt x="1288008" y="3776"/>
                  </a:lnTo>
                  <a:lnTo>
                    <a:pt x="1240628" y="950"/>
                  </a:lnTo>
                  <a:lnTo>
                    <a:pt x="1192780" y="0"/>
                  </a:lnTo>
                  <a:close/>
                </a:path>
              </a:pathLst>
            </a:custGeom>
            <a:solidFill>
              <a:srgbClr val="ADDF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771498" y="3252439"/>
              <a:ext cx="1985645" cy="1985645"/>
            </a:xfrm>
            <a:custGeom>
              <a:avLst/>
              <a:gdLst/>
              <a:ahLst/>
              <a:cxnLst/>
              <a:rect l="l" t="t" r="r" b="b"/>
              <a:pathLst>
                <a:path w="1985644" h="1985645">
                  <a:moveTo>
                    <a:pt x="992776" y="0"/>
                  </a:moveTo>
                  <a:lnTo>
                    <a:pt x="944799" y="1148"/>
                  </a:lnTo>
                  <a:lnTo>
                    <a:pt x="897398" y="4559"/>
                  </a:lnTo>
                  <a:lnTo>
                    <a:pt x="850626" y="10179"/>
                  </a:lnTo>
                  <a:lnTo>
                    <a:pt x="804536" y="17956"/>
                  </a:lnTo>
                  <a:lnTo>
                    <a:pt x="759179" y="27836"/>
                  </a:lnTo>
                  <a:lnTo>
                    <a:pt x="714610" y="39768"/>
                  </a:lnTo>
                  <a:lnTo>
                    <a:pt x="670879" y="53699"/>
                  </a:lnTo>
                  <a:lnTo>
                    <a:pt x="628041" y="69575"/>
                  </a:lnTo>
                  <a:lnTo>
                    <a:pt x="586148" y="87345"/>
                  </a:lnTo>
                  <a:lnTo>
                    <a:pt x="545252" y="106956"/>
                  </a:lnTo>
                  <a:lnTo>
                    <a:pt x="505406" y="128354"/>
                  </a:lnTo>
                  <a:lnTo>
                    <a:pt x="466664" y="151487"/>
                  </a:lnTo>
                  <a:lnTo>
                    <a:pt x="429076" y="176303"/>
                  </a:lnTo>
                  <a:lnTo>
                    <a:pt x="392698" y="202749"/>
                  </a:lnTo>
                  <a:lnTo>
                    <a:pt x="357580" y="230771"/>
                  </a:lnTo>
                  <a:lnTo>
                    <a:pt x="323775" y="260319"/>
                  </a:lnTo>
                  <a:lnTo>
                    <a:pt x="291337" y="291337"/>
                  </a:lnTo>
                  <a:lnTo>
                    <a:pt x="260319" y="323775"/>
                  </a:lnTo>
                  <a:lnTo>
                    <a:pt x="230771" y="357580"/>
                  </a:lnTo>
                  <a:lnTo>
                    <a:pt x="202749" y="392698"/>
                  </a:lnTo>
                  <a:lnTo>
                    <a:pt x="176303" y="429076"/>
                  </a:lnTo>
                  <a:lnTo>
                    <a:pt x="151487" y="466664"/>
                  </a:lnTo>
                  <a:lnTo>
                    <a:pt x="128354" y="505406"/>
                  </a:lnTo>
                  <a:lnTo>
                    <a:pt x="106956" y="545252"/>
                  </a:lnTo>
                  <a:lnTo>
                    <a:pt x="87345" y="586148"/>
                  </a:lnTo>
                  <a:lnTo>
                    <a:pt x="69575" y="628041"/>
                  </a:lnTo>
                  <a:lnTo>
                    <a:pt x="53699" y="670879"/>
                  </a:lnTo>
                  <a:lnTo>
                    <a:pt x="39768" y="714610"/>
                  </a:lnTo>
                  <a:lnTo>
                    <a:pt x="27836" y="759179"/>
                  </a:lnTo>
                  <a:lnTo>
                    <a:pt x="17956" y="804536"/>
                  </a:lnTo>
                  <a:lnTo>
                    <a:pt x="10179" y="850626"/>
                  </a:lnTo>
                  <a:lnTo>
                    <a:pt x="4559" y="897398"/>
                  </a:lnTo>
                  <a:lnTo>
                    <a:pt x="1148" y="944799"/>
                  </a:lnTo>
                  <a:lnTo>
                    <a:pt x="0" y="992776"/>
                  </a:lnTo>
                  <a:lnTo>
                    <a:pt x="1148" y="1040752"/>
                  </a:lnTo>
                  <a:lnTo>
                    <a:pt x="4559" y="1088153"/>
                  </a:lnTo>
                  <a:lnTo>
                    <a:pt x="10179" y="1134925"/>
                  </a:lnTo>
                  <a:lnTo>
                    <a:pt x="17956" y="1181015"/>
                  </a:lnTo>
                  <a:lnTo>
                    <a:pt x="27836" y="1226372"/>
                  </a:lnTo>
                  <a:lnTo>
                    <a:pt x="39768" y="1270942"/>
                  </a:lnTo>
                  <a:lnTo>
                    <a:pt x="53699" y="1314672"/>
                  </a:lnTo>
                  <a:lnTo>
                    <a:pt x="69575" y="1357510"/>
                  </a:lnTo>
                  <a:lnTo>
                    <a:pt x="87345" y="1399403"/>
                  </a:lnTo>
                  <a:lnTo>
                    <a:pt x="106956" y="1440299"/>
                  </a:lnTo>
                  <a:lnTo>
                    <a:pt x="128354" y="1480145"/>
                  </a:lnTo>
                  <a:lnTo>
                    <a:pt x="151487" y="1518888"/>
                  </a:lnTo>
                  <a:lnTo>
                    <a:pt x="176303" y="1556475"/>
                  </a:lnTo>
                  <a:lnTo>
                    <a:pt x="202749" y="1592854"/>
                  </a:lnTo>
                  <a:lnTo>
                    <a:pt x="230771" y="1627971"/>
                  </a:lnTo>
                  <a:lnTo>
                    <a:pt x="260319" y="1661776"/>
                  </a:lnTo>
                  <a:lnTo>
                    <a:pt x="291337" y="1694214"/>
                  </a:lnTo>
                  <a:lnTo>
                    <a:pt x="323775" y="1725232"/>
                  </a:lnTo>
                  <a:lnTo>
                    <a:pt x="357580" y="1754780"/>
                  </a:lnTo>
                  <a:lnTo>
                    <a:pt x="392698" y="1782802"/>
                  </a:lnTo>
                  <a:lnTo>
                    <a:pt x="429076" y="1809248"/>
                  </a:lnTo>
                  <a:lnTo>
                    <a:pt x="466664" y="1834064"/>
                  </a:lnTo>
                  <a:lnTo>
                    <a:pt x="505406" y="1857197"/>
                  </a:lnTo>
                  <a:lnTo>
                    <a:pt x="545252" y="1878595"/>
                  </a:lnTo>
                  <a:lnTo>
                    <a:pt x="586148" y="1898206"/>
                  </a:lnTo>
                  <a:lnTo>
                    <a:pt x="628041" y="1915976"/>
                  </a:lnTo>
                  <a:lnTo>
                    <a:pt x="670879" y="1931852"/>
                  </a:lnTo>
                  <a:lnTo>
                    <a:pt x="714610" y="1945783"/>
                  </a:lnTo>
                  <a:lnTo>
                    <a:pt x="759179" y="1957715"/>
                  </a:lnTo>
                  <a:lnTo>
                    <a:pt x="804536" y="1967596"/>
                  </a:lnTo>
                  <a:lnTo>
                    <a:pt x="850626" y="1975372"/>
                  </a:lnTo>
                  <a:lnTo>
                    <a:pt x="897398" y="1980992"/>
                  </a:lnTo>
                  <a:lnTo>
                    <a:pt x="944799" y="1984403"/>
                  </a:lnTo>
                  <a:lnTo>
                    <a:pt x="992776" y="1985552"/>
                  </a:lnTo>
                  <a:lnTo>
                    <a:pt x="1040752" y="1984403"/>
                  </a:lnTo>
                  <a:lnTo>
                    <a:pt x="1088153" y="1980992"/>
                  </a:lnTo>
                  <a:lnTo>
                    <a:pt x="1134925" y="1975372"/>
                  </a:lnTo>
                  <a:lnTo>
                    <a:pt x="1181015" y="1967596"/>
                  </a:lnTo>
                  <a:lnTo>
                    <a:pt x="1226372" y="1957715"/>
                  </a:lnTo>
                  <a:lnTo>
                    <a:pt x="1270942" y="1945783"/>
                  </a:lnTo>
                  <a:lnTo>
                    <a:pt x="1314672" y="1931852"/>
                  </a:lnTo>
                  <a:lnTo>
                    <a:pt x="1357510" y="1915976"/>
                  </a:lnTo>
                  <a:lnTo>
                    <a:pt x="1399403" y="1898206"/>
                  </a:lnTo>
                  <a:lnTo>
                    <a:pt x="1440299" y="1878595"/>
                  </a:lnTo>
                  <a:lnTo>
                    <a:pt x="1480145" y="1857197"/>
                  </a:lnTo>
                  <a:lnTo>
                    <a:pt x="1518888" y="1834064"/>
                  </a:lnTo>
                  <a:lnTo>
                    <a:pt x="1556475" y="1809248"/>
                  </a:lnTo>
                  <a:lnTo>
                    <a:pt x="1592854" y="1782802"/>
                  </a:lnTo>
                  <a:lnTo>
                    <a:pt x="1627971" y="1754780"/>
                  </a:lnTo>
                  <a:lnTo>
                    <a:pt x="1661776" y="1725232"/>
                  </a:lnTo>
                  <a:lnTo>
                    <a:pt x="1694214" y="1694214"/>
                  </a:lnTo>
                  <a:lnTo>
                    <a:pt x="1725232" y="1661776"/>
                  </a:lnTo>
                  <a:lnTo>
                    <a:pt x="1754780" y="1627971"/>
                  </a:lnTo>
                  <a:lnTo>
                    <a:pt x="1782802" y="1592854"/>
                  </a:lnTo>
                  <a:lnTo>
                    <a:pt x="1809248" y="1556475"/>
                  </a:lnTo>
                  <a:lnTo>
                    <a:pt x="1834064" y="1518888"/>
                  </a:lnTo>
                  <a:lnTo>
                    <a:pt x="1857197" y="1480145"/>
                  </a:lnTo>
                  <a:lnTo>
                    <a:pt x="1878595" y="1440299"/>
                  </a:lnTo>
                  <a:lnTo>
                    <a:pt x="1898206" y="1399403"/>
                  </a:lnTo>
                  <a:lnTo>
                    <a:pt x="1915976" y="1357510"/>
                  </a:lnTo>
                  <a:lnTo>
                    <a:pt x="1931852" y="1314672"/>
                  </a:lnTo>
                  <a:lnTo>
                    <a:pt x="1945783" y="1270942"/>
                  </a:lnTo>
                  <a:lnTo>
                    <a:pt x="1957715" y="1226372"/>
                  </a:lnTo>
                  <a:lnTo>
                    <a:pt x="1967596" y="1181015"/>
                  </a:lnTo>
                  <a:lnTo>
                    <a:pt x="1975372" y="1134925"/>
                  </a:lnTo>
                  <a:lnTo>
                    <a:pt x="1980992" y="1088153"/>
                  </a:lnTo>
                  <a:lnTo>
                    <a:pt x="1984403" y="1040752"/>
                  </a:lnTo>
                  <a:lnTo>
                    <a:pt x="1985552" y="992776"/>
                  </a:lnTo>
                  <a:lnTo>
                    <a:pt x="1984403" y="944799"/>
                  </a:lnTo>
                  <a:lnTo>
                    <a:pt x="1980992" y="897398"/>
                  </a:lnTo>
                  <a:lnTo>
                    <a:pt x="1975372" y="850626"/>
                  </a:lnTo>
                  <a:lnTo>
                    <a:pt x="1967596" y="804536"/>
                  </a:lnTo>
                  <a:lnTo>
                    <a:pt x="1957715" y="759179"/>
                  </a:lnTo>
                  <a:lnTo>
                    <a:pt x="1945783" y="714610"/>
                  </a:lnTo>
                  <a:lnTo>
                    <a:pt x="1931852" y="670879"/>
                  </a:lnTo>
                  <a:lnTo>
                    <a:pt x="1915976" y="628041"/>
                  </a:lnTo>
                  <a:lnTo>
                    <a:pt x="1898206" y="586148"/>
                  </a:lnTo>
                  <a:lnTo>
                    <a:pt x="1878595" y="545252"/>
                  </a:lnTo>
                  <a:lnTo>
                    <a:pt x="1857197" y="505406"/>
                  </a:lnTo>
                  <a:lnTo>
                    <a:pt x="1834064" y="466664"/>
                  </a:lnTo>
                  <a:lnTo>
                    <a:pt x="1809248" y="429076"/>
                  </a:lnTo>
                  <a:lnTo>
                    <a:pt x="1782802" y="392698"/>
                  </a:lnTo>
                  <a:lnTo>
                    <a:pt x="1754780" y="357580"/>
                  </a:lnTo>
                  <a:lnTo>
                    <a:pt x="1725232" y="323775"/>
                  </a:lnTo>
                  <a:lnTo>
                    <a:pt x="1694214" y="291337"/>
                  </a:lnTo>
                  <a:lnTo>
                    <a:pt x="1661776" y="260319"/>
                  </a:lnTo>
                  <a:lnTo>
                    <a:pt x="1627971" y="230771"/>
                  </a:lnTo>
                  <a:lnTo>
                    <a:pt x="1592854" y="202749"/>
                  </a:lnTo>
                  <a:lnTo>
                    <a:pt x="1556475" y="176303"/>
                  </a:lnTo>
                  <a:lnTo>
                    <a:pt x="1518888" y="151487"/>
                  </a:lnTo>
                  <a:lnTo>
                    <a:pt x="1480145" y="128354"/>
                  </a:lnTo>
                  <a:lnTo>
                    <a:pt x="1440299" y="106956"/>
                  </a:lnTo>
                  <a:lnTo>
                    <a:pt x="1399403" y="87345"/>
                  </a:lnTo>
                  <a:lnTo>
                    <a:pt x="1357510" y="69575"/>
                  </a:lnTo>
                  <a:lnTo>
                    <a:pt x="1314672" y="53699"/>
                  </a:lnTo>
                  <a:lnTo>
                    <a:pt x="1270942" y="39768"/>
                  </a:lnTo>
                  <a:lnTo>
                    <a:pt x="1226372" y="27836"/>
                  </a:lnTo>
                  <a:lnTo>
                    <a:pt x="1181015" y="17956"/>
                  </a:lnTo>
                  <a:lnTo>
                    <a:pt x="1134925" y="10179"/>
                  </a:lnTo>
                  <a:lnTo>
                    <a:pt x="1088153" y="4559"/>
                  </a:lnTo>
                  <a:lnTo>
                    <a:pt x="1040752" y="1148"/>
                  </a:lnTo>
                  <a:lnTo>
                    <a:pt x="992776" y="0"/>
                  </a:lnTo>
                  <a:close/>
                </a:path>
              </a:pathLst>
            </a:custGeom>
            <a:solidFill>
              <a:srgbClr val="F7F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771677" y="3252844"/>
              <a:ext cx="1962150" cy="1917064"/>
            </a:xfrm>
            <a:custGeom>
              <a:avLst/>
              <a:gdLst/>
              <a:ahLst/>
              <a:cxnLst/>
              <a:rect l="l" t="t" r="r" b="b"/>
              <a:pathLst>
                <a:path w="1962150" h="1917064">
                  <a:moveTo>
                    <a:pt x="551027" y="102958"/>
                  </a:moveTo>
                  <a:lnTo>
                    <a:pt x="505574" y="127050"/>
                  </a:lnTo>
                  <a:lnTo>
                    <a:pt x="461568" y="153403"/>
                  </a:lnTo>
                  <a:lnTo>
                    <a:pt x="419074" y="181914"/>
                  </a:lnTo>
                  <a:lnTo>
                    <a:pt x="378167" y="212521"/>
                  </a:lnTo>
                  <a:lnTo>
                    <a:pt x="338924" y="245148"/>
                  </a:lnTo>
                  <a:lnTo>
                    <a:pt x="301421" y="279704"/>
                  </a:lnTo>
                  <a:lnTo>
                    <a:pt x="265734" y="316141"/>
                  </a:lnTo>
                  <a:lnTo>
                    <a:pt x="231940" y="354355"/>
                  </a:lnTo>
                  <a:lnTo>
                    <a:pt x="200126" y="394284"/>
                  </a:lnTo>
                  <a:lnTo>
                    <a:pt x="170357" y="435838"/>
                  </a:lnTo>
                  <a:lnTo>
                    <a:pt x="142709" y="478955"/>
                  </a:lnTo>
                  <a:lnTo>
                    <a:pt x="117259" y="523557"/>
                  </a:lnTo>
                  <a:lnTo>
                    <a:pt x="0" y="1012190"/>
                  </a:lnTo>
                  <a:lnTo>
                    <a:pt x="2451" y="1065390"/>
                  </a:lnTo>
                  <a:lnTo>
                    <a:pt x="7658" y="1117828"/>
                  </a:lnTo>
                  <a:lnTo>
                    <a:pt x="15557" y="1169416"/>
                  </a:lnTo>
                  <a:lnTo>
                    <a:pt x="26060" y="1220114"/>
                  </a:lnTo>
                  <a:lnTo>
                    <a:pt x="39103" y="1269822"/>
                  </a:lnTo>
                  <a:lnTo>
                    <a:pt x="54610" y="1318475"/>
                  </a:lnTo>
                  <a:lnTo>
                    <a:pt x="72529" y="1366012"/>
                  </a:lnTo>
                  <a:lnTo>
                    <a:pt x="92760" y="1412354"/>
                  </a:lnTo>
                  <a:lnTo>
                    <a:pt x="115252" y="1457439"/>
                  </a:lnTo>
                  <a:lnTo>
                    <a:pt x="139928" y="1501178"/>
                  </a:lnTo>
                  <a:lnTo>
                    <a:pt x="166725" y="1543507"/>
                  </a:lnTo>
                  <a:lnTo>
                    <a:pt x="195554" y="1584363"/>
                  </a:lnTo>
                  <a:lnTo>
                    <a:pt x="551027" y="102958"/>
                  </a:lnTo>
                  <a:close/>
                </a:path>
                <a:path w="1962150" h="1917064">
                  <a:moveTo>
                    <a:pt x="964044" y="0"/>
                  </a:moveTo>
                  <a:lnTo>
                    <a:pt x="920445" y="2184"/>
                  </a:lnTo>
                  <a:lnTo>
                    <a:pt x="877366" y="6210"/>
                  </a:lnTo>
                  <a:lnTo>
                    <a:pt x="834834" y="12065"/>
                  </a:lnTo>
                  <a:lnTo>
                    <a:pt x="792899" y="19685"/>
                  </a:lnTo>
                  <a:lnTo>
                    <a:pt x="373291" y="1768360"/>
                  </a:lnTo>
                  <a:lnTo>
                    <a:pt x="407492" y="1794497"/>
                  </a:lnTo>
                  <a:lnTo>
                    <a:pt x="442836" y="1819173"/>
                  </a:lnTo>
                  <a:lnTo>
                    <a:pt x="479285" y="1842325"/>
                  </a:lnTo>
                  <a:lnTo>
                    <a:pt x="516775" y="1863915"/>
                  </a:lnTo>
                  <a:lnTo>
                    <a:pt x="964044" y="0"/>
                  </a:lnTo>
                  <a:close/>
                </a:path>
                <a:path w="1962150" h="1917064">
                  <a:moveTo>
                    <a:pt x="1961807" y="776414"/>
                  </a:moveTo>
                  <a:lnTo>
                    <a:pt x="1949411" y="726655"/>
                  </a:lnTo>
                  <a:lnTo>
                    <a:pt x="1934540" y="677938"/>
                  </a:lnTo>
                  <a:lnTo>
                    <a:pt x="1917268" y="630301"/>
                  </a:lnTo>
                  <a:lnTo>
                    <a:pt x="1897684" y="583844"/>
                  </a:lnTo>
                  <a:lnTo>
                    <a:pt x="1875828" y="538619"/>
                  </a:lnTo>
                  <a:lnTo>
                    <a:pt x="1851799" y="494703"/>
                  </a:lnTo>
                  <a:lnTo>
                    <a:pt x="1825663" y="452158"/>
                  </a:lnTo>
                  <a:lnTo>
                    <a:pt x="1797469" y="411073"/>
                  </a:lnTo>
                  <a:lnTo>
                    <a:pt x="1767306" y="371500"/>
                  </a:lnTo>
                  <a:lnTo>
                    <a:pt x="1735251" y="333527"/>
                  </a:lnTo>
                  <a:lnTo>
                    <a:pt x="1355331" y="1916798"/>
                  </a:lnTo>
                  <a:lnTo>
                    <a:pt x="1402181" y="1896986"/>
                  </a:lnTo>
                  <a:lnTo>
                    <a:pt x="1447774" y="1874888"/>
                  </a:lnTo>
                  <a:lnTo>
                    <a:pt x="1492021" y="1850567"/>
                  </a:lnTo>
                  <a:lnTo>
                    <a:pt x="1534871" y="1824101"/>
                  </a:lnTo>
                  <a:lnTo>
                    <a:pt x="1576247" y="1795551"/>
                  </a:lnTo>
                  <a:lnTo>
                    <a:pt x="1616062" y="1765007"/>
                  </a:lnTo>
                  <a:lnTo>
                    <a:pt x="1654251" y="1732534"/>
                  </a:lnTo>
                  <a:lnTo>
                    <a:pt x="1690751" y="1698193"/>
                  </a:lnTo>
                  <a:lnTo>
                    <a:pt x="1725472" y="1662074"/>
                  </a:lnTo>
                  <a:lnTo>
                    <a:pt x="1758365" y="1624241"/>
                  </a:lnTo>
                  <a:lnTo>
                    <a:pt x="1961807" y="776414"/>
                  </a:lnTo>
                  <a:close/>
                </a:path>
              </a:pathLst>
            </a:custGeom>
            <a:solidFill>
              <a:srgbClr val="E3EF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/>
          <p:nvPr/>
        </p:nvSpPr>
        <p:spPr>
          <a:xfrm>
            <a:off x="2054656" y="8450949"/>
            <a:ext cx="12840335" cy="1728470"/>
          </a:xfrm>
          <a:custGeom>
            <a:avLst/>
            <a:gdLst/>
            <a:ahLst/>
            <a:cxnLst/>
            <a:rect l="l" t="t" r="r" b="b"/>
            <a:pathLst>
              <a:path w="12840335" h="1728470">
                <a:moveTo>
                  <a:pt x="6451539" y="0"/>
                </a:moveTo>
                <a:lnTo>
                  <a:pt x="5646298" y="627"/>
                </a:lnTo>
                <a:lnTo>
                  <a:pt x="4860089" y="3639"/>
                </a:lnTo>
                <a:lnTo>
                  <a:pt x="4174931" y="8493"/>
                </a:lnTo>
                <a:lnTo>
                  <a:pt x="3592344" y="14618"/>
                </a:lnTo>
                <a:lnTo>
                  <a:pt x="3108712" y="21486"/>
                </a:lnTo>
                <a:lnTo>
                  <a:pt x="2716853" y="28610"/>
                </a:lnTo>
                <a:lnTo>
                  <a:pt x="2407424" y="35555"/>
                </a:lnTo>
                <a:lnTo>
                  <a:pt x="2170141" y="41942"/>
                </a:lnTo>
                <a:lnTo>
                  <a:pt x="1953118" y="48878"/>
                </a:lnTo>
                <a:lnTo>
                  <a:pt x="1795065" y="54826"/>
                </a:lnTo>
                <a:lnTo>
                  <a:pt x="1651658" y="61132"/>
                </a:lnTo>
                <a:lnTo>
                  <a:pt x="1554162" y="66098"/>
                </a:lnTo>
                <a:lnTo>
                  <a:pt x="1465640" y="71267"/>
                </a:lnTo>
                <a:lnTo>
                  <a:pt x="1386404" y="76641"/>
                </a:lnTo>
                <a:lnTo>
                  <a:pt x="1338896" y="80338"/>
                </a:lnTo>
                <a:lnTo>
                  <a:pt x="1295749" y="84127"/>
                </a:lnTo>
                <a:lnTo>
                  <a:pt x="1257056" y="88008"/>
                </a:lnTo>
                <a:lnTo>
                  <a:pt x="1193407" y="96048"/>
                </a:lnTo>
                <a:lnTo>
                  <a:pt x="1124400" y="110431"/>
                </a:lnTo>
                <a:lnTo>
                  <a:pt x="1081661" y="124033"/>
                </a:lnTo>
                <a:lnTo>
                  <a:pt x="1040307" y="140815"/>
                </a:lnTo>
                <a:lnTo>
                  <a:pt x="1000223" y="160574"/>
                </a:lnTo>
                <a:lnTo>
                  <a:pt x="961298" y="183108"/>
                </a:lnTo>
                <a:lnTo>
                  <a:pt x="923418" y="208217"/>
                </a:lnTo>
                <a:lnTo>
                  <a:pt x="886471" y="235699"/>
                </a:lnTo>
                <a:lnTo>
                  <a:pt x="850342" y="265353"/>
                </a:lnTo>
                <a:lnTo>
                  <a:pt x="814920" y="296977"/>
                </a:lnTo>
                <a:lnTo>
                  <a:pt x="780091" y="330370"/>
                </a:lnTo>
                <a:lnTo>
                  <a:pt x="745741" y="365330"/>
                </a:lnTo>
                <a:lnTo>
                  <a:pt x="711759" y="401657"/>
                </a:lnTo>
                <a:lnTo>
                  <a:pt x="678031" y="439148"/>
                </a:lnTo>
                <a:lnTo>
                  <a:pt x="644443" y="477602"/>
                </a:lnTo>
                <a:lnTo>
                  <a:pt x="610883" y="516818"/>
                </a:lnTo>
                <a:lnTo>
                  <a:pt x="509240" y="637024"/>
                </a:lnTo>
                <a:lnTo>
                  <a:pt x="474661" y="677274"/>
                </a:lnTo>
                <a:lnTo>
                  <a:pt x="439545" y="717278"/>
                </a:lnTo>
                <a:lnTo>
                  <a:pt x="403778" y="756837"/>
                </a:lnTo>
                <a:lnTo>
                  <a:pt x="367248" y="795747"/>
                </a:lnTo>
                <a:lnTo>
                  <a:pt x="328782" y="836108"/>
                </a:lnTo>
                <a:lnTo>
                  <a:pt x="291003" y="876435"/>
                </a:lnTo>
                <a:lnTo>
                  <a:pt x="254216" y="916646"/>
                </a:lnTo>
                <a:lnTo>
                  <a:pt x="218720" y="956664"/>
                </a:lnTo>
                <a:lnTo>
                  <a:pt x="184819" y="996410"/>
                </a:lnTo>
                <a:lnTo>
                  <a:pt x="152815" y="1035804"/>
                </a:lnTo>
                <a:lnTo>
                  <a:pt x="123010" y="1074767"/>
                </a:lnTo>
                <a:lnTo>
                  <a:pt x="95706" y="1113221"/>
                </a:lnTo>
                <a:lnTo>
                  <a:pt x="71206" y="1151087"/>
                </a:lnTo>
                <a:lnTo>
                  <a:pt x="49811" y="1188285"/>
                </a:lnTo>
                <a:lnTo>
                  <a:pt x="31824" y="1224738"/>
                </a:lnTo>
                <a:lnTo>
                  <a:pt x="17547" y="1260365"/>
                </a:lnTo>
                <a:lnTo>
                  <a:pt x="1333" y="1328827"/>
                </a:lnTo>
                <a:lnTo>
                  <a:pt x="0" y="1361505"/>
                </a:lnTo>
                <a:lnTo>
                  <a:pt x="3585" y="1393041"/>
                </a:lnTo>
                <a:lnTo>
                  <a:pt x="26722" y="1452375"/>
                </a:lnTo>
                <a:lnTo>
                  <a:pt x="73160" y="1506198"/>
                </a:lnTo>
                <a:lnTo>
                  <a:pt x="105873" y="1530845"/>
                </a:lnTo>
                <a:lnTo>
                  <a:pt x="144128" y="1547430"/>
                </a:lnTo>
                <a:lnTo>
                  <a:pt x="188942" y="1559327"/>
                </a:lnTo>
                <a:lnTo>
                  <a:pt x="226263" y="1567003"/>
                </a:lnTo>
                <a:lnTo>
                  <a:pt x="269397" y="1574477"/>
                </a:lnTo>
                <a:lnTo>
                  <a:pt x="318219" y="1581750"/>
                </a:lnTo>
                <a:lnTo>
                  <a:pt x="372606" y="1588825"/>
                </a:lnTo>
                <a:lnTo>
                  <a:pt x="432434" y="1595702"/>
                </a:lnTo>
                <a:lnTo>
                  <a:pt x="497578" y="1602383"/>
                </a:lnTo>
                <a:lnTo>
                  <a:pt x="567916" y="1608871"/>
                </a:lnTo>
                <a:lnTo>
                  <a:pt x="643324" y="1615166"/>
                </a:lnTo>
                <a:lnTo>
                  <a:pt x="723677" y="1621271"/>
                </a:lnTo>
                <a:lnTo>
                  <a:pt x="808852" y="1627186"/>
                </a:lnTo>
                <a:lnTo>
                  <a:pt x="898725" y="1632914"/>
                </a:lnTo>
                <a:lnTo>
                  <a:pt x="993173" y="1638456"/>
                </a:lnTo>
                <a:lnTo>
                  <a:pt x="1143151" y="1646425"/>
                </a:lnTo>
                <a:lnTo>
                  <a:pt x="1302726" y="1653985"/>
                </a:lnTo>
                <a:lnTo>
                  <a:pt x="1471478" y="1661142"/>
                </a:lnTo>
                <a:lnTo>
                  <a:pt x="1648992" y="1667901"/>
                </a:lnTo>
                <a:lnTo>
                  <a:pt x="1834849" y="1674268"/>
                </a:lnTo>
                <a:lnTo>
                  <a:pt x="2094914" y="1682157"/>
                </a:lnTo>
                <a:lnTo>
                  <a:pt x="2368079" y="1689372"/>
                </a:lnTo>
                <a:lnTo>
                  <a:pt x="2653353" y="1695926"/>
                </a:lnTo>
                <a:lnTo>
                  <a:pt x="2949746" y="1701832"/>
                </a:lnTo>
                <a:lnTo>
                  <a:pt x="3334365" y="1708323"/>
                </a:lnTo>
                <a:lnTo>
                  <a:pt x="3732876" y="1713849"/>
                </a:lnTo>
                <a:lnTo>
                  <a:pt x="4226705" y="1719241"/>
                </a:lnTo>
                <a:lnTo>
                  <a:pt x="4734413" y="1723323"/>
                </a:lnTo>
                <a:lnTo>
                  <a:pt x="5252658" y="1726140"/>
                </a:lnTo>
                <a:lnTo>
                  <a:pt x="5866135" y="1727885"/>
                </a:lnTo>
                <a:lnTo>
                  <a:pt x="6484099" y="1728040"/>
                </a:lnTo>
                <a:lnTo>
                  <a:pt x="7101244" y="1726673"/>
                </a:lnTo>
                <a:lnTo>
                  <a:pt x="7798740" y="1723339"/>
                </a:lnTo>
                <a:lnTo>
                  <a:pt x="8480312" y="1718215"/>
                </a:lnTo>
                <a:lnTo>
                  <a:pt x="9057399" y="1712346"/>
                </a:lnTo>
                <a:lnTo>
                  <a:pt x="9610923" y="1705257"/>
                </a:lnTo>
                <a:lnTo>
                  <a:pt x="10135577" y="1697020"/>
                </a:lnTo>
                <a:lnTo>
                  <a:pt x="10558281" y="1689098"/>
                </a:lnTo>
                <a:lnTo>
                  <a:pt x="10952534" y="1680429"/>
                </a:lnTo>
                <a:lnTo>
                  <a:pt x="11256933" y="1672665"/>
                </a:lnTo>
                <a:lnTo>
                  <a:pt x="11537321" y="1664438"/>
                </a:lnTo>
                <a:lnTo>
                  <a:pt x="11743043" y="1657540"/>
                </a:lnTo>
                <a:lnTo>
                  <a:pt x="11931169" y="1650376"/>
                </a:lnTo>
                <a:lnTo>
                  <a:pt x="12100710" y="1642958"/>
                </a:lnTo>
                <a:lnTo>
                  <a:pt x="12215073" y="1637235"/>
                </a:lnTo>
                <a:lnTo>
                  <a:pt x="12318006" y="1631384"/>
                </a:lnTo>
                <a:lnTo>
                  <a:pt x="12409093" y="1625408"/>
                </a:lnTo>
                <a:lnTo>
                  <a:pt x="12463030" y="1621357"/>
                </a:lnTo>
                <a:lnTo>
                  <a:pt x="12511392" y="1617256"/>
                </a:lnTo>
                <a:lnTo>
                  <a:pt x="12554055" y="1613105"/>
                </a:lnTo>
                <a:lnTo>
                  <a:pt x="12607095" y="1606790"/>
                </a:lnTo>
                <a:lnTo>
                  <a:pt x="12650837" y="1598822"/>
                </a:lnTo>
                <a:lnTo>
                  <a:pt x="12689470" y="1587746"/>
                </a:lnTo>
                <a:lnTo>
                  <a:pt x="12752201" y="1556822"/>
                </a:lnTo>
                <a:lnTo>
                  <a:pt x="12796872" y="1515120"/>
                </a:lnTo>
                <a:lnTo>
                  <a:pt x="12825069" y="1463743"/>
                </a:lnTo>
                <a:lnTo>
                  <a:pt x="12838375" y="1403791"/>
                </a:lnTo>
                <a:lnTo>
                  <a:pt x="12839940" y="1370944"/>
                </a:lnTo>
                <a:lnTo>
                  <a:pt x="12838376" y="1336367"/>
                </a:lnTo>
                <a:lnTo>
                  <a:pt x="12826656" y="1262574"/>
                </a:lnTo>
                <a:lnTo>
                  <a:pt x="12816896" y="1223632"/>
                </a:lnTo>
                <a:lnTo>
                  <a:pt x="12804801" y="1183512"/>
                </a:lnTo>
                <a:lnTo>
                  <a:pt x="12790567" y="1142349"/>
                </a:lnTo>
                <a:lnTo>
                  <a:pt x="12774393" y="1100283"/>
                </a:lnTo>
                <a:lnTo>
                  <a:pt x="12756478" y="1057451"/>
                </a:lnTo>
                <a:lnTo>
                  <a:pt x="12737019" y="1013990"/>
                </a:lnTo>
                <a:lnTo>
                  <a:pt x="12716215" y="970039"/>
                </a:lnTo>
                <a:lnTo>
                  <a:pt x="12694263" y="925734"/>
                </a:lnTo>
                <a:lnTo>
                  <a:pt x="12671362" y="881215"/>
                </a:lnTo>
                <a:lnTo>
                  <a:pt x="12647710" y="836618"/>
                </a:lnTo>
                <a:lnTo>
                  <a:pt x="12623505" y="792081"/>
                </a:lnTo>
                <a:lnTo>
                  <a:pt x="12598944" y="747742"/>
                </a:lnTo>
                <a:lnTo>
                  <a:pt x="12574227" y="703739"/>
                </a:lnTo>
                <a:lnTo>
                  <a:pt x="12545505" y="653731"/>
                </a:lnTo>
                <a:lnTo>
                  <a:pt x="12516013" y="604152"/>
                </a:lnTo>
                <a:lnTo>
                  <a:pt x="12485816" y="555276"/>
                </a:lnTo>
                <a:lnTo>
                  <a:pt x="12454982" y="507378"/>
                </a:lnTo>
                <a:lnTo>
                  <a:pt x="12423578" y="460729"/>
                </a:lnTo>
                <a:lnTo>
                  <a:pt x="12391671" y="415606"/>
                </a:lnTo>
                <a:lnTo>
                  <a:pt x="12359328" y="372282"/>
                </a:lnTo>
                <a:lnTo>
                  <a:pt x="12326617" y="331030"/>
                </a:lnTo>
                <a:lnTo>
                  <a:pt x="12293604" y="292125"/>
                </a:lnTo>
                <a:lnTo>
                  <a:pt x="12260357" y="255840"/>
                </a:lnTo>
                <a:lnTo>
                  <a:pt x="12226943" y="222450"/>
                </a:lnTo>
                <a:lnTo>
                  <a:pt x="12193428" y="192228"/>
                </a:lnTo>
                <a:lnTo>
                  <a:pt x="12159880" y="165448"/>
                </a:lnTo>
                <a:lnTo>
                  <a:pt x="12126366" y="142385"/>
                </a:lnTo>
                <a:lnTo>
                  <a:pt x="12092953" y="123312"/>
                </a:lnTo>
                <a:lnTo>
                  <a:pt x="12026700" y="98232"/>
                </a:lnTo>
                <a:lnTo>
                  <a:pt x="11953117" y="89288"/>
                </a:lnTo>
                <a:lnTo>
                  <a:pt x="11883566" y="84174"/>
                </a:lnTo>
                <a:lnTo>
                  <a:pt x="11804409" y="79199"/>
                </a:lnTo>
                <a:lnTo>
                  <a:pt x="11684471" y="72785"/>
                </a:lnTo>
                <a:lnTo>
                  <a:pt x="11548762" y="66622"/>
                </a:lnTo>
                <a:lnTo>
                  <a:pt x="11358088" y="59277"/>
                </a:lnTo>
                <a:lnTo>
                  <a:pt x="11145397" y="52334"/>
                </a:lnTo>
                <a:lnTo>
                  <a:pt x="10863161" y="44540"/>
                </a:lnTo>
                <a:lnTo>
                  <a:pt x="10499829" y="36202"/>
                </a:lnTo>
                <a:lnTo>
                  <a:pt x="10044584" y="27683"/>
                </a:lnTo>
                <a:lnTo>
                  <a:pt x="9488557" y="19412"/>
                </a:lnTo>
                <a:lnTo>
                  <a:pt x="8826235" y="11889"/>
                </a:lnTo>
                <a:lnTo>
                  <a:pt x="8057030" y="5684"/>
                </a:lnTo>
                <a:lnTo>
                  <a:pt x="7260291" y="1703"/>
                </a:lnTo>
                <a:lnTo>
                  <a:pt x="6451539" y="0"/>
                </a:lnTo>
                <a:close/>
              </a:path>
            </a:pathLst>
          </a:custGeom>
          <a:solidFill>
            <a:srgbClr val="ADDFD6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32023" y="2990189"/>
            <a:ext cx="1794331" cy="2381102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162511" y="5657870"/>
            <a:ext cx="1866702" cy="2784009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5504465" y="7937455"/>
            <a:ext cx="6516370" cy="1577340"/>
          </a:xfrm>
          <a:custGeom>
            <a:avLst/>
            <a:gdLst/>
            <a:ahLst/>
            <a:cxnLst/>
            <a:rect l="l" t="t" r="r" b="b"/>
            <a:pathLst>
              <a:path w="6516370" h="1577340">
                <a:moveTo>
                  <a:pt x="3258078" y="0"/>
                </a:moveTo>
                <a:lnTo>
                  <a:pt x="3185319" y="192"/>
                </a:lnTo>
                <a:lnTo>
                  <a:pt x="3112950" y="768"/>
                </a:lnTo>
                <a:lnTo>
                  <a:pt x="3040988" y="1722"/>
                </a:lnTo>
                <a:lnTo>
                  <a:pt x="2969448" y="3051"/>
                </a:lnTo>
                <a:lnTo>
                  <a:pt x="2898348" y="4751"/>
                </a:lnTo>
                <a:lnTo>
                  <a:pt x="2827704" y="6818"/>
                </a:lnTo>
                <a:lnTo>
                  <a:pt x="2757533" y="9247"/>
                </a:lnTo>
                <a:lnTo>
                  <a:pt x="2687851" y="12035"/>
                </a:lnTo>
                <a:lnTo>
                  <a:pt x="2618674" y="15178"/>
                </a:lnTo>
                <a:lnTo>
                  <a:pt x="2550020" y="18672"/>
                </a:lnTo>
                <a:lnTo>
                  <a:pt x="2481905" y="22512"/>
                </a:lnTo>
                <a:lnTo>
                  <a:pt x="2414345" y="26695"/>
                </a:lnTo>
                <a:lnTo>
                  <a:pt x="2347357" y="31217"/>
                </a:lnTo>
                <a:lnTo>
                  <a:pt x="2280957" y="36073"/>
                </a:lnTo>
                <a:lnTo>
                  <a:pt x="2215163" y="41261"/>
                </a:lnTo>
                <a:lnTo>
                  <a:pt x="2149990" y="46774"/>
                </a:lnTo>
                <a:lnTo>
                  <a:pt x="2085455" y="52611"/>
                </a:lnTo>
                <a:lnTo>
                  <a:pt x="2021575" y="58766"/>
                </a:lnTo>
                <a:lnTo>
                  <a:pt x="1958366" y="65236"/>
                </a:lnTo>
                <a:lnTo>
                  <a:pt x="1895845" y="72017"/>
                </a:lnTo>
                <a:lnTo>
                  <a:pt x="1834029" y="79104"/>
                </a:lnTo>
                <a:lnTo>
                  <a:pt x="1772933" y="86494"/>
                </a:lnTo>
                <a:lnTo>
                  <a:pt x="1712575" y="94183"/>
                </a:lnTo>
                <a:lnTo>
                  <a:pt x="1652971" y="102166"/>
                </a:lnTo>
                <a:lnTo>
                  <a:pt x="1594138" y="110440"/>
                </a:lnTo>
                <a:lnTo>
                  <a:pt x="1536091" y="119001"/>
                </a:lnTo>
                <a:lnTo>
                  <a:pt x="1478849" y="127844"/>
                </a:lnTo>
                <a:lnTo>
                  <a:pt x="1422426" y="136966"/>
                </a:lnTo>
                <a:lnTo>
                  <a:pt x="1366841" y="146363"/>
                </a:lnTo>
                <a:lnTo>
                  <a:pt x="1312109" y="156030"/>
                </a:lnTo>
                <a:lnTo>
                  <a:pt x="1258246" y="165963"/>
                </a:lnTo>
                <a:lnTo>
                  <a:pt x="1205270" y="176160"/>
                </a:lnTo>
                <a:lnTo>
                  <a:pt x="1153198" y="186615"/>
                </a:lnTo>
                <a:lnTo>
                  <a:pt x="1102044" y="197324"/>
                </a:lnTo>
                <a:lnTo>
                  <a:pt x="1051827" y="208284"/>
                </a:lnTo>
                <a:lnTo>
                  <a:pt x="1002563" y="219491"/>
                </a:lnTo>
                <a:lnTo>
                  <a:pt x="954268" y="230940"/>
                </a:lnTo>
                <a:lnTo>
                  <a:pt x="906958" y="242628"/>
                </a:lnTo>
                <a:lnTo>
                  <a:pt x="860651" y="254550"/>
                </a:lnTo>
                <a:lnTo>
                  <a:pt x="815363" y="266703"/>
                </a:lnTo>
                <a:lnTo>
                  <a:pt x="771110" y="279083"/>
                </a:lnTo>
                <a:lnTo>
                  <a:pt x="727909" y="291685"/>
                </a:lnTo>
                <a:lnTo>
                  <a:pt x="685777" y="304505"/>
                </a:lnTo>
                <a:lnTo>
                  <a:pt x="644730" y="317540"/>
                </a:lnTo>
                <a:lnTo>
                  <a:pt x="604785" y="330786"/>
                </a:lnTo>
                <a:lnTo>
                  <a:pt x="565958" y="344238"/>
                </a:lnTo>
                <a:lnTo>
                  <a:pt x="528265" y="357893"/>
                </a:lnTo>
                <a:lnTo>
                  <a:pt x="491724" y="371746"/>
                </a:lnTo>
                <a:lnTo>
                  <a:pt x="422162" y="400032"/>
                </a:lnTo>
                <a:lnTo>
                  <a:pt x="357404" y="429063"/>
                </a:lnTo>
                <a:lnTo>
                  <a:pt x="297582" y="458809"/>
                </a:lnTo>
                <a:lnTo>
                  <a:pt x="242829" y="489236"/>
                </a:lnTo>
                <a:lnTo>
                  <a:pt x="193278" y="520314"/>
                </a:lnTo>
                <a:lnTo>
                  <a:pt x="149060" y="552009"/>
                </a:lnTo>
                <a:lnTo>
                  <a:pt x="110308" y="584289"/>
                </a:lnTo>
                <a:lnTo>
                  <a:pt x="77154" y="617124"/>
                </a:lnTo>
                <a:lnTo>
                  <a:pt x="49732" y="650479"/>
                </a:lnTo>
                <a:lnTo>
                  <a:pt x="28172" y="684325"/>
                </a:lnTo>
                <a:lnTo>
                  <a:pt x="7117" y="735941"/>
                </a:lnTo>
                <a:lnTo>
                  <a:pt x="0" y="788478"/>
                </a:lnTo>
                <a:lnTo>
                  <a:pt x="796" y="806087"/>
                </a:lnTo>
                <a:lnTo>
                  <a:pt x="12609" y="858330"/>
                </a:lnTo>
                <a:lnTo>
                  <a:pt x="38211" y="909616"/>
                </a:lnTo>
                <a:lnTo>
                  <a:pt x="62718" y="943221"/>
                </a:lnTo>
                <a:lnTo>
                  <a:pt x="93023" y="976321"/>
                </a:lnTo>
                <a:lnTo>
                  <a:pt x="128992" y="1008883"/>
                </a:lnTo>
                <a:lnTo>
                  <a:pt x="170494" y="1040876"/>
                </a:lnTo>
                <a:lnTo>
                  <a:pt x="217395" y="1072266"/>
                </a:lnTo>
                <a:lnTo>
                  <a:pt x="269564" y="1103023"/>
                </a:lnTo>
                <a:lnTo>
                  <a:pt x="326868" y="1133114"/>
                </a:lnTo>
                <a:lnTo>
                  <a:pt x="389174" y="1162507"/>
                </a:lnTo>
                <a:lnTo>
                  <a:pt x="456351" y="1191170"/>
                </a:lnTo>
                <a:lnTo>
                  <a:pt x="528265" y="1219071"/>
                </a:lnTo>
                <a:lnTo>
                  <a:pt x="565958" y="1232726"/>
                </a:lnTo>
                <a:lnTo>
                  <a:pt x="604785" y="1246178"/>
                </a:lnTo>
                <a:lnTo>
                  <a:pt x="644730" y="1259424"/>
                </a:lnTo>
                <a:lnTo>
                  <a:pt x="685777" y="1272459"/>
                </a:lnTo>
                <a:lnTo>
                  <a:pt x="727909" y="1285280"/>
                </a:lnTo>
                <a:lnTo>
                  <a:pt x="771110" y="1297882"/>
                </a:lnTo>
                <a:lnTo>
                  <a:pt x="815363" y="1310262"/>
                </a:lnTo>
                <a:lnTo>
                  <a:pt x="860651" y="1322415"/>
                </a:lnTo>
                <a:lnTo>
                  <a:pt x="906958" y="1334337"/>
                </a:lnTo>
                <a:lnTo>
                  <a:pt x="954268" y="1346025"/>
                </a:lnTo>
                <a:lnTo>
                  <a:pt x="1002563" y="1357475"/>
                </a:lnTo>
                <a:lnTo>
                  <a:pt x="1051827" y="1368681"/>
                </a:lnTo>
                <a:lnTo>
                  <a:pt x="1102044" y="1379642"/>
                </a:lnTo>
                <a:lnTo>
                  <a:pt x="1153198" y="1390351"/>
                </a:lnTo>
                <a:lnTo>
                  <a:pt x="1205270" y="1400806"/>
                </a:lnTo>
                <a:lnTo>
                  <a:pt x="1258246" y="1411003"/>
                </a:lnTo>
                <a:lnTo>
                  <a:pt x="1312109" y="1420936"/>
                </a:lnTo>
                <a:lnTo>
                  <a:pt x="1366841" y="1430604"/>
                </a:lnTo>
                <a:lnTo>
                  <a:pt x="1422426" y="1440000"/>
                </a:lnTo>
                <a:lnTo>
                  <a:pt x="1478849" y="1449122"/>
                </a:lnTo>
                <a:lnTo>
                  <a:pt x="1536091" y="1457965"/>
                </a:lnTo>
                <a:lnTo>
                  <a:pt x="1594138" y="1466526"/>
                </a:lnTo>
                <a:lnTo>
                  <a:pt x="1652971" y="1474800"/>
                </a:lnTo>
                <a:lnTo>
                  <a:pt x="1712575" y="1482783"/>
                </a:lnTo>
                <a:lnTo>
                  <a:pt x="1772933" y="1490472"/>
                </a:lnTo>
                <a:lnTo>
                  <a:pt x="1834029" y="1497862"/>
                </a:lnTo>
                <a:lnTo>
                  <a:pt x="1895845" y="1504949"/>
                </a:lnTo>
                <a:lnTo>
                  <a:pt x="1958366" y="1511730"/>
                </a:lnTo>
                <a:lnTo>
                  <a:pt x="2021575" y="1518200"/>
                </a:lnTo>
                <a:lnTo>
                  <a:pt x="2085455" y="1524356"/>
                </a:lnTo>
                <a:lnTo>
                  <a:pt x="2149990" y="1530192"/>
                </a:lnTo>
                <a:lnTo>
                  <a:pt x="2215163" y="1535706"/>
                </a:lnTo>
                <a:lnTo>
                  <a:pt x="2280957" y="1540893"/>
                </a:lnTo>
                <a:lnTo>
                  <a:pt x="2347357" y="1545750"/>
                </a:lnTo>
                <a:lnTo>
                  <a:pt x="2414345" y="1550272"/>
                </a:lnTo>
                <a:lnTo>
                  <a:pt x="2481905" y="1554455"/>
                </a:lnTo>
                <a:lnTo>
                  <a:pt x="2550020" y="1558295"/>
                </a:lnTo>
                <a:lnTo>
                  <a:pt x="2618674" y="1561789"/>
                </a:lnTo>
                <a:lnTo>
                  <a:pt x="2687851" y="1564932"/>
                </a:lnTo>
                <a:lnTo>
                  <a:pt x="2757533" y="1567720"/>
                </a:lnTo>
                <a:lnTo>
                  <a:pt x="2827704" y="1570149"/>
                </a:lnTo>
                <a:lnTo>
                  <a:pt x="2898348" y="1572216"/>
                </a:lnTo>
                <a:lnTo>
                  <a:pt x="2969448" y="1573916"/>
                </a:lnTo>
                <a:lnTo>
                  <a:pt x="3040988" y="1575245"/>
                </a:lnTo>
                <a:lnTo>
                  <a:pt x="3112950" y="1576199"/>
                </a:lnTo>
                <a:lnTo>
                  <a:pt x="3185319" y="1576774"/>
                </a:lnTo>
                <a:lnTo>
                  <a:pt x="3258078" y="1576967"/>
                </a:lnTo>
                <a:lnTo>
                  <a:pt x="3330837" y="1576774"/>
                </a:lnTo>
                <a:lnTo>
                  <a:pt x="3403206" y="1576199"/>
                </a:lnTo>
                <a:lnTo>
                  <a:pt x="3475169" y="1575245"/>
                </a:lnTo>
                <a:lnTo>
                  <a:pt x="3546708" y="1573916"/>
                </a:lnTo>
                <a:lnTo>
                  <a:pt x="3617808" y="1572216"/>
                </a:lnTo>
                <a:lnTo>
                  <a:pt x="3688452" y="1570149"/>
                </a:lnTo>
                <a:lnTo>
                  <a:pt x="3758624" y="1567720"/>
                </a:lnTo>
                <a:lnTo>
                  <a:pt x="3828306" y="1564932"/>
                </a:lnTo>
                <a:lnTo>
                  <a:pt x="3897483" y="1561789"/>
                </a:lnTo>
                <a:lnTo>
                  <a:pt x="3966137" y="1558295"/>
                </a:lnTo>
                <a:lnTo>
                  <a:pt x="4034252" y="1554455"/>
                </a:lnTo>
                <a:lnTo>
                  <a:pt x="4101812" y="1550272"/>
                </a:lnTo>
                <a:lnTo>
                  <a:pt x="4168800" y="1545750"/>
                </a:lnTo>
                <a:lnTo>
                  <a:pt x="4235200" y="1540893"/>
                </a:lnTo>
                <a:lnTo>
                  <a:pt x="4300994" y="1535706"/>
                </a:lnTo>
                <a:lnTo>
                  <a:pt x="4366167" y="1530192"/>
                </a:lnTo>
                <a:lnTo>
                  <a:pt x="4430702" y="1524356"/>
                </a:lnTo>
                <a:lnTo>
                  <a:pt x="4494582" y="1518200"/>
                </a:lnTo>
                <a:lnTo>
                  <a:pt x="4557790" y="1511730"/>
                </a:lnTo>
                <a:lnTo>
                  <a:pt x="4620311" y="1504949"/>
                </a:lnTo>
                <a:lnTo>
                  <a:pt x="4682128" y="1497862"/>
                </a:lnTo>
                <a:lnTo>
                  <a:pt x="4743223" y="1490472"/>
                </a:lnTo>
                <a:lnTo>
                  <a:pt x="4803581" y="1482783"/>
                </a:lnTo>
                <a:lnTo>
                  <a:pt x="4863185" y="1474800"/>
                </a:lnTo>
                <a:lnTo>
                  <a:pt x="4922019" y="1466526"/>
                </a:lnTo>
                <a:lnTo>
                  <a:pt x="4980065" y="1457965"/>
                </a:lnTo>
                <a:lnTo>
                  <a:pt x="5037308" y="1449122"/>
                </a:lnTo>
                <a:lnTo>
                  <a:pt x="5093730" y="1440000"/>
                </a:lnTo>
                <a:lnTo>
                  <a:pt x="5149316" y="1430604"/>
                </a:lnTo>
                <a:lnTo>
                  <a:pt x="5204048" y="1420936"/>
                </a:lnTo>
                <a:lnTo>
                  <a:pt x="5257910" y="1411003"/>
                </a:lnTo>
                <a:lnTo>
                  <a:pt x="5310886" y="1400806"/>
                </a:lnTo>
                <a:lnTo>
                  <a:pt x="5362959" y="1390351"/>
                </a:lnTo>
                <a:lnTo>
                  <a:pt x="5414112" y="1379642"/>
                </a:lnTo>
                <a:lnTo>
                  <a:pt x="5464329" y="1368681"/>
                </a:lnTo>
                <a:lnTo>
                  <a:pt x="5513594" y="1357475"/>
                </a:lnTo>
                <a:lnTo>
                  <a:pt x="5561889" y="1346025"/>
                </a:lnTo>
                <a:lnTo>
                  <a:pt x="5609198" y="1334337"/>
                </a:lnTo>
                <a:lnTo>
                  <a:pt x="5655506" y="1322415"/>
                </a:lnTo>
                <a:lnTo>
                  <a:pt x="5700794" y="1310262"/>
                </a:lnTo>
                <a:lnTo>
                  <a:pt x="5745046" y="1297882"/>
                </a:lnTo>
                <a:lnTo>
                  <a:pt x="5788247" y="1285280"/>
                </a:lnTo>
                <a:lnTo>
                  <a:pt x="5830379" y="1272459"/>
                </a:lnTo>
                <a:lnTo>
                  <a:pt x="5871426" y="1259424"/>
                </a:lnTo>
                <a:lnTo>
                  <a:pt x="5911372" y="1246178"/>
                </a:lnTo>
                <a:lnTo>
                  <a:pt x="5950199" y="1232726"/>
                </a:lnTo>
                <a:lnTo>
                  <a:pt x="5987892" y="1219071"/>
                </a:lnTo>
                <a:lnTo>
                  <a:pt x="6024433" y="1205218"/>
                </a:lnTo>
                <a:lnTo>
                  <a:pt x="6093995" y="1176932"/>
                </a:lnTo>
                <a:lnTo>
                  <a:pt x="6158753" y="1147900"/>
                </a:lnTo>
                <a:lnTo>
                  <a:pt x="6218574" y="1118154"/>
                </a:lnTo>
                <a:lnTo>
                  <a:pt x="6273327" y="1087726"/>
                </a:lnTo>
                <a:lnTo>
                  <a:pt x="6322879" y="1056648"/>
                </a:lnTo>
                <a:lnTo>
                  <a:pt x="6367097" y="1024953"/>
                </a:lnTo>
                <a:lnTo>
                  <a:pt x="6405849" y="992671"/>
                </a:lnTo>
                <a:lnTo>
                  <a:pt x="6439003" y="959836"/>
                </a:lnTo>
                <a:lnTo>
                  <a:pt x="6466425" y="926480"/>
                </a:lnTo>
                <a:lnTo>
                  <a:pt x="6487984" y="892634"/>
                </a:lnTo>
                <a:lnTo>
                  <a:pt x="6509039" y="841017"/>
                </a:lnTo>
                <a:lnTo>
                  <a:pt x="6516157" y="788478"/>
                </a:lnTo>
                <a:lnTo>
                  <a:pt x="6515361" y="770870"/>
                </a:lnTo>
                <a:lnTo>
                  <a:pt x="6503548" y="718628"/>
                </a:lnTo>
                <a:lnTo>
                  <a:pt x="6477946" y="667343"/>
                </a:lnTo>
                <a:lnTo>
                  <a:pt x="6453438" y="633738"/>
                </a:lnTo>
                <a:lnTo>
                  <a:pt x="6423134" y="600639"/>
                </a:lnTo>
                <a:lnTo>
                  <a:pt x="6387165" y="568078"/>
                </a:lnTo>
                <a:lnTo>
                  <a:pt x="6345663" y="536086"/>
                </a:lnTo>
                <a:lnTo>
                  <a:pt x="6298762" y="504696"/>
                </a:lnTo>
                <a:lnTo>
                  <a:pt x="6246593" y="473939"/>
                </a:lnTo>
                <a:lnTo>
                  <a:pt x="6189289" y="443849"/>
                </a:lnTo>
                <a:lnTo>
                  <a:pt x="6126982" y="414456"/>
                </a:lnTo>
                <a:lnTo>
                  <a:pt x="6059806" y="385793"/>
                </a:lnTo>
                <a:lnTo>
                  <a:pt x="5987892" y="357893"/>
                </a:lnTo>
                <a:lnTo>
                  <a:pt x="5950199" y="344238"/>
                </a:lnTo>
                <a:lnTo>
                  <a:pt x="5911372" y="330786"/>
                </a:lnTo>
                <a:lnTo>
                  <a:pt x="5871426" y="317540"/>
                </a:lnTo>
                <a:lnTo>
                  <a:pt x="5830379" y="304505"/>
                </a:lnTo>
                <a:lnTo>
                  <a:pt x="5788247" y="291685"/>
                </a:lnTo>
                <a:lnTo>
                  <a:pt x="5745046" y="279083"/>
                </a:lnTo>
                <a:lnTo>
                  <a:pt x="5700794" y="266703"/>
                </a:lnTo>
                <a:lnTo>
                  <a:pt x="5655506" y="254550"/>
                </a:lnTo>
                <a:lnTo>
                  <a:pt x="5609198" y="242628"/>
                </a:lnTo>
                <a:lnTo>
                  <a:pt x="5561889" y="230940"/>
                </a:lnTo>
                <a:lnTo>
                  <a:pt x="5513594" y="219491"/>
                </a:lnTo>
                <a:lnTo>
                  <a:pt x="5464329" y="208284"/>
                </a:lnTo>
                <a:lnTo>
                  <a:pt x="5414112" y="197324"/>
                </a:lnTo>
                <a:lnTo>
                  <a:pt x="5362959" y="186615"/>
                </a:lnTo>
                <a:lnTo>
                  <a:pt x="5310886" y="176160"/>
                </a:lnTo>
                <a:lnTo>
                  <a:pt x="5257910" y="165963"/>
                </a:lnTo>
                <a:lnTo>
                  <a:pt x="5204048" y="156030"/>
                </a:lnTo>
                <a:lnTo>
                  <a:pt x="5149316" y="146363"/>
                </a:lnTo>
                <a:lnTo>
                  <a:pt x="5093730" y="136966"/>
                </a:lnTo>
                <a:lnTo>
                  <a:pt x="5037308" y="127844"/>
                </a:lnTo>
                <a:lnTo>
                  <a:pt x="4980065" y="119001"/>
                </a:lnTo>
                <a:lnTo>
                  <a:pt x="4922019" y="110440"/>
                </a:lnTo>
                <a:lnTo>
                  <a:pt x="4863185" y="102166"/>
                </a:lnTo>
                <a:lnTo>
                  <a:pt x="4803581" y="94183"/>
                </a:lnTo>
                <a:lnTo>
                  <a:pt x="4743223" y="86494"/>
                </a:lnTo>
                <a:lnTo>
                  <a:pt x="4682128" y="79104"/>
                </a:lnTo>
                <a:lnTo>
                  <a:pt x="4620311" y="72017"/>
                </a:lnTo>
                <a:lnTo>
                  <a:pt x="4557790" y="65236"/>
                </a:lnTo>
                <a:lnTo>
                  <a:pt x="4494582" y="58766"/>
                </a:lnTo>
                <a:lnTo>
                  <a:pt x="4430702" y="52611"/>
                </a:lnTo>
                <a:lnTo>
                  <a:pt x="4366167" y="46774"/>
                </a:lnTo>
                <a:lnTo>
                  <a:pt x="4300994" y="41261"/>
                </a:lnTo>
                <a:lnTo>
                  <a:pt x="4235200" y="36073"/>
                </a:lnTo>
                <a:lnTo>
                  <a:pt x="4168800" y="31217"/>
                </a:lnTo>
                <a:lnTo>
                  <a:pt x="4101812" y="26695"/>
                </a:lnTo>
                <a:lnTo>
                  <a:pt x="4034252" y="22512"/>
                </a:lnTo>
                <a:lnTo>
                  <a:pt x="3966137" y="18672"/>
                </a:lnTo>
                <a:lnTo>
                  <a:pt x="3897483" y="15178"/>
                </a:lnTo>
                <a:lnTo>
                  <a:pt x="3828306" y="12035"/>
                </a:lnTo>
                <a:lnTo>
                  <a:pt x="3758624" y="9247"/>
                </a:lnTo>
                <a:lnTo>
                  <a:pt x="3688452" y="6818"/>
                </a:lnTo>
                <a:lnTo>
                  <a:pt x="3617808" y="4751"/>
                </a:lnTo>
                <a:lnTo>
                  <a:pt x="3546708" y="3051"/>
                </a:lnTo>
                <a:lnTo>
                  <a:pt x="3475169" y="1722"/>
                </a:lnTo>
                <a:lnTo>
                  <a:pt x="3403206" y="768"/>
                </a:lnTo>
                <a:lnTo>
                  <a:pt x="3330837" y="192"/>
                </a:lnTo>
                <a:lnTo>
                  <a:pt x="3258078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" name="object 34" descr=""/>
          <p:cNvGrpSpPr/>
          <p:nvPr/>
        </p:nvGrpSpPr>
        <p:grpSpPr>
          <a:xfrm>
            <a:off x="8766048" y="5966091"/>
            <a:ext cx="2632075" cy="1521460"/>
            <a:chOff x="8766048" y="5966091"/>
            <a:chExt cx="2632075" cy="1521460"/>
          </a:xfrm>
        </p:grpSpPr>
        <p:sp>
          <p:nvSpPr>
            <p:cNvPr id="35" name="object 35" descr=""/>
            <p:cNvSpPr/>
            <p:nvPr/>
          </p:nvSpPr>
          <p:spPr>
            <a:xfrm>
              <a:off x="8771289" y="5971326"/>
              <a:ext cx="2621280" cy="1511300"/>
            </a:xfrm>
            <a:custGeom>
              <a:avLst/>
              <a:gdLst/>
              <a:ahLst/>
              <a:cxnLst/>
              <a:rect l="l" t="t" r="r" b="b"/>
              <a:pathLst>
                <a:path w="2621279" h="1511300">
                  <a:moveTo>
                    <a:pt x="2433370" y="0"/>
                  </a:moveTo>
                  <a:lnTo>
                    <a:pt x="187910" y="0"/>
                  </a:lnTo>
                  <a:lnTo>
                    <a:pt x="138015" y="6724"/>
                  </a:lnTo>
                  <a:lnTo>
                    <a:pt x="93144" y="25693"/>
                  </a:lnTo>
                  <a:lnTo>
                    <a:pt x="55101" y="55103"/>
                  </a:lnTo>
                  <a:lnTo>
                    <a:pt x="25693" y="93147"/>
                  </a:lnTo>
                  <a:lnTo>
                    <a:pt x="6724" y="138021"/>
                  </a:lnTo>
                  <a:lnTo>
                    <a:pt x="0" y="187920"/>
                  </a:lnTo>
                  <a:lnTo>
                    <a:pt x="0" y="1508425"/>
                  </a:lnTo>
                  <a:lnTo>
                    <a:pt x="2345" y="1510770"/>
                  </a:lnTo>
                  <a:lnTo>
                    <a:pt x="5235" y="1510770"/>
                  </a:lnTo>
                  <a:lnTo>
                    <a:pt x="2618935" y="1510770"/>
                  </a:lnTo>
                  <a:lnTo>
                    <a:pt x="2621281" y="1508425"/>
                  </a:lnTo>
                  <a:lnTo>
                    <a:pt x="2621281" y="187920"/>
                  </a:lnTo>
                  <a:lnTo>
                    <a:pt x="2614557" y="138021"/>
                  </a:lnTo>
                  <a:lnTo>
                    <a:pt x="2595588" y="93147"/>
                  </a:lnTo>
                  <a:lnTo>
                    <a:pt x="2566179" y="55103"/>
                  </a:lnTo>
                  <a:lnTo>
                    <a:pt x="2528137" y="25693"/>
                  </a:lnTo>
                  <a:lnTo>
                    <a:pt x="2483265" y="6724"/>
                  </a:lnTo>
                  <a:lnTo>
                    <a:pt x="2433370" y="0"/>
                  </a:lnTo>
                  <a:close/>
                </a:path>
              </a:pathLst>
            </a:custGeom>
            <a:solidFill>
              <a:srgbClr val="7EC5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766048" y="5966091"/>
              <a:ext cx="2632075" cy="1521460"/>
            </a:xfrm>
            <a:custGeom>
              <a:avLst/>
              <a:gdLst/>
              <a:ahLst/>
              <a:cxnLst/>
              <a:rect l="l" t="t" r="r" b="b"/>
              <a:pathLst>
                <a:path w="2632075" h="1521459">
                  <a:moveTo>
                    <a:pt x="2438606" y="0"/>
                  </a:moveTo>
                  <a:lnTo>
                    <a:pt x="193156" y="0"/>
                  </a:lnTo>
                  <a:lnTo>
                    <a:pt x="148920" y="5110"/>
                  </a:lnTo>
                  <a:lnTo>
                    <a:pt x="108284" y="19661"/>
                  </a:lnTo>
                  <a:lnTo>
                    <a:pt x="72417" y="42487"/>
                  </a:lnTo>
                  <a:lnTo>
                    <a:pt x="42487" y="72417"/>
                  </a:lnTo>
                  <a:lnTo>
                    <a:pt x="19661" y="108284"/>
                  </a:lnTo>
                  <a:lnTo>
                    <a:pt x="5110" y="148920"/>
                  </a:lnTo>
                  <a:lnTo>
                    <a:pt x="0" y="193156"/>
                  </a:lnTo>
                  <a:lnTo>
                    <a:pt x="0" y="1516550"/>
                  </a:lnTo>
                  <a:lnTo>
                    <a:pt x="4690" y="1521241"/>
                  </a:lnTo>
                  <a:lnTo>
                    <a:pt x="2627071" y="1521241"/>
                  </a:lnTo>
                  <a:lnTo>
                    <a:pt x="2631762" y="1516550"/>
                  </a:lnTo>
                  <a:lnTo>
                    <a:pt x="2631762" y="1510770"/>
                  </a:lnTo>
                  <a:lnTo>
                    <a:pt x="10470" y="1510770"/>
                  </a:lnTo>
                  <a:lnTo>
                    <a:pt x="10470" y="193156"/>
                  </a:lnTo>
                  <a:lnTo>
                    <a:pt x="17025" y="144735"/>
                  </a:lnTo>
                  <a:lnTo>
                    <a:pt x="35505" y="101136"/>
                  </a:lnTo>
                  <a:lnTo>
                    <a:pt x="64134" y="64134"/>
                  </a:lnTo>
                  <a:lnTo>
                    <a:pt x="101136" y="35505"/>
                  </a:lnTo>
                  <a:lnTo>
                    <a:pt x="144735" y="17025"/>
                  </a:lnTo>
                  <a:lnTo>
                    <a:pt x="193156" y="10470"/>
                  </a:lnTo>
                  <a:lnTo>
                    <a:pt x="2497808" y="10470"/>
                  </a:lnTo>
                  <a:lnTo>
                    <a:pt x="2482839" y="5110"/>
                  </a:lnTo>
                  <a:lnTo>
                    <a:pt x="2438606" y="0"/>
                  </a:lnTo>
                  <a:close/>
                </a:path>
                <a:path w="2632075" h="1521459">
                  <a:moveTo>
                    <a:pt x="2497808" y="10470"/>
                  </a:moveTo>
                  <a:lnTo>
                    <a:pt x="2438606" y="10470"/>
                  </a:lnTo>
                  <a:lnTo>
                    <a:pt x="2487027" y="17025"/>
                  </a:lnTo>
                  <a:lnTo>
                    <a:pt x="2530626" y="35505"/>
                  </a:lnTo>
                  <a:lnTo>
                    <a:pt x="2567628" y="64134"/>
                  </a:lnTo>
                  <a:lnTo>
                    <a:pt x="2596257" y="101136"/>
                  </a:lnTo>
                  <a:lnTo>
                    <a:pt x="2614737" y="144735"/>
                  </a:lnTo>
                  <a:lnTo>
                    <a:pt x="2621291" y="193156"/>
                  </a:lnTo>
                  <a:lnTo>
                    <a:pt x="2621291" y="1510770"/>
                  </a:lnTo>
                  <a:lnTo>
                    <a:pt x="2631762" y="1510770"/>
                  </a:lnTo>
                  <a:lnTo>
                    <a:pt x="2631762" y="193156"/>
                  </a:lnTo>
                  <a:lnTo>
                    <a:pt x="2626652" y="148920"/>
                  </a:lnTo>
                  <a:lnTo>
                    <a:pt x="2612099" y="108284"/>
                  </a:lnTo>
                  <a:lnTo>
                    <a:pt x="2589272" y="72417"/>
                  </a:lnTo>
                  <a:lnTo>
                    <a:pt x="2559341" y="42487"/>
                  </a:lnTo>
                  <a:lnTo>
                    <a:pt x="2523473" y="19661"/>
                  </a:lnTo>
                  <a:lnTo>
                    <a:pt x="2497808" y="1047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11102998" y="7947106"/>
            <a:ext cx="514984" cy="798195"/>
            <a:chOff x="11102998" y="7947106"/>
            <a:chExt cx="514984" cy="798195"/>
          </a:xfrm>
        </p:grpSpPr>
        <p:sp>
          <p:nvSpPr>
            <p:cNvPr id="38" name="object 38" descr=""/>
            <p:cNvSpPr/>
            <p:nvPr/>
          </p:nvSpPr>
          <p:spPr>
            <a:xfrm>
              <a:off x="11108439" y="7952335"/>
              <a:ext cx="504190" cy="788035"/>
            </a:xfrm>
            <a:custGeom>
              <a:avLst/>
              <a:gdLst/>
              <a:ahLst/>
              <a:cxnLst/>
              <a:rect l="l" t="t" r="r" b="b"/>
              <a:pathLst>
                <a:path w="504190" h="788034">
                  <a:moveTo>
                    <a:pt x="288137" y="0"/>
                  </a:moveTo>
                  <a:lnTo>
                    <a:pt x="285792" y="0"/>
                  </a:lnTo>
                  <a:lnTo>
                    <a:pt x="3287" y="21423"/>
                  </a:lnTo>
                  <a:lnTo>
                    <a:pt x="1696" y="22449"/>
                  </a:lnTo>
                  <a:lnTo>
                    <a:pt x="0" y="25569"/>
                  </a:lnTo>
                  <a:lnTo>
                    <a:pt x="0" y="27454"/>
                  </a:lnTo>
                  <a:lnTo>
                    <a:pt x="413579" y="786646"/>
                  </a:lnTo>
                  <a:lnTo>
                    <a:pt x="415348" y="787693"/>
                  </a:lnTo>
                  <a:lnTo>
                    <a:pt x="417264" y="787693"/>
                  </a:lnTo>
                  <a:lnTo>
                    <a:pt x="500099" y="787693"/>
                  </a:lnTo>
                  <a:lnTo>
                    <a:pt x="501639" y="786928"/>
                  </a:lnTo>
                  <a:lnTo>
                    <a:pt x="503618" y="784332"/>
                  </a:lnTo>
                  <a:lnTo>
                    <a:pt x="503942" y="782656"/>
                  </a:lnTo>
                  <a:lnTo>
                    <a:pt x="290221" y="1570"/>
                  </a:lnTo>
                  <a:lnTo>
                    <a:pt x="288137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1102998" y="7947106"/>
              <a:ext cx="514984" cy="798195"/>
            </a:xfrm>
            <a:custGeom>
              <a:avLst/>
              <a:gdLst/>
              <a:ahLst/>
              <a:cxnLst/>
              <a:rect l="l" t="t" r="r" b="b"/>
              <a:pathLst>
                <a:path w="514984" h="798195">
                  <a:moveTo>
                    <a:pt x="295917" y="0"/>
                  </a:moveTo>
                  <a:lnTo>
                    <a:pt x="291237" y="0"/>
                  </a:lnTo>
                  <a:lnTo>
                    <a:pt x="290441" y="31"/>
                  </a:lnTo>
                  <a:lnTo>
                    <a:pt x="6565" y="21570"/>
                  </a:lnTo>
                  <a:lnTo>
                    <a:pt x="3392" y="23611"/>
                  </a:lnTo>
                  <a:lnTo>
                    <a:pt x="0" y="29852"/>
                  </a:lnTo>
                  <a:lnTo>
                    <a:pt x="0" y="33632"/>
                  </a:lnTo>
                  <a:lnTo>
                    <a:pt x="415348" y="796059"/>
                  </a:lnTo>
                  <a:lnTo>
                    <a:pt x="418866" y="798153"/>
                  </a:lnTo>
                  <a:lnTo>
                    <a:pt x="507178" y="798153"/>
                  </a:lnTo>
                  <a:lnTo>
                    <a:pt x="510256" y="796635"/>
                  </a:lnTo>
                  <a:lnTo>
                    <a:pt x="514204" y="791441"/>
                  </a:lnTo>
                  <a:lnTo>
                    <a:pt x="514863" y="788070"/>
                  </a:lnTo>
                  <a:lnTo>
                    <a:pt x="514757" y="787682"/>
                  </a:lnTo>
                  <a:lnTo>
                    <a:pt x="422709" y="787682"/>
                  </a:lnTo>
                  <a:lnTo>
                    <a:pt x="10900" y="31737"/>
                  </a:lnTo>
                  <a:lnTo>
                    <a:pt x="291237" y="10470"/>
                  </a:lnTo>
                  <a:lnTo>
                    <a:pt x="302083" y="10470"/>
                  </a:lnTo>
                  <a:lnTo>
                    <a:pt x="300074" y="3130"/>
                  </a:lnTo>
                  <a:lnTo>
                    <a:pt x="295917" y="0"/>
                  </a:lnTo>
                  <a:close/>
                </a:path>
                <a:path w="514984" h="798195">
                  <a:moveTo>
                    <a:pt x="302083" y="10470"/>
                  </a:moveTo>
                  <a:lnTo>
                    <a:pt x="291237" y="10470"/>
                  </a:lnTo>
                  <a:lnTo>
                    <a:pt x="503911" y="787682"/>
                  </a:lnTo>
                  <a:lnTo>
                    <a:pt x="514757" y="787682"/>
                  </a:lnTo>
                  <a:lnTo>
                    <a:pt x="302083" y="1047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 descr=""/>
          <p:cNvGrpSpPr/>
          <p:nvPr/>
        </p:nvGrpSpPr>
        <p:grpSpPr>
          <a:xfrm>
            <a:off x="5894126" y="7947106"/>
            <a:ext cx="514984" cy="798195"/>
            <a:chOff x="5894126" y="7947106"/>
            <a:chExt cx="514984" cy="798195"/>
          </a:xfrm>
        </p:grpSpPr>
        <p:sp>
          <p:nvSpPr>
            <p:cNvPr id="41" name="object 41" descr=""/>
            <p:cNvSpPr/>
            <p:nvPr/>
          </p:nvSpPr>
          <p:spPr>
            <a:xfrm>
              <a:off x="5899611" y="7952335"/>
              <a:ext cx="504190" cy="788035"/>
            </a:xfrm>
            <a:custGeom>
              <a:avLst/>
              <a:gdLst/>
              <a:ahLst/>
              <a:cxnLst/>
              <a:rect l="l" t="t" r="r" b="b"/>
              <a:pathLst>
                <a:path w="504189" h="788034">
                  <a:moveTo>
                    <a:pt x="218150" y="0"/>
                  </a:moveTo>
                  <a:lnTo>
                    <a:pt x="215804" y="0"/>
                  </a:lnTo>
                  <a:lnTo>
                    <a:pt x="213721" y="1570"/>
                  </a:lnTo>
                  <a:lnTo>
                    <a:pt x="0" y="782656"/>
                  </a:lnTo>
                  <a:lnTo>
                    <a:pt x="324" y="784332"/>
                  </a:lnTo>
                  <a:lnTo>
                    <a:pt x="2303" y="786928"/>
                  </a:lnTo>
                  <a:lnTo>
                    <a:pt x="3842" y="787693"/>
                  </a:lnTo>
                  <a:lnTo>
                    <a:pt x="5476" y="787693"/>
                  </a:lnTo>
                  <a:lnTo>
                    <a:pt x="88583" y="787693"/>
                  </a:lnTo>
                  <a:lnTo>
                    <a:pt x="90353" y="786646"/>
                  </a:lnTo>
                  <a:lnTo>
                    <a:pt x="503932" y="27454"/>
                  </a:lnTo>
                  <a:lnTo>
                    <a:pt x="503932" y="25569"/>
                  </a:lnTo>
                  <a:lnTo>
                    <a:pt x="502236" y="22449"/>
                  </a:lnTo>
                  <a:lnTo>
                    <a:pt x="500654" y="21423"/>
                  </a:lnTo>
                  <a:lnTo>
                    <a:pt x="21815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894126" y="7947106"/>
              <a:ext cx="514984" cy="798195"/>
            </a:xfrm>
            <a:custGeom>
              <a:avLst/>
              <a:gdLst/>
              <a:ahLst/>
              <a:cxnLst/>
              <a:rect l="l" t="t" r="r" b="b"/>
              <a:pathLst>
                <a:path w="514985" h="798195">
                  <a:moveTo>
                    <a:pt x="223888" y="0"/>
                  </a:moveTo>
                  <a:lnTo>
                    <a:pt x="218946" y="0"/>
                  </a:lnTo>
                  <a:lnTo>
                    <a:pt x="214789" y="3130"/>
                  </a:lnTo>
                  <a:lnTo>
                    <a:pt x="0" y="788070"/>
                  </a:lnTo>
                  <a:lnTo>
                    <a:pt x="659" y="791441"/>
                  </a:lnTo>
                  <a:lnTo>
                    <a:pt x="4617" y="796635"/>
                  </a:lnTo>
                  <a:lnTo>
                    <a:pt x="7696" y="798153"/>
                  </a:lnTo>
                  <a:lnTo>
                    <a:pt x="95997" y="798153"/>
                  </a:lnTo>
                  <a:lnTo>
                    <a:pt x="99525" y="796059"/>
                  </a:lnTo>
                  <a:lnTo>
                    <a:pt x="104089" y="787682"/>
                  </a:lnTo>
                  <a:lnTo>
                    <a:pt x="10963" y="787682"/>
                  </a:lnTo>
                  <a:lnTo>
                    <a:pt x="223626" y="10470"/>
                  </a:lnTo>
                  <a:lnTo>
                    <a:pt x="361956" y="10470"/>
                  </a:lnTo>
                  <a:lnTo>
                    <a:pt x="223888" y="0"/>
                  </a:lnTo>
                  <a:close/>
                </a:path>
                <a:path w="514985" h="798195">
                  <a:moveTo>
                    <a:pt x="361956" y="10470"/>
                  </a:moveTo>
                  <a:lnTo>
                    <a:pt x="223626" y="10470"/>
                  </a:lnTo>
                  <a:lnTo>
                    <a:pt x="503974" y="31737"/>
                  </a:lnTo>
                  <a:lnTo>
                    <a:pt x="92164" y="787682"/>
                  </a:lnTo>
                  <a:lnTo>
                    <a:pt x="104089" y="787682"/>
                  </a:lnTo>
                  <a:lnTo>
                    <a:pt x="514863" y="33632"/>
                  </a:lnTo>
                  <a:lnTo>
                    <a:pt x="514863" y="29852"/>
                  </a:lnTo>
                  <a:lnTo>
                    <a:pt x="511471" y="23611"/>
                  </a:lnTo>
                  <a:lnTo>
                    <a:pt x="508309" y="21570"/>
                  </a:lnTo>
                  <a:lnTo>
                    <a:pt x="361956" y="1047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 descr=""/>
          <p:cNvGrpSpPr/>
          <p:nvPr/>
        </p:nvGrpSpPr>
        <p:grpSpPr>
          <a:xfrm>
            <a:off x="5485640" y="5966091"/>
            <a:ext cx="6582409" cy="3358515"/>
            <a:chOff x="5485640" y="5966091"/>
            <a:chExt cx="6582409" cy="3358515"/>
          </a:xfrm>
        </p:grpSpPr>
        <p:sp>
          <p:nvSpPr>
            <p:cNvPr id="44" name="object 44" descr=""/>
            <p:cNvSpPr/>
            <p:nvPr/>
          </p:nvSpPr>
          <p:spPr>
            <a:xfrm>
              <a:off x="6160470" y="5971326"/>
              <a:ext cx="2621915" cy="1511300"/>
            </a:xfrm>
            <a:custGeom>
              <a:avLst/>
              <a:gdLst/>
              <a:ahLst/>
              <a:cxnLst/>
              <a:rect l="l" t="t" r="r" b="b"/>
              <a:pathLst>
                <a:path w="2621915" h="1511300">
                  <a:moveTo>
                    <a:pt x="2433370" y="0"/>
                  </a:moveTo>
                  <a:lnTo>
                    <a:pt x="187910" y="0"/>
                  </a:lnTo>
                  <a:lnTo>
                    <a:pt x="138015" y="6724"/>
                  </a:lnTo>
                  <a:lnTo>
                    <a:pt x="93144" y="25693"/>
                  </a:lnTo>
                  <a:lnTo>
                    <a:pt x="55101" y="55103"/>
                  </a:lnTo>
                  <a:lnTo>
                    <a:pt x="25693" y="93147"/>
                  </a:lnTo>
                  <a:lnTo>
                    <a:pt x="6724" y="138021"/>
                  </a:lnTo>
                  <a:lnTo>
                    <a:pt x="0" y="187920"/>
                  </a:lnTo>
                  <a:lnTo>
                    <a:pt x="0" y="1508425"/>
                  </a:lnTo>
                  <a:lnTo>
                    <a:pt x="2345" y="1510770"/>
                  </a:lnTo>
                  <a:lnTo>
                    <a:pt x="5235" y="1510770"/>
                  </a:lnTo>
                  <a:lnTo>
                    <a:pt x="2618946" y="1510770"/>
                  </a:lnTo>
                  <a:lnTo>
                    <a:pt x="2621291" y="1508425"/>
                  </a:lnTo>
                  <a:lnTo>
                    <a:pt x="2621291" y="187920"/>
                  </a:lnTo>
                  <a:lnTo>
                    <a:pt x="2614567" y="138021"/>
                  </a:lnTo>
                  <a:lnTo>
                    <a:pt x="2595598" y="93147"/>
                  </a:lnTo>
                  <a:lnTo>
                    <a:pt x="2566188" y="55103"/>
                  </a:lnTo>
                  <a:lnTo>
                    <a:pt x="2528144" y="25693"/>
                  </a:lnTo>
                  <a:lnTo>
                    <a:pt x="2483270" y="6724"/>
                  </a:lnTo>
                  <a:lnTo>
                    <a:pt x="2433370" y="0"/>
                  </a:lnTo>
                  <a:close/>
                </a:path>
              </a:pathLst>
            </a:custGeom>
            <a:solidFill>
              <a:srgbClr val="7EC5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85640" y="5966091"/>
              <a:ext cx="6582367" cy="3358342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14517" y="2258887"/>
            <a:ext cx="17837150" cy="7771765"/>
            <a:chOff x="814517" y="2258887"/>
            <a:chExt cx="17837150" cy="7771765"/>
          </a:xfrm>
        </p:grpSpPr>
        <p:sp>
          <p:nvSpPr>
            <p:cNvPr id="3" name="object 3" descr=""/>
            <p:cNvSpPr/>
            <p:nvPr/>
          </p:nvSpPr>
          <p:spPr>
            <a:xfrm>
              <a:off x="837756" y="6535594"/>
              <a:ext cx="17769840" cy="3486785"/>
            </a:xfrm>
            <a:custGeom>
              <a:avLst/>
              <a:gdLst/>
              <a:ahLst/>
              <a:cxnLst/>
              <a:rect l="l" t="t" r="r" b="b"/>
              <a:pathLst>
                <a:path w="17769840" h="3486784">
                  <a:moveTo>
                    <a:pt x="15649952" y="0"/>
                  </a:moveTo>
                  <a:lnTo>
                    <a:pt x="2119684" y="0"/>
                  </a:lnTo>
                  <a:lnTo>
                    <a:pt x="2071701" y="532"/>
                  </a:lnTo>
                  <a:lnTo>
                    <a:pt x="2023979" y="2122"/>
                  </a:lnTo>
                  <a:lnTo>
                    <a:pt x="1976528" y="4757"/>
                  </a:lnTo>
                  <a:lnTo>
                    <a:pt x="1929362" y="8428"/>
                  </a:lnTo>
                  <a:lnTo>
                    <a:pt x="1882489" y="13122"/>
                  </a:lnTo>
                  <a:lnTo>
                    <a:pt x="1835922" y="18829"/>
                  </a:lnTo>
                  <a:lnTo>
                    <a:pt x="1789672" y="25537"/>
                  </a:lnTo>
                  <a:lnTo>
                    <a:pt x="1743750" y="33235"/>
                  </a:lnTo>
                  <a:lnTo>
                    <a:pt x="1698168" y="41911"/>
                  </a:lnTo>
                  <a:lnTo>
                    <a:pt x="1652936" y="51555"/>
                  </a:lnTo>
                  <a:lnTo>
                    <a:pt x="1608065" y="62156"/>
                  </a:lnTo>
                  <a:lnTo>
                    <a:pt x="1563568" y="73702"/>
                  </a:lnTo>
                  <a:lnTo>
                    <a:pt x="1519455" y="86181"/>
                  </a:lnTo>
                  <a:lnTo>
                    <a:pt x="1475737" y="99583"/>
                  </a:lnTo>
                  <a:lnTo>
                    <a:pt x="1432426" y="113897"/>
                  </a:lnTo>
                  <a:lnTo>
                    <a:pt x="1389532" y="129111"/>
                  </a:lnTo>
                  <a:lnTo>
                    <a:pt x="1347068" y="145214"/>
                  </a:lnTo>
                  <a:lnTo>
                    <a:pt x="1305044" y="162194"/>
                  </a:lnTo>
                  <a:lnTo>
                    <a:pt x="1263472" y="180042"/>
                  </a:lnTo>
                  <a:lnTo>
                    <a:pt x="1222362" y="198744"/>
                  </a:lnTo>
                  <a:lnTo>
                    <a:pt x="1181726" y="218291"/>
                  </a:lnTo>
                  <a:lnTo>
                    <a:pt x="1141575" y="238671"/>
                  </a:lnTo>
                  <a:lnTo>
                    <a:pt x="1101921" y="259872"/>
                  </a:lnTo>
                  <a:lnTo>
                    <a:pt x="1062774" y="281884"/>
                  </a:lnTo>
                  <a:lnTo>
                    <a:pt x="1024146" y="304695"/>
                  </a:lnTo>
                  <a:lnTo>
                    <a:pt x="986048" y="328295"/>
                  </a:lnTo>
                  <a:lnTo>
                    <a:pt x="948491" y="352671"/>
                  </a:lnTo>
                  <a:lnTo>
                    <a:pt x="911487" y="377812"/>
                  </a:lnTo>
                  <a:lnTo>
                    <a:pt x="875047" y="403708"/>
                  </a:lnTo>
                  <a:lnTo>
                    <a:pt x="839181" y="430348"/>
                  </a:lnTo>
                  <a:lnTo>
                    <a:pt x="803901" y="457719"/>
                  </a:lnTo>
                  <a:lnTo>
                    <a:pt x="769219" y="485811"/>
                  </a:lnTo>
                  <a:lnTo>
                    <a:pt x="735145" y="514612"/>
                  </a:lnTo>
                  <a:lnTo>
                    <a:pt x="701692" y="544112"/>
                  </a:lnTo>
                  <a:lnTo>
                    <a:pt x="668869" y="574299"/>
                  </a:lnTo>
                  <a:lnTo>
                    <a:pt x="636688" y="605162"/>
                  </a:lnTo>
                  <a:lnTo>
                    <a:pt x="605161" y="636689"/>
                  </a:lnTo>
                  <a:lnTo>
                    <a:pt x="574298" y="668870"/>
                  </a:lnTo>
                  <a:lnTo>
                    <a:pt x="544111" y="701693"/>
                  </a:lnTo>
                  <a:lnTo>
                    <a:pt x="514611" y="735147"/>
                  </a:lnTo>
                  <a:lnTo>
                    <a:pt x="485810" y="769221"/>
                  </a:lnTo>
                  <a:lnTo>
                    <a:pt x="457718" y="803903"/>
                  </a:lnTo>
                  <a:lnTo>
                    <a:pt x="430347" y="839183"/>
                  </a:lnTo>
                  <a:lnTo>
                    <a:pt x="403708" y="875049"/>
                  </a:lnTo>
                  <a:lnTo>
                    <a:pt x="377812" y="911490"/>
                  </a:lnTo>
                  <a:lnTo>
                    <a:pt x="352670" y="948494"/>
                  </a:lnTo>
                  <a:lnTo>
                    <a:pt x="328294" y="986051"/>
                  </a:lnTo>
                  <a:lnTo>
                    <a:pt x="304695" y="1024149"/>
                  </a:lnTo>
                  <a:lnTo>
                    <a:pt x="281884" y="1062777"/>
                  </a:lnTo>
                  <a:lnTo>
                    <a:pt x="259872" y="1101924"/>
                  </a:lnTo>
                  <a:lnTo>
                    <a:pt x="238671" y="1141579"/>
                  </a:lnTo>
                  <a:lnTo>
                    <a:pt x="218291" y="1181730"/>
                  </a:lnTo>
                  <a:lnTo>
                    <a:pt x="198744" y="1222366"/>
                  </a:lnTo>
                  <a:lnTo>
                    <a:pt x="180041" y="1263476"/>
                  </a:lnTo>
                  <a:lnTo>
                    <a:pt x="162194" y="1305049"/>
                  </a:lnTo>
                  <a:lnTo>
                    <a:pt x="145214" y="1347073"/>
                  </a:lnTo>
                  <a:lnTo>
                    <a:pt x="129111" y="1389537"/>
                  </a:lnTo>
                  <a:lnTo>
                    <a:pt x="113897" y="1432431"/>
                  </a:lnTo>
                  <a:lnTo>
                    <a:pt x="99583" y="1475743"/>
                  </a:lnTo>
                  <a:lnTo>
                    <a:pt x="86181" y="1519461"/>
                  </a:lnTo>
                  <a:lnTo>
                    <a:pt x="73702" y="1563574"/>
                  </a:lnTo>
                  <a:lnTo>
                    <a:pt x="62156" y="1608072"/>
                  </a:lnTo>
                  <a:lnTo>
                    <a:pt x="51555" y="1652942"/>
                  </a:lnTo>
                  <a:lnTo>
                    <a:pt x="41911" y="1698175"/>
                  </a:lnTo>
                  <a:lnTo>
                    <a:pt x="33235" y="1743758"/>
                  </a:lnTo>
                  <a:lnTo>
                    <a:pt x="25537" y="1789680"/>
                  </a:lnTo>
                  <a:lnTo>
                    <a:pt x="18829" y="1835930"/>
                  </a:lnTo>
                  <a:lnTo>
                    <a:pt x="13122" y="1882497"/>
                  </a:lnTo>
                  <a:lnTo>
                    <a:pt x="8428" y="1929370"/>
                  </a:lnTo>
                  <a:lnTo>
                    <a:pt x="4757" y="1976538"/>
                  </a:lnTo>
                  <a:lnTo>
                    <a:pt x="2122" y="2023988"/>
                  </a:lnTo>
                  <a:lnTo>
                    <a:pt x="532" y="2071711"/>
                  </a:lnTo>
                  <a:lnTo>
                    <a:pt x="0" y="2119694"/>
                  </a:lnTo>
                  <a:lnTo>
                    <a:pt x="0" y="3486501"/>
                  </a:lnTo>
                  <a:lnTo>
                    <a:pt x="17769636" y="3486501"/>
                  </a:lnTo>
                  <a:lnTo>
                    <a:pt x="17769636" y="2119684"/>
                  </a:lnTo>
                  <a:lnTo>
                    <a:pt x="17769104" y="2071701"/>
                  </a:lnTo>
                  <a:lnTo>
                    <a:pt x="17767514" y="2023979"/>
                  </a:lnTo>
                  <a:lnTo>
                    <a:pt x="17764879" y="1976528"/>
                  </a:lnTo>
                  <a:lnTo>
                    <a:pt x="17761208" y="1929362"/>
                  </a:lnTo>
                  <a:lnTo>
                    <a:pt x="17756514" y="1882489"/>
                  </a:lnTo>
                  <a:lnTo>
                    <a:pt x="17750807" y="1835922"/>
                  </a:lnTo>
                  <a:lnTo>
                    <a:pt x="17744099" y="1789672"/>
                  </a:lnTo>
                  <a:lnTo>
                    <a:pt x="17736401" y="1743750"/>
                  </a:lnTo>
                  <a:lnTo>
                    <a:pt x="17727725" y="1698168"/>
                  </a:lnTo>
                  <a:lnTo>
                    <a:pt x="17718081" y="1652936"/>
                  </a:lnTo>
                  <a:lnTo>
                    <a:pt x="17707480" y="1608065"/>
                  </a:lnTo>
                  <a:lnTo>
                    <a:pt x="17695934" y="1563568"/>
                  </a:lnTo>
                  <a:lnTo>
                    <a:pt x="17683455" y="1519455"/>
                  </a:lnTo>
                  <a:lnTo>
                    <a:pt x="17670053" y="1475737"/>
                  </a:lnTo>
                  <a:lnTo>
                    <a:pt x="17655739" y="1432426"/>
                  </a:lnTo>
                  <a:lnTo>
                    <a:pt x="17640525" y="1389532"/>
                  </a:lnTo>
                  <a:lnTo>
                    <a:pt x="17624422" y="1347068"/>
                  </a:lnTo>
                  <a:lnTo>
                    <a:pt x="17607442" y="1305044"/>
                  </a:lnTo>
                  <a:lnTo>
                    <a:pt x="17589594" y="1263472"/>
                  </a:lnTo>
                  <a:lnTo>
                    <a:pt x="17570892" y="1222362"/>
                  </a:lnTo>
                  <a:lnTo>
                    <a:pt x="17551345" y="1181726"/>
                  </a:lnTo>
                  <a:lnTo>
                    <a:pt x="17530965" y="1141575"/>
                  </a:lnTo>
                  <a:lnTo>
                    <a:pt x="17509764" y="1101921"/>
                  </a:lnTo>
                  <a:lnTo>
                    <a:pt x="17487752" y="1062774"/>
                  </a:lnTo>
                  <a:lnTo>
                    <a:pt x="17464941" y="1024146"/>
                  </a:lnTo>
                  <a:lnTo>
                    <a:pt x="17441342" y="986048"/>
                  </a:lnTo>
                  <a:lnTo>
                    <a:pt x="17416966" y="948491"/>
                  </a:lnTo>
                  <a:lnTo>
                    <a:pt x="17391824" y="911487"/>
                  </a:lnTo>
                  <a:lnTo>
                    <a:pt x="17365928" y="875047"/>
                  </a:lnTo>
                  <a:lnTo>
                    <a:pt x="17339289" y="839181"/>
                  </a:lnTo>
                  <a:lnTo>
                    <a:pt x="17311918" y="803901"/>
                  </a:lnTo>
                  <a:lnTo>
                    <a:pt x="17283826" y="769219"/>
                  </a:lnTo>
                  <a:lnTo>
                    <a:pt x="17255025" y="735145"/>
                  </a:lnTo>
                  <a:lnTo>
                    <a:pt x="17225525" y="701692"/>
                  </a:lnTo>
                  <a:lnTo>
                    <a:pt x="17195338" y="668869"/>
                  </a:lnTo>
                  <a:lnTo>
                    <a:pt x="17164475" y="636688"/>
                  </a:lnTo>
                  <a:lnTo>
                    <a:pt x="17132948" y="605161"/>
                  </a:lnTo>
                  <a:lnTo>
                    <a:pt x="17100767" y="574298"/>
                  </a:lnTo>
                  <a:lnTo>
                    <a:pt x="17067944" y="544111"/>
                  </a:lnTo>
                  <a:lnTo>
                    <a:pt x="17034491" y="514611"/>
                  </a:lnTo>
                  <a:lnTo>
                    <a:pt x="17000417" y="485810"/>
                  </a:lnTo>
                  <a:lnTo>
                    <a:pt x="16965735" y="457718"/>
                  </a:lnTo>
                  <a:lnTo>
                    <a:pt x="16930455" y="430347"/>
                  </a:lnTo>
                  <a:lnTo>
                    <a:pt x="16894589" y="403708"/>
                  </a:lnTo>
                  <a:lnTo>
                    <a:pt x="16858149" y="377812"/>
                  </a:lnTo>
                  <a:lnTo>
                    <a:pt x="16821144" y="352670"/>
                  </a:lnTo>
                  <a:lnTo>
                    <a:pt x="16783588" y="328294"/>
                  </a:lnTo>
                  <a:lnTo>
                    <a:pt x="16745490" y="304695"/>
                  </a:lnTo>
                  <a:lnTo>
                    <a:pt x="16706862" y="281884"/>
                  </a:lnTo>
                  <a:lnTo>
                    <a:pt x="16667715" y="259872"/>
                  </a:lnTo>
                  <a:lnTo>
                    <a:pt x="16628061" y="238671"/>
                  </a:lnTo>
                  <a:lnTo>
                    <a:pt x="16587910" y="218291"/>
                  </a:lnTo>
                  <a:lnTo>
                    <a:pt x="16547274" y="198744"/>
                  </a:lnTo>
                  <a:lnTo>
                    <a:pt x="16506164" y="180041"/>
                  </a:lnTo>
                  <a:lnTo>
                    <a:pt x="16464592" y="162194"/>
                  </a:lnTo>
                  <a:lnTo>
                    <a:pt x="16422568" y="145214"/>
                  </a:lnTo>
                  <a:lnTo>
                    <a:pt x="16380103" y="129111"/>
                  </a:lnTo>
                  <a:lnTo>
                    <a:pt x="16337210" y="113897"/>
                  </a:lnTo>
                  <a:lnTo>
                    <a:pt x="16293899" y="99583"/>
                  </a:lnTo>
                  <a:lnTo>
                    <a:pt x="16250181" y="86181"/>
                  </a:lnTo>
                  <a:lnTo>
                    <a:pt x="16206068" y="73702"/>
                  </a:lnTo>
                  <a:lnTo>
                    <a:pt x="16161571" y="62156"/>
                  </a:lnTo>
                  <a:lnTo>
                    <a:pt x="16116700" y="51555"/>
                  </a:lnTo>
                  <a:lnTo>
                    <a:pt x="16071468" y="41911"/>
                  </a:lnTo>
                  <a:lnTo>
                    <a:pt x="16025886" y="33235"/>
                  </a:lnTo>
                  <a:lnTo>
                    <a:pt x="15979964" y="25537"/>
                  </a:lnTo>
                  <a:lnTo>
                    <a:pt x="15933714" y="18829"/>
                  </a:lnTo>
                  <a:lnTo>
                    <a:pt x="15887147" y="13122"/>
                  </a:lnTo>
                  <a:lnTo>
                    <a:pt x="15840274" y="8428"/>
                  </a:lnTo>
                  <a:lnTo>
                    <a:pt x="15793107" y="4757"/>
                  </a:lnTo>
                  <a:lnTo>
                    <a:pt x="15745657" y="2122"/>
                  </a:lnTo>
                  <a:lnTo>
                    <a:pt x="15697935" y="532"/>
                  </a:lnTo>
                  <a:lnTo>
                    <a:pt x="15649952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22967" y="6535596"/>
              <a:ext cx="742950" cy="1743710"/>
            </a:xfrm>
            <a:custGeom>
              <a:avLst/>
              <a:gdLst/>
              <a:ahLst/>
              <a:cxnLst/>
              <a:rect l="l" t="t" r="r" b="b"/>
              <a:pathLst>
                <a:path w="742950" h="1743709">
                  <a:moveTo>
                    <a:pt x="742500" y="0"/>
                  </a:moveTo>
                  <a:lnTo>
                    <a:pt x="742500" y="1743245"/>
                  </a:lnTo>
                  <a:lnTo>
                    <a:pt x="0" y="1743245"/>
                  </a:lnTo>
                </a:path>
              </a:pathLst>
            </a:custGeom>
            <a:ln w="16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22969" y="6535602"/>
              <a:ext cx="17077690" cy="3486785"/>
            </a:xfrm>
            <a:custGeom>
              <a:avLst/>
              <a:gdLst/>
              <a:ahLst/>
              <a:cxnLst/>
              <a:rect l="l" t="t" r="r" b="b"/>
              <a:pathLst>
                <a:path w="17077690" h="3486784">
                  <a:moveTo>
                    <a:pt x="742500" y="3486490"/>
                  </a:moveTo>
                  <a:lnTo>
                    <a:pt x="0" y="3486490"/>
                  </a:lnTo>
                  <a:lnTo>
                    <a:pt x="0" y="1743245"/>
                  </a:lnTo>
                  <a:lnTo>
                    <a:pt x="742500" y="1743245"/>
                  </a:lnTo>
                  <a:lnTo>
                    <a:pt x="742500" y="3486490"/>
                  </a:lnTo>
                  <a:close/>
                </a:path>
                <a:path w="17077690" h="3486784">
                  <a:moveTo>
                    <a:pt x="1485001" y="1743245"/>
                  </a:moveTo>
                  <a:lnTo>
                    <a:pt x="742500" y="1743245"/>
                  </a:lnTo>
                  <a:lnTo>
                    <a:pt x="742500" y="0"/>
                  </a:lnTo>
                  <a:lnTo>
                    <a:pt x="1485001" y="0"/>
                  </a:lnTo>
                  <a:lnTo>
                    <a:pt x="1485001" y="1743245"/>
                  </a:lnTo>
                  <a:close/>
                </a:path>
                <a:path w="17077690" h="3486784">
                  <a:moveTo>
                    <a:pt x="1485001" y="3486490"/>
                  </a:moveTo>
                  <a:lnTo>
                    <a:pt x="742500" y="3486490"/>
                  </a:lnTo>
                  <a:lnTo>
                    <a:pt x="742500" y="1743245"/>
                  </a:lnTo>
                  <a:lnTo>
                    <a:pt x="1485001" y="1743245"/>
                  </a:lnTo>
                  <a:lnTo>
                    <a:pt x="1485001" y="3486490"/>
                  </a:lnTo>
                  <a:close/>
                </a:path>
                <a:path w="17077690" h="3486784">
                  <a:moveTo>
                    <a:pt x="2227502" y="1743245"/>
                  </a:moveTo>
                  <a:lnTo>
                    <a:pt x="1485001" y="1743245"/>
                  </a:lnTo>
                  <a:lnTo>
                    <a:pt x="1485001" y="0"/>
                  </a:lnTo>
                  <a:lnTo>
                    <a:pt x="2227502" y="0"/>
                  </a:lnTo>
                  <a:lnTo>
                    <a:pt x="2227502" y="1743245"/>
                  </a:lnTo>
                  <a:close/>
                </a:path>
                <a:path w="17077690" h="3486784">
                  <a:moveTo>
                    <a:pt x="2227502" y="3486490"/>
                  </a:moveTo>
                  <a:lnTo>
                    <a:pt x="1485001" y="3486490"/>
                  </a:lnTo>
                  <a:lnTo>
                    <a:pt x="1485001" y="1743245"/>
                  </a:lnTo>
                  <a:lnTo>
                    <a:pt x="2227502" y="1743245"/>
                  </a:lnTo>
                  <a:lnTo>
                    <a:pt x="2227502" y="3486490"/>
                  </a:lnTo>
                  <a:close/>
                </a:path>
                <a:path w="17077690" h="3486784">
                  <a:moveTo>
                    <a:pt x="2970003" y="1743245"/>
                  </a:moveTo>
                  <a:lnTo>
                    <a:pt x="2227502" y="1743245"/>
                  </a:lnTo>
                  <a:lnTo>
                    <a:pt x="2227502" y="0"/>
                  </a:lnTo>
                  <a:lnTo>
                    <a:pt x="2970003" y="0"/>
                  </a:lnTo>
                  <a:lnTo>
                    <a:pt x="2970003" y="1743245"/>
                  </a:lnTo>
                  <a:close/>
                </a:path>
                <a:path w="17077690" h="3486784">
                  <a:moveTo>
                    <a:pt x="2970003" y="3486490"/>
                  </a:moveTo>
                  <a:lnTo>
                    <a:pt x="2227502" y="3486490"/>
                  </a:lnTo>
                  <a:lnTo>
                    <a:pt x="2227502" y="1743245"/>
                  </a:lnTo>
                  <a:lnTo>
                    <a:pt x="2970003" y="1743245"/>
                  </a:lnTo>
                  <a:lnTo>
                    <a:pt x="2970003" y="3486490"/>
                  </a:lnTo>
                  <a:close/>
                </a:path>
                <a:path w="17077690" h="3486784">
                  <a:moveTo>
                    <a:pt x="3712504" y="1743245"/>
                  </a:moveTo>
                  <a:lnTo>
                    <a:pt x="2970003" y="1743245"/>
                  </a:lnTo>
                  <a:lnTo>
                    <a:pt x="2970003" y="0"/>
                  </a:lnTo>
                  <a:lnTo>
                    <a:pt x="3712504" y="0"/>
                  </a:lnTo>
                  <a:lnTo>
                    <a:pt x="3712504" y="1743245"/>
                  </a:lnTo>
                  <a:close/>
                </a:path>
                <a:path w="17077690" h="3486784">
                  <a:moveTo>
                    <a:pt x="3712504" y="3486490"/>
                  </a:moveTo>
                  <a:lnTo>
                    <a:pt x="2970003" y="3486490"/>
                  </a:lnTo>
                  <a:lnTo>
                    <a:pt x="2970003" y="1743245"/>
                  </a:lnTo>
                  <a:lnTo>
                    <a:pt x="3712504" y="1743245"/>
                  </a:lnTo>
                  <a:lnTo>
                    <a:pt x="3712504" y="3486490"/>
                  </a:lnTo>
                  <a:close/>
                </a:path>
                <a:path w="17077690" h="3486784">
                  <a:moveTo>
                    <a:pt x="4455005" y="1743245"/>
                  </a:moveTo>
                  <a:lnTo>
                    <a:pt x="3712504" y="1743245"/>
                  </a:lnTo>
                  <a:lnTo>
                    <a:pt x="3712504" y="0"/>
                  </a:lnTo>
                  <a:lnTo>
                    <a:pt x="4455005" y="0"/>
                  </a:lnTo>
                  <a:lnTo>
                    <a:pt x="4455005" y="1743245"/>
                  </a:lnTo>
                  <a:close/>
                </a:path>
                <a:path w="17077690" h="3486784">
                  <a:moveTo>
                    <a:pt x="4455005" y="3486490"/>
                  </a:moveTo>
                  <a:lnTo>
                    <a:pt x="3712504" y="3486490"/>
                  </a:lnTo>
                  <a:lnTo>
                    <a:pt x="3712504" y="1743245"/>
                  </a:lnTo>
                  <a:lnTo>
                    <a:pt x="4455005" y="1743245"/>
                  </a:lnTo>
                  <a:lnTo>
                    <a:pt x="4455005" y="3486490"/>
                  </a:lnTo>
                  <a:close/>
                </a:path>
                <a:path w="17077690" h="3486784">
                  <a:moveTo>
                    <a:pt x="5197496" y="1743245"/>
                  </a:moveTo>
                  <a:lnTo>
                    <a:pt x="4454995" y="1743245"/>
                  </a:lnTo>
                  <a:lnTo>
                    <a:pt x="4454995" y="0"/>
                  </a:lnTo>
                  <a:lnTo>
                    <a:pt x="5197496" y="0"/>
                  </a:lnTo>
                  <a:lnTo>
                    <a:pt x="5197496" y="1743245"/>
                  </a:lnTo>
                  <a:close/>
                </a:path>
                <a:path w="17077690" h="3486784">
                  <a:moveTo>
                    <a:pt x="5197496" y="3486490"/>
                  </a:moveTo>
                  <a:lnTo>
                    <a:pt x="4454995" y="3486490"/>
                  </a:lnTo>
                  <a:lnTo>
                    <a:pt x="4454995" y="1743245"/>
                  </a:lnTo>
                  <a:lnTo>
                    <a:pt x="5197496" y="1743245"/>
                  </a:lnTo>
                  <a:lnTo>
                    <a:pt x="5197496" y="3486490"/>
                  </a:lnTo>
                  <a:close/>
                </a:path>
                <a:path w="17077690" h="3486784">
                  <a:moveTo>
                    <a:pt x="5939997" y="1743245"/>
                  </a:moveTo>
                  <a:lnTo>
                    <a:pt x="5197496" y="1743245"/>
                  </a:lnTo>
                  <a:lnTo>
                    <a:pt x="5197496" y="0"/>
                  </a:lnTo>
                  <a:lnTo>
                    <a:pt x="5939997" y="0"/>
                  </a:lnTo>
                  <a:lnTo>
                    <a:pt x="5939997" y="1743245"/>
                  </a:lnTo>
                  <a:close/>
                </a:path>
                <a:path w="17077690" h="3486784">
                  <a:moveTo>
                    <a:pt x="5939997" y="3486490"/>
                  </a:moveTo>
                  <a:lnTo>
                    <a:pt x="5197496" y="3486490"/>
                  </a:lnTo>
                  <a:lnTo>
                    <a:pt x="5197496" y="1743245"/>
                  </a:lnTo>
                  <a:lnTo>
                    <a:pt x="5939997" y="1743245"/>
                  </a:lnTo>
                  <a:lnTo>
                    <a:pt x="5939997" y="3486490"/>
                  </a:lnTo>
                  <a:close/>
                </a:path>
                <a:path w="17077690" h="3486784">
                  <a:moveTo>
                    <a:pt x="6682498" y="1743245"/>
                  </a:moveTo>
                  <a:lnTo>
                    <a:pt x="5939997" y="1743245"/>
                  </a:lnTo>
                  <a:lnTo>
                    <a:pt x="5939997" y="0"/>
                  </a:lnTo>
                  <a:lnTo>
                    <a:pt x="6682498" y="0"/>
                  </a:lnTo>
                  <a:lnTo>
                    <a:pt x="6682498" y="1743245"/>
                  </a:lnTo>
                  <a:close/>
                </a:path>
                <a:path w="17077690" h="3486784">
                  <a:moveTo>
                    <a:pt x="6682498" y="3486490"/>
                  </a:moveTo>
                  <a:lnTo>
                    <a:pt x="5939997" y="3486490"/>
                  </a:lnTo>
                  <a:lnTo>
                    <a:pt x="5939997" y="1743245"/>
                  </a:lnTo>
                  <a:lnTo>
                    <a:pt x="6682498" y="1743245"/>
                  </a:lnTo>
                  <a:lnTo>
                    <a:pt x="6682498" y="3486490"/>
                  </a:lnTo>
                  <a:close/>
                </a:path>
                <a:path w="17077690" h="3486784">
                  <a:moveTo>
                    <a:pt x="7424999" y="1743245"/>
                  </a:moveTo>
                  <a:lnTo>
                    <a:pt x="6682498" y="1743245"/>
                  </a:lnTo>
                  <a:lnTo>
                    <a:pt x="6682498" y="0"/>
                  </a:lnTo>
                  <a:lnTo>
                    <a:pt x="7424999" y="0"/>
                  </a:lnTo>
                  <a:lnTo>
                    <a:pt x="7424999" y="1743245"/>
                  </a:lnTo>
                  <a:close/>
                </a:path>
                <a:path w="17077690" h="3486784">
                  <a:moveTo>
                    <a:pt x="7424999" y="3486490"/>
                  </a:moveTo>
                  <a:lnTo>
                    <a:pt x="6682498" y="3486490"/>
                  </a:lnTo>
                  <a:lnTo>
                    <a:pt x="6682498" y="1743245"/>
                  </a:lnTo>
                  <a:lnTo>
                    <a:pt x="7424999" y="1743245"/>
                  </a:lnTo>
                  <a:lnTo>
                    <a:pt x="7424999" y="3486490"/>
                  </a:lnTo>
                  <a:close/>
                </a:path>
                <a:path w="17077690" h="3486784">
                  <a:moveTo>
                    <a:pt x="8167500" y="1743245"/>
                  </a:moveTo>
                  <a:lnTo>
                    <a:pt x="7424999" y="1743245"/>
                  </a:lnTo>
                  <a:lnTo>
                    <a:pt x="7424999" y="0"/>
                  </a:lnTo>
                  <a:lnTo>
                    <a:pt x="8167500" y="0"/>
                  </a:lnTo>
                  <a:lnTo>
                    <a:pt x="8167500" y="1743245"/>
                  </a:lnTo>
                  <a:close/>
                </a:path>
                <a:path w="17077690" h="3486784">
                  <a:moveTo>
                    <a:pt x="8167500" y="3486490"/>
                  </a:moveTo>
                  <a:lnTo>
                    <a:pt x="7424999" y="3486490"/>
                  </a:lnTo>
                  <a:lnTo>
                    <a:pt x="7424999" y="1743245"/>
                  </a:lnTo>
                  <a:lnTo>
                    <a:pt x="8167500" y="1743245"/>
                  </a:lnTo>
                  <a:lnTo>
                    <a:pt x="8167500" y="3486490"/>
                  </a:lnTo>
                  <a:close/>
                </a:path>
                <a:path w="17077690" h="3486784">
                  <a:moveTo>
                    <a:pt x="8910000" y="1743245"/>
                  </a:moveTo>
                  <a:lnTo>
                    <a:pt x="8167500" y="1743245"/>
                  </a:lnTo>
                  <a:lnTo>
                    <a:pt x="8167500" y="0"/>
                  </a:lnTo>
                  <a:lnTo>
                    <a:pt x="8910000" y="0"/>
                  </a:lnTo>
                  <a:lnTo>
                    <a:pt x="8910000" y="1743245"/>
                  </a:lnTo>
                  <a:close/>
                </a:path>
                <a:path w="17077690" h="3486784">
                  <a:moveTo>
                    <a:pt x="8910000" y="3486490"/>
                  </a:moveTo>
                  <a:lnTo>
                    <a:pt x="8167500" y="3486490"/>
                  </a:lnTo>
                  <a:lnTo>
                    <a:pt x="8167500" y="1743245"/>
                  </a:lnTo>
                  <a:lnTo>
                    <a:pt x="8910000" y="1743245"/>
                  </a:lnTo>
                  <a:lnTo>
                    <a:pt x="8910000" y="3486490"/>
                  </a:lnTo>
                  <a:close/>
                </a:path>
                <a:path w="17077690" h="3486784">
                  <a:moveTo>
                    <a:pt x="9652501" y="1743245"/>
                  </a:moveTo>
                  <a:lnTo>
                    <a:pt x="8910000" y="1743245"/>
                  </a:lnTo>
                  <a:lnTo>
                    <a:pt x="8910000" y="0"/>
                  </a:lnTo>
                  <a:lnTo>
                    <a:pt x="9652501" y="0"/>
                  </a:lnTo>
                  <a:lnTo>
                    <a:pt x="9652501" y="1743245"/>
                  </a:lnTo>
                  <a:close/>
                </a:path>
                <a:path w="17077690" h="3486784">
                  <a:moveTo>
                    <a:pt x="9652501" y="3486490"/>
                  </a:moveTo>
                  <a:lnTo>
                    <a:pt x="8910000" y="3486490"/>
                  </a:lnTo>
                  <a:lnTo>
                    <a:pt x="8910000" y="1743245"/>
                  </a:lnTo>
                  <a:lnTo>
                    <a:pt x="9652501" y="1743245"/>
                  </a:lnTo>
                  <a:lnTo>
                    <a:pt x="9652501" y="3486490"/>
                  </a:lnTo>
                  <a:close/>
                </a:path>
                <a:path w="17077690" h="3486784">
                  <a:moveTo>
                    <a:pt x="10395002" y="1743245"/>
                  </a:moveTo>
                  <a:lnTo>
                    <a:pt x="9652501" y="1743245"/>
                  </a:lnTo>
                  <a:lnTo>
                    <a:pt x="9652501" y="0"/>
                  </a:lnTo>
                  <a:lnTo>
                    <a:pt x="10395002" y="0"/>
                  </a:lnTo>
                  <a:lnTo>
                    <a:pt x="10395002" y="1743245"/>
                  </a:lnTo>
                  <a:close/>
                </a:path>
                <a:path w="17077690" h="3486784">
                  <a:moveTo>
                    <a:pt x="10395002" y="3486490"/>
                  </a:moveTo>
                  <a:lnTo>
                    <a:pt x="9652501" y="3486490"/>
                  </a:lnTo>
                  <a:lnTo>
                    <a:pt x="9652501" y="1743245"/>
                  </a:lnTo>
                  <a:lnTo>
                    <a:pt x="10395002" y="1743245"/>
                  </a:lnTo>
                  <a:lnTo>
                    <a:pt x="10395002" y="3486490"/>
                  </a:lnTo>
                  <a:close/>
                </a:path>
                <a:path w="17077690" h="3486784">
                  <a:moveTo>
                    <a:pt x="11137503" y="1743245"/>
                  </a:moveTo>
                  <a:lnTo>
                    <a:pt x="10395002" y="1743245"/>
                  </a:lnTo>
                  <a:lnTo>
                    <a:pt x="10395002" y="0"/>
                  </a:lnTo>
                  <a:lnTo>
                    <a:pt x="11137503" y="0"/>
                  </a:lnTo>
                  <a:lnTo>
                    <a:pt x="11137503" y="1743245"/>
                  </a:lnTo>
                  <a:close/>
                </a:path>
                <a:path w="17077690" h="3486784">
                  <a:moveTo>
                    <a:pt x="11137503" y="3486490"/>
                  </a:moveTo>
                  <a:lnTo>
                    <a:pt x="10395002" y="3486490"/>
                  </a:lnTo>
                  <a:lnTo>
                    <a:pt x="10395002" y="1743245"/>
                  </a:lnTo>
                  <a:lnTo>
                    <a:pt x="11137503" y="1743245"/>
                  </a:lnTo>
                  <a:lnTo>
                    <a:pt x="11137503" y="3486490"/>
                  </a:lnTo>
                  <a:close/>
                </a:path>
                <a:path w="17077690" h="3486784">
                  <a:moveTo>
                    <a:pt x="11880004" y="1743245"/>
                  </a:moveTo>
                  <a:lnTo>
                    <a:pt x="11137503" y="1743245"/>
                  </a:lnTo>
                  <a:lnTo>
                    <a:pt x="11137503" y="0"/>
                  </a:lnTo>
                  <a:lnTo>
                    <a:pt x="11880004" y="0"/>
                  </a:lnTo>
                  <a:lnTo>
                    <a:pt x="11880004" y="1743245"/>
                  </a:lnTo>
                  <a:close/>
                </a:path>
                <a:path w="17077690" h="3486784">
                  <a:moveTo>
                    <a:pt x="11880004" y="3486490"/>
                  </a:moveTo>
                  <a:lnTo>
                    <a:pt x="11137503" y="3486490"/>
                  </a:lnTo>
                  <a:lnTo>
                    <a:pt x="11137503" y="1743245"/>
                  </a:lnTo>
                  <a:lnTo>
                    <a:pt x="11880004" y="1743245"/>
                  </a:lnTo>
                  <a:lnTo>
                    <a:pt x="11880004" y="3486490"/>
                  </a:lnTo>
                  <a:close/>
                </a:path>
                <a:path w="17077690" h="3486784">
                  <a:moveTo>
                    <a:pt x="12622505" y="1743245"/>
                  </a:moveTo>
                  <a:lnTo>
                    <a:pt x="11880004" y="1743245"/>
                  </a:lnTo>
                  <a:lnTo>
                    <a:pt x="11880004" y="0"/>
                  </a:lnTo>
                  <a:lnTo>
                    <a:pt x="12622505" y="0"/>
                  </a:lnTo>
                  <a:lnTo>
                    <a:pt x="12622505" y="1743245"/>
                  </a:lnTo>
                  <a:close/>
                </a:path>
                <a:path w="17077690" h="3486784">
                  <a:moveTo>
                    <a:pt x="12622505" y="3486490"/>
                  </a:moveTo>
                  <a:lnTo>
                    <a:pt x="11880004" y="3486490"/>
                  </a:lnTo>
                  <a:lnTo>
                    <a:pt x="11880004" y="1743245"/>
                  </a:lnTo>
                  <a:lnTo>
                    <a:pt x="12622505" y="1743245"/>
                  </a:lnTo>
                  <a:lnTo>
                    <a:pt x="12622505" y="3486490"/>
                  </a:lnTo>
                  <a:close/>
                </a:path>
                <a:path w="17077690" h="3486784">
                  <a:moveTo>
                    <a:pt x="13365006" y="1743245"/>
                  </a:moveTo>
                  <a:lnTo>
                    <a:pt x="12622505" y="1743245"/>
                  </a:lnTo>
                  <a:lnTo>
                    <a:pt x="12622505" y="0"/>
                  </a:lnTo>
                  <a:lnTo>
                    <a:pt x="13365006" y="0"/>
                  </a:lnTo>
                  <a:lnTo>
                    <a:pt x="13365006" y="1743245"/>
                  </a:lnTo>
                  <a:close/>
                </a:path>
                <a:path w="17077690" h="3486784">
                  <a:moveTo>
                    <a:pt x="13365006" y="3486490"/>
                  </a:moveTo>
                  <a:lnTo>
                    <a:pt x="12622505" y="3486490"/>
                  </a:lnTo>
                  <a:lnTo>
                    <a:pt x="12622505" y="1743245"/>
                  </a:lnTo>
                  <a:lnTo>
                    <a:pt x="13365006" y="1743245"/>
                  </a:lnTo>
                  <a:lnTo>
                    <a:pt x="13365006" y="3486490"/>
                  </a:lnTo>
                  <a:close/>
                </a:path>
                <a:path w="17077690" h="3486784">
                  <a:moveTo>
                    <a:pt x="14107507" y="1743245"/>
                  </a:moveTo>
                  <a:lnTo>
                    <a:pt x="13365006" y="1743245"/>
                  </a:lnTo>
                  <a:lnTo>
                    <a:pt x="13365006" y="0"/>
                  </a:lnTo>
                  <a:lnTo>
                    <a:pt x="14107507" y="0"/>
                  </a:lnTo>
                  <a:lnTo>
                    <a:pt x="14107507" y="1743245"/>
                  </a:lnTo>
                  <a:close/>
                </a:path>
                <a:path w="17077690" h="3486784">
                  <a:moveTo>
                    <a:pt x="14107507" y="3486490"/>
                  </a:moveTo>
                  <a:lnTo>
                    <a:pt x="13365006" y="3486490"/>
                  </a:lnTo>
                  <a:lnTo>
                    <a:pt x="13365006" y="1743245"/>
                  </a:lnTo>
                  <a:lnTo>
                    <a:pt x="14107507" y="1743245"/>
                  </a:lnTo>
                  <a:lnTo>
                    <a:pt x="14107507" y="3486490"/>
                  </a:lnTo>
                  <a:close/>
                </a:path>
                <a:path w="17077690" h="3486784">
                  <a:moveTo>
                    <a:pt x="14850008" y="1743245"/>
                  </a:moveTo>
                  <a:lnTo>
                    <a:pt x="14107507" y="1743245"/>
                  </a:lnTo>
                  <a:lnTo>
                    <a:pt x="14107507" y="0"/>
                  </a:lnTo>
                  <a:lnTo>
                    <a:pt x="14850008" y="0"/>
                  </a:lnTo>
                  <a:lnTo>
                    <a:pt x="14850008" y="1743245"/>
                  </a:lnTo>
                  <a:close/>
                </a:path>
                <a:path w="17077690" h="3486784">
                  <a:moveTo>
                    <a:pt x="14850008" y="3486490"/>
                  </a:moveTo>
                  <a:lnTo>
                    <a:pt x="14107507" y="3486490"/>
                  </a:lnTo>
                  <a:lnTo>
                    <a:pt x="14107507" y="1743245"/>
                  </a:lnTo>
                  <a:lnTo>
                    <a:pt x="14850008" y="1743245"/>
                  </a:lnTo>
                  <a:lnTo>
                    <a:pt x="14850008" y="3486490"/>
                  </a:lnTo>
                  <a:close/>
                </a:path>
                <a:path w="17077690" h="3486784">
                  <a:moveTo>
                    <a:pt x="15592509" y="1743245"/>
                  </a:moveTo>
                  <a:lnTo>
                    <a:pt x="14850008" y="1743245"/>
                  </a:lnTo>
                  <a:lnTo>
                    <a:pt x="14850008" y="0"/>
                  </a:lnTo>
                  <a:lnTo>
                    <a:pt x="15592509" y="0"/>
                  </a:lnTo>
                  <a:lnTo>
                    <a:pt x="15592509" y="1743245"/>
                  </a:lnTo>
                  <a:close/>
                </a:path>
                <a:path w="17077690" h="3486784">
                  <a:moveTo>
                    <a:pt x="15592509" y="3486490"/>
                  </a:moveTo>
                  <a:lnTo>
                    <a:pt x="14850008" y="3486490"/>
                  </a:lnTo>
                  <a:lnTo>
                    <a:pt x="14850008" y="1743245"/>
                  </a:lnTo>
                  <a:lnTo>
                    <a:pt x="15592509" y="1743245"/>
                  </a:lnTo>
                  <a:lnTo>
                    <a:pt x="15592509" y="3486490"/>
                  </a:lnTo>
                  <a:close/>
                </a:path>
                <a:path w="17077690" h="3486784">
                  <a:moveTo>
                    <a:pt x="16335010" y="1743245"/>
                  </a:moveTo>
                  <a:lnTo>
                    <a:pt x="15592509" y="1743245"/>
                  </a:lnTo>
                  <a:lnTo>
                    <a:pt x="15592509" y="0"/>
                  </a:lnTo>
                  <a:lnTo>
                    <a:pt x="16335010" y="0"/>
                  </a:lnTo>
                  <a:lnTo>
                    <a:pt x="16335010" y="1743245"/>
                  </a:lnTo>
                  <a:close/>
                </a:path>
                <a:path w="17077690" h="3486784">
                  <a:moveTo>
                    <a:pt x="16335010" y="3486490"/>
                  </a:moveTo>
                  <a:lnTo>
                    <a:pt x="15592509" y="3486490"/>
                  </a:lnTo>
                  <a:lnTo>
                    <a:pt x="15592509" y="1743245"/>
                  </a:lnTo>
                  <a:lnTo>
                    <a:pt x="16335010" y="1743245"/>
                  </a:lnTo>
                  <a:lnTo>
                    <a:pt x="16335010" y="3486490"/>
                  </a:lnTo>
                  <a:close/>
                </a:path>
                <a:path w="17077690" h="3486784">
                  <a:moveTo>
                    <a:pt x="17077511" y="1743245"/>
                  </a:moveTo>
                  <a:lnTo>
                    <a:pt x="16335010" y="1743245"/>
                  </a:lnTo>
                  <a:lnTo>
                    <a:pt x="16335010" y="0"/>
                  </a:lnTo>
                  <a:lnTo>
                    <a:pt x="17077511" y="0"/>
                  </a:lnTo>
                  <a:lnTo>
                    <a:pt x="17077511" y="1743245"/>
                  </a:lnTo>
                  <a:close/>
                </a:path>
                <a:path w="17077690" h="3486784">
                  <a:moveTo>
                    <a:pt x="17077511" y="3486490"/>
                  </a:moveTo>
                  <a:lnTo>
                    <a:pt x="16335010" y="3486490"/>
                  </a:lnTo>
                  <a:lnTo>
                    <a:pt x="16335010" y="1743245"/>
                  </a:lnTo>
                  <a:lnTo>
                    <a:pt x="17077511" y="1743245"/>
                  </a:lnTo>
                  <a:lnTo>
                    <a:pt x="17077511" y="3486490"/>
                  </a:lnTo>
                  <a:close/>
                </a:path>
              </a:pathLst>
            </a:custGeom>
            <a:ln w="16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900477" y="6535603"/>
              <a:ext cx="742950" cy="1743710"/>
            </a:xfrm>
            <a:custGeom>
              <a:avLst/>
              <a:gdLst/>
              <a:ahLst/>
              <a:cxnLst/>
              <a:rect l="l" t="t" r="r" b="b"/>
              <a:pathLst>
                <a:path w="742950" h="1743709">
                  <a:moveTo>
                    <a:pt x="742500" y="1743245"/>
                  </a:moveTo>
                  <a:lnTo>
                    <a:pt x="0" y="1743245"/>
                  </a:lnTo>
                  <a:lnTo>
                    <a:pt x="0" y="0"/>
                  </a:lnTo>
                </a:path>
              </a:pathLst>
            </a:custGeom>
            <a:ln w="16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900480" y="8278847"/>
              <a:ext cx="742950" cy="1743710"/>
            </a:xfrm>
            <a:custGeom>
              <a:avLst/>
              <a:gdLst/>
              <a:ahLst/>
              <a:cxnLst/>
              <a:rect l="l" t="t" r="r" b="b"/>
              <a:pathLst>
                <a:path w="742950" h="1743709">
                  <a:moveTo>
                    <a:pt x="742500" y="1743245"/>
                  </a:moveTo>
                  <a:lnTo>
                    <a:pt x="0" y="1743245"/>
                  </a:lnTo>
                  <a:lnTo>
                    <a:pt x="0" y="0"/>
                  </a:lnTo>
                  <a:lnTo>
                    <a:pt x="742500" y="0"/>
                  </a:lnTo>
                  <a:lnTo>
                    <a:pt x="742500" y="1743245"/>
                  </a:lnTo>
                  <a:close/>
                </a:path>
              </a:pathLst>
            </a:custGeom>
            <a:ln w="16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61753" y="2411874"/>
              <a:ext cx="3649345" cy="5389880"/>
            </a:xfrm>
            <a:custGeom>
              <a:avLst/>
              <a:gdLst/>
              <a:ahLst/>
              <a:cxnLst/>
              <a:rect l="l" t="t" r="r" b="b"/>
              <a:pathLst>
                <a:path w="3649345" h="5389880">
                  <a:moveTo>
                    <a:pt x="3649124" y="0"/>
                  </a:moveTo>
                  <a:lnTo>
                    <a:pt x="0" y="0"/>
                  </a:lnTo>
                  <a:lnTo>
                    <a:pt x="0" y="5389479"/>
                  </a:lnTo>
                  <a:lnTo>
                    <a:pt x="3649124" y="5389479"/>
                  </a:lnTo>
                  <a:lnTo>
                    <a:pt x="3649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74316" y="2405601"/>
              <a:ext cx="3642995" cy="5402580"/>
            </a:xfrm>
            <a:custGeom>
              <a:avLst/>
              <a:gdLst/>
              <a:ahLst/>
              <a:cxnLst/>
              <a:rect l="l" t="t" r="r" b="b"/>
              <a:pathLst>
                <a:path w="3642995" h="5402580">
                  <a:moveTo>
                    <a:pt x="3460064" y="5229568"/>
                  </a:moveTo>
                  <a:lnTo>
                    <a:pt x="1883130" y="5229568"/>
                  </a:lnTo>
                  <a:lnTo>
                    <a:pt x="1883130" y="5242268"/>
                  </a:lnTo>
                  <a:lnTo>
                    <a:pt x="3460064" y="5242268"/>
                  </a:lnTo>
                  <a:lnTo>
                    <a:pt x="3460064" y="5229568"/>
                  </a:lnTo>
                  <a:close/>
                </a:path>
                <a:path w="3642995" h="5402580">
                  <a:moveTo>
                    <a:pt x="3460064" y="4094861"/>
                  </a:moveTo>
                  <a:lnTo>
                    <a:pt x="3447504" y="4094861"/>
                  </a:lnTo>
                  <a:lnTo>
                    <a:pt x="3447504" y="5229288"/>
                  </a:lnTo>
                  <a:lnTo>
                    <a:pt x="3460064" y="5229288"/>
                  </a:lnTo>
                  <a:lnTo>
                    <a:pt x="3460064" y="4094861"/>
                  </a:lnTo>
                  <a:close/>
                </a:path>
                <a:path w="3642995" h="5402580">
                  <a:moveTo>
                    <a:pt x="3460064" y="2889681"/>
                  </a:moveTo>
                  <a:lnTo>
                    <a:pt x="3447504" y="2889681"/>
                  </a:lnTo>
                  <a:lnTo>
                    <a:pt x="3447504" y="4028402"/>
                  </a:lnTo>
                  <a:lnTo>
                    <a:pt x="3460064" y="4028402"/>
                  </a:lnTo>
                  <a:lnTo>
                    <a:pt x="3460064" y="2889681"/>
                  </a:lnTo>
                  <a:close/>
                </a:path>
                <a:path w="3642995" h="5402580">
                  <a:moveTo>
                    <a:pt x="3460064" y="1684515"/>
                  </a:moveTo>
                  <a:lnTo>
                    <a:pt x="3447504" y="1684515"/>
                  </a:lnTo>
                  <a:lnTo>
                    <a:pt x="3447504" y="2823235"/>
                  </a:lnTo>
                  <a:lnTo>
                    <a:pt x="3460064" y="2823235"/>
                  </a:lnTo>
                  <a:lnTo>
                    <a:pt x="3460064" y="1684515"/>
                  </a:lnTo>
                  <a:close/>
                </a:path>
                <a:path w="3642995" h="5402580">
                  <a:moveTo>
                    <a:pt x="3460064" y="155917"/>
                  </a:moveTo>
                  <a:lnTo>
                    <a:pt x="126466" y="155917"/>
                  </a:lnTo>
                  <a:lnTo>
                    <a:pt x="126466" y="162204"/>
                  </a:lnTo>
                  <a:lnTo>
                    <a:pt x="126466" y="168617"/>
                  </a:lnTo>
                  <a:lnTo>
                    <a:pt x="126466" y="5229568"/>
                  </a:lnTo>
                  <a:lnTo>
                    <a:pt x="126466" y="5242268"/>
                  </a:lnTo>
                  <a:lnTo>
                    <a:pt x="1703400" y="5242268"/>
                  </a:lnTo>
                  <a:lnTo>
                    <a:pt x="1703400" y="5229568"/>
                  </a:lnTo>
                  <a:lnTo>
                    <a:pt x="139026" y="5229568"/>
                  </a:lnTo>
                  <a:lnTo>
                    <a:pt x="139026" y="168617"/>
                  </a:lnTo>
                  <a:lnTo>
                    <a:pt x="1422933" y="168617"/>
                  </a:lnTo>
                  <a:lnTo>
                    <a:pt x="1422933" y="162204"/>
                  </a:lnTo>
                  <a:lnTo>
                    <a:pt x="1511223" y="162204"/>
                  </a:lnTo>
                  <a:lnTo>
                    <a:pt x="1511223" y="168617"/>
                  </a:lnTo>
                  <a:lnTo>
                    <a:pt x="2076056" y="168617"/>
                  </a:lnTo>
                  <a:lnTo>
                    <a:pt x="2076056" y="162204"/>
                  </a:lnTo>
                  <a:lnTo>
                    <a:pt x="2164346" y="162204"/>
                  </a:lnTo>
                  <a:lnTo>
                    <a:pt x="2164346" y="168617"/>
                  </a:lnTo>
                  <a:lnTo>
                    <a:pt x="2729179" y="168617"/>
                  </a:lnTo>
                  <a:lnTo>
                    <a:pt x="2729179" y="162204"/>
                  </a:lnTo>
                  <a:lnTo>
                    <a:pt x="2817469" y="162204"/>
                  </a:lnTo>
                  <a:lnTo>
                    <a:pt x="2817469" y="168617"/>
                  </a:lnTo>
                  <a:lnTo>
                    <a:pt x="3447504" y="168617"/>
                  </a:lnTo>
                  <a:lnTo>
                    <a:pt x="3447504" y="1618056"/>
                  </a:lnTo>
                  <a:lnTo>
                    <a:pt x="3460064" y="1618056"/>
                  </a:lnTo>
                  <a:lnTo>
                    <a:pt x="3460064" y="168617"/>
                  </a:lnTo>
                  <a:lnTo>
                    <a:pt x="3460064" y="168478"/>
                  </a:lnTo>
                  <a:lnTo>
                    <a:pt x="3460064" y="162204"/>
                  </a:lnTo>
                  <a:lnTo>
                    <a:pt x="3460064" y="155917"/>
                  </a:lnTo>
                  <a:close/>
                </a:path>
                <a:path w="3642995" h="5402580">
                  <a:moveTo>
                    <a:pt x="3642842" y="5389880"/>
                  </a:moveTo>
                  <a:lnTo>
                    <a:pt x="0" y="5389880"/>
                  </a:lnTo>
                  <a:lnTo>
                    <a:pt x="0" y="5402580"/>
                  </a:lnTo>
                  <a:lnTo>
                    <a:pt x="3642842" y="5402580"/>
                  </a:lnTo>
                  <a:lnTo>
                    <a:pt x="3642842" y="5389880"/>
                  </a:lnTo>
                  <a:close/>
                </a:path>
                <a:path w="3642995" h="5402580">
                  <a:moveTo>
                    <a:pt x="3642842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630282" y="12700"/>
                  </a:lnTo>
                  <a:lnTo>
                    <a:pt x="3630282" y="5389473"/>
                  </a:lnTo>
                  <a:lnTo>
                    <a:pt x="3642842" y="5389473"/>
                  </a:lnTo>
                  <a:lnTo>
                    <a:pt x="3642842" y="12700"/>
                  </a:lnTo>
                  <a:lnTo>
                    <a:pt x="3642842" y="12560"/>
                  </a:lnTo>
                  <a:lnTo>
                    <a:pt x="3642842" y="0"/>
                  </a:lnTo>
                  <a:close/>
                </a:path>
              </a:pathLst>
            </a:custGeom>
            <a:solidFill>
              <a:srgbClr val="525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98318" y="2320679"/>
              <a:ext cx="167005" cy="5531485"/>
            </a:xfrm>
            <a:custGeom>
              <a:avLst/>
              <a:gdLst/>
              <a:ahLst/>
              <a:cxnLst/>
              <a:rect l="l" t="t" r="r" b="b"/>
              <a:pathLst>
                <a:path w="167004" h="5531484">
                  <a:moveTo>
                    <a:pt x="166382" y="0"/>
                  </a:moveTo>
                  <a:lnTo>
                    <a:pt x="0" y="0"/>
                  </a:lnTo>
                  <a:lnTo>
                    <a:pt x="0" y="5479005"/>
                  </a:lnTo>
                  <a:lnTo>
                    <a:pt x="166382" y="5531433"/>
                  </a:lnTo>
                  <a:lnTo>
                    <a:pt x="1663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00782" y="2314403"/>
              <a:ext cx="3670300" cy="5546725"/>
            </a:xfrm>
            <a:custGeom>
              <a:avLst/>
              <a:gdLst/>
              <a:ahLst/>
              <a:cxnLst/>
              <a:rect l="l" t="t" r="r" b="b"/>
              <a:pathLst>
                <a:path w="3670300" h="5546725">
                  <a:moveTo>
                    <a:pt x="3405454" y="1702968"/>
                  </a:moveTo>
                  <a:lnTo>
                    <a:pt x="3392881" y="1702968"/>
                  </a:lnTo>
                  <a:lnTo>
                    <a:pt x="3392881" y="1715668"/>
                  </a:lnTo>
                  <a:lnTo>
                    <a:pt x="3392881" y="1769008"/>
                  </a:lnTo>
                  <a:lnTo>
                    <a:pt x="1762950" y="1769008"/>
                  </a:lnTo>
                  <a:lnTo>
                    <a:pt x="1762950" y="1742605"/>
                  </a:lnTo>
                  <a:lnTo>
                    <a:pt x="1762950" y="1742478"/>
                  </a:lnTo>
                  <a:lnTo>
                    <a:pt x="1762950" y="1729905"/>
                  </a:lnTo>
                  <a:lnTo>
                    <a:pt x="1750377" y="1729905"/>
                  </a:lnTo>
                  <a:lnTo>
                    <a:pt x="1750377" y="1742605"/>
                  </a:lnTo>
                  <a:lnTo>
                    <a:pt x="1750377" y="5463705"/>
                  </a:lnTo>
                  <a:lnTo>
                    <a:pt x="1583220" y="5463705"/>
                  </a:lnTo>
                  <a:lnTo>
                    <a:pt x="1583220" y="1742605"/>
                  </a:lnTo>
                  <a:lnTo>
                    <a:pt x="1750377" y="1742605"/>
                  </a:lnTo>
                  <a:lnTo>
                    <a:pt x="1750377" y="1729905"/>
                  </a:lnTo>
                  <a:lnTo>
                    <a:pt x="1570647" y="1729905"/>
                  </a:lnTo>
                  <a:lnTo>
                    <a:pt x="1570647" y="1742605"/>
                  </a:lnTo>
                  <a:lnTo>
                    <a:pt x="1570647" y="1769008"/>
                  </a:lnTo>
                  <a:lnTo>
                    <a:pt x="12573" y="1769008"/>
                  </a:lnTo>
                  <a:lnTo>
                    <a:pt x="12573" y="1715668"/>
                  </a:lnTo>
                  <a:lnTo>
                    <a:pt x="637070" y="1715668"/>
                  </a:lnTo>
                  <a:lnTo>
                    <a:pt x="637070" y="1741906"/>
                  </a:lnTo>
                  <a:lnTo>
                    <a:pt x="637070" y="1754606"/>
                  </a:lnTo>
                  <a:lnTo>
                    <a:pt x="737920" y="1754606"/>
                  </a:lnTo>
                  <a:lnTo>
                    <a:pt x="737920" y="1742478"/>
                  </a:lnTo>
                  <a:lnTo>
                    <a:pt x="737920" y="1741906"/>
                  </a:lnTo>
                  <a:lnTo>
                    <a:pt x="737920" y="1715668"/>
                  </a:lnTo>
                  <a:lnTo>
                    <a:pt x="1290180" y="1715668"/>
                  </a:lnTo>
                  <a:lnTo>
                    <a:pt x="1290180" y="1741906"/>
                  </a:lnTo>
                  <a:lnTo>
                    <a:pt x="1290180" y="1754606"/>
                  </a:lnTo>
                  <a:lnTo>
                    <a:pt x="1391043" y="1754606"/>
                  </a:lnTo>
                  <a:lnTo>
                    <a:pt x="1391043" y="1742478"/>
                  </a:lnTo>
                  <a:lnTo>
                    <a:pt x="1391043" y="1741906"/>
                  </a:lnTo>
                  <a:lnTo>
                    <a:pt x="1391043" y="1715668"/>
                  </a:lnTo>
                  <a:lnTo>
                    <a:pt x="1943303" y="1715668"/>
                  </a:lnTo>
                  <a:lnTo>
                    <a:pt x="1943303" y="1741906"/>
                  </a:lnTo>
                  <a:lnTo>
                    <a:pt x="1943303" y="1754606"/>
                  </a:lnTo>
                  <a:lnTo>
                    <a:pt x="2044153" y="1754606"/>
                  </a:lnTo>
                  <a:lnTo>
                    <a:pt x="2044153" y="1742478"/>
                  </a:lnTo>
                  <a:lnTo>
                    <a:pt x="2044153" y="1741906"/>
                  </a:lnTo>
                  <a:lnTo>
                    <a:pt x="2044153" y="1715668"/>
                  </a:lnTo>
                  <a:lnTo>
                    <a:pt x="2596438" y="1715668"/>
                  </a:lnTo>
                  <a:lnTo>
                    <a:pt x="2596438" y="1741906"/>
                  </a:lnTo>
                  <a:lnTo>
                    <a:pt x="2596438" y="1754606"/>
                  </a:lnTo>
                  <a:lnTo>
                    <a:pt x="2697276" y="1754606"/>
                  </a:lnTo>
                  <a:lnTo>
                    <a:pt x="2697276" y="1742478"/>
                  </a:lnTo>
                  <a:lnTo>
                    <a:pt x="2697276" y="1741906"/>
                  </a:lnTo>
                  <a:lnTo>
                    <a:pt x="2697276" y="1715668"/>
                  </a:lnTo>
                  <a:lnTo>
                    <a:pt x="3392881" y="1715668"/>
                  </a:lnTo>
                  <a:lnTo>
                    <a:pt x="3392881" y="1702968"/>
                  </a:lnTo>
                  <a:lnTo>
                    <a:pt x="2697276" y="1702968"/>
                  </a:lnTo>
                  <a:lnTo>
                    <a:pt x="2697276" y="259816"/>
                  </a:lnTo>
                  <a:lnTo>
                    <a:pt x="2697276" y="259676"/>
                  </a:lnTo>
                  <a:lnTo>
                    <a:pt x="2697276" y="247116"/>
                  </a:lnTo>
                  <a:lnTo>
                    <a:pt x="2684716" y="247116"/>
                  </a:lnTo>
                  <a:lnTo>
                    <a:pt x="2684716" y="259816"/>
                  </a:lnTo>
                  <a:lnTo>
                    <a:pt x="2684716" y="1741906"/>
                  </a:lnTo>
                  <a:lnTo>
                    <a:pt x="2608999" y="1741906"/>
                  </a:lnTo>
                  <a:lnTo>
                    <a:pt x="2608999" y="259816"/>
                  </a:lnTo>
                  <a:lnTo>
                    <a:pt x="2684716" y="259816"/>
                  </a:lnTo>
                  <a:lnTo>
                    <a:pt x="2684716" y="247116"/>
                  </a:lnTo>
                  <a:lnTo>
                    <a:pt x="2596438" y="247116"/>
                  </a:lnTo>
                  <a:lnTo>
                    <a:pt x="2596438" y="259816"/>
                  </a:lnTo>
                  <a:lnTo>
                    <a:pt x="2596438" y="1702968"/>
                  </a:lnTo>
                  <a:lnTo>
                    <a:pt x="2044153" y="1702968"/>
                  </a:lnTo>
                  <a:lnTo>
                    <a:pt x="2044153" y="259816"/>
                  </a:lnTo>
                  <a:lnTo>
                    <a:pt x="2044153" y="259676"/>
                  </a:lnTo>
                  <a:lnTo>
                    <a:pt x="2044153" y="247116"/>
                  </a:lnTo>
                  <a:lnTo>
                    <a:pt x="2031593" y="247116"/>
                  </a:lnTo>
                  <a:lnTo>
                    <a:pt x="2031593" y="259816"/>
                  </a:lnTo>
                  <a:lnTo>
                    <a:pt x="2031593" y="1741906"/>
                  </a:lnTo>
                  <a:lnTo>
                    <a:pt x="1955863" y="1741906"/>
                  </a:lnTo>
                  <a:lnTo>
                    <a:pt x="1955863" y="259816"/>
                  </a:lnTo>
                  <a:lnTo>
                    <a:pt x="2031593" y="259816"/>
                  </a:lnTo>
                  <a:lnTo>
                    <a:pt x="2031593" y="247116"/>
                  </a:lnTo>
                  <a:lnTo>
                    <a:pt x="1943303" y="247116"/>
                  </a:lnTo>
                  <a:lnTo>
                    <a:pt x="1943303" y="259816"/>
                  </a:lnTo>
                  <a:lnTo>
                    <a:pt x="1943303" y="1702968"/>
                  </a:lnTo>
                  <a:lnTo>
                    <a:pt x="1391043" y="1702968"/>
                  </a:lnTo>
                  <a:lnTo>
                    <a:pt x="1391043" y="259816"/>
                  </a:lnTo>
                  <a:lnTo>
                    <a:pt x="1391043" y="259676"/>
                  </a:lnTo>
                  <a:lnTo>
                    <a:pt x="1391043" y="247116"/>
                  </a:lnTo>
                  <a:lnTo>
                    <a:pt x="1378470" y="247116"/>
                  </a:lnTo>
                  <a:lnTo>
                    <a:pt x="1378470" y="259816"/>
                  </a:lnTo>
                  <a:lnTo>
                    <a:pt x="1378470" y="1741906"/>
                  </a:lnTo>
                  <a:lnTo>
                    <a:pt x="1302753" y="1741906"/>
                  </a:lnTo>
                  <a:lnTo>
                    <a:pt x="1302753" y="259816"/>
                  </a:lnTo>
                  <a:lnTo>
                    <a:pt x="1378470" y="259816"/>
                  </a:lnTo>
                  <a:lnTo>
                    <a:pt x="1378470" y="247116"/>
                  </a:lnTo>
                  <a:lnTo>
                    <a:pt x="1290180" y="247116"/>
                  </a:lnTo>
                  <a:lnTo>
                    <a:pt x="1290180" y="259816"/>
                  </a:lnTo>
                  <a:lnTo>
                    <a:pt x="1290180" y="1702968"/>
                  </a:lnTo>
                  <a:lnTo>
                    <a:pt x="737920" y="1702968"/>
                  </a:lnTo>
                  <a:lnTo>
                    <a:pt x="737920" y="259816"/>
                  </a:lnTo>
                  <a:lnTo>
                    <a:pt x="737920" y="259676"/>
                  </a:lnTo>
                  <a:lnTo>
                    <a:pt x="737920" y="247116"/>
                  </a:lnTo>
                  <a:lnTo>
                    <a:pt x="725360" y="247116"/>
                  </a:lnTo>
                  <a:lnTo>
                    <a:pt x="725360" y="259816"/>
                  </a:lnTo>
                  <a:lnTo>
                    <a:pt x="725360" y="1741906"/>
                  </a:lnTo>
                  <a:lnTo>
                    <a:pt x="649630" y="1741906"/>
                  </a:lnTo>
                  <a:lnTo>
                    <a:pt x="649630" y="259816"/>
                  </a:lnTo>
                  <a:lnTo>
                    <a:pt x="725360" y="259816"/>
                  </a:lnTo>
                  <a:lnTo>
                    <a:pt x="725360" y="247116"/>
                  </a:lnTo>
                  <a:lnTo>
                    <a:pt x="637070" y="247116"/>
                  </a:lnTo>
                  <a:lnTo>
                    <a:pt x="637070" y="259816"/>
                  </a:lnTo>
                  <a:lnTo>
                    <a:pt x="637070" y="1702968"/>
                  </a:lnTo>
                  <a:lnTo>
                    <a:pt x="0" y="1702968"/>
                  </a:lnTo>
                  <a:lnTo>
                    <a:pt x="0" y="1715668"/>
                  </a:lnTo>
                  <a:lnTo>
                    <a:pt x="0" y="1769008"/>
                  </a:lnTo>
                  <a:lnTo>
                    <a:pt x="0" y="1781708"/>
                  </a:lnTo>
                  <a:lnTo>
                    <a:pt x="1570647" y="1781708"/>
                  </a:lnTo>
                  <a:lnTo>
                    <a:pt x="1570647" y="2908147"/>
                  </a:lnTo>
                  <a:lnTo>
                    <a:pt x="1570647" y="2920847"/>
                  </a:lnTo>
                  <a:lnTo>
                    <a:pt x="1570647" y="2974187"/>
                  </a:lnTo>
                  <a:lnTo>
                    <a:pt x="12573" y="2974187"/>
                  </a:lnTo>
                  <a:lnTo>
                    <a:pt x="12573" y="2920847"/>
                  </a:lnTo>
                  <a:lnTo>
                    <a:pt x="1570647" y="2920847"/>
                  </a:lnTo>
                  <a:lnTo>
                    <a:pt x="1570647" y="2908147"/>
                  </a:lnTo>
                  <a:lnTo>
                    <a:pt x="0" y="2908147"/>
                  </a:lnTo>
                  <a:lnTo>
                    <a:pt x="0" y="2920847"/>
                  </a:lnTo>
                  <a:lnTo>
                    <a:pt x="0" y="2974187"/>
                  </a:lnTo>
                  <a:lnTo>
                    <a:pt x="0" y="2986887"/>
                  </a:lnTo>
                  <a:lnTo>
                    <a:pt x="1570647" y="2986887"/>
                  </a:lnTo>
                  <a:lnTo>
                    <a:pt x="1570647" y="4113326"/>
                  </a:lnTo>
                  <a:lnTo>
                    <a:pt x="1570647" y="4126026"/>
                  </a:lnTo>
                  <a:lnTo>
                    <a:pt x="1570647" y="4179366"/>
                  </a:lnTo>
                  <a:lnTo>
                    <a:pt x="12573" y="4179366"/>
                  </a:lnTo>
                  <a:lnTo>
                    <a:pt x="12573" y="4126026"/>
                  </a:lnTo>
                  <a:lnTo>
                    <a:pt x="1570647" y="4126026"/>
                  </a:lnTo>
                  <a:lnTo>
                    <a:pt x="1570647" y="4113326"/>
                  </a:lnTo>
                  <a:lnTo>
                    <a:pt x="0" y="4113326"/>
                  </a:lnTo>
                  <a:lnTo>
                    <a:pt x="0" y="4126026"/>
                  </a:lnTo>
                  <a:lnTo>
                    <a:pt x="0" y="4179366"/>
                  </a:lnTo>
                  <a:lnTo>
                    <a:pt x="0" y="4192066"/>
                  </a:lnTo>
                  <a:lnTo>
                    <a:pt x="1570647" y="4192066"/>
                  </a:lnTo>
                  <a:lnTo>
                    <a:pt x="1570647" y="5463705"/>
                  </a:lnTo>
                  <a:lnTo>
                    <a:pt x="1570647" y="5476405"/>
                  </a:lnTo>
                  <a:lnTo>
                    <a:pt x="1762950" y="5476405"/>
                  </a:lnTo>
                  <a:lnTo>
                    <a:pt x="1762950" y="5463997"/>
                  </a:lnTo>
                  <a:lnTo>
                    <a:pt x="1762950" y="5463705"/>
                  </a:lnTo>
                  <a:lnTo>
                    <a:pt x="1762950" y="4192066"/>
                  </a:lnTo>
                  <a:lnTo>
                    <a:pt x="3405454" y="4192066"/>
                  </a:lnTo>
                  <a:lnTo>
                    <a:pt x="3405454" y="4179773"/>
                  </a:lnTo>
                  <a:lnTo>
                    <a:pt x="3405454" y="4179366"/>
                  </a:lnTo>
                  <a:lnTo>
                    <a:pt x="3405454" y="4126026"/>
                  </a:lnTo>
                  <a:lnTo>
                    <a:pt x="3405454" y="4125887"/>
                  </a:lnTo>
                  <a:lnTo>
                    <a:pt x="3405454" y="4113326"/>
                  </a:lnTo>
                  <a:lnTo>
                    <a:pt x="3392881" y="4113326"/>
                  </a:lnTo>
                  <a:lnTo>
                    <a:pt x="3392881" y="4126026"/>
                  </a:lnTo>
                  <a:lnTo>
                    <a:pt x="3392881" y="4179366"/>
                  </a:lnTo>
                  <a:lnTo>
                    <a:pt x="1762950" y="4179366"/>
                  </a:lnTo>
                  <a:lnTo>
                    <a:pt x="1762950" y="4126026"/>
                  </a:lnTo>
                  <a:lnTo>
                    <a:pt x="3392881" y="4126026"/>
                  </a:lnTo>
                  <a:lnTo>
                    <a:pt x="3392881" y="4113326"/>
                  </a:lnTo>
                  <a:lnTo>
                    <a:pt x="1762950" y="4113326"/>
                  </a:lnTo>
                  <a:lnTo>
                    <a:pt x="1762950" y="2986887"/>
                  </a:lnTo>
                  <a:lnTo>
                    <a:pt x="3405454" y="2986887"/>
                  </a:lnTo>
                  <a:lnTo>
                    <a:pt x="3405454" y="2974594"/>
                  </a:lnTo>
                  <a:lnTo>
                    <a:pt x="3405454" y="2974187"/>
                  </a:lnTo>
                  <a:lnTo>
                    <a:pt x="3405454" y="2920847"/>
                  </a:lnTo>
                  <a:lnTo>
                    <a:pt x="3405454" y="2920708"/>
                  </a:lnTo>
                  <a:lnTo>
                    <a:pt x="3405454" y="2908147"/>
                  </a:lnTo>
                  <a:lnTo>
                    <a:pt x="3392881" y="2908147"/>
                  </a:lnTo>
                  <a:lnTo>
                    <a:pt x="3392881" y="2920847"/>
                  </a:lnTo>
                  <a:lnTo>
                    <a:pt x="3392881" y="2974187"/>
                  </a:lnTo>
                  <a:lnTo>
                    <a:pt x="1762950" y="2974187"/>
                  </a:lnTo>
                  <a:lnTo>
                    <a:pt x="1762950" y="2920847"/>
                  </a:lnTo>
                  <a:lnTo>
                    <a:pt x="3392881" y="2920847"/>
                  </a:lnTo>
                  <a:lnTo>
                    <a:pt x="3392881" y="2908147"/>
                  </a:lnTo>
                  <a:lnTo>
                    <a:pt x="1762950" y="2908147"/>
                  </a:lnTo>
                  <a:lnTo>
                    <a:pt x="1762950" y="1781708"/>
                  </a:lnTo>
                  <a:lnTo>
                    <a:pt x="3405454" y="1781708"/>
                  </a:lnTo>
                  <a:lnTo>
                    <a:pt x="3405454" y="1769414"/>
                  </a:lnTo>
                  <a:lnTo>
                    <a:pt x="3405454" y="1769008"/>
                  </a:lnTo>
                  <a:lnTo>
                    <a:pt x="3405454" y="1715668"/>
                  </a:lnTo>
                  <a:lnTo>
                    <a:pt x="3405454" y="1715528"/>
                  </a:lnTo>
                  <a:lnTo>
                    <a:pt x="3405454" y="1702968"/>
                  </a:lnTo>
                  <a:close/>
                </a:path>
                <a:path w="3670300" h="5546725">
                  <a:moveTo>
                    <a:pt x="3670185" y="0"/>
                  </a:moveTo>
                  <a:lnTo>
                    <a:pt x="3657625" y="0"/>
                  </a:lnTo>
                  <a:lnTo>
                    <a:pt x="3657625" y="12560"/>
                  </a:lnTo>
                  <a:lnTo>
                    <a:pt x="3657625" y="5529135"/>
                  </a:lnTo>
                  <a:lnTo>
                    <a:pt x="3503815" y="5480672"/>
                  </a:lnTo>
                  <a:lnTo>
                    <a:pt x="3503815" y="12560"/>
                  </a:lnTo>
                  <a:lnTo>
                    <a:pt x="3657625" y="12560"/>
                  </a:lnTo>
                  <a:lnTo>
                    <a:pt x="3657625" y="0"/>
                  </a:lnTo>
                  <a:lnTo>
                    <a:pt x="3491255" y="0"/>
                  </a:lnTo>
                  <a:lnTo>
                    <a:pt x="3491255" y="5489880"/>
                  </a:lnTo>
                  <a:lnTo>
                    <a:pt x="3670185" y="5546280"/>
                  </a:lnTo>
                  <a:lnTo>
                    <a:pt x="3670185" y="5529135"/>
                  </a:lnTo>
                  <a:lnTo>
                    <a:pt x="3670185" y="12560"/>
                  </a:lnTo>
                  <a:lnTo>
                    <a:pt x="3670185" y="0"/>
                  </a:lnTo>
                  <a:close/>
                </a:path>
              </a:pathLst>
            </a:custGeom>
            <a:solidFill>
              <a:srgbClr val="525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107946" y="2320683"/>
              <a:ext cx="166370" cy="5514340"/>
            </a:xfrm>
            <a:custGeom>
              <a:avLst/>
              <a:gdLst/>
              <a:ahLst/>
              <a:cxnLst/>
              <a:rect l="l" t="t" r="r" b="b"/>
              <a:pathLst>
                <a:path w="166369" h="5514340">
                  <a:moveTo>
                    <a:pt x="166371" y="0"/>
                  </a:moveTo>
                  <a:lnTo>
                    <a:pt x="0" y="0"/>
                  </a:lnTo>
                  <a:lnTo>
                    <a:pt x="0" y="5513947"/>
                  </a:lnTo>
                  <a:lnTo>
                    <a:pt x="166371" y="5513947"/>
                  </a:lnTo>
                  <a:lnTo>
                    <a:pt x="1663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101659" y="2314403"/>
              <a:ext cx="179070" cy="5527040"/>
            </a:xfrm>
            <a:custGeom>
              <a:avLst/>
              <a:gdLst/>
              <a:ahLst/>
              <a:cxnLst/>
              <a:rect l="l" t="t" r="r" b="b"/>
              <a:pathLst>
                <a:path w="179069" h="5527040">
                  <a:moveTo>
                    <a:pt x="178943" y="5514340"/>
                  </a:moveTo>
                  <a:lnTo>
                    <a:pt x="12573" y="5514340"/>
                  </a:lnTo>
                  <a:lnTo>
                    <a:pt x="12573" y="110045"/>
                  </a:lnTo>
                  <a:lnTo>
                    <a:pt x="12573" y="12700"/>
                  </a:lnTo>
                  <a:lnTo>
                    <a:pt x="6286" y="12700"/>
                  </a:lnTo>
                  <a:lnTo>
                    <a:pt x="6286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10045"/>
                  </a:lnTo>
                  <a:lnTo>
                    <a:pt x="0" y="5514340"/>
                  </a:lnTo>
                  <a:lnTo>
                    <a:pt x="0" y="5527040"/>
                  </a:lnTo>
                  <a:lnTo>
                    <a:pt x="178943" y="5527040"/>
                  </a:lnTo>
                  <a:lnTo>
                    <a:pt x="178943" y="5514340"/>
                  </a:lnTo>
                  <a:close/>
                </a:path>
                <a:path w="179069" h="5527040">
                  <a:moveTo>
                    <a:pt x="178943" y="110045"/>
                  </a:moveTo>
                  <a:lnTo>
                    <a:pt x="166370" y="110045"/>
                  </a:lnTo>
                  <a:lnTo>
                    <a:pt x="166370" y="5513946"/>
                  </a:lnTo>
                  <a:lnTo>
                    <a:pt x="178943" y="5513946"/>
                  </a:lnTo>
                  <a:lnTo>
                    <a:pt x="178943" y="110045"/>
                  </a:lnTo>
                  <a:close/>
                </a:path>
              </a:pathLst>
            </a:custGeom>
            <a:solidFill>
              <a:srgbClr val="525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07946" y="2265166"/>
              <a:ext cx="3957320" cy="159385"/>
            </a:xfrm>
            <a:custGeom>
              <a:avLst/>
              <a:gdLst/>
              <a:ahLst/>
              <a:cxnLst/>
              <a:rect l="l" t="t" r="r" b="b"/>
              <a:pathLst>
                <a:path w="3957320" h="159385">
                  <a:moveTo>
                    <a:pt x="3956748" y="0"/>
                  </a:moveTo>
                  <a:lnTo>
                    <a:pt x="0" y="0"/>
                  </a:lnTo>
                  <a:lnTo>
                    <a:pt x="0" y="159272"/>
                  </a:lnTo>
                  <a:lnTo>
                    <a:pt x="3956748" y="159272"/>
                  </a:lnTo>
                  <a:lnTo>
                    <a:pt x="3956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101659" y="2258891"/>
              <a:ext cx="3969385" cy="171450"/>
            </a:xfrm>
            <a:custGeom>
              <a:avLst/>
              <a:gdLst/>
              <a:ahLst/>
              <a:cxnLst/>
              <a:rect l="l" t="t" r="r" b="b"/>
              <a:pathLst>
                <a:path w="3969385" h="171450">
                  <a:moveTo>
                    <a:pt x="3969308" y="0"/>
                  </a:moveTo>
                  <a:lnTo>
                    <a:pt x="3956748" y="0"/>
                  </a:lnTo>
                  <a:lnTo>
                    <a:pt x="3956748" y="12700"/>
                  </a:lnTo>
                  <a:lnTo>
                    <a:pt x="3956748" y="158750"/>
                  </a:lnTo>
                  <a:lnTo>
                    <a:pt x="12560" y="158750"/>
                  </a:lnTo>
                  <a:lnTo>
                    <a:pt x="12560" y="12700"/>
                  </a:lnTo>
                  <a:lnTo>
                    <a:pt x="3956748" y="12700"/>
                  </a:lnTo>
                  <a:lnTo>
                    <a:pt x="3956748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58750"/>
                  </a:lnTo>
                  <a:lnTo>
                    <a:pt x="0" y="171450"/>
                  </a:lnTo>
                  <a:lnTo>
                    <a:pt x="3969308" y="171450"/>
                  </a:lnTo>
                  <a:lnTo>
                    <a:pt x="3969308" y="159270"/>
                  </a:lnTo>
                  <a:lnTo>
                    <a:pt x="3969308" y="158750"/>
                  </a:lnTo>
                  <a:lnTo>
                    <a:pt x="3969308" y="12700"/>
                  </a:lnTo>
                  <a:lnTo>
                    <a:pt x="3969308" y="12573"/>
                  </a:lnTo>
                  <a:lnTo>
                    <a:pt x="3969308" y="0"/>
                  </a:lnTo>
                  <a:close/>
                </a:path>
              </a:pathLst>
            </a:custGeom>
            <a:solidFill>
              <a:srgbClr val="525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98829" y="7855352"/>
              <a:ext cx="4170045" cy="149860"/>
            </a:xfrm>
            <a:custGeom>
              <a:avLst/>
              <a:gdLst/>
              <a:ahLst/>
              <a:cxnLst/>
              <a:rect l="l" t="t" r="r" b="b"/>
              <a:pathLst>
                <a:path w="4170045" h="149859">
                  <a:moveTo>
                    <a:pt x="4169988" y="0"/>
                  </a:moveTo>
                  <a:lnTo>
                    <a:pt x="0" y="0"/>
                  </a:lnTo>
                  <a:lnTo>
                    <a:pt x="0" y="149241"/>
                  </a:lnTo>
                  <a:lnTo>
                    <a:pt x="4169988" y="149241"/>
                  </a:lnTo>
                  <a:lnTo>
                    <a:pt x="4169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992541" y="7849076"/>
              <a:ext cx="4182745" cy="161290"/>
            </a:xfrm>
            <a:custGeom>
              <a:avLst/>
              <a:gdLst/>
              <a:ahLst/>
              <a:cxnLst/>
              <a:rect l="l" t="t" r="r" b="b"/>
              <a:pathLst>
                <a:path w="4182745" h="161290">
                  <a:moveTo>
                    <a:pt x="4182554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149860"/>
                  </a:lnTo>
                  <a:lnTo>
                    <a:pt x="0" y="161290"/>
                  </a:lnTo>
                  <a:lnTo>
                    <a:pt x="4182554" y="161290"/>
                  </a:lnTo>
                  <a:lnTo>
                    <a:pt x="4182554" y="149860"/>
                  </a:lnTo>
                  <a:lnTo>
                    <a:pt x="12560" y="149860"/>
                  </a:lnTo>
                  <a:lnTo>
                    <a:pt x="12560" y="12700"/>
                  </a:lnTo>
                  <a:lnTo>
                    <a:pt x="4169981" y="12700"/>
                  </a:lnTo>
                  <a:lnTo>
                    <a:pt x="4169981" y="149250"/>
                  </a:lnTo>
                  <a:lnTo>
                    <a:pt x="4182554" y="149250"/>
                  </a:lnTo>
                  <a:lnTo>
                    <a:pt x="4182554" y="12700"/>
                  </a:lnTo>
                  <a:lnTo>
                    <a:pt x="4182554" y="12560"/>
                  </a:lnTo>
                  <a:lnTo>
                    <a:pt x="4182554" y="0"/>
                  </a:lnTo>
                  <a:close/>
                </a:path>
              </a:pathLst>
            </a:custGeom>
            <a:solidFill>
              <a:srgbClr val="525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954691" y="7788791"/>
              <a:ext cx="4257675" cy="79375"/>
            </a:xfrm>
            <a:custGeom>
              <a:avLst/>
              <a:gdLst/>
              <a:ahLst/>
              <a:cxnLst/>
              <a:rect l="l" t="t" r="r" b="b"/>
              <a:pathLst>
                <a:path w="4257675" h="79375">
                  <a:moveTo>
                    <a:pt x="3950706" y="0"/>
                  </a:moveTo>
                  <a:lnTo>
                    <a:pt x="312566" y="0"/>
                  </a:lnTo>
                  <a:lnTo>
                    <a:pt x="0" y="79118"/>
                  </a:lnTo>
                  <a:lnTo>
                    <a:pt x="4257336" y="79118"/>
                  </a:lnTo>
                  <a:lnTo>
                    <a:pt x="39507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04279" y="7782503"/>
              <a:ext cx="4357370" cy="92075"/>
            </a:xfrm>
            <a:custGeom>
              <a:avLst/>
              <a:gdLst/>
              <a:ahLst/>
              <a:cxnLst/>
              <a:rect l="l" t="t" r="r" b="b"/>
              <a:pathLst>
                <a:path w="4357370" h="92075">
                  <a:moveTo>
                    <a:pt x="4001920" y="0"/>
                  </a:moveTo>
                  <a:lnTo>
                    <a:pt x="362198" y="0"/>
                  </a:lnTo>
                  <a:lnTo>
                    <a:pt x="0" y="91693"/>
                  </a:lnTo>
                  <a:lnTo>
                    <a:pt x="4357228" y="91693"/>
                  </a:lnTo>
                  <a:lnTo>
                    <a:pt x="4308539" y="79128"/>
                  </a:lnTo>
                  <a:lnTo>
                    <a:pt x="100834" y="79128"/>
                  </a:lnTo>
                  <a:lnTo>
                    <a:pt x="363758" y="12565"/>
                  </a:lnTo>
                  <a:lnTo>
                    <a:pt x="4050609" y="12565"/>
                  </a:lnTo>
                  <a:lnTo>
                    <a:pt x="4001920" y="0"/>
                  </a:lnTo>
                  <a:close/>
                </a:path>
                <a:path w="4357370" h="92075">
                  <a:moveTo>
                    <a:pt x="4050609" y="12565"/>
                  </a:moveTo>
                  <a:lnTo>
                    <a:pt x="4000328" y="12565"/>
                  </a:lnTo>
                  <a:lnTo>
                    <a:pt x="4258257" y="79128"/>
                  </a:lnTo>
                  <a:lnTo>
                    <a:pt x="4308539" y="79128"/>
                  </a:lnTo>
                  <a:lnTo>
                    <a:pt x="4050609" y="12565"/>
                  </a:lnTo>
                  <a:close/>
                </a:path>
              </a:pathLst>
            </a:custGeom>
            <a:solidFill>
              <a:srgbClr val="525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1543193" y="2573754"/>
              <a:ext cx="268605" cy="134620"/>
            </a:xfrm>
            <a:custGeom>
              <a:avLst/>
              <a:gdLst/>
              <a:ahLst/>
              <a:cxnLst/>
              <a:rect l="l" t="t" r="r" b="b"/>
              <a:pathLst>
                <a:path w="268604" h="134619">
                  <a:moveTo>
                    <a:pt x="268567" y="0"/>
                  </a:moveTo>
                  <a:lnTo>
                    <a:pt x="261721" y="42444"/>
                  </a:lnTo>
                  <a:lnTo>
                    <a:pt x="242658" y="79305"/>
                  </a:lnTo>
                  <a:lnTo>
                    <a:pt x="213590" y="108372"/>
                  </a:lnTo>
                  <a:lnTo>
                    <a:pt x="176729" y="127433"/>
                  </a:lnTo>
                  <a:lnTo>
                    <a:pt x="134289" y="134278"/>
                  </a:lnTo>
                  <a:lnTo>
                    <a:pt x="91843" y="127433"/>
                  </a:lnTo>
                  <a:lnTo>
                    <a:pt x="54979" y="108372"/>
                  </a:lnTo>
                  <a:lnTo>
                    <a:pt x="25910" y="79305"/>
                  </a:lnTo>
                  <a:lnTo>
                    <a:pt x="6846" y="42444"/>
                  </a:lnTo>
                  <a:lnTo>
                    <a:pt x="0" y="0"/>
                  </a:lnTo>
                </a:path>
              </a:pathLst>
            </a:custGeom>
            <a:ln w="16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10624559" y="16662"/>
            <a:ext cx="2123440" cy="2555875"/>
            <a:chOff x="10624559" y="16662"/>
            <a:chExt cx="2123440" cy="2555875"/>
          </a:xfrm>
        </p:grpSpPr>
        <p:sp>
          <p:nvSpPr>
            <p:cNvPr id="22" name="object 22" descr=""/>
            <p:cNvSpPr/>
            <p:nvPr/>
          </p:nvSpPr>
          <p:spPr>
            <a:xfrm>
              <a:off x="11686226" y="16662"/>
              <a:ext cx="0" cy="2145665"/>
            </a:xfrm>
            <a:custGeom>
              <a:avLst/>
              <a:gdLst/>
              <a:ahLst/>
              <a:cxnLst/>
              <a:rect l="l" t="t" r="r" b="b"/>
              <a:pathLst>
                <a:path w="0" h="2145665">
                  <a:moveTo>
                    <a:pt x="0" y="0"/>
                  </a:moveTo>
                  <a:lnTo>
                    <a:pt x="0" y="2145086"/>
                  </a:lnTo>
                </a:path>
              </a:pathLst>
            </a:custGeom>
            <a:ln w="16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624559" y="2161747"/>
              <a:ext cx="2123440" cy="410845"/>
            </a:xfrm>
            <a:custGeom>
              <a:avLst/>
              <a:gdLst/>
              <a:ahLst/>
              <a:cxnLst/>
              <a:rect l="l" t="t" r="r" b="b"/>
              <a:pathLst>
                <a:path w="2123440" h="410844">
                  <a:moveTo>
                    <a:pt x="1318996" y="0"/>
                  </a:moveTo>
                  <a:lnTo>
                    <a:pt x="804342" y="0"/>
                  </a:lnTo>
                  <a:lnTo>
                    <a:pt x="766449" y="4174"/>
                  </a:lnTo>
                  <a:lnTo>
                    <a:pt x="730794" y="16318"/>
                  </a:lnTo>
                  <a:lnTo>
                    <a:pt x="698595" y="35860"/>
                  </a:lnTo>
                  <a:lnTo>
                    <a:pt x="671068" y="62228"/>
                  </a:lnTo>
                  <a:lnTo>
                    <a:pt x="573260" y="179062"/>
                  </a:lnTo>
                  <a:lnTo>
                    <a:pt x="556739" y="194898"/>
                  </a:lnTo>
                  <a:lnTo>
                    <a:pt x="537401" y="206645"/>
                  </a:lnTo>
                  <a:lnTo>
                    <a:pt x="515979" y="213951"/>
                  </a:lnTo>
                  <a:lnTo>
                    <a:pt x="493210" y="216464"/>
                  </a:lnTo>
                  <a:lnTo>
                    <a:pt x="245573" y="216464"/>
                  </a:lnTo>
                  <a:lnTo>
                    <a:pt x="194736" y="221594"/>
                  </a:lnTo>
                  <a:lnTo>
                    <a:pt x="147380" y="236301"/>
                  </a:lnTo>
                  <a:lnTo>
                    <a:pt x="104520" y="259560"/>
                  </a:lnTo>
                  <a:lnTo>
                    <a:pt x="67170" y="290347"/>
                  </a:lnTo>
                  <a:lnTo>
                    <a:pt x="25476" y="345354"/>
                  </a:lnTo>
                  <a:lnTo>
                    <a:pt x="0" y="410689"/>
                  </a:lnTo>
                  <a:lnTo>
                    <a:pt x="2123338" y="410689"/>
                  </a:lnTo>
                  <a:lnTo>
                    <a:pt x="2107741" y="364873"/>
                  </a:lnTo>
                  <a:lnTo>
                    <a:pt x="2084058" y="323494"/>
                  </a:lnTo>
                  <a:lnTo>
                    <a:pt x="2053245" y="287503"/>
                  </a:lnTo>
                  <a:lnTo>
                    <a:pt x="2016255" y="257852"/>
                  </a:lnTo>
                  <a:lnTo>
                    <a:pt x="1974042" y="235493"/>
                  </a:lnTo>
                  <a:lnTo>
                    <a:pt x="1927560" y="221380"/>
                  </a:lnTo>
                  <a:lnTo>
                    <a:pt x="1877764" y="216464"/>
                  </a:lnTo>
                  <a:lnTo>
                    <a:pt x="1630065" y="216464"/>
                  </a:lnTo>
                  <a:lnTo>
                    <a:pt x="1607330" y="213961"/>
                  </a:lnTo>
                  <a:lnTo>
                    <a:pt x="1585925" y="206676"/>
                  </a:lnTo>
                  <a:lnTo>
                    <a:pt x="1566593" y="194951"/>
                  </a:lnTo>
                  <a:lnTo>
                    <a:pt x="1550078" y="179125"/>
                  </a:lnTo>
                  <a:lnTo>
                    <a:pt x="1452207" y="62228"/>
                  </a:lnTo>
                  <a:lnTo>
                    <a:pt x="1424707" y="35860"/>
                  </a:lnTo>
                  <a:lnTo>
                    <a:pt x="1392512" y="16318"/>
                  </a:lnTo>
                  <a:lnTo>
                    <a:pt x="1356861" y="4174"/>
                  </a:lnTo>
                  <a:lnTo>
                    <a:pt x="1318996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7356205" y="16662"/>
            <a:ext cx="2123440" cy="2700020"/>
            <a:chOff x="7356205" y="16662"/>
            <a:chExt cx="2123440" cy="2700020"/>
          </a:xfrm>
        </p:grpSpPr>
        <p:sp>
          <p:nvSpPr>
            <p:cNvPr id="25" name="object 25" descr=""/>
            <p:cNvSpPr/>
            <p:nvPr/>
          </p:nvSpPr>
          <p:spPr>
            <a:xfrm>
              <a:off x="8417872" y="16662"/>
              <a:ext cx="0" cy="2145665"/>
            </a:xfrm>
            <a:custGeom>
              <a:avLst/>
              <a:gdLst/>
              <a:ahLst/>
              <a:cxnLst/>
              <a:rect l="l" t="t" r="r" b="b"/>
              <a:pathLst>
                <a:path w="0" h="2145665">
                  <a:moveTo>
                    <a:pt x="0" y="0"/>
                  </a:moveTo>
                  <a:lnTo>
                    <a:pt x="0" y="2145086"/>
                  </a:lnTo>
                </a:path>
              </a:pathLst>
            </a:custGeom>
            <a:ln w="16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356205" y="2161747"/>
              <a:ext cx="2123440" cy="410845"/>
            </a:xfrm>
            <a:custGeom>
              <a:avLst/>
              <a:gdLst/>
              <a:ahLst/>
              <a:cxnLst/>
              <a:rect l="l" t="t" r="r" b="b"/>
              <a:pathLst>
                <a:path w="2123440" h="410844">
                  <a:moveTo>
                    <a:pt x="1318996" y="0"/>
                  </a:moveTo>
                  <a:lnTo>
                    <a:pt x="804342" y="0"/>
                  </a:lnTo>
                  <a:lnTo>
                    <a:pt x="766449" y="4174"/>
                  </a:lnTo>
                  <a:lnTo>
                    <a:pt x="730794" y="16318"/>
                  </a:lnTo>
                  <a:lnTo>
                    <a:pt x="698595" y="35860"/>
                  </a:lnTo>
                  <a:lnTo>
                    <a:pt x="671068" y="62228"/>
                  </a:lnTo>
                  <a:lnTo>
                    <a:pt x="573260" y="179062"/>
                  </a:lnTo>
                  <a:lnTo>
                    <a:pt x="556739" y="194898"/>
                  </a:lnTo>
                  <a:lnTo>
                    <a:pt x="537401" y="206645"/>
                  </a:lnTo>
                  <a:lnTo>
                    <a:pt x="515979" y="213951"/>
                  </a:lnTo>
                  <a:lnTo>
                    <a:pt x="493210" y="216464"/>
                  </a:lnTo>
                  <a:lnTo>
                    <a:pt x="245573" y="216464"/>
                  </a:lnTo>
                  <a:lnTo>
                    <a:pt x="194736" y="221594"/>
                  </a:lnTo>
                  <a:lnTo>
                    <a:pt x="147380" y="236301"/>
                  </a:lnTo>
                  <a:lnTo>
                    <a:pt x="104520" y="259560"/>
                  </a:lnTo>
                  <a:lnTo>
                    <a:pt x="67170" y="290347"/>
                  </a:lnTo>
                  <a:lnTo>
                    <a:pt x="25476" y="345354"/>
                  </a:lnTo>
                  <a:lnTo>
                    <a:pt x="0" y="410689"/>
                  </a:lnTo>
                  <a:lnTo>
                    <a:pt x="2123338" y="410689"/>
                  </a:lnTo>
                  <a:lnTo>
                    <a:pt x="2107741" y="364873"/>
                  </a:lnTo>
                  <a:lnTo>
                    <a:pt x="2084058" y="323494"/>
                  </a:lnTo>
                  <a:lnTo>
                    <a:pt x="2053244" y="287503"/>
                  </a:lnTo>
                  <a:lnTo>
                    <a:pt x="2016253" y="257852"/>
                  </a:lnTo>
                  <a:lnTo>
                    <a:pt x="1974038" y="235493"/>
                  </a:lnTo>
                  <a:lnTo>
                    <a:pt x="1927554" y="221380"/>
                  </a:lnTo>
                  <a:lnTo>
                    <a:pt x="1877754" y="216464"/>
                  </a:lnTo>
                  <a:lnTo>
                    <a:pt x="1630065" y="216464"/>
                  </a:lnTo>
                  <a:lnTo>
                    <a:pt x="1607330" y="213961"/>
                  </a:lnTo>
                  <a:lnTo>
                    <a:pt x="1585925" y="206676"/>
                  </a:lnTo>
                  <a:lnTo>
                    <a:pt x="1566593" y="194951"/>
                  </a:lnTo>
                  <a:lnTo>
                    <a:pt x="1550078" y="179125"/>
                  </a:lnTo>
                  <a:lnTo>
                    <a:pt x="1452207" y="62228"/>
                  </a:lnTo>
                  <a:lnTo>
                    <a:pt x="1424707" y="35860"/>
                  </a:lnTo>
                  <a:lnTo>
                    <a:pt x="1392512" y="16318"/>
                  </a:lnTo>
                  <a:lnTo>
                    <a:pt x="1356861" y="4174"/>
                  </a:lnTo>
                  <a:lnTo>
                    <a:pt x="1318996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286932" y="2573754"/>
              <a:ext cx="268605" cy="134620"/>
            </a:xfrm>
            <a:custGeom>
              <a:avLst/>
              <a:gdLst/>
              <a:ahLst/>
              <a:cxnLst/>
              <a:rect l="l" t="t" r="r" b="b"/>
              <a:pathLst>
                <a:path w="268604" h="134619">
                  <a:moveTo>
                    <a:pt x="268557" y="0"/>
                  </a:moveTo>
                  <a:lnTo>
                    <a:pt x="261711" y="42444"/>
                  </a:lnTo>
                  <a:lnTo>
                    <a:pt x="242647" y="79305"/>
                  </a:lnTo>
                  <a:lnTo>
                    <a:pt x="213579" y="108372"/>
                  </a:lnTo>
                  <a:lnTo>
                    <a:pt x="176719" y="127433"/>
                  </a:lnTo>
                  <a:lnTo>
                    <a:pt x="134278" y="134278"/>
                  </a:lnTo>
                  <a:lnTo>
                    <a:pt x="91834" y="127433"/>
                  </a:lnTo>
                  <a:lnTo>
                    <a:pt x="54973" y="108372"/>
                  </a:lnTo>
                  <a:lnTo>
                    <a:pt x="25906" y="79305"/>
                  </a:lnTo>
                  <a:lnTo>
                    <a:pt x="6845" y="42444"/>
                  </a:lnTo>
                  <a:lnTo>
                    <a:pt x="0" y="0"/>
                  </a:lnTo>
                </a:path>
              </a:pathLst>
            </a:custGeom>
            <a:ln w="16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15275901" y="2264322"/>
            <a:ext cx="3084195" cy="7727315"/>
            <a:chOff x="15275901" y="2264322"/>
            <a:chExt cx="3084195" cy="7727315"/>
          </a:xfrm>
        </p:grpSpPr>
        <p:sp>
          <p:nvSpPr>
            <p:cNvPr id="29" name="object 29" descr=""/>
            <p:cNvSpPr/>
            <p:nvPr/>
          </p:nvSpPr>
          <p:spPr>
            <a:xfrm>
              <a:off x="17502614" y="9826355"/>
              <a:ext cx="857885" cy="165100"/>
            </a:xfrm>
            <a:custGeom>
              <a:avLst/>
              <a:gdLst/>
              <a:ahLst/>
              <a:cxnLst/>
              <a:rect l="l" t="t" r="r" b="b"/>
              <a:pathLst>
                <a:path w="857884" h="165100">
                  <a:moveTo>
                    <a:pt x="692533" y="0"/>
                  </a:moveTo>
                  <a:lnTo>
                    <a:pt x="164895" y="0"/>
                  </a:lnTo>
                  <a:lnTo>
                    <a:pt x="121057" y="5889"/>
                  </a:lnTo>
                  <a:lnTo>
                    <a:pt x="81666" y="22511"/>
                  </a:lnTo>
                  <a:lnTo>
                    <a:pt x="48294" y="48294"/>
                  </a:lnTo>
                  <a:lnTo>
                    <a:pt x="22511" y="81666"/>
                  </a:lnTo>
                  <a:lnTo>
                    <a:pt x="5889" y="121057"/>
                  </a:lnTo>
                  <a:lnTo>
                    <a:pt x="0" y="164895"/>
                  </a:lnTo>
                  <a:lnTo>
                    <a:pt x="857418" y="164895"/>
                  </a:lnTo>
                  <a:lnTo>
                    <a:pt x="851529" y="121057"/>
                  </a:lnTo>
                  <a:lnTo>
                    <a:pt x="834907" y="81666"/>
                  </a:lnTo>
                  <a:lnTo>
                    <a:pt x="809125" y="48294"/>
                  </a:lnTo>
                  <a:lnTo>
                    <a:pt x="775755" y="22511"/>
                  </a:lnTo>
                  <a:lnTo>
                    <a:pt x="736367" y="5889"/>
                  </a:lnTo>
                  <a:lnTo>
                    <a:pt x="692533" y="0"/>
                  </a:lnTo>
                  <a:close/>
                </a:path>
              </a:pathLst>
            </a:custGeom>
            <a:solidFill>
              <a:srgbClr val="2E3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6439755" y="2269557"/>
              <a:ext cx="1491615" cy="7610475"/>
            </a:xfrm>
            <a:custGeom>
              <a:avLst/>
              <a:gdLst/>
              <a:ahLst/>
              <a:cxnLst/>
              <a:rect l="l" t="t" r="r" b="b"/>
              <a:pathLst>
                <a:path w="1491615" h="7610475">
                  <a:moveTo>
                    <a:pt x="1491567" y="7609883"/>
                  </a:moveTo>
                  <a:lnTo>
                    <a:pt x="1473400" y="610253"/>
                  </a:lnTo>
                  <a:lnTo>
                    <a:pt x="1471258" y="560792"/>
                  </a:lnTo>
                  <a:lnTo>
                    <a:pt x="1465187" y="512026"/>
                  </a:lnTo>
                  <a:lnTo>
                    <a:pt x="1455285" y="464167"/>
                  </a:lnTo>
                  <a:lnTo>
                    <a:pt x="1441653" y="417427"/>
                  </a:lnTo>
                  <a:lnTo>
                    <a:pt x="1424393" y="372017"/>
                  </a:lnTo>
                  <a:lnTo>
                    <a:pt x="1403603" y="328150"/>
                  </a:lnTo>
                  <a:lnTo>
                    <a:pt x="1379385" y="286038"/>
                  </a:lnTo>
                  <a:lnTo>
                    <a:pt x="1351839" y="245893"/>
                  </a:lnTo>
                  <a:lnTo>
                    <a:pt x="1321064" y="207927"/>
                  </a:lnTo>
                  <a:lnTo>
                    <a:pt x="1287163" y="172351"/>
                  </a:lnTo>
                  <a:lnTo>
                    <a:pt x="1250234" y="139378"/>
                  </a:lnTo>
                  <a:lnTo>
                    <a:pt x="1212310" y="110517"/>
                  </a:lnTo>
                  <a:lnTo>
                    <a:pt x="1173010" y="85081"/>
                  </a:lnTo>
                  <a:lnTo>
                    <a:pt x="1132512" y="63036"/>
                  </a:lnTo>
                  <a:lnTo>
                    <a:pt x="1090996" y="44347"/>
                  </a:lnTo>
                  <a:lnTo>
                    <a:pt x="1048642" y="28978"/>
                  </a:lnTo>
                  <a:lnTo>
                    <a:pt x="1005628" y="16893"/>
                  </a:lnTo>
                  <a:lnTo>
                    <a:pt x="962134" y="8059"/>
                  </a:lnTo>
                  <a:lnTo>
                    <a:pt x="918338" y="2439"/>
                  </a:lnTo>
                  <a:lnTo>
                    <a:pt x="874422" y="0"/>
                  </a:lnTo>
                  <a:lnTo>
                    <a:pt x="830562" y="704"/>
                  </a:lnTo>
                  <a:lnTo>
                    <a:pt x="786940" y="4518"/>
                  </a:lnTo>
                  <a:lnTo>
                    <a:pt x="743733" y="11406"/>
                  </a:lnTo>
                  <a:lnTo>
                    <a:pt x="701123" y="21334"/>
                  </a:lnTo>
                  <a:lnTo>
                    <a:pt x="659286" y="34265"/>
                  </a:lnTo>
                  <a:lnTo>
                    <a:pt x="618404" y="50165"/>
                  </a:lnTo>
                  <a:lnTo>
                    <a:pt x="578655" y="68999"/>
                  </a:lnTo>
                  <a:lnTo>
                    <a:pt x="540219" y="90732"/>
                  </a:lnTo>
                  <a:lnTo>
                    <a:pt x="503274" y="115328"/>
                  </a:lnTo>
                  <a:lnTo>
                    <a:pt x="468001" y="142752"/>
                  </a:lnTo>
                  <a:lnTo>
                    <a:pt x="434577" y="172970"/>
                  </a:lnTo>
                  <a:lnTo>
                    <a:pt x="403184" y="205945"/>
                  </a:lnTo>
                  <a:lnTo>
                    <a:pt x="373999" y="241643"/>
                  </a:lnTo>
                  <a:lnTo>
                    <a:pt x="347203" y="280030"/>
                  </a:lnTo>
                  <a:lnTo>
                    <a:pt x="322974" y="321068"/>
                  </a:lnTo>
                  <a:lnTo>
                    <a:pt x="0" y="918820"/>
                  </a:lnTo>
                </a:path>
              </a:pathLst>
            </a:custGeom>
            <a:ln w="10470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5275901" y="2970997"/>
              <a:ext cx="1882139" cy="1409700"/>
            </a:xfrm>
            <a:custGeom>
              <a:avLst/>
              <a:gdLst/>
              <a:ahLst/>
              <a:cxnLst/>
              <a:rect l="l" t="t" r="r" b="b"/>
              <a:pathLst>
                <a:path w="1882140" h="1409700">
                  <a:moveTo>
                    <a:pt x="681539" y="46"/>
                  </a:moveTo>
                  <a:lnTo>
                    <a:pt x="632202" y="0"/>
                  </a:lnTo>
                  <a:lnTo>
                    <a:pt x="583880" y="2116"/>
                  </a:lnTo>
                  <a:lnTo>
                    <a:pt x="536684" y="6377"/>
                  </a:lnTo>
                  <a:lnTo>
                    <a:pt x="490723" y="12764"/>
                  </a:lnTo>
                  <a:lnTo>
                    <a:pt x="446108" y="21259"/>
                  </a:lnTo>
                  <a:lnTo>
                    <a:pt x="402947" y="31844"/>
                  </a:lnTo>
                  <a:lnTo>
                    <a:pt x="361350" y="44501"/>
                  </a:lnTo>
                  <a:lnTo>
                    <a:pt x="321428" y="59212"/>
                  </a:lnTo>
                  <a:lnTo>
                    <a:pt x="283291" y="75958"/>
                  </a:lnTo>
                  <a:lnTo>
                    <a:pt x="247047" y="94721"/>
                  </a:lnTo>
                  <a:lnTo>
                    <a:pt x="212807" y="115483"/>
                  </a:lnTo>
                  <a:lnTo>
                    <a:pt x="180680" y="138226"/>
                  </a:lnTo>
                  <a:lnTo>
                    <a:pt x="150777" y="162932"/>
                  </a:lnTo>
                  <a:lnTo>
                    <a:pt x="123207" y="189582"/>
                  </a:lnTo>
                  <a:lnTo>
                    <a:pt x="75504" y="248644"/>
                  </a:lnTo>
                  <a:lnTo>
                    <a:pt x="38452" y="315265"/>
                  </a:lnTo>
                  <a:lnTo>
                    <a:pt x="21504" y="359522"/>
                  </a:lnTo>
                  <a:lnTo>
                    <a:pt x="9519" y="405037"/>
                  </a:lnTo>
                  <a:lnTo>
                    <a:pt x="2388" y="451621"/>
                  </a:lnTo>
                  <a:lnTo>
                    <a:pt x="0" y="499088"/>
                  </a:lnTo>
                  <a:lnTo>
                    <a:pt x="2243" y="547250"/>
                  </a:lnTo>
                  <a:lnTo>
                    <a:pt x="9010" y="595921"/>
                  </a:lnTo>
                  <a:lnTo>
                    <a:pt x="20188" y="644913"/>
                  </a:lnTo>
                  <a:lnTo>
                    <a:pt x="35667" y="694038"/>
                  </a:lnTo>
                  <a:lnTo>
                    <a:pt x="55338" y="743110"/>
                  </a:lnTo>
                  <a:lnTo>
                    <a:pt x="79089" y="791942"/>
                  </a:lnTo>
                  <a:lnTo>
                    <a:pt x="1460869" y="1409358"/>
                  </a:lnTo>
                  <a:lnTo>
                    <a:pt x="1513086" y="1394486"/>
                  </a:lnTo>
                  <a:lnTo>
                    <a:pt x="1562751" y="1376433"/>
                  </a:lnTo>
                  <a:lnTo>
                    <a:pt x="1609655" y="1355233"/>
                  </a:lnTo>
                  <a:lnTo>
                    <a:pt x="1653588" y="1330919"/>
                  </a:lnTo>
                  <a:lnTo>
                    <a:pt x="1694340" y="1303528"/>
                  </a:lnTo>
                  <a:lnTo>
                    <a:pt x="1731702" y="1273094"/>
                  </a:lnTo>
                  <a:lnTo>
                    <a:pt x="1765466" y="1239651"/>
                  </a:lnTo>
                  <a:lnTo>
                    <a:pt x="1795421" y="1203234"/>
                  </a:lnTo>
                  <a:lnTo>
                    <a:pt x="1821357" y="1163878"/>
                  </a:lnTo>
                  <a:lnTo>
                    <a:pt x="1843067" y="1121618"/>
                  </a:lnTo>
                  <a:lnTo>
                    <a:pt x="1857144" y="1086002"/>
                  </a:lnTo>
                  <a:lnTo>
                    <a:pt x="1875637" y="1012421"/>
                  </a:lnTo>
                  <a:lnTo>
                    <a:pt x="1881641" y="936330"/>
                  </a:lnTo>
                  <a:lnTo>
                    <a:pt x="1880108" y="897577"/>
                  </a:lnTo>
                  <a:lnTo>
                    <a:pt x="1875631" y="858479"/>
                  </a:lnTo>
                  <a:lnTo>
                    <a:pt x="1868270" y="819128"/>
                  </a:lnTo>
                  <a:lnTo>
                    <a:pt x="1858083" y="779618"/>
                  </a:lnTo>
                  <a:lnTo>
                    <a:pt x="1845130" y="740043"/>
                  </a:lnTo>
                  <a:lnTo>
                    <a:pt x="1829471" y="700497"/>
                  </a:lnTo>
                  <a:lnTo>
                    <a:pt x="1811164" y="661074"/>
                  </a:lnTo>
                  <a:lnTo>
                    <a:pt x="1790269" y="621866"/>
                  </a:lnTo>
                  <a:lnTo>
                    <a:pt x="1766845" y="582969"/>
                  </a:lnTo>
                  <a:lnTo>
                    <a:pt x="1740952" y="544476"/>
                  </a:lnTo>
                  <a:lnTo>
                    <a:pt x="1712649" y="506479"/>
                  </a:lnTo>
                  <a:lnTo>
                    <a:pt x="1681996" y="469075"/>
                  </a:lnTo>
                  <a:lnTo>
                    <a:pt x="1649051" y="432355"/>
                  </a:lnTo>
                  <a:lnTo>
                    <a:pt x="1613873" y="396413"/>
                  </a:lnTo>
                  <a:lnTo>
                    <a:pt x="1576523" y="361344"/>
                  </a:lnTo>
                  <a:lnTo>
                    <a:pt x="1537060" y="327242"/>
                  </a:lnTo>
                  <a:lnTo>
                    <a:pt x="1495543" y="294199"/>
                  </a:lnTo>
                  <a:lnTo>
                    <a:pt x="1452031" y="262310"/>
                  </a:lnTo>
                  <a:lnTo>
                    <a:pt x="1406583" y="231668"/>
                  </a:lnTo>
                  <a:lnTo>
                    <a:pt x="1359260" y="202367"/>
                  </a:lnTo>
                  <a:lnTo>
                    <a:pt x="1310119" y="174501"/>
                  </a:lnTo>
                  <a:lnTo>
                    <a:pt x="1259221" y="148164"/>
                  </a:lnTo>
                  <a:lnTo>
                    <a:pt x="1206626" y="123449"/>
                  </a:lnTo>
                  <a:lnTo>
                    <a:pt x="1153169" y="100777"/>
                  </a:lnTo>
                  <a:lnTo>
                    <a:pt x="1099630" y="80450"/>
                  </a:lnTo>
                  <a:lnTo>
                    <a:pt x="1046119" y="62449"/>
                  </a:lnTo>
                  <a:lnTo>
                    <a:pt x="992746" y="46755"/>
                  </a:lnTo>
                  <a:lnTo>
                    <a:pt x="939619" y="33352"/>
                  </a:lnTo>
                  <a:lnTo>
                    <a:pt x="886850" y="22220"/>
                  </a:lnTo>
                  <a:lnTo>
                    <a:pt x="834548" y="13342"/>
                  </a:lnTo>
                  <a:lnTo>
                    <a:pt x="782822" y="6699"/>
                  </a:lnTo>
                  <a:lnTo>
                    <a:pt x="731782" y="2273"/>
                  </a:lnTo>
                  <a:lnTo>
                    <a:pt x="681539" y="46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5368385" y="2993980"/>
              <a:ext cx="1114425" cy="1009650"/>
            </a:xfrm>
            <a:custGeom>
              <a:avLst/>
              <a:gdLst/>
              <a:ahLst/>
              <a:cxnLst/>
              <a:rect l="l" t="t" r="r" b="b"/>
              <a:pathLst>
                <a:path w="1114425" h="1009650">
                  <a:moveTo>
                    <a:pt x="1114132" y="100469"/>
                  </a:moveTo>
                  <a:lnTo>
                    <a:pt x="1062659" y="78879"/>
                  </a:lnTo>
                  <a:lnTo>
                    <a:pt x="1010996" y="59956"/>
                  </a:lnTo>
                  <a:lnTo>
                    <a:pt x="959281" y="43675"/>
                  </a:lnTo>
                  <a:lnTo>
                    <a:pt x="907618" y="30022"/>
                  </a:lnTo>
                  <a:lnTo>
                    <a:pt x="856157" y="18948"/>
                  </a:lnTo>
                  <a:lnTo>
                    <a:pt x="805002" y="10439"/>
                  </a:lnTo>
                  <a:lnTo>
                    <a:pt x="754291" y="4457"/>
                  </a:lnTo>
                  <a:lnTo>
                    <a:pt x="704151" y="990"/>
                  </a:lnTo>
                  <a:lnTo>
                    <a:pt x="654710" y="0"/>
                  </a:lnTo>
                  <a:lnTo>
                    <a:pt x="606094" y="1447"/>
                  </a:lnTo>
                  <a:lnTo>
                    <a:pt x="558406" y="5334"/>
                  </a:lnTo>
                  <a:lnTo>
                    <a:pt x="511810" y="11607"/>
                  </a:lnTo>
                  <a:lnTo>
                    <a:pt x="466394" y="20243"/>
                  </a:lnTo>
                  <a:lnTo>
                    <a:pt x="422313" y="31229"/>
                  </a:lnTo>
                  <a:lnTo>
                    <a:pt x="379679" y="44526"/>
                  </a:lnTo>
                  <a:lnTo>
                    <a:pt x="338620" y="60096"/>
                  </a:lnTo>
                  <a:lnTo>
                    <a:pt x="299262" y="77927"/>
                  </a:lnTo>
                  <a:lnTo>
                    <a:pt x="261721" y="97993"/>
                  </a:lnTo>
                  <a:lnTo>
                    <a:pt x="226148" y="120256"/>
                  </a:lnTo>
                  <a:lnTo>
                    <a:pt x="192646" y="144691"/>
                  </a:lnTo>
                  <a:lnTo>
                    <a:pt x="161353" y="171272"/>
                  </a:lnTo>
                  <a:lnTo>
                    <a:pt x="132384" y="199961"/>
                  </a:lnTo>
                  <a:lnTo>
                    <a:pt x="105879" y="230746"/>
                  </a:lnTo>
                  <a:lnTo>
                    <a:pt x="81953" y="263601"/>
                  </a:lnTo>
                  <a:lnTo>
                    <a:pt x="60731" y="298475"/>
                  </a:lnTo>
                  <a:lnTo>
                    <a:pt x="42341" y="335368"/>
                  </a:lnTo>
                  <a:lnTo>
                    <a:pt x="25146" y="379514"/>
                  </a:lnTo>
                  <a:lnTo>
                    <a:pt x="12407" y="424688"/>
                  </a:lnTo>
                  <a:lnTo>
                    <a:pt x="4064" y="470725"/>
                  </a:lnTo>
                  <a:lnTo>
                    <a:pt x="0" y="517436"/>
                  </a:lnTo>
                  <a:lnTo>
                    <a:pt x="127" y="564654"/>
                  </a:lnTo>
                  <a:lnTo>
                    <a:pt x="4368" y="612203"/>
                  </a:lnTo>
                  <a:lnTo>
                    <a:pt x="12636" y="659892"/>
                  </a:lnTo>
                  <a:lnTo>
                    <a:pt x="24815" y="707542"/>
                  </a:lnTo>
                  <a:lnTo>
                    <a:pt x="40843" y="754989"/>
                  </a:lnTo>
                  <a:lnTo>
                    <a:pt x="60604" y="802030"/>
                  </a:lnTo>
                  <a:lnTo>
                    <a:pt x="290372" y="904697"/>
                  </a:lnTo>
                  <a:lnTo>
                    <a:pt x="282714" y="858685"/>
                  </a:lnTo>
                  <a:lnTo>
                    <a:pt x="278320" y="811593"/>
                  </a:lnTo>
                  <a:lnTo>
                    <a:pt x="277241" y="763651"/>
                  </a:lnTo>
                  <a:lnTo>
                    <a:pt x="279514" y="715048"/>
                  </a:lnTo>
                  <a:lnTo>
                    <a:pt x="285191" y="666013"/>
                  </a:lnTo>
                  <a:lnTo>
                    <a:pt x="294335" y="616750"/>
                  </a:lnTo>
                  <a:lnTo>
                    <a:pt x="306984" y="567461"/>
                  </a:lnTo>
                  <a:lnTo>
                    <a:pt x="323189" y="518375"/>
                  </a:lnTo>
                  <a:lnTo>
                    <a:pt x="343001" y="469696"/>
                  </a:lnTo>
                  <a:lnTo>
                    <a:pt x="365277" y="423913"/>
                  </a:lnTo>
                  <a:lnTo>
                    <a:pt x="390093" y="380428"/>
                  </a:lnTo>
                  <a:lnTo>
                    <a:pt x="417258" y="339331"/>
                  </a:lnTo>
                  <a:lnTo>
                    <a:pt x="446620" y="300685"/>
                  </a:lnTo>
                  <a:lnTo>
                    <a:pt x="478002" y="264579"/>
                  </a:lnTo>
                  <a:lnTo>
                    <a:pt x="511213" y="231114"/>
                  </a:lnTo>
                  <a:lnTo>
                    <a:pt x="546112" y="200355"/>
                  </a:lnTo>
                  <a:lnTo>
                    <a:pt x="582510" y="172377"/>
                  </a:lnTo>
                  <a:lnTo>
                    <a:pt x="620229" y="147281"/>
                  </a:lnTo>
                  <a:lnTo>
                    <a:pt x="659117" y="125145"/>
                  </a:lnTo>
                  <a:lnTo>
                    <a:pt x="698982" y="106045"/>
                  </a:lnTo>
                  <a:lnTo>
                    <a:pt x="739673" y="90081"/>
                  </a:lnTo>
                  <a:lnTo>
                    <a:pt x="780999" y="77304"/>
                  </a:lnTo>
                  <a:lnTo>
                    <a:pt x="822794" y="67830"/>
                  </a:lnTo>
                  <a:lnTo>
                    <a:pt x="864895" y="61722"/>
                  </a:lnTo>
                  <a:lnTo>
                    <a:pt x="907110" y="59067"/>
                  </a:lnTo>
                  <a:lnTo>
                    <a:pt x="949299" y="59944"/>
                  </a:lnTo>
                  <a:lnTo>
                    <a:pt x="991260" y="64439"/>
                  </a:lnTo>
                  <a:lnTo>
                    <a:pt x="1032840" y="72644"/>
                  </a:lnTo>
                  <a:lnTo>
                    <a:pt x="1073848" y="84620"/>
                  </a:lnTo>
                  <a:lnTo>
                    <a:pt x="1114132" y="100469"/>
                  </a:lnTo>
                  <a:close/>
                </a:path>
                <a:path w="1114425" h="1009650">
                  <a:moveTo>
                    <a:pt x="1114132" y="100469"/>
                  </a:moveTo>
                  <a:lnTo>
                    <a:pt x="1078357" y="87109"/>
                  </a:lnTo>
                  <a:lnTo>
                    <a:pt x="1041501" y="78371"/>
                  </a:lnTo>
                  <a:lnTo>
                    <a:pt x="1003782" y="74129"/>
                  </a:lnTo>
                  <a:lnTo>
                    <a:pt x="965377" y="74256"/>
                  </a:lnTo>
                  <a:lnTo>
                    <a:pt x="926503" y="78625"/>
                  </a:lnTo>
                  <a:lnTo>
                    <a:pt x="887349" y="87109"/>
                  </a:lnTo>
                  <a:lnTo>
                    <a:pt x="848131" y="99593"/>
                  </a:lnTo>
                  <a:lnTo>
                    <a:pt x="809040" y="115938"/>
                  </a:lnTo>
                  <a:lnTo>
                    <a:pt x="770267" y="136042"/>
                  </a:lnTo>
                  <a:lnTo>
                    <a:pt x="732040" y="159753"/>
                  </a:lnTo>
                  <a:lnTo>
                    <a:pt x="694550" y="186956"/>
                  </a:lnTo>
                  <a:lnTo>
                    <a:pt x="657974" y="217525"/>
                  </a:lnTo>
                  <a:lnTo>
                    <a:pt x="622554" y="251345"/>
                  </a:lnTo>
                  <a:lnTo>
                    <a:pt x="588454" y="288277"/>
                  </a:lnTo>
                  <a:lnTo>
                    <a:pt x="555891" y="328193"/>
                  </a:lnTo>
                  <a:lnTo>
                    <a:pt x="525081" y="370992"/>
                  </a:lnTo>
                  <a:lnTo>
                    <a:pt x="496201" y="416521"/>
                  </a:lnTo>
                  <a:lnTo>
                    <a:pt x="469455" y="464667"/>
                  </a:lnTo>
                  <a:lnTo>
                    <a:pt x="445058" y="515302"/>
                  </a:lnTo>
                  <a:lnTo>
                    <a:pt x="424929" y="563841"/>
                  </a:lnTo>
                  <a:lnTo>
                    <a:pt x="407797" y="612508"/>
                  </a:lnTo>
                  <a:lnTo>
                    <a:pt x="393623" y="661111"/>
                  </a:lnTo>
                  <a:lnTo>
                    <a:pt x="382371" y="709434"/>
                  </a:lnTo>
                  <a:lnTo>
                    <a:pt x="374002" y="757275"/>
                  </a:lnTo>
                  <a:lnTo>
                    <a:pt x="368503" y="804430"/>
                  </a:lnTo>
                  <a:lnTo>
                    <a:pt x="365810" y="850696"/>
                  </a:lnTo>
                  <a:lnTo>
                    <a:pt x="365925" y="895870"/>
                  </a:lnTo>
                  <a:lnTo>
                    <a:pt x="368795" y="939749"/>
                  </a:lnTo>
                  <a:lnTo>
                    <a:pt x="524154" y="1009154"/>
                  </a:lnTo>
                  <a:lnTo>
                    <a:pt x="528281" y="970775"/>
                  </a:lnTo>
                  <a:lnTo>
                    <a:pt x="530288" y="932497"/>
                  </a:lnTo>
                  <a:lnTo>
                    <a:pt x="531571" y="893318"/>
                  </a:lnTo>
                  <a:lnTo>
                    <a:pt x="533539" y="852309"/>
                  </a:lnTo>
                  <a:lnTo>
                    <a:pt x="537578" y="808469"/>
                  </a:lnTo>
                  <a:lnTo>
                    <a:pt x="545084" y="760857"/>
                  </a:lnTo>
                  <a:lnTo>
                    <a:pt x="557453" y="708482"/>
                  </a:lnTo>
                  <a:lnTo>
                    <a:pt x="576084" y="650379"/>
                  </a:lnTo>
                  <a:lnTo>
                    <a:pt x="602373" y="585597"/>
                  </a:lnTo>
                  <a:lnTo>
                    <a:pt x="633387" y="520357"/>
                  </a:lnTo>
                  <a:lnTo>
                    <a:pt x="665962" y="459498"/>
                  </a:lnTo>
                  <a:lnTo>
                    <a:pt x="699782" y="403072"/>
                  </a:lnTo>
                  <a:lnTo>
                    <a:pt x="734568" y="351155"/>
                  </a:lnTo>
                  <a:lnTo>
                    <a:pt x="769975" y="303809"/>
                  </a:lnTo>
                  <a:lnTo>
                    <a:pt x="805738" y="261061"/>
                  </a:lnTo>
                  <a:lnTo>
                    <a:pt x="841514" y="222999"/>
                  </a:lnTo>
                  <a:lnTo>
                    <a:pt x="877023" y="189674"/>
                  </a:lnTo>
                  <a:lnTo>
                    <a:pt x="911936" y="161137"/>
                  </a:lnTo>
                  <a:lnTo>
                    <a:pt x="945959" y="137452"/>
                  </a:lnTo>
                  <a:lnTo>
                    <a:pt x="1010094" y="104863"/>
                  </a:lnTo>
                  <a:lnTo>
                    <a:pt x="1066977" y="92379"/>
                  </a:lnTo>
                  <a:lnTo>
                    <a:pt x="1091920" y="93827"/>
                  </a:lnTo>
                  <a:lnTo>
                    <a:pt x="1114132" y="100469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5335064" y="3644534"/>
              <a:ext cx="1472565" cy="732790"/>
            </a:xfrm>
            <a:custGeom>
              <a:avLst/>
              <a:gdLst/>
              <a:ahLst/>
              <a:cxnLst/>
              <a:rect l="l" t="t" r="r" b="b"/>
              <a:pathLst>
                <a:path w="1472565" h="732789">
                  <a:moveTo>
                    <a:pt x="143340" y="0"/>
                  </a:moveTo>
                  <a:lnTo>
                    <a:pt x="77089" y="2998"/>
                  </a:lnTo>
                  <a:lnTo>
                    <a:pt x="29927" y="17330"/>
                  </a:lnTo>
                  <a:lnTo>
                    <a:pt x="1192" y="52278"/>
                  </a:lnTo>
                  <a:lnTo>
                    <a:pt x="0" y="61707"/>
                  </a:lnTo>
                  <a:lnTo>
                    <a:pt x="513" y="71693"/>
                  </a:lnTo>
                  <a:lnTo>
                    <a:pt x="33019" y="127478"/>
                  </a:lnTo>
                  <a:lnTo>
                    <a:pt x="81376" y="178147"/>
                  </a:lnTo>
                  <a:lnTo>
                    <a:pt x="111839" y="205146"/>
                  </a:lnTo>
                  <a:lnTo>
                    <a:pt x="146237" y="233058"/>
                  </a:lnTo>
                  <a:lnTo>
                    <a:pt x="184380" y="261739"/>
                  </a:lnTo>
                  <a:lnTo>
                    <a:pt x="226076" y="291041"/>
                  </a:lnTo>
                  <a:lnTo>
                    <a:pt x="271136" y="320820"/>
                  </a:lnTo>
                  <a:lnTo>
                    <a:pt x="319368" y="350927"/>
                  </a:lnTo>
                  <a:lnTo>
                    <a:pt x="370583" y="381219"/>
                  </a:lnTo>
                  <a:lnTo>
                    <a:pt x="424588" y="411547"/>
                  </a:lnTo>
                  <a:lnTo>
                    <a:pt x="481194" y="441767"/>
                  </a:lnTo>
                  <a:lnTo>
                    <a:pt x="540211" y="471731"/>
                  </a:lnTo>
                  <a:lnTo>
                    <a:pt x="601446" y="501294"/>
                  </a:lnTo>
                  <a:lnTo>
                    <a:pt x="664711" y="530310"/>
                  </a:lnTo>
                  <a:lnTo>
                    <a:pt x="728530" y="558079"/>
                  </a:lnTo>
                  <a:lnTo>
                    <a:pt x="791404" y="583971"/>
                  </a:lnTo>
                  <a:lnTo>
                    <a:pt x="853097" y="607943"/>
                  </a:lnTo>
                  <a:lnTo>
                    <a:pt x="913372" y="629949"/>
                  </a:lnTo>
                  <a:lnTo>
                    <a:pt x="971993" y="649946"/>
                  </a:lnTo>
                  <a:lnTo>
                    <a:pt x="1028725" y="667888"/>
                  </a:lnTo>
                  <a:lnTo>
                    <a:pt x="1083331" y="683732"/>
                  </a:lnTo>
                  <a:lnTo>
                    <a:pt x="1135575" y="697432"/>
                  </a:lnTo>
                  <a:lnTo>
                    <a:pt x="1185221" y="708944"/>
                  </a:lnTo>
                  <a:lnTo>
                    <a:pt x="1232032" y="718224"/>
                  </a:lnTo>
                  <a:lnTo>
                    <a:pt x="1275774" y="725227"/>
                  </a:lnTo>
                  <a:lnTo>
                    <a:pt x="1316209" y="729908"/>
                  </a:lnTo>
                  <a:lnTo>
                    <a:pt x="1353102" y="732223"/>
                  </a:lnTo>
                  <a:lnTo>
                    <a:pt x="1386216" y="732127"/>
                  </a:lnTo>
                  <a:lnTo>
                    <a:pt x="1440164" y="724524"/>
                  </a:lnTo>
                  <a:lnTo>
                    <a:pt x="1468100" y="697562"/>
                  </a:lnTo>
                  <a:lnTo>
                    <a:pt x="1472206" y="680347"/>
                  </a:lnTo>
                  <a:lnTo>
                    <a:pt x="1470327" y="660938"/>
                  </a:lnTo>
                  <a:lnTo>
                    <a:pt x="1449537" y="616244"/>
                  </a:lnTo>
                  <a:lnTo>
                    <a:pt x="1407570" y="564892"/>
                  </a:lnTo>
                  <a:lnTo>
                    <a:pt x="1379220" y="537161"/>
                  </a:lnTo>
                  <a:lnTo>
                    <a:pt x="1346265" y="508295"/>
                  </a:lnTo>
                  <a:lnTo>
                    <a:pt x="1308936" y="478470"/>
                  </a:lnTo>
                  <a:lnTo>
                    <a:pt x="1267462" y="447864"/>
                  </a:lnTo>
                  <a:lnTo>
                    <a:pt x="1222074" y="416653"/>
                  </a:lnTo>
                  <a:lnTo>
                    <a:pt x="1173000" y="385013"/>
                  </a:lnTo>
                  <a:lnTo>
                    <a:pt x="1120472" y="353121"/>
                  </a:lnTo>
                  <a:lnTo>
                    <a:pt x="1064719" y="321153"/>
                  </a:lnTo>
                  <a:lnTo>
                    <a:pt x="1005971" y="289287"/>
                  </a:lnTo>
                  <a:lnTo>
                    <a:pt x="944458" y="257698"/>
                  </a:lnTo>
                  <a:lnTo>
                    <a:pt x="880410" y="226563"/>
                  </a:lnTo>
                  <a:lnTo>
                    <a:pt x="814057" y="196059"/>
                  </a:lnTo>
                  <a:lnTo>
                    <a:pt x="747067" y="166980"/>
                  </a:lnTo>
                  <a:lnTo>
                    <a:pt x="681145" y="140039"/>
                  </a:lnTo>
                  <a:lnTo>
                    <a:pt x="616575" y="115290"/>
                  </a:lnTo>
                  <a:lnTo>
                    <a:pt x="553643" y="92787"/>
                  </a:lnTo>
                  <a:lnTo>
                    <a:pt x="492634" y="72582"/>
                  </a:lnTo>
                  <a:lnTo>
                    <a:pt x="433832" y="54728"/>
                  </a:lnTo>
                  <a:lnTo>
                    <a:pt x="377523" y="39281"/>
                  </a:lnTo>
                  <a:lnTo>
                    <a:pt x="323992" y="26293"/>
                  </a:lnTo>
                  <a:lnTo>
                    <a:pt x="273523" y="15817"/>
                  </a:lnTo>
                  <a:lnTo>
                    <a:pt x="226401" y="7907"/>
                  </a:lnTo>
                  <a:lnTo>
                    <a:pt x="182912" y="2617"/>
                  </a:lnTo>
                  <a:lnTo>
                    <a:pt x="143340" y="0"/>
                  </a:lnTo>
                  <a:close/>
                </a:path>
              </a:pathLst>
            </a:custGeom>
            <a:solidFill>
              <a:srgbClr val="BEE8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/>
          <p:nvPr/>
        </p:nvSpPr>
        <p:spPr>
          <a:xfrm>
            <a:off x="14692721" y="7305681"/>
            <a:ext cx="292735" cy="501650"/>
          </a:xfrm>
          <a:custGeom>
            <a:avLst/>
            <a:gdLst/>
            <a:ahLst/>
            <a:cxnLst/>
            <a:rect l="l" t="t" r="r" b="b"/>
            <a:pathLst>
              <a:path w="292734" h="501650">
                <a:moveTo>
                  <a:pt x="218872" y="0"/>
                </a:moveTo>
                <a:lnTo>
                  <a:pt x="0" y="0"/>
                </a:lnTo>
                <a:lnTo>
                  <a:pt x="230150" y="482487"/>
                </a:lnTo>
                <a:lnTo>
                  <a:pt x="235319" y="490264"/>
                </a:lnTo>
                <a:lnTo>
                  <a:pt x="242317" y="496183"/>
                </a:lnTo>
                <a:lnTo>
                  <a:pt x="250673" y="499951"/>
                </a:lnTo>
                <a:lnTo>
                  <a:pt x="259918" y="501272"/>
                </a:lnTo>
                <a:lnTo>
                  <a:pt x="274020" y="498126"/>
                </a:lnTo>
                <a:lnTo>
                  <a:pt x="285020" y="489701"/>
                </a:lnTo>
                <a:lnTo>
                  <a:pt x="291618" y="477520"/>
                </a:lnTo>
                <a:lnTo>
                  <a:pt x="292514" y="463106"/>
                </a:lnTo>
                <a:lnTo>
                  <a:pt x="218872" y="0"/>
                </a:lnTo>
                <a:close/>
              </a:path>
            </a:pathLst>
          </a:custGeom>
          <a:solidFill>
            <a:srgbClr val="2E30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1333966" y="7305681"/>
            <a:ext cx="292735" cy="501650"/>
          </a:xfrm>
          <a:custGeom>
            <a:avLst/>
            <a:gdLst/>
            <a:ahLst/>
            <a:cxnLst/>
            <a:rect l="l" t="t" r="r" b="b"/>
            <a:pathLst>
              <a:path w="292734" h="501650">
                <a:moveTo>
                  <a:pt x="292514" y="0"/>
                </a:moveTo>
                <a:lnTo>
                  <a:pt x="73631" y="0"/>
                </a:lnTo>
                <a:lnTo>
                  <a:pt x="0" y="463106"/>
                </a:lnTo>
                <a:lnTo>
                  <a:pt x="894" y="477520"/>
                </a:lnTo>
                <a:lnTo>
                  <a:pt x="7489" y="489701"/>
                </a:lnTo>
                <a:lnTo>
                  <a:pt x="18485" y="498126"/>
                </a:lnTo>
                <a:lnTo>
                  <a:pt x="32585" y="501272"/>
                </a:lnTo>
                <a:lnTo>
                  <a:pt x="41831" y="499951"/>
                </a:lnTo>
                <a:lnTo>
                  <a:pt x="50188" y="496183"/>
                </a:lnTo>
                <a:lnTo>
                  <a:pt x="57188" y="490264"/>
                </a:lnTo>
                <a:lnTo>
                  <a:pt x="62364" y="482487"/>
                </a:lnTo>
                <a:lnTo>
                  <a:pt x="292514" y="0"/>
                </a:lnTo>
                <a:close/>
              </a:path>
            </a:pathLst>
          </a:custGeom>
          <a:solidFill>
            <a:srgbClr val="2E303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11096593" y="4999261"/>
            <a:ext cx="4269740" cy="2441575"/>
            <a:chOff x="11096593" y="4999261"/>
            <a:chExt cx="4269740" cy="2441575"/>
          </a:xfrm>
        </p:grpSpPr>
        <p:sp>
          <p:nvSpPr>
            <p:cNvPr id="37" name="object 37" descr=""/>
            <p:cNvSpPr/>
            <p:nvPr/>
          </p:nvSpPr>
          <p:spPr>
            <a:xfrm>
              <a:off x="15132774" y="5005544"/>
              <a:ext cx="227329" cy="2429510"/>
            </a:xfrm>
            <a:custGeom>
              <a:avLst/>
              <a:gdLst/>
              <a:ahLst/>
              <a:cxnLst/>
              <a:rect l="l" t="t" r="r" b="b"/>
              <a:pathLst>
                <a:path w="227330" h="2429509">
                  <a:moveTo>
                    <a:pt x="0" y="2428910"/>
                  </a:moveTo>
                  <a:lnTo>
                    <a:pt x="227207" y="2428910"/>
                  </a:lnTo>
                  <a:lnTo>
                    <a:pt x="227207" y="0"/>
                  </a:lnTo>
                  <a:lnTo>
                    <a:pt x="0" y="0"/>
                  </a:lnTo>
                  <a:lnTo>
                    <a:pt x="0" y="242891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1181272" y="5005544"/>
              <a:ext cx="4178935" cy="2429510"/>
            </a:xfrm>
            <a:custGeom>
              <a:avLst/>
              <a:gdLst/>
              <a:ahLst/>
              <a:cxnLst/>
              <a:rect l="l" t="t" r="r" b="b"/>
              <a:pathLst>
                <a:path w="4178934" h="2429509">
                  <a:moveTo>
                    <a:pt x="4178710" y="2428910"/>
                  </a:moveTo>
                  <a:lnTo>
                    <a:pt x="0" y="2428910"/>
                  </a:lnTo>
                  <a:lnTo>
                    <a:pt x="0" y="0"/>
                  </a:lnTo>
                  <a:lnTo>
                    <a:pt x="4178710" y="0"/>
                  </a:lnTo>
                  <a:lnTo>
                    <a:pt x="4178710" y="2428910"/>
                  </a:lnTo>
                  <a:close/>
                </a:path>
              </a:pathLst>
            </a:custGeom>
            <a:ln w="12565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1102876" y="5005544"/>
              <a:ext cx="4030345" cy="2429510"/>
            </a:xfrm>
            <a:custGeom>
              <a:avLst/>
              <a:gdLst/>
              <a:ahLst/>
              <a:cxnLst/>
              <a:rect l="l" t="t" r="r" b="b"/>
              <a:pathLst>
                <a:path w="4030344" h="2429509">
                  <a:moveTo>
                    <a:pt x="4029898" y="0"/>
                  </a:moveTo>
                  <a:lnTo>
                    <a:pt x="0" y="0"/>
                  </a:lnTo>
                  <a:lnTo>
                    <a:pt x="0" y="2428910"/>
                  </a:lnTo>
                  <a:lnTo>
                    <a:pt x="4029898" y="2428910"/>
                  </a:lnTo>
                  <a:lnTo>
                    <a:pt x="40298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1102876" y="5005544"/>
              <a:ext cx="4030345" cy="2429510"/>
            </a:xfrm>
            <a:custGeom>
              <a:avLst/>
              <a:gdLst/>
              <a:ahLst/>
              <a:cxnLst/>
              <a:rect l="l" t="t" r="r" b="b"/>
              <a:pathLst>
                <a:path w="4030344" h="2429509">
                  <a:moveTo>
                    <a:pt x="4029898" y="2428910"/>
                  </a:moveTo>
                  <a:lnTo>
                    <a:pt x="0" y="2428910"/>
                  </a:lnTo>
                  <a:lnTo>
                    <a:pt x="0" y="0"/>
                  </a:lnTo>
                  <a:lnTo>
                    <a:pt x="4029898" y="0"/>
                  </a:lnTo>
                  <a:lnTo>
                    <a:pt x="4029898" y="2428910"/>
                  </a:lnTo>
                  <a:close/>
                </a:path>
                <a:path w="4030344" h="2429509">
                  <a:moveTo>
                    <a:pt x="3902247" y="99850"/>
                  </a:moveTo>
                  <a:lnTo>
                    <a:pt x="156424" y="99850"/>
                  </a:lnTo>
                  <a:lnTo>
                    <a:pt x="156424" y="2200289"/>
                  </a:lnTo>
                  <a:lnTo>
                    <a:pt x="3902247" y="2200289"/>
                  </a:lnTo>
                  <a:lnTo>
                    <a:pt x="3902247" y="99850"/>
                  </a:lnTo>
                  <a:close/>
                </a:path>
              </a:pathLst>
            </a:custGeom>
            <a:ln w="12565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354198" y="5105425"/>
              <a:ext cx="3651250" cy="2100580"/>
            </a:xfrm>
            <a:custGeom>
              <a:avLst/>
              <a:gdLst/>
              <a:ahLst/>
              <a:cxnLst/>
              <a:rect l="l" t="t" r="r" b="b"/>
              <a:pathLst>
                <a:path w="3651250" h="2100579">
                  <a:moveTo>
                    <a:pt x="3650977" y="0"/>
                  </a:moveTo>
                  <a:lnTo>
                    <a:pt x="0" y="0"/>
                  </a:lnTo>
                  <a:lnTo>
                    <a:pt x="0" y="2100543"/>
                  </a:lnTo>
                  <a:lnTo>
                    <a:pt x="3650977" y="2100543"/>
                  </a:lnTo>
                  <a:lnTo>
                    <a:pt x="3650977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1372304" y="5118055"/>
              <a:ext cx="3602354" cy="2069464"/>
            </a:xfrm>
            <a:custGeom>
              <a:avLst/>
              <a:gdLst/>
              <a:ahLst/>
              <a:cxnLst/>
              <a:rect l="l" t="t" r="r" b="b"/>
              <a:pathLst>
                <a:path w="3602355" h="2069465">
                  <a:moveTo>
                    <a:pt x="2106968" y="2069122"/>
                  </a:moveTo>
                  <a:lnTo>
                    <a:pt x="37846" y="0"/>
                  </a:lnTo>
                  <a:lnTo>
                    <a:pt x="0" y="0"/>
                  </a:lnTo>
                  <a:lnTo>
                    <a:pt x="0" y="620572"/>
                  </a:lnTo>
                  <a:lnTo>
                    <a:pt x="1448536" y="2069122"/>
                  </a:lnTo>
                  <a:lnTo>
                    <a:pt x="2106968" y="2069122"/>
                  </a:lnTo>
                  <a:close/>
                </a:path>
                <a:path w="3602355" h="2069465">
                  <a:moveTo>
                    <a:pt x="3596360" y="2040864"/>
                  </a:moveTo>
                  <a:lnTo>
                    <a:pt x="1555496" y="0"/>
                  </a:lnTo>
                  <a:lnTo>
                    <a:pt x="239661" y="0"/>
                  </a:lnTo>
                  <a:lnTo>
                    <a:pt x="2308783" y="2069122"/>
                  </a:lnTo>
                  <a:lnTo>
                    <a:pt x="3596360" y="2069122"/>
                  </a:lnTo>
                  <a:lnTo>
                    <a:pt x="3596360" y="2040864"/>
                  </a:lnTo>
                  <a:close/>
                </a:path>
                <a:path w="3602355" h="2069465">
                  <a:moveTo>
                    <a:pt x="3601732" y="1106220"/>
                  </a:moveTo>
                  <a:lnTo>
                    <a:pt x="2495524" y="0"/>
                  </a:lnTo>
                  <a:lnTo>
                    <a:pt x="2200491" y="0"/>
                  </a:lnTo>
                  <a:lnTo>
                    <a:pt x="3601732" y="1401241"/>
                  </a:lnTo>
                  <a:lnTo>
                    <a:pt x="3601732" y="11062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36567" y="7279978"/>
              <a:ext cx="108855" cy="108844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1354198" y="5105425"/>
              <a:ext cx="3651250" cy="2100580"/>
            </a:xfrm>
            <a:custGeom>
              <a:avLst/>
              <a:gdLst/>
              <a:ahLst/>
              <a:cxnLst/>
              <a:rect l="l" t="t" r="r" b="b"/>
              <a:pathLst>
                <a:path w="3651250" h="2100579">
                  <a:moveTo>
                    <a:pt x="0" y="2100543"/>
                  </a:moveTo>
                  <a:lnTo>
                    <a:pt x="3650977" y="2100543"/>
                  </a:lnTo>
                  <a:lnTo>
                    <a:pt x="3650977" y="0"/>
                  </a:lnTo>
                  <a:lnTo>
                    <a:pt x="0" y="0"/>
                  </a:lnTo>
                  <a:lnTo>
                    <a:pt x="0" y="2100543"/>
                  </a:lnTo>
                  <a:close/>
                </a:path>
              </a:pathLst>
            </a:custGeom>
            <a:ln w="12565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9722196" y="7800673"/>
            <a:ext cx="6722745" cy="2198370"/>
            <a:chOff x="9722196" y="7800673"/>
            <a:chExt cx="6722745" cy="2198370"/>
          </a:xfrm>
        </p:grpSpPr>
        <p:sp>
          <p:nvSpPr>
            <p:cNvPr id="46" name="object 46" descr=""/>
            <p:cNvSpPr/>
            <p:nvPr/>
          </p:nvSpPr>
          <p:spPr>
            <a:xfrm>
              <a:off x="9728479" y="7806955"/>
              <a:ext cx="6149975" cy="2185670"/>
            </a:xfrm>
            <a:custGeom>
              <a:avLst/>
              <a:gdLst/>
              <a:ahLst/>
              <a:cxnLst/>
              <a:rect l="l" t="t" r="r" b="b"/>
              <a:pathLst>
                <a:path w="6149975" h="2185670">
                  <a:moveTo>
                    <a:pt x="6149854" y="0"/>
                  </a:moveTo>
                  <a:lnTo>
                    <a:pt x="0" y="0"/>
                  </a:lnTo>
                  <a:lnTo>
                    <a:pt x="0" y="2185221"/>
                  </a:lnTo>
                  <a:lnTo>
                    <a:pt x="6149854" y="2185221"/>
                  </a:lnTo>
                  <a:lnTo>
                    <a:pt x="61498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728479" y="7806955"/>
              <a:ext cx="6149975" cy="2185670"/>
            </a:xfrm>
            <a:custGeom>
              <a:avLst/>
              <a:gdLst/>
              <a:ahLst/>
              <a:cxnLst/>
              <a:rect l="l" t="t" r="r" b="b"/>
              <a:pathLst>
                <a:path w="6149975" h="2185670">
                  <a:moveTo>
                    <a:pt x="6149854" y="2185221"/>
                  </a:moveTo>
                  <a:lnTo>
                    <a:pt x="0" y="2185221"/>
                  </a:lnTo>
                  <a:lnTo>
                    <a:pt x="0" y="0"/>
                  </a:lnTo>
                  <a:lnTo>
                    <a:pt x="6149854" y="0"/>
                  </a:lnTo>
                  <a:lnTo>
                    <a:pt x="6149854" y="2185221"/>
                  </a:lnTo>
                  <a:close/>
                </a:path>
              </a:pathLst>
            </a:custGeom>
            <a:ln w="12565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288535" y="7806955"/>
              <a:ext cx="6149975" cy="2185670"/>
            </a:xfrm>
            <a:custGeom>
              <a:avLst/>
              <a:gdLst/>
              <a:ahLst/>
              <a:cxnLst/>
              <a:rect l="l" t="t" r="r" b="b"/>
              <a:pathLst>
                <a:path w="6149975" h="2185670">
                  <a:moveTo>
                    <a:pt x="6149854" y="0"/>
                  </a:moveTo>
                  <a:lnTo>
                    <a:pt x="0" y="0"/>
                  </a:lnTo>
                  <a:lnTo>
                    <a:pt x="0" y="2185221"/>
                  </a:lnTo>
                  <a:lnTo>
                    <a:pt x="6149854" y="2185221"/>
                  </a:lnTo>
                  <a:lnTo>
                    <a:pt x="61498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288535" y="7806955"/>
              <a:ext cx="6149975" cy="2185670"/>
            </a:xfrm>
            <a:custGeom>
              <a:avLst/>
              <a:gdLst/>
              <a:ahLst/>
              <a:cxnLst/>
              <a:rect l="l" t="t" r="r" b="b"/>
              <a:pathLst>
                <a:path w="6149975" h="2185670">
                  <a:moveTo>
                    <a:pt x="6149854" y="2185221"/>
                  </a:moveTo>
                  <a:lnTo>
                    <a:pt x="0" y="2185221"/>
                  </a:lnTo>
                  <a:lnTo>
                    <a:pt x="0" y="0"/>
                  </a:lnTo>
                  <a:lnTo>
                    <a:pt x="6149854" y="0"/>
                  </a:lnTo>
                  <a:lnTo>
                    <a:pt x="6149854" y="2185221"/>
                  </a:lnTo>
                  <a:close/>
                </a:path>
              </a:pathLst>
            </a:custGeom>
            <a:ln w="12565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728479" y="8899569"/>
              <a:ext cx="6149975" cy="0"/>
            </a:xfrm>
            <a:custGeom>
              <a:avLst/>
              <a:gdLst/>
              <a:ahLst/>
              <a:cxnLst/>
              <a:rect l="l" t="t" r="r" b="b"/>
              <a:pathLst>
                <a:path w="6149975" h="0">
                  <a:moveTo>
                    <a:pt x="6149854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728479" y="8899569"/>
              <a:ext cx="6149975" cy="0"/>
            </a:xfrm>
            <a:custGeom>
              <a:avLst/>
              <a:gdLst/>
              <a:ahLst/>
              <a:cxnLst/>
              <a:rect l="l" t="t" r="r" b="b"/>
              <a:pathLst>
                <a:path w="6149975" h="0">
                  <a:moveTo>
                    <a:pt x="0" y="0"/>
                  </a:moveTo>
                  <a:lnTo>
                    <a:pt x="6149854" y="0"/>
                  </a:lnTo>
                </a:path>
              </a:pathLst>
            </a:custGeom>
            <a:ln w="12565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 descr=""/>
          <p:cNvGrpSpPr/>
          <p:nvPr/>
        </p:nvGrpSpPr>
        <p:grpSpPr>
          <a:xfrm>
            <a:off x="6713239" y="4289768"/>
            <a:ext cx="2868930" cy="5765800"/>
            <a:chOff x="6713239" y="4289768"/>
            <a:chExt cx="2868930" cy="5765800"/>
          </a:xfrm>
        </p:grpSpPr>
        <p:sp>
          <p:nvSpPr>
            <p:cNvPr id="53" name="object 53" descr=""/>
            <p:cNvSpPr/>
            <p:nvPr/>
          </p:nvSpPr>
          <p:spPr>
            <a:xfrm>
              <a:off x="7503554" y="7888892"/>
              <a:ext cx="1493520" cy="139065"/>
            </a:xfrm>
            <a:custGeom>
              <a:avLst/>
              <a:gdLst/>
              <a:ahLst/>
              <a:cxnLst/>
              <a:rect l="l" t="t" r="r" b="b"/>
              <a:pathLst>
                <a:path w="1493520" h="139065">
                  <a:moveTo>
                    <a:pt x="746511" y="0"/>
                  </a:moveTo>
                  <a:lnTo>
                    <a:pt x="665169" y="406"/>
                  </a:lnTo>
                  <a:lnTo>
                    <a:pt x="586365" y="1597"/>
                  </a:lnTo>
                  <a:lnTo>
                    <a:pt x="510554" y="3530"/>
                  </a:lnTo>
                  <a:lnTo>
                    <a:pt x="438190" y="6163"/>
                  </a:lnTo>
                  <a:lnTo>
                    <a:pt x="369730" y="9454"/>
                  </a:lnTo>
                  <a:lnTo>
                    <a:pt x="305629" y="13360"/>
                  </a:lnTo>
                  <a:lnTo>
                    <a:pt x="246342" y="17840"/>
                  </a:lnTo>
                  <a:lnTo>
                    <a:pt x="192324" y="22851"/>
                  </a:lnTo>
                  <a:lnTo>
                    <a:pt x="144032" y="28350"/>
                  </a:lnTo>
                  <a:lnTo>
                    <a:pt x="101919" y="34296"/>
                  </a:lnTo>
                  <a:lnTo>
                    <a:pt x="38057" y="47358"/>
                  </a:lnTo>
                  <a:lnTo>
                    <a:pt x="0" y="69243"/>
                  </a:lnTo>
                  <a:lnTo>
                    <a:pt x="4380" y="76788"/>
                  </a:lnTo>
                  <a:lnTo>
                    <a:pt x="66442" y="97841"/>
                  </a:lnTo>
                  <a:lnTo>
                    <a:pt x="144032" y="110137"/>
                  </a:lnTo>
                  <a:lnTo>
                    <a:pt x="192324" y="115636"/>
                  </a:lnTo>
                  <a:lnTo>
                    <a:pt x="246342" y="120647"/>
                  </a:lnTo>
                  <a:lnTo>
                    <a:pt x="305629" y="125127"/>
                  </a:lnTo>
                  <a:lnTo>
                    <a:pt x="369730" y="129033"/>
                  </a:lnTo>
                  <a:lnTo>
                    <a:pt x="438190" y="132324"/>
                  </a:lnTo>
                  <a:lnTo>
                    <a:pt x="510554" y="134957"/>
                  </a:lnTo>
                  <a:lnTo>
                    <a:pt x="586365" y="136890"/>
                  </a:lnTo>
                  <a:lnTo>
                    <a:pt x="665169" y="138081"/>
                  </a:lnTo>
                  <a:lnTo>
                    <a:pt x="746511" y="138487"/>
                  </a:lnTo>
                  <a:lnTo>
                    <a:pt x="827850" y="138081"/>
                  </a:lnTo>
                  <a:lnTo>
                    <a:pt x="906653" y="136890"/>
                  </a:lnTo>
                  <a:lnTo>
                    <a:pt x="982463" y="134957"/>
                  </a:lnTo>
                  <a:lnTo>
                    <a:pt x="1054825" y="132324"/>
                  </a:lnTo>
                  <a:lnTo>
                    <a:pt x="1123284" y="129033"/>
                  </a:lnTo>
                  <a:lnTo>
                    <a:pt x="1187384" y="125127"/>
                  </a:lnTo>
                  <a:lnTo>
                    <a:pt x="1246671" y="120647"/>
                  </a:lnTo>
                  <a:lnTo>
                    <a:pt x="1300688" y="115636"/>
                  </a:lnTo>
                  <a:lnTo>
                    <a:pt x="1348980" y="110137"/>
                  </a:lnTo>
                  <a:lnTo>
                    <a:pt x="1391092" y="104191"/>
                  </a:lnTo>
                  <a:lnTo>
                    <a:pt x="1454954" y="91129"/>
                  </a:lnTo>
                  <a:lnTo>
                    <a:pt x="1493012" y="69243"/>
                  </a:lnTo>
                  <a:lnTo>
                    <a:pt x="1488631" y="61699"/>
                  </a:lnTo>
                  <a:lnTo>
                    <a:pt x="1426569" y="40646"/>
                  </a:lnTo>
                  <a:lnTo>
                    <a:pt x="1348980" y="28350"/>
                  </a:lnTo>
                  <a:lnTo>
                    <a:pt x="1300688" y="22851"/>
                  </a:lnTo>
                  <a:lnTo>
                    <a:pt x="1246671" y="17840"/>
                  </a:lnTo>
                  <a:lnTo>
                    <a:pt x="1187384" y="13360"/>
                  </a:lnTo>
                  <a:lnTo>
                    <a:pt x="1123284" y="9454"/>
                  </a:lnTo>
                  <a:lnTo>
                    <a:pt x="1054825" y="6163"/>
                  </a:lnTo>
                  <a:lnTo>
                    <a:pt x="982463" y="3530"/>
                  </a:lnTo>
                  <a:lnTo>
                    <a:pt x="906653" y="1597"/>
                  </a:lnTo>
                  <a:lnTo>
                    <a:pt x="827850" y="406"/>
                  </a:lnTo>
                  <a:lnTo>
                    <a:pt x="746511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524741" y="5443769"/>
              <a:ext cx="450215" cy="2583815"/>
            </a:xfrm>
            <a:custGeom>
              <a:avLst/>
              <a:gdLst/>
              <a:ahLst/>
              <a:cxnLst/>
              <a:rect l="l" t="t" r="r" b="b"/>
              <a:pathLst>
                <a:path w="450215" h="2583815">
                  <a:moveTo>
                    <a:pt x="0" y="2583607"/>
                  </a:moveTo>
                  <a:lnTo>
                    <a:pt x="45014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241226" y="5018650"/>
              <a:ext cx="1316990" cy="1793875"/>
            </a:xfrm>
            <a:custGeom>
              <a:avLst/>
              <a:gdLst/>
              <a:ahLst/>
              <a:cxnLst/>
              <a:rect l="l" t="t" r="r" b="b"/>
              <a:pathLst>
                <a:path w="1316990" h="1793875">
                  <a:moveTo>
                    <a:pt x="748783" y="0"/>
                  </a:moveTo>
                  <a:lnTo>
                    <a:pt x="697210" y="3059"/>
                  </a:lnTo>
                  <a:lnTo>
                    <a:pt x="647795" y="10048"/>
                  </a:lnTo>
                  <a:lnTo>
                    <a:pt x="600502" y="20764"/>
                  </a:lnTo>
                  <a:lnTo>
                    <a:pt x="555298" y="35002"/>
                  </a:lnTo>
                  <a:lnTo>
                    <a:pt x="512149" y="52560"/>
                  </a:lnTo>
                  <a:lnTo>
                    <a:pt x="471020" y="73233"/>
                  </a:lnTo>
                  <a:lnTo>
                    <a:pt x="431879" y="96817"/>
                  </a:lnTo>
                  <a:lnTo>
                    <a:pt x="394692" y="123109"/>
                  </a:lnTo>
                  <a:lnTo>
                    <a:pt x="359423" y="151904"/>
                  </a:lnTo>
                  <a:lnTo>
                    <a:pt x="326040" y="183000"/>
                  </a:lnTo>
                  <a:lnTo>
                    <a:pt x="294509" y="216192"/>
                  </a:lnTo>
                  <a:lnTo>
                    <a:pt x="264795" y="251276"/>
                  </a:lnTo>
                  <a:lnTo>
                    <a:pt x="236864" y="288049"/>
                  </a:lnTo>
                  <a:lnTo>
                    <a:pt x="210684" y="326307"/>
                  </a:lnTo>
                  <a:lnTo>
                    <a:pt x="186219" y="365846"/>
                  </a:lnTo>
                  <a:lnTo>
                    <a:pt x="163437" y="406462"/>
                  </a:lnTo>
                  <a:lnTo>
                    <a:pt x="142302" y="447952"/>
                  </a:lnTo>
                  <a:lnTo>
                    <a:pt x="122782" y="490112"/>
                  </a:lnTo>
                  <a:lnTo>
                    <a:pt x="104842" y="532737"/>
                  </a:lnTo>
                  <a:lnTo>
                    <a:pt x="88448" y="575625"/>
                  </a:lnTo>
                  <a:lnTo>
                    <a:pt x="73567" y="618571"/>
                  </a:lnTo>
                  <a:lnTo>
                    <a:pt x="60164" y="661372"/>
                  </a:lnTo>
                  <a:lnTo>
                    <a:pt x="48206" y="703823"/>
                  </a:lnTo>
                  <a:lnTo>
                    <a:pt x="37659" y="745722"/>
                  </a:lnTo>
                  <a:lnTo>
                    <a:pt x="28488" y="786864"/>
                  </a:lnTo>
                  <a:lnTo>
                    <a:pt x="20661" y="827045"/>
                  </a:lnTo>
                  <a:lnTo>
                    <a:pt x="14143" y="866062"/>
                  </a:lnTo>
                  <a:lnTo>
                    <a:pt x="4897" y="939788"/>
                  </a:lnTo>
                  <a:lnTo>
                    <a:pt x="481" y="1006412"/>
                  </a:lnTo>
                  <a:lnTo>
                    <a:pt x="0" y="1036550"/>
                  </a:lnTo>
                  <a:lnTo>
                    <a:pt x="623" y="1064302"/>
                  </a:lnTo>
                  <a:lnTo>
                    <a:pt x="5052" y="1111829"/>
                  </a:lnTo>
                  <a:lnTo>
                    <a:pt x="45717" y="1265036"/>
                  </a:lnTo>
                  <a:lnTo>
                    <a:pt x="108702" y="1378618"/>
                  </a:lnTo>
                  <a:lnTo>
                    <a:pt x="243352" y="1534016"/>
                  </a:lnTo>
                  <a:lnTo>
                    <a:pt x="495278" y="1793303"/>
                  </a:lnTo>
                  <a:lnTo>
                    <a:pt x="829616" y="1639406"/>
                  </a:lnTo>
                  <a:lnTo>
                    <a:pt x="1022581" y="1526261"/>
                  </a:lnTo>
                  <a:lnTo>
                    <a:pt x="1147537" y="1398207"/>
                  </a:lnTo>
                  <a:lnTo>
                    <a:pt x="1277851" y="1199583"/>
                  </a:lnTo>
                  <a:lnTo>
                    <a:pt x="1289786" y="1146969"/>
                  </a:lnTo>
                  <a:lnTo>
                    <a:pt x="1297393" y="1098204"/>
                  </a:lnTo>
                  <a:lnTo>
                    <a:pt x="1304820" y="1037127"/>
                  </a:lnTo>
                  <a:lnTo>
                    <a:pt x="1311113" y="965732"/>
                  </a:lnTo>
                  <a:lnTo>
                    <a:pt x="1313536" y="926789"/>
                  </a:lnTo>
                  <a:lnTo>
                    <a:pt x="1315318" y="886016"/>
                  </a:lnTo>
                  <a:lnTo>
                    <a:pt x="1316340" y="843660"/>
                  </a:lnTo>
                  <a:lnTo>
                    <a:pt x="1316481" y="799973"/>
                  </a:lnTo>
                  <a:lnTo>
                    <a:pt x="1315624" y="755202"/>
                  </a:lnTo>
                  <a:lnTo>
                    <a:pt x="1313648" y="709598"/>
                  </a:lnTo>
                  <a:lnTo>
                    <a:pt x="1310434" y="663410"/>
                  </a:lnTo>
                  <a:lnTo>
                    <a:pt x="1305863" y="616888"/>
                  </a:lnTo>
                  <a:lnTo>
                    <a:pt x="1299816" y="570280"/>
                  </a:lnTo>
                  <a:lnTo>
                    <a:pt x="1292174" y="523836"/>
                  </a:lnTo>
                  <a:lnTo>
                    <a:pt x="1282816" y="477806"/>
                  </a:lnTo>
                  <a:lnTo>
                    <a:pt x="1271625" y="432439"/>
                  </a:lnTo>
                  <a:lnTo>
                    <a:pt x="1258480" y="387984"/>
                  </a:lnTo>
                  <a:lnTo>
                    <a:pt x="1243262" y="344690"/>
                  </a:lnTo>
                  <a:lnTo>
                    <a:pt x="1225853" y="302808"/>
                  </a:lnTo>
                  <a:lnTo>
                    <a:pt x="1206132" y="262587"/>
                  </a:lnTo>
                  <a:lnTo>
                    <a:pt x="1183980" y="224275"/>
                  </a:lnTo>
                  <a:lnTo>
                    <a:pt x="1159279" y="188123"/>
                  </a:lnTo>
                  <a:lnTo>
                    <a:pt x="1131909" y="154380"/>
                  </a:lnTo>
                  <a:lnTo>
                    <a:pt x="1101750" y="123294"/>
                  </a:lnTo>
                  <a:lnTo>
                    <a:pt x="1068684" y="95117"/>
                  </a:lnTo>
                  <a:lnTo>
                    <a:pt x="1032591" y="70096"/>
                  </a:lnTo>
                  <a:lnTo>
                    <a:pt x="993351" y="48481"/>
                  </a:lnTo>
                  <a:lnTo>
                    <a:pt x="950846" y="30522"/>
                  </a:lnTo>
                  <a:lnTo>
                    <a:pt x="904957" y="16469"/>
                  </a:lnTo>
                  <a:lnTo>
                    <a:pt x="855563" y="6570"/>
                  </a:lnTo>
                  <a:lnTo>
                    <a:pt x="802546" y="1075"/>
                  </a:lnTo>
                  <a:lnTo>
                    <a:pt x="74878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249625" y="5018765"/>
              <a:ext cx="1308735" cy="1793239"/>
            </a:xfrm>
            <a:custGeom>
              <a:avLst/>
              <a:gdLst/>
              <a:ahLst/>
              <a:cxnLst/>
              <a:rect l="l" t="t" r="r" b="b"/>
              <a:pathLst>
                <a:path w="1308734" h="1793240">
                  <a:moveTo>
                    <a:pt x="735962" y="0"/>
                  </a:moveTo>
                  <a:lnTo>
                    <a:pt x="680364" y="3896"/>
                  </a:lnTo>
                  <a:lnTo>
                    <a:pt x="627298" y="12379"/>
                  </a:lnTo>
                  <a:lnTo>
                    <a:pt x="576713" y="25176"/>
                  </a:lnTo>
                  <a:lnTo>
                    <a:pt x="528559" y="42017"/>
                  </a:lnTo>
                  <a:lnTo>
                    <a:pt x="510298" y="1703726"/>
                  </a:lnTo>
                  <a:lnTo>
                    <a:pt x="377412" y="129878"/>
                  </a:lnTo>
                  <a:lnTo>
                    <a:pt x="342317" y="159535"/>
                  </a:lnTo>
                  <a:lnTo>
                    <a:pt x="309140" y="191485"/>
                  </a:lnTo>
                  <a:lnTo>
                    <a:pt x="277842" y="225518"/>
                  </a:lnTo>
                  <a:lnTo>
                    <a:pt x="248385" y="261421"/>
                  </a:lnTo>
                  <a:lnTo>
                    <a:pt x="220731" y="298981"/>
                  </a:lnTo>
                  <a:lnTo>
                    <a:pt x="194842" y="337987"/>
                  </a:lnTo>
                  <a:lnTo>
                    <a:pt x="500183" y="1756488"/>
                  </a:lnTo>
                  <a:lnTo>
                    <a:pt x="68332" y="609131"/>
                  </a:lnTo>
                  <a:lnTo>
                    <a:pt x="51748" y="661505"/>
                  </a:lnTo>
                  <a:lnTo>
                    <a:pt x="37323" y="713350"/>
                  </a:lnTo>
                  <a:lnTo>
                    <a:pt x="24997" y="764294"/>
                  </a:lnTo>
                  <a:lnTo>
                    <a:pt x="14709" y="813967"/>
                  </a:lnTo>
                  <a:lnTo>
                    <a:pt x="6397" y="862000"/>
                  </a:lnTo>
                  <a:lnTo>
                    <a:pt x="0" y="908022"/>
                  </a:lnTo>
                  <a:lnTo>
                    <a:pt x="422636" y="1725390"/>
                  </a:lnTo>
                  <a:lnTo>
                    <a:pt x="449097" y="1753697"/>
                  </a:lnTo>
                  <a:lnTo>
                    <a:pt x="486875" y="1793189"/>
                  </a:lnTo>
                  <a:lnTo>
                    <a:pt x="532287" y="1772205"/>
                  </a:lnTo>
                  <a:lnTo>
                    <a:pt x="1270296" y="1197134"/>
                  </a:lnTo>
                  <a:lnTo>
                    <a:pt x="1280377" y="1152461"/>
                  </a:lnTo>
                  <a:lnTo>
                    <a:pt x="1286631" y="1114407"/>
                  </a:lnTo>
                  <a:lnTo>
                    <a:pt x="1292963" y="1067405"/>
                  </a:lnTo>
                  <a:lnTo>
                    <a:pt x="1298825" y="1012600"/>
                  </a:lnTo>
                  <a:lnTo>
                    <a:pt x="1303668" y="951140"/>
                  </a:lnTo>
                  <a:lnTo>
                    <a:pt x="1306945" y="884172"/>
                  </a:lnTo>
                  <a:lnTo>
                    <a:pt x="1308106" y="812842"/>
                  </a:lnTo>
                  <a:lnTo>
                    <a:pt x="561647" y="1730332"/>
                  </a:lnTo>
                  <a:lnTo>
                    <a:pt x="1256024" y="407043"/>
                  </a:lnTo>
                  <a:lnTo>
                    <a:pt x="1240332" y="359345"/>
                  </a:lnTo>
                  <a:lnTo>
                    <a:pt x="1222084" y="313225"/>
                  </a:lnTo>
                  <a:lnTo>
                    <a:pt x="1201126" y="269005"/>
                  </a:lnTo>
                  <a:lnTo>
                    <a:pt x="1177305" y="227005"/>
                  </a:lnTo>
                  <a:lnTo>
                    <a:pt x="1150467" y="187547"/>
                  </a:lnTo>
                  <a:lnTo>
                    <a:pt x="1120458" y="150952"/>
                  </a:lnTo>
                  <a:lnTo>
                    <a:pt x="1087125" y="117543"/>
                  </a:lnTo>
                  <a:lnTo>
                    <a:pt x="1050313" y="87639"/>
                  </a:lnTo>
                  <a:lnTo>
                    <a:pt x="545920" y="1692909"/>
                  </a:lnTo>
                  <a:lnTo>
                    <a:pt x="839210" y="5516"/>
                  </a:lnTo>
                  <a:lnTo>
                    <a:pt x="817006" y="2830"/>
                  </a:lnTo>
                  <a:lnTo>
                    <a:pt x="805673" y="1775"/>
                  </a:lnTo>
                  <a:lnTo>
                    <a:pt x="794143" y="961"/>
                  </a:lnTo>
                  <a:lnTo>
                    <a:pt x="735962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207756" y="4991695"/>
              <a:ext cx="1371600" cy="1820545"/>
            </a:xfrm>
            <a:custGeom>
              <a:avLst/>
              <a:gdLst/>
              <a:ahLst/>
              <a:cxnLst/>
              <a:rect l="l" t="t" r="r" b="b"/>
              <a:pathLst>
                <a:path w="1371600" h="1820545">
                  <a:moveTo>
                    <a:pt x="528748" y="1820258"/>
                  </a:moveTo>
                  <a:lnTo>
                    <a:pt x="0" y="1043727"/>
                  </a:lnTo>
                </a:path>
                <a:path w="1371600" h="1820545">
                  <a:moveTo>
                    <a:pt x="528748" y="1820258"/>
                  </a:moveTo>
                  <a:lnTo>
                    <a:pt x="22889" y="885857"/>
                  </a:lnTo>
                </a:path>
                <a:path w="1371600" h="1820545">
                  <a:moveTo>
                    <a:pt x="528748" y="1820258"/>
                  </a:moveTo>
                  <a:lnTo>
                    <a:pt x="56270" y="715140"/>
                  </a:lnTo>
                </a:path>
                <a:path w="1371600" h="1820545">
                  <a:moveTo>
                    <a:pt x="528748" y="1820258"/>
                  </a:moveTo>
                  <a:lnTo>
                    <a:pt x="119546" y="534894"/>
                  </a:lnTo>
                </a:path>
                <a:path w="1371600" h="1820545">
                  <a:moveTo>
                    <a:pt x="528748" y="1820258"/>
                  </a:moveTo>
                  <a:lnTo>
                    <a:pt x="218265" y="319885"/>
                  </a:lnTo>
                </a:path>
                <a:path w="1371600" h="1820545">
                  <a:moveTo>
                    <a:pt x="528748" y="1820258"/>
                  </a:moveTo>
                  <a:lnTo>
                    <a:pt x="342209" y="177847"/>
                  </a:lnTo>
                </a:path>
                <a:path w="1371600" h="1820545">
                  <a:moveTo>
                    <a:pt x="528748" y="1820258"/>
                  </a:moveTo>
                  <a:lnTo>
                    <a:pt x="497754" y="45925"/>
                  </a:lnTo>
                </a:path>
                <a:path w="1371600" h="1820545">
                  <a:moveTo>
                    <a:pt x="528748" y="1820258"/>
                  </a:moveTo>
                  <a:lnTo>
                    <a:pt x="678283" y="5109"/>
                  </a:lnTo>
                </a:path>
                <a:path w="1371600" h="1820545">
                  <a:moveTo>
                    <a:pt x="528748" y="1820258"/>
                  </a:moveTo>
                  <a:lnTo>
                    <a:pt x="840822" y="0"/>
                  </a:lnTo>
                </a:path>
                <a:path w="1371600" h="1820545">
                  <a:moveTo>
                    <a:pt x="528748" y="1820258"/>
                  </a:moveTo>
                  <a:lnTo>
                    <a:pt x="993341" y="45925"/>
                  </a:lnTo>
                </a:path>
                <a:path w="1371600" h="1820545">
                  <a:moveTo>
                    <a:pt x="528748" y="1820258"/>
                  </a:moveTo>
                  <a:lnTo>
                    <a:pt x="1149839" y="107619"/>
                  </a:lnTo>
                </a:path>
                <a:path w="1371600" h="1820545">
                  <a:moveTo>
                    <a:pt x="528748" y="1820258"/>
                  </a:moveTo>
                  <a:lnTo>
                    <a:pt x="1243585" y="234338"/>
                  </a:lnTo>
                </a:path>
                <a:path w="1371600" h="1820545">
                  <a:moveTo>
                    <a:pt x="528748" y="1820258"/>
                  </a:moveTo>
                  <a:lnTo>
                    <a:pt x="1334744" y="451347"/>
                  </a:lnTo>
                </a:path>
                <a:path w="1371600" h="1820545">
                  <a:moveTo>
                    <a:pt x="528748" y="1820258"/>
                  </a:moveTo>
                  <a:lnTo>
                    <a:pt x="1361173" y="665435"/>
                  </a:lnTo>
                </a:path>
                <a:path w="1371600" h="1820545">
                  <a:moveTo>
                    <a:pt x="528748" y="1820258"/>
                  </a:moveTo>
                  <a:lnTo>
                    <a:pt x="1371549" y="911668"/>
                  </a:lnTo>
                </a:path>
                <a:path w="1371600" h="1820545">
                  <a:moveTo>
                    <a:pt x="528748" y="1820258"/>
                  </a:moveTo>
                  <a:lnTo>
                    <a:pt x="1370555" y="111260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202479" y="6096026"/>
              <a:ext cx="917575" cy="2471420"/>
            </a:xfrm>
            <a:custGeom>
              <a:avLst/>
              <a:gdLst/>
              <a:ahLst/>
              <a:cxnLst/>
              <a:rect l="l" t="t" r="r" b="b"/>
              <a:pathLst>
                <a:path w="917575" h="2471420">
                  <a:moveTo>
                    <a:pt x="917165" y="2470793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745914" y="5651818"/>
              <a:ext cx="1035685" cy="1275080"/>
            </a:xfrm>
            <a:custGeom>
              <a:avLst/>
              <a:gdLst/>
              <a:ahLst/>
              <a:cxnLst/>
              <a:rect l="l" t="t" r="r" b="b"/>
              <a:pathLst>
                <a:path w="1035684" h="1275079">
                  <a:moveTo>
                    <a:pt x="390339" y="0"/>
                  </a:moveTo>
                  <a:lnTo>
                    <a:pt x="343117" y="3552"/>
                  </a:lnTo>
                  <a:lnTo>
                    <a:pt x="294832" y="13941"/>
                  </a:lnTo>
                  <a:lnTo>
                    <a:pt x="245546" y="31677"/>
                  </a:lnTo>
                  <a:lnTo>
                    <a:pt x="198725" y="55125"/>
                  </a:lnTo>
                  <a:lnTo>
                    <a:pt x="157610" y="82111"/>
                  </a:lnTo>
                  <a:lnTo>
                    <a:pt x="121932" y="112327"/>
                  </a:lnTo>
                  <a:lnTo>
                    <a:pt x="91422" y="145467"/>
                  </a:lnTo>
                  <a:lnTo>
                    <a:pt x="65813" y="181225"/>
                  </a:lnTo>
                  <a:lnTo>
                    <a:pt x="44834" y="219294"/>
                  </a:lnTo>
                  <a:lnTo>
                    <a:pt x="28217" y="259368"/>
                  </a:lnTo>
                  <a:lnTo>
                    <a:pt x="15694" y="301142"/>
                  </a:lnTo>
                  <a:lnTo>
                    <a:pt x="6996" y="344307"/>
                  </a:lnTo>
                  <a:lnTo>
                    <a:pt x="1854" y="388559"/>
                  </a:lnTo>
                  <a:lnTo>
                    <a:pt x="0" y="433591"/>
                  </a:lnTo>
                  <a:lnTo>
                    <a:pt x="1164" y="479096"/>
                  </a:lnTo>
                  <a:lnTo>
                    <a:pt x="5078" y="524769"/>
                  </a:lnTo>
                  <a:lnTo>
                    <a:pt x="11474" y="570302"/>
                  </a:lnTo>
                  <a:lnTo>
                    <a:pt x="20083" y="615390"/>
                  </a:lnTo>
                  <a:lnTo>
                    <a:pt x="30635" y="659726"/>
                  </a:lnTo>
                  <a:lnTo>
                    <a:pt x="42863" y="703004"/>
                  </a:lnTo>
                  <a:lnTo>
                    <a:pt x="56497" y="744917"/>
                  </a:lnTo>
                  <a:lnTo>
                    <a:pt x="71269" y="785159"/>
                  </a:lnTo>
                  <a:lnTo>
                    <a:pt x="86911" y="823425"/>
                  </a:lnTo>
                  <a:lnTo>
                    <a:pt x="103152" y="859407"/>
                  </a:lnTo>
                  <a:lnTo>
                    <a:pt x="136363" y="923295"/>
                  </a:lnTo>
                  <a:lnTo>
                    <a:pt x="168750" y="974373"/>
                  </a:lnTo>
                  <a:lnTo>
                    <a:pt x="198166" y="1010191"/>
                  </a:lnTo>
                  <a:lnTo>
                    <a:pt x="276094" y="1083616"/>
                  </a:lnTo>
                  <a:lnTo>
                    <a:pt x="362422" y="1135663"/>
                  </a:lnTo>
                  <a:lnTo>
                    <a:pt x="511466" y="1191147"/>
                  </a:lnTo>
                  <a:lnTo>
                    <a:pt x="777541" y="1274885"/>
                  </a:lnTo>
                  <a:lnTo>
                    <a:pt x="928356" y="1068261"/>
                  </a:lnTo>
                  <a:lnTo>
                    <a:pt x="1005518" y="933487"/>
                  </a:lnTo>
                  <a:lnTo>
                    <a:pt x="1033229" y="811255"/>
                  </a:lnTo>
                  <a:lnTo>
                    <a:pt x="1035690" y="642255"/>
                  </a:lnTo>
                  <a:lnTo>
                    <a:pt x="1033472" y="634441"/>
                  </a:lnTo>
                  <a:lnTo>
                    <a:pt x="1011353" y="580751"/>
                  </a:lnTo>
                  <a:lnTo>
                    <a:pt x="984366" y="524842"/>
                  </a:lnTo>
                  <a:lnTo>
                    <a:pt x="948193" y="457591"/>
                  </a:lnTo>
                  <a:lnTo>
                    <a:pt x="926823" y="420985"/>
                  </a:lnTo>
                  <a:lnTo>
                    <a:pt x="903351" y="383071"/>
                  </a:lnTo>
                  <a:lnTo>
                    <a:pt x="877842" y="344358"/>
                  </a:lnTo>
                  <a:lnTo>
                    <a:pt x="850360" y="305355"/>
                  </a:lnTo>
                  <a:lnTo>
                    <a:pt x="820971" y="266571"/>
                  </a:lnTo>
                  <a:lnTo>
                    <a:pt x="789739" y="228515"/>
                  </a:lnTo>
                  <a:lnTo>
                    <a:pt x="756730" y="191696"/>
                  </a:lnTo>
                  <a:lnTo>
                    <a:pt x="722007" y="156624"/>
                  </a:lnTo>
                  <a:lnTo>
                    <a:pt x="685636" y="123807"/>
                  </a:lnTo>
                  <a:lnTo>
                    <a:pt x="647681" y="93754"/>
                  </a:lnTo>
                  <a:lnTo>
                    <a:pt x="608209" y="66975"/>
                  </a:lnTo>
                  <a:lnTo>
                    <a:pt x="567282" y="43979"/>
                  </a:lnTo>
                  <a:lnTo>
                    <a:pt x="524967" y="25274"/>
                  </a:lnTo>
                  <a:lnTo>
                    <a:pt x="481329" y="11369"/>
                  </a:lnTo>
                  <a:lnTo>
                    <a:pt x="436431" y="2775"/>
                  </a:lnTo>
                  <a:lnTo>
                    <a:pt x="390339" y="0"/>
                  </a:lnTo>
                  <a:close/>
                </a:path>
              </a:pathLst>
            </a:custGeom>
            <a:solidFill>
              <a:srgbClr val="BCE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745969" y="5655724"/>
              <a:ext cx="1035685" cy="1271270"/>
            </a:xfrm>
            <a:custGeom>
              <a:avLst/>
              <a:gdLst/>
              <a:ahLst/>
              <a:cxnLst/>
              <a:rect l="l" t="t" r="r" b="b"/>
              <a:pathLst>
                <a:path w="1035684" h="1271270">
                  <a:moveTo>
                    <a:pt x="444154" y="0"/>
                  </a:moveTo>
                  <a:lnTo>
                    <a:pt x="774426" y="1187848"/>
                  </a:lnTo>
                  <a:lnTo>
                    <a:pt x="276096" y="16062"/>
                  </a:lnTo>
                  <a:lnTo>
                    <a:pt x="260840" y="21550"/>
                  </a:lnTo>
                  <a:lnTo>
                    <a:pt x="199168" y="50951"/>
                  </a:lnTo>
                  <a:lnTo>
                    <a:pt x="158450" y="77604"/>
                  </a:lnTo>
                  <a:lnTo>
                    <a:pt x="123057" y="107423"/>
                  </a:lnTo>
                  <a:lnTo>
                    <a:pt x="92709" y="140100"/>
                  </a:lnTo>
                  <a:lnTo>
                    <a:pt x="756092" y="1206298"/>
                  </a:lnTo>
                  <a:lnTo>
                    <a:pt x="31957" y="245186"/>
                  </a:lnTo>
                  <a:lnTo>
                    <a:pt x="17254" y="290964"/>
                  </a:lnTo>
                  <a:lnTo>
                    <a:pt x="7277" y="338497"/>
                  </a:lnTo>
                  <a:lnTo>
                    <a:pt x="1650" y="387373"/>
                  </a:lnTo>
                  <a:lnTo>
                    <a:pt x="0" y="437180"/>
                  </a:lnTo>
                  <a:lnTo>
                    <a:pt x="771065" y="1243250"/>
                  </a:lnTo>
                  <a:lnTo>
                    <a:pt x="29433" y="651215"/>
                  </a:lnTo>
                  <a:lnTo>
                    <a:pt x="45920" y="709035"/>
                  </a:lnTo>
                  <a:lnTo>
                    <a:pt x="64812" y="764272"/>
                  </a:lnTo>
                  <a:lnTo>
                    <a:pt x="85466" y="816199"/>
                  </a:lnTo>
                  <a:lnTo>
                    <a:pt x="107242" y="864088"/>
                  </a:lnTo>
                  <a:lnTo>
                    <a:pt x="708952" y="1248548"/>
                  </a:lnTo>
                  <a:lnTo>
                    <a:pt x="758932" y="1265075"/>
                  </a:lnTo>
                  <a:lnTo>
                    <a:pt x="777484" y="1270977"/>
                  </a:lnTo>
                  <a:lnTo>
                    <a:pt x="797933" y="1242862"/>
                  </a:lnTo>
                  <a:lnTo>
                    <a:pt x="1035225" y="636587"/>
                  </a:lnTo>
                  <a:lnTo>
                    <a:pt x="1029105" y="618717"/>
                  </a:lnTo>
                  <a:lnTo>
                    <a:pt x="996989" y="546459"/>
                  </a:lnTo>
                  <a:lnTo>
                    <a:pt x="971541" y="496384"/>
                  </a:lnTo>
                  <a:lnTo>
                    <a:pt x="940200" y="439885"/>
                  </a:lnTo>
                  <a:lnTo>
                    <a:pt x="903239" y="379119"/>
                  </a:lnTo>
                  <a:lnTo>
                    <a:pt x="799661" y="1206622"/>
                  </a:lnTo>
                  <a:lnTo>
                    <a:pt x="705161" y="137084"/>
                  </a:lnTo>
                  <a:lnTo>
                    <a:pt x="665754" y="103686"/>
                  </a:lnTo>
                  <a:lnTo>
                    <a:pt x="624606" y="73703"/>
                  </a:lnTo>
                  <a:lnTo>
                    <a:pt x="581796" y="47739"/>
                  </a:lnTo>
                  <a:lnTo>
                    <a:pt x="537399" y="26398"/>
                  </a:lnTo>
                  <a:lnTo>
                    <a:pt x="491493" y="10283"/>
                  </a:lnTo>
                  <a:lnTo>
                    <a:pt x="44415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715857" y="5632502"/>
              <a:ext cx="1057275" cy="1294765"/>
            </a:xfrm>
            <a:custGeom>
              <a:avLst/>
              <a:gdLst/>
              <a:ahLst/>
              <a:cxnLst/>
              <a:rect l="l" t="t" r="r" b="b"/>
              <a:pathLst>
                <a:path w="1057275" h="1294765">
                  <a:moveTo>
                    <a:pt x="807598" y="1294201"/>
                  </a:moveTo>
                  <a:lnTo>
                    <a:pt x="154780" y="970200"/>
                  </a:lnTo>
                </a:path>
                <a:path w="1057275" h="1294765">
                  <a:moveTo>
                    <a:pt x="807598" y="1294201"/>
                  </a:moveTo>
                  <a:lnTo>
                    <a:pt x="105242" y="862047"/>
                  </a:lnTo>
                </a:path>
                <a:path w="1057275" h="1294765">
                  <a:moveTo>
                    <a:pt x="807598" y="1294201"/>
                  </a:moveTo>
                  <a:lnTo>
                    <a:pt x="57191" y="742291"/>
                  </a:lnTo>
                </a:path>
                <a:path w="1057275" h="1294765">
                  <a:moveTo>
                    <a:pt x="807598" y="1294201"/>
                  </a:moveTo>
                  <a:lnTo>
                    <a:pt x="24355" y="606766"/>
                  </a:lnTo>
                </a:path>
                <a:path w="1057275" h="1294765">
                  <a:moveTo>
                    <a:pt x="807598" y="1294201"/>
                  </a:moveTo>
                  <a:lnTo>
                    <a:pt x="0" y="437557"/>
                  </a:lnTo>
                </a:path>
                <a:path w="1057275" h="1294765">
                  <a:moveTo>
                    <a:pt x="807598" y="1294201"/>
                  </a:moveTo>
                  <a:lnTo>
                    <a:pt x="21381" y="306734"/>
                  </a:lnTo>
                </a:path>
                <a:path w="1057275" h="1294765">
                  <a:moveTo>
                    <a:pt x="807598" y="1294201"/>
                  </a:moveTo>
                  <a:lnTo>
                    <a:pt x="67045" y="172109"/>
                  </a:lnTo>
                </a:path>
                <a:path w="1057275" h="1294765">
                  <a:moveTo>
                    <a:pt x="807598" y="1294201"/>
                  </a:moveTo>
                  <a:lnTo>
                    <a:pt x="165649" y="87515"/>
                  </a:lnTo>
                </a:path>
                <a:path w="1057275" h="1294765">
                  <a:moveTo>
                    <a:pt x="807598" y="1294201"/>
                  </a:moveTo>
                  <a:lnTo>
                    <a:pt x="267279" y="31548"/>
                  </a:lnTo>
                </a:path>
                <a:path w="1057275" h="1294765">
                  <a:moveTo>
                    <a:pt x="807598" y="1294201"/>
                  </a:moveTo>
                  <a:lnTo>
                    <a:pt x="383255" y="11381"/>
                  </a:lnTo>
                </a:path>
                <a:path w="1057275" h="1294765">
                  <a:moveTo>
                    <a:pt x="807598" y="1294201"/>
                  </a:moveTo>
                  <a:lnTo>
                    <a:pt x="508173" y="0"/>
                  </a:lnTo>
                </a:path>
                <a:path w="1057275" h="1294765">
                  <a:moveTo>
                    <a:pt x="807598" y="1294201"/>
                  </a:moveTo>
                  <a:lnTo>
                    <a:pt x="619468" y="50448"/>
                  </a:lnTo>
                </a:path>
                <a:path w="1057275" h="1294765">
                  <a:moveTo>
                    <a:pt x="807598" y="1294201"/>
                  </a:moveTo>
                  <a:lnTo>
                    <a:pt x="765788" y="159356"/>
                  </a:lnTo>
                </a:path>
                <a:path w="1057275" h="1294765">
                  <a:moveTo>
                    <a:pt x="807598" y="1294201"/>
                  </a:moveTo>
                  <a:lnTo>
                    <a:pt x="869617" y="287383"/>
                  </a:lnTo>
                </a:path>
                <a:path w="1057275" h="1294765">
                  <a:moveTo>
                    <a:pt x="807598" y="1294201"/>
                  </a:moveTo>
                  <a:lnTo>
                    <a:pt x="976263" y="441127"/>
                  </a:lnTo>
                </a:path>
                <a:path w="1057275" h="1294765">
                  <a:moveTo>
                    <a:pt x="807598" y="1294201"/>
                  </a:moveTo>
                  <a:lnTo>
                    <a:pt x="1057255" y="56965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8042461" y="6128697"/>
              <a:ext cx="148590" cy="2292350"/>
            </a:xfrm>
            <a:custGeom>
              <a:avLst/>
              <a:gdLst/>
              <a:ahLst/>
              <a:cxnLst/>
              <a:rect l="l" t="t" r="r" b="b"/>
              <a:pathLst>
                <a:path w="148590" h="2292350">
                  <a:moveTo>
                    <a:pt x="148550" y="2292087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332476" y="4315190"/>
              <a:ext cx="1323975" cy="1813560"/>
            </a:xfrm>
            <a:custGeom>
              <a:avLst/>
              <a:gdLst/>
              <a:ahLst/>
              <a:cxnLst/>
              <a:rect l="l" t="t" r="r" b="b"/>
              <a:pathLst>
                <a:path w="1323975" h="1813560">
                  <a:moveTo>
                    <a:pt x="664407" y="0"/>
                  </a:moveTo>
                  <a:lnTo>
                    <a:pt x="612483" y="86"/>
                  </a:lnTo>
                  <a:lnTo>
                    <a:pt x="558002" y="5466"/>
                  </a:lnTo>
                  <a:lnTo>
                    <a:pt x="505348" y="15228"/>
                  </a:lnTo>
                  <a:lnTo>
                    <a:pt x="455870" y="28578"/>
                  </a:lnTo>
                  <a:lnTo>
                    <a:pt x="409482" y="45323"/>
                  </a:lnTo>
                  <a:lnTo>
                    <a:pt x="366101" y="65273"/>
                  </a:lnTo>
                  <a:lnTo>
                    <a:pt x="325643" y="88235"/>
                  </a:lnTo>
                  <a:lnTo>
                    <a:pt x="288023" y="114017"/>
                  </a:lnTo>
                  <a:lnTo>
                    <a:pt x="253156" y="142429"/>
                  </a:lnTo>
                  <a:lnTo>
                    <a:pt x="220959" y="173278"/>
                  </a:lnTo>
                  <a:lnTo>
                    <a:pt x="191347" y="206372"/>
                  </a:lnTo>
                  <a:lnTo>
                    <a:pt x="164235" y="241520"/>
                  </a:lnTo>
                  <a:lnTo>
                    <a:pt x="139540" y="278530"/>
                  </a:lnTo>
                  <a:lnTo>
                    <a:pt x="117176" y="317210"/>
                  </a:lnTo>
                  <a:lnTo>
                    <a:pt x="97061" y="357369"/>
                  </a:lnTo>
                  <a:lnTo>
                    <a:pt x="79108" y="398814"/>
                  </a:lnTo>
                  <a:lnTo>
                    <a:pt x="63234" y="441355"/>
                  </a:lnTo>
                  <a:lnTo>
                    <a:pt x="49355" y="484799"/>
                  </a:lnTo>
                  <a:lnTo>
                    <a:pt x="37386" y="528954"/>
                  </a:lnTo>
                  <a:lnTo>
                    <a:pt x="27242" y="573629"/>
                  </a:lnTo>
                  <a:lnTo>
                    <a:pt x="18840" y="618632"/>
                  </a:lnTo>
                  <a:lnTo>
                    <a:pt x="12096" y="663772"/>
                  </a:lnTo>
                  <a:lnTo>
                    <a:pt x="6923" y="708856"/>
                  </a:lnTo>
                  <a:lnTo>
                    <a:pt x="3240" y="753693"/>
                  </a:lnTo>
                  <a:lnTo>
                    <a:pt x="960" y="798091"/>
                  </a:lnTo>
                  <a:lnTo>
                    <a:pt x="0" y="841858"/>
                  </a:lnTo>
                  <a:lnTo>
                    <a:pt x="275" y="884803"/>
                  </a:lnTo>
                  <a:lnTo>
                    <a:pt x="1701" y="926734"/>
                  </a:lnTo>
                  <a:lnTo>
                    <a:pt x="4193" y="967459"/>
                  </a:lnTo>
                  <a:lnTo>
                    <a:pt x="7668" y="1006786"/>
                  </a:lnTo>
                  <a:lnTo>
                    <a:pt x="17227" y="1080481"/>
                  </a:lnTo>
                  <a:lnTo>
                    <a:pt x="29702" y="1146285"/>
                  </a:lnTo>
                  <a:lnTo>
                    <a:pt x="44419" y="1202663"/>
                  </a:lnTo>
                  <a:lnTo>
                    <a:pt x="60703" y="1248082"/>
                  </a:lnTo>
                  <a:lnTo>
                    <a:pt x="138910" y="1389183"/>
                  </a:lnTo>
                  <a:lnTo>
                    <a:pt x="228886" y="1487187"/>
                  </a:lnTo>
                  <a:lnTo>
                    <a:pt x="399221" y="1611525"/>
                  </a:lnTo>
                  <a:lnTo>
                    <a:pt x="709987" y="1813506"/>
                  </a:lnTo>
                  <a:lnTo>
                    <a:pt x="996990" y="1596334"/>
                  </a:lnTo>
                  <a:lnTo>
                    <a:pt x="1156509" y="1447293"/>
                  </a:lnTo>
                  <a:lnTo>
                    <a:pt x="1246011" y="1297398"/>
                  </a:lnTo>
                  <a:lnTo>
                    <a:pt x="1322963" y="1077664"/>
                  </a:lnTo>
                  <a:lnTo>
                    <a:pt x="1323444" y="1070206"/>
                  </a:lnTo>
                  <a:lnTo>
                    <a:pt x="1323341" y="1058187"/>
                  </a:lnTo>
                  <a:lnTo>
                    <a:pt x="1318944" y="997664"/>
                  </a:lnTo>
                  <a:lnTo>
                    <a:pt x="1312026" y="939826"/>
                  </a:lnTo>
                  <a:lnTo>
                    <a:pt x="1301380" y="870701"/>
                  </a:lnTo>
                  <a:lnTo>
                    <a:pt x="1294512" y="832630"/>
                  </a:lnTo>
                  <a:lnTo>
                    <a:pt x="1286539" y="792608"/>
                  </a:lnTo>
                  <a:lnTo>
                    <a:pt x="1277401" y="750923"/>
                  </a:lnTo>
                  <a:lnTo>
                    <a:pt x="1267041" y="707866"/>
                  </a:lnTo>
                  <a:lnTo>
                    <a:pt x="1255400" y="663726"/>
                  </a:lnTo>
                  <a:lnTo>
                    <a:pt x="1242421" y="618794"/>
                  </a:lnTo>
                  <a:lnTo>
                    <a:pt x="1228046" y="573359"/>
                  </a:lnTo>
                  <a:lnTo>
                    <a:pt x="1212216" y="527711"/>
                  </a:lnTo>
                  <a:lnTo>
                    <a:pt x="1194874" y="482140"/>
                  </a:lnTo>
                  <a:lnTo>
                    <a:pt x="1175962" y="436936"/>
                  </a:lnTo>
                  <a:lnTo>
                    <a:pt x="1155422" y="392389"/>
                  </a:lnTo>
                  <a:lnTo>
                    <a:pt x="1133195" y="348788"/>
                  </a:lnTo>
                  <a:lnTo>
                    <a:pt x="1109223" y="306424"/>
                  </a:lnTo>
                  <a:lnTo>
                    <a:pt x="1083450" y="265585"/>
                  </a:lnTo>
                  <a:lnTo>
                    <a:pt x="1055816" y="226563"/>
                  </a:lnTo>
                  <a:lnTo>
                    <a:pt x="1026264" y="189647"/>
                  </a:lnTo>
                  <a:lnTo>
                    <a:pt x="994736" y="155127"/>
                  </a:lnTo>
                  <a:lnTo>
                    <a:pt x="961174" y="123293"/>
                  </a:lnTo>
                  <a:lnTo>
                    <a:pt x="925519" y="94434"/>
                  </a:lnTo>
                  <a:lnTo>
                    <a:pt x="887714" y="68840"/>
                  </a:lnTo>
                  <a:lnTo>
                    <a:pt x="847701" y="46802"/>
                  </a:lnTo>
                  <a:lnTo>
                    <a:pt x="805422" y="28609"/>
                  </a:lnTo>
                  <a:lnTo>
                    <a:pt x="760818" y="14551"/>
                  </a:lnTo>
                  <a:lnTo>
                    <a:pt x="713832" y="4918"/>
                  </a:lnTo>
                  <a:lnTo>
                    <a:pt x="664407" y="0"/>
                  </a:lnTo>
                  <a:close/>
                </a:path>
              </a:pathLst>
            </a:custGeom>
            <a:solidFill>
              <a:srgbClr val="68A9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332483" y="4316040"/>
              <a:ext cx="1323340" cy="1812925"/>
            </a:xfrm>
            <a:custGeom>
              <a:avLst/>
              <a:gdLst/>
              <a:ahLst/>
              <a:cxnLst/>
              <a:rect l="l" t="t" r="r" b="b"/>
              <a:pathLst>
                <a:path w="1323340" h="1812925">
                  <a:moveTo>
                    <a:pt x="603047" y="0"/>
                  </a:moveTo>
                  <a:lnTo>
                    <a:pt x="557991" y="4617"/>
                  </a:lnTo>
                  <a:lnTo>
                    <a:pt x="501063" y="15378"/>
                  </a:lnTo>
                  <a:lnTo>
                    <a:pt x="447873" y="30353"/>
                  </a:lnTo>
                  <a:lnTo>
                    <a:pt x="398304" y="49287"/>
                  </a:lnTo>
                  <a:lnTo>
                    <a:pt x="352238" y="71927"/>
                  </a:lnTo>
                  <a:lnTo>
                    <a:pt x="309559" y="98017"/>
                  </a:lnTo>
                  <a:lnTo>
                    <a:pt x="710280" y="1720785"/>
                  </a:lnTo>
                  <a:lnTo>
                    <a:pt x="184421" y="214024"/>
                  </a:lnTo>
                  <a:lnTo>
                    <a:pt x="152647" y="257396"/>
                  </a:lnTo>
                  <a:lnTo>
                    <a:pt x="124368" y="303372"/>
                  </a:lnTo>
                  <a:lnTo>
                    <a:pt x="99428" y="351609"/>
                  </a:lnTo>
                  <a:lnTo>
                    <a:pt x="77670" y="401764"/>
                  </a:lnTo>
                  <a:lnTo>
                    <a:pt x="58938" y="453494"/>
                  </a:lnTo>
                  <a:lnTo>
                    <a:pt x="713704" y="1774228"/>
                  </a:lnTo>
                  <a:lnTo>
                    <a:pt x="3966" y="743129"/>
                  </a:lnTo>
                  <a:lnTo>
                    <a:pt x="997" y="797495"/>
                  </a:lnTo>
                  <a:lnTo>
                    <a:pt x="0" y="850909"/>
                  </a:lnTo>
                  <a:lnTo>
                    <a:pt x="820" y="903024"/>
                  </a:lnTo>
                  <a:lnTo>
                    <a:pt x="3304" y="953492"/>
                  </a:lnTo>
                  <a:lnTo>
                    <a:pt x="7301" y="1001964"/>
                  </a:lnTo>
                  <a:lnTo>
                    <a:pt x="12657" y="1048093"/>
                  </a:lnTo>
                  <a:lnTo>
                    <a:pt x="630313" y="1759506"/>
                  </a:lnTo>
                  <a:lnTo>
                    <a:pt x="663227" y="1781770"/>
                  </a:lnTo>
                  <a:lnTo>
                    <a:pt x="709976" y="1812656"/>
                  </a:lnTo>
                  <a:lnTo>
                    <a:pt x="748938" y="1783076"/>
                  </a:lnTo>
                  <a:lnTo>
                    <a:pt x="1323182" y="1074375"/>
                  </a:lnTo>
                  <a:lnTo>
                    <a:pt x="1323312" y="1057192"/>
                  </a:lnTo>
                  <a:lnTo>
                    <a:pt x="1321756" y="1028818"/>
                  </a:lnTo>
                  <a:lnTo>
                    <a:pt x="1318267" y="990483"/>
                  </a:lnTo>
                  <a:lnTo>
                    <a:pt x="1312600" y="943412"/>
                  </a:lnTo>
                  <a:lnTo>
                    <a:pt x="1304511" y="888834"/>
                  </a:lnTo>
                  <a:lnTo>
                    <a:pt x="1293752" y="827977"/>
                  </a:lnTo>
                  <a:lnTo>
                    <a:pt x="1280080" y="762068"/>
                  </a:lnTo>
                  <a:lnTo>
                    <a:pt x="1263247" y="692334"/>
                  </a:lnTo>
                  <a:lnTo>
                    <a:pt x="767000" y="1736376"/>
                  </a:lnTo>
                  <a:lnTo>
                    <a:pt x="1110299" y="307414"/>
                  </a:lnTo>
                  <a:lnTo>
                    <a:pt x="1082998" y="264096"/>
                  </a:lnTo>
                  <a:lnTo>
                    <a:pt x="1053604" y="222829"/>
                  </a:lnTo>
                  <a:lnTo>
                    <a:pt x="1022047" y="183957"/>
                  </a:lnTo>
                  <a:lnTo>
                    <a:pt x="988259" y="147824"/>
                  </a:lnTo>
                  <a:lnTo>
                    <a:pt x="952172" y="114773"/>
                  </a:lnTo>
                  <a:lnTo>
                    <a:pt x="913717" y="85150"/>
                  </a:lnTo>
                  <a:lnTo>
                    <a:pt x="872825" y="59297"/>
                  </a:lnTo>
                  <a:lnTo>
                    <a:pt x="829428" y="37559"/>
                  </a:lnTo>
                  <a:lnTo>
                    <a:pt x="742258" y="1703079"/>
                  </a:lnTo>
                  <a:lnTo>
                    <a:pt x="603047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303774" y="4292385"/>
              <a:ext cx="1381125" cy="1836420"/>
            </a:xfrm>
            <a:custGeom>
              <a:avLst/>
              <a:gdLst/>
              <a:ahLst/>
              <a:cxnLst/>
              <a:rect l="l" t="t" r="r" b="b"/>
              <a:pathLst>
                <a:path w="1381125" h="1836420">
                  <a:moveTo>
                    <a:pt x="738689" y="1836310"/>
                  </a:moveTo>
                  <a:lnTo>
                    <a:pt x="27936" y="1186016"/>
                  </a:lnTo>
                </a:path>
                <a:path w="1381125" h="1836420">
                  <a:moveTo>
                    <a:pt x="738689" y="1836310"/>
                  </a:moveTo>
                  <a:lnTo>
                    <a:pt x="10470" y="1027591"/>
                  </a:lnTo>
                </a:path>
                <a:path w="1381125" h="1836420">
                  <a:moveTo>
                    <a:pt x="738689" y="1836310"/>
                  </a:moveTo>
                  <a:lnTo>
                    <a:pt x="0" y="854528"/>
                  </a:lnTo>
                </a:path>
                <a:path w="1381125" h="1836420">
                  <a:moveTo>
                    <a:pt x="738689" y="1836310"/>
                  </a:moveTo>
                  <a:lnTo>
                    <a:pt x="16271" y="666189"/>
                  </a:lnTo>
                </a:path>
                <a:path w="1381125" h="1836420">
                  <a:moveTo>
                    <a:pt x="738689" y="1836310"/>
                  </a:moveTo>
                  <a:lnTo>
                    <a:pt x="58301" y="436845"/>
                  </a:lnTo>
                </a:path>
                <a:path w="1381125" h="1836420">
                  <a:moveTo>
                    <a:pt x="738689" y="1836310"/>
                  </a:moveTo>
                  <a:lnTo>
                    <a:pt x="143294" y="273530"/>
                  </a:lnTo>
                </a:path>
                <a:path w="1381125" h="1836420">
                  <a:moveTo>
                    <a:pt x="738689" y="1836310"/>
                  </a:moveTo>
                  <a:lnTo>
                    <a:pt x="261625" y="113713"/>
                  </a:lnTo>
                </a:path>
                <a:path w="1381125" h="1836420">
                  <a:moveTo>
                    <a:pt x="738689" y="1836310"/>
                  </a:moveTo>
                  <a:lnTo>
                    <a:pt x="427243" y="37642"/>
                  </a:lnTo>
                </a:path>
                <a:path w="1381125" h="1836420">
                  <a:moveTo>
                    <a:pt x="738689" y="1836310"/>
                  </a:moveTo>
                  <a:lnTo>
                    <a:pt x="584327" y="0"/>
                  </a:lnTo>
                </a:path>
                <a:path w="1381125" h="1836420">
                  <a:moveTo>
                    <a:pt x="738689" y="1836310"/>
                  </a:moveTo>
                  <a:lnTo>
                    <a:pt x="744500" y="14072"/>
                  </a:lnTo>
                </a:path>
                <a:path w="1381125" h="1836420">
                  <a:moveTo>
                    <a:pt x="738689" y="1836310"/>
                  </a:moveTo>
                  <a:lnTo>
                    <a:pt x="912527" y="42721"/>
                  </a:lnTo>
                </a:path>
                <a:path w="1381125" h="1836420">
                  <a:moveTo>
                    <a:pt x="738689" y="1836310"/>
                  </a:moveTo>
                  <a:lnTo>
                    <a:pt x="1035779" y="147335"/>
                  </a:lnTo>
                </a:path>
                <a:path w="1381125" h="1836420">
                  <a:moveTo>
                    <a:pt x="738689" y="1836310"/>
                  </a:moveTo>
                  <a:lnTo>
                    <a:pt x="1179252" y="340450"/>
                  </a:lnTo>
                </a:path>
                <a:path w="1381125" h="1836420">
                  <a:moveTo>
                    <a:pt x="738689" y="1836310"/>
                  </a:moveTo>
                  <a:lnTo>
                    <a:pt x="1258925" y="543732"/>
                  </a:lnTo>
                </a:path>
                <a:path w="1381125" h="1836420">
                  <a:moveTo>
                    <a:pt x="738689" y="1836310"/>
                  </a:moveTo>
                  <a:lnTo>
                    <a:pt x="1331038" y="781567"/>
                  </a:lnTo>
                </a:path>
                <a:path w="1381125" h="1836420">
                  <a:moveTo>
                    <a:pt x="738689" y="1836310"/>
                  </a:moveTo>
                  <a:lnTo>
                    <a:pt x="1380690" y="97755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503551" y="7958131"/>
              <a:ext cx="1493520" cy="704215"/>
            </a:xfrm>
            <a:custGeom>
              <a:avLst/>
              <a:gdLst/>
              <a:ahLst/>
              <a:cxnLst/>
              <a:rect l="l" t="t" r="r" b="b"/>
              <a:pathLst>
                <a:path w="1493520" h="704215">
                  <a:moveTo>
                    <a:pt x="0" y="0"/>
                  </a:moveTo>
                  <a:lnTo>
                    <a:pt x="5909" y="239652"/>
                  </a:lnTo>
                  <a:lnTo>
                    <a:pt x="11737" y="373480"/>
                  </a:lnTo>
                  <a:lnTo>
                    <a:pt x="20959" y="450036"/>
                  </a:lnTo>
                  <a:lnTo>
                    <a:pt x="37045" y="517869"/>
                  </a:lnTo>
                  <a:lnTo>
                    <a:pt x="61952" y="556353"/>
                  </a:lnTo>
                  <a:lnTo>
                    <a:pt x="113265" y="591740"/>
                  </a:lnTo>
                  <a:lnTo>
                    <a:pt x="186891" y="623403"/>
                  </a:lnTo>
                  <a:lnTo>
                    <a:pt x="230792" y="637643"/>
                  </a:lnTo>
                  <a:lnTo>
                    <a:pt x="278737" y="650717"/>
                  </a:lnTo>
                  <a:lnTo>
                    <a:pt x="330214" y="662546"/>
                  </a:lnTo>
                  <a:lnTo>
                    <a:pt x="384710" y="673052"/>
                  </a:lnTo>
                  <a:lnTo>
                    <a:pt x="441715" y="682158"/>
                  </a:lnTo>
                  <a:lnTo>
                    <a:pt x="500717" y="689784"/>
                  </a:lnTo>
                  <a:lnTo>
                    <a:pt x="561204" y="695852"/>
                  </a:lnTo>
                  <a:lnTo>
                    <a:pt x="622664" y="700284"/>
                  </a:lnTo>
                  <a:lnTo>
                    <a:pt x="684586" y="703001"/>
                  </a:lnTo>
                  <a:lnTo>
                    <a:pt x="746458" y="703926"/>
                  </a:lnTo>
                  <a:lnTo>
                    <a:pt x="808435" y="703001"/>
                  </a:lnTo>
                  <a:lnTo>
                    <a:pt x="870358" y="700284"/>
                  </a:lnTo>
                  <a:lnTo>
                    <a:pt x="931818" y="695852"/>
                  </a:lnTo>
                  <a:lnTo>
                    <a:pt x="992305" y="689784"/>
                  </a:lnTo>
                  <a:lnTo>
                    <a:pt x="1051306" y="682158"/>
                  </a:lnTo>
                  <a:lnTo>
                    <a:pt x="1108311" y="673052"/>
                  </a:lnTo>
                  <a:lnTo>
                    <a:pt x="1162808" y="662546"/>
                  </a:lnTo>
                  <a:lnTo>
                    <a:pt x="1214285" y="650717"/>
                  </a:lnTo>
                  <a:lnTo>
                    <a:pt x="1262229" y="637643"/>
                  </a:lnTo>
                  <a:lnTo>
                    <a:pt x="1306131" y="623403"/>
                  </a:lnTo>
                  <a:lnTo>
                    <a:pt x="1345477" y="608076"/>
                  </a:lnTo>
                  <a:lnTo>
                    <a:pt x="1408458" y="574472"/>
                  </a:lnTo>
                  <a:lnTo>
                    <a:pt x="1447080" y="537458"/>
                  </a:lnTo>
                  <a:lnTo>
                    <a:pt x="1473394" y="392146"/>
                  </a:lnTo>
                  <a:lnTo>
                    <a:pt x="1484833" y="219107"/>
                  </a:lnTo>
                  <a:lnTo>
                    <a:pt x="1490968" y="69243"/>
                  </a:lnTo>
                  <a:lnTo>
                    <a:pt x="746511" y="69243"/>
                  </a:lnTo>
                  <a:lnTo>
                    <a:pt x="665171" y="68837"/>
                  </a:lnTo>
                  <a:lnTo>
                    <a:pt x="586368" y="67646"/>
                  </a:lnTo>
                  <a:lnTo>
                    <a:pt x="510558" y="65713"/>
                  </a:lnTo>
                  <a:lnTo>
                    <a:pt x="438195" y="63080"/>
                  </a:lnTo>
                  <a:lnTo>
                    <a:pt x="369735" y="59789"/>
                  </a:lnTo>
                  <a:lnTo>
                    <a:pt x="305634" y="55883"/>
                  </a:lnTo>
                  <a:lnTo>
                    <a:pt x="246346" y="51403"/>
                  </a:lnTo>
                  <a:lnTo>
                    <a:pt x="192328" y="46392"/>
                  </a:lnTo>
                  <a:lnTo>
                    <a:pt x="144035" y="40893"/>
                  </a:lnTo>
                  <a:lnTo>
                    <a:pt x="101922" y="34947"/>
                  </a:lnTo>
                  <a:lnTo>
                    <a:pt x="38058" y="21885"/>
                  </a:lnTo>
                  <a:lnTo>
                    <a:pt x="4380" y="7544"/>
                  </a:lnTo>
                  <a:lnTo>
                    <a:pt x="0" y="0"/>
                  </a:lnTo>
                  <a:close/>
                </a:path>
                <a:path w="1493520" h="704215">
                  <a:moveTo>
                    <a:pt x="1493012" y="0"/>
                  </a:moveTo>
                  <a:lnTo>
                    <a:pt x="1454954" y="21885"/>
                  </a:lnTo>
                  <a:lnTo>
                    <a:pt x="1391092" y="34947"/>
                  </a:lnTo>
                  <a:lnTo>
                    <a:pt x="1348980" y="40893"/>
                  </a:lnTo>
                  <a:lnTo>
                    <a:pt x="1300688" y="46392"/>
                  </a:lnTo>
                  <a:lnTo>
                    <a:pt x="1246671" y="51403"/>
                  </a:lnTo>
                  <a:lnTo>
                    <a:pt x="1187384" y="55883"/>
                  </a:lnTo>
                  <a:lnTo>
                    <a:pt x="1123284" y="59789"/>
                  </a:lnTo>
                  <a:lnTo>
                    <a:pt x="1054825" y="63080"/>
                  </a:lnTo>
                  <a:lnTo>
                    <a:pt x="982463" y="65713"/>
                  </a:lnTo>
                  <a:lnTo>
                    <a:pt x="906653" y="67646"/>
                  </a:lnTo>
                  <a:lnTo>
                    <a:pt x="827850" y="68837"/>
                  </a:lnTo>
                  <a:lnTo>
                    <a:pt x="746511" y="69243"/>
                  </a:lnTo>
                  <a:lnTo>
                    <a:pt x="1490968" y="69243"/>
                  </a:lnTo>
                  <a:lnTo>
                    <a:pt x="1491110" y="65713"/>
                  </a:lnTo>
                  <a:lnTo>
                    <a:pt x="1493012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475652" y="8092966"/>
              <a:ext cx="1545590" cy="1962785"/>
            </a:xfrm>
            <a:custGeom>
              <a:avLst/>
              <a:gdLst/>
              <a:ahLst/>
              <a:cxnLst/>
              <a:rect l="l" t="t" r="r" b="b"/>
              <a:pathLst>
                <a:path w="1545590" h="1962784">
                  <a:moveTo>
                    <a:pt x="92735" y="41414"/>
                  </a:moveTo>
                  <a:lnTo>
                    <a:pt x="89090" y="25298"/>
                  </a:lnTo>
                  <a:lnTo>
                    <a:pt x="79159" y="12128"/>
                  </a:lnTo>
                  <a:lnTo>
                    <a:pt x="64414" y="3251"/>
                  </a:lnTo>
                  <a:lnTo>
                    <a:pt x="46367" y="0"/>
                  </a:lnTo>
                  <a:lnTo>
                    <a:pt x="28321" y="3251"/>
                  </a:lnTo>
                  <a:lnTo>
                    <a:pt x="13576" y="12128"/>
                  </a:lnTo>
                  <a:lnTo>
                    <a:pt x="3644" y="25298"/>
                  </a:lnTo>
                  <a:lnTo>
                    <a:pt x="0" y="41414"/>
                  </a:lnTo>
                  <a:lnTo>
                    <a:pt x="0" y="1891957"/>
                  </a:lnTo>
                  <a:lnTo>
                    <a:pt x="3644" y="1908086"/>
                  </a:lnTo>
                  <a:lnTo>
                    <a:pt x="13576" y="1921256"/>
                  </a:lnTo>
                  <a:lnTo>
                    <a:pt x="28321" y="1930133"/>
                  </a:lnTo>
                  <a:lnTo>
                    <a:pt x="46367" y="1933384"/>
                  </a:lnTo>
                  <a:lnTo>
                    <a:pt x="64414" y="1930133"/>
                  </a:lnTo>
                  <a:lnTo>
                    <a:pt x="79159" y="1921256"/>
                  </a:lnTo>
                  <a:lnTo>
                    <a:pt x="89090" y="1908086"/>
                  </a:lnTo>
                  <a:lnTo>
                    <a:pt x="92735" y="1891957"/>
                  </a:lnTo>
                  <a:lnTo>
                    <a:pt x="92735" y="41414"/>
                  </a:lnTo>
                  <a:close/>
                </a:path>
                <a:path w="1545590" h="1962784">
                  <a:moveTo>
                    <a:pt x="820762" y="279641"/>
                  </a:moveTo>
                  <a:lnTo>
                    <a:pt x="817130" y="263512"/>
                  </a:lnTo>
                  <a:lnTo>
                    <a:pt x="807186" y="250342"/>
                  </a:lnTo>
                  <a:lnTo>
                    <a:pt x="792454" y="241465"/>
                  </a:lnTo>
                  <a:lnTo>
                    <a:pt x="774407" y="238213"/>
                  </a:lnTo>
                  <a:lnTo>
                    <a:pt x="756348" y="241465"/>
                  </a:lnTo>
                  <a:lnTo>
                    <a:pt x="741616" y="250342"/>
                  </a:lnTo>
                  <a:lnTo>
                    <a:pt x="731685" y="263512"/>
                  </a:lnTo>
                  <a:lnTo>
                    <a:pt x="728040" y="279641"/>
                  </a:lnTo>
                  <a:lnTo>
                    <a:pt x="728040" y="1920760"/>
                  </a:lnTo>
                  <a:lnTo>
                    <a:pt x="731685" y="1936889"/>
                  </a:lnTo>
                  <a:lnTo>
                    <a:pt x="741616" y="1950059"/>
                  </a:lnTo>
                  <a:lnTo>
                    <a:pt x="756348" y="1958936"/>
                  </a:lnTo>
                  <a:lnTo>
                    <a:pt x="774407" y="1962200"/>
                  </a:lnTo>
                  <a:lnTo>
                    <a:pt x="792454" y="1958936"/>
                  </a:lnTo>
                  <a:lnTo>
                    <a:pt x="807186" y="1950059"/>
                  </a:lnTo>
                  <a:lnTo>
                    <a:pt x="817130" y="1936889"/>
                  </a:lnTo>
                  <a:lnTo>
                    <a:pt x="820762" y="1920760"/>
                  </a:lnTo>
                  <a:lnTo>
                    <a:pt x="820762" y="279641"/>
                  </a:lnTo>
                  <a:close/>
                </a:path>
                <a:path w="1545590" h="1962784">
                  <a:moveTo>
                    <a:pt x="1545590" y="41414"/>
                  </a:moveTo>
                  <a:lnTo>
                    <a:pt x="1541945" y="25298"/>
                  </a:lnTo>
                  <a:lnTo>
                    <a:pt x="1532013" y="12128"/>
                  </a:lnTo>
                  <a:lnTo>
                    <a:pt x="1517269" y="3251"/>
                  </a:lnTo>
                  <a:lnTo>
                    <a:pt x="1499222" y="0"/>
                  </a:lnTo>
                  <a:lnTo>
                    <a:pt x="1481175" y="3251"/>
                  </a:lnTo>
                  <a:lnTo>
                    <a:pt x="1466443" y="12128"/>
                  </a:lnTo>
                  <a:lnTo>
                    <a:pt x="1456499" y="25298"/>
                  </a:lnTo>
                  <a:lnTo>
                    <a:pt x="1452854" y="41414"/>
                  </a:lnTo>
                  <a:lnTo>
                    <a:pt x="1452854" y="1891957"/>
                  </a:lnTo>
                  <a:lnTo>
                    <a:pt x="1456499" y="1908086"/>
                  </a:lnTo>
                  <a:lnTo>
                    <a:pt x="1466443" y="1921256"/>
                  </a:lnTo>
                  <a:lnTo>
                    <a:pt x="1481175" y="1930133"/>
                  </a:lnTo>
                  <a:lnTo>
                    <a:pt x="1499222" y="1933384"/>
                  </a:lnTo>
                  <a:lnTo>
                    <a:pt x="1517269" y="1930133"/>
                  </a:lnTo>
                  <a:lnTo>
                    <a:pt x="1532013" y="1921256"/>
                  </a:lnTo>
                  <a:lnTo>
                    <a:pt x="1541945" y="1908086"/>
                  </a:lnTo>
                  <a:lnTo>
                    <a:pt x="1545590" y="1891957"/>
                  </a:lnTo>
                  <a:lnTo>
                    <a:pt x="1545590" y="41414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667446" y="-12659"/>
            <a:ext cx="13862685" cy="10127615"/>
            <a:chOff x="2667446" y="-12659"/>
            <a:chExt cx="13862685" cy="10127615"/>
          </a:xfrm>
        </p:grpSpPr>
        <p:sp>
          <p:nvSpPr>
            <p:cNvPr id="3" name="object 3" descr=""/>
            <p:cNvSpPr/>
            <p:nvPr/>
          </p:nvSpPr>
          <p:spPr>
            <a:xfrm>
              <a:off x="4055304" y="1208626"/>
              <a:ext cx="12466320" cy="8512810"/>
            </a:xfrm>
            <a:custGeom>
              <a:avLst/>
              <a:gdLst/>
              <a:ahLst/>
              <a:cxnLst/>
              <a:rect l="l" t="t" r="r" b="b"/>
              <a:pathLst>
                <a:path w="12466319" h="8512810">
                  <a:moveTo>
                    <a:pt x="6251897" y="0"/>
                  </a:moveTo>
                  <a:lnTo>
                    <a:pt x="6170728" y="459"/>
                  </a:lnTo>
                  <a:lnTo>
                    <a:pt x="6089106" y="1510"/>
                  </a:lnTo>
                  <a:lnTo>
                    <a:pt x="6007032" y="3156"/>
                  </a:lnTo>
                  <a:lnTo>
                    <a:pt x="5924508" y="5400"/>
                  </a:lnTo>
                  <a:lnTo>
                    <a:pt x="5841534" y="8245"/>
                  </a:lnTo>
                  <a:lnTo>
                    <a:pt x="5758113" y="11693"/>
                  </a:lnTo>
                  <a:lnTo>
                    <a:pt x="5674246" y="15749"/>
                  </a:lnTo>
                  <a:lnTo>
                    <a:pt x="5589935" y="20413"/>
                  </a:lnTo>
                  <a:lnTo>
                    <a:pt x="5505180" y="25690"/>
                  </a:lnTo>
                  <a:lnTo>
                    <a:pt x="5419983" y="31583"/>
                  </a:lnTo>
                  <a:lnTo>
                    <a:pt x="5334347" y="38094"/>
                  </a:lnTo>
                  <a:lnTo>
                    <a:pt x="5248271" y="45227"/>
                  </a:lnTo>
                  <a:lnTo>
                    <a:pt x="5161759" y="52983"/>
                  </a:lnTo>
                  <a:lnTo>
                    <a:pt x="5074810" y="61367"/>
                  </a:lnTo>
                  <a:lnTo>
                    <a:pt x="4987427" y="70382"/>
                  </a:lnTo>
                  <a:lnTo>
                    <a:pt x="4899611" y="80029"/>
                  </a:lnTo>
                  <a:lnTo>
                    <a:pt x="4811364" y="90313"/>
                  </a:lnTo>
                  <a:lnTo>
                    <a:pt x="4722687" y="101235"/>
                  </a:lnTo>
                  <a:lnTo>
                    <a:pt x="4633581" y="112800"/>
                  </a:lnTo>
                  <a:lnTo>
                    <a:pt x="4544048" y="125009"/>
                  </a:lnTo>
                  <a:lnTo>
                    <a:pt x="4454090" y="137867"/>
                  </a:lnTo>
                  <a:lnTo>
                    <a:pt x="4363707" y="151375"/>
                  </a:lnTo>
                  <a:lnTo>
                    <a:pt x="4272902" y="165537"/>
                  </a:lnTo>
                  <a:lnTo>
                    <a:pt x="4181675" y="180356"/>
                  </a:lnTo>
                  <a:lnTo>
                    <a:pt x="4134284" y="188596"/>
                  </a:lnTo>
                  <a:lnTo>
                    <a:pt x="4085185" y="197911"/>
                  </a:lnTo>
                  <a:lnTo>
                    <a:pt x="4034440" y="208313"/>
                  </a:lnTo>
                  <a:lnTo>
                    <a:pt x="3982109" y="219816"/>
                  </a:lnTo>
                  <a:lnTo>
                    <a:pt x="3928253" y="232430"/>
                  </a:lnTo>
                  <a:lnTo>
                    <a:pt x="3872935" y="246169"/>
                  </a:lnTo>
                  <a:lnTo>
                    <a:pt x="3816213" y="261046"/>
                  </a:lnTo>
                  <a:lnTo>
                    <a:pt x="3758150" y="277071"/>
                  </a:lnTo>
                  <a:lnTo>
                    <a:pt x="3698807" y="294258"/>
                  </a:lnTo>
                  <a:lnTo>
                    <a:pt x="3638245" y="312619"/>
                  </a:lnTo>
                  <a:lnTo>
                    <a:pt x="3576524" y="332167"/>
                  </a:lnTo>
                  <a:lnTo>
                    <a:pt x="3513705" y="352913"/>
                  </a:lnTo>
                  <a:lnTo>
                    <a:pt x="3449851" y="374870"/>
                  </a:lnTo>
                  <a:lnTo>
                    <a:pt x="3385021" y="398051"/>
                  </a:lnTo>
                  <a:lnTo>
                    <a:pt x="3319277" y="422468"/>
                  </a:lnTo>
                  <a:lnTo>
                    <a:pt x="3252680" y="448132"/>
                  </a:lnTo>
                  <a:lnTo>
                    <a:pt x="3185291" y="475058"/>
                  </a:lnTo>
                  <a:lnTo>
                    <a:pt x="3117170" y="503256"/>
                  </a:lnTo>
                  <a:lnTo>
                    <a:pt x="3048380" y="532739"/>
                  </a:lnTo>
                  <a:lnTo>
                    <a:pt x="2978981" y="563521"/>
                  </a:lnTo>
                  <a:lnTo>
                    <a:pt x="2944071" y="579402"/>
                  </a:lnTo>
                  <a:lnTo>
                    <a:pt x="2909033" y="595612"/>
                  </a:lnTo>
                  <a:lnTo>
                    <a:pt x="2873873" y="612152"/>
                  </a:lnTo>
                  <a:lnTo>
                    <a:pt x="2838598" y="629025"/>
                  </a:lnTo>
                  <a:lnTo>
                    <a:pt x="2803218" y="646232"/>
                  </a:lnTo>
                  <a:lnTo>
                    <a:pt x="2767738" y="663773"/>
                  </a:lnTo>
                  <a:lnTo>
                    <a:pt x="2732167" y="681652"/>
                  </a:lnTo>
                  <a:lnTo>
                    <a:pt x="2696513" y="699869"/>
                  </a:lnTo>
                  <a:lnTo>
                    <a:pt x="2660782" y="718425"/>
                  </a:lnTo>
                  <a:lnTo>
                    <a:pt x="2624983" y="737323"/>
                  </a:lnTo>
                  <a:lnTo>
                    <a:pt x="2589124" y="756564"/>
                  </a:lnTo>
                  <a:lnTo>
                    <a:pt x="2553211" y="776150"/>
                  </a:lnTo>
                  <a:lnTo>
                    <a:pt x="2517253" y="796081"/>
                  </a:lnTo>
                  <a:lnTo>
                    <a:pt x="2481257" y="816360"/>
                  </a:lnTo>
                  <a:lnTo>
                    <a:pt x="2445231" y="836989"/>
                  </a:lnTo>
                  <a:lnTo>
                    <a:pt x="2409182" y="857967"/>
                  </a:lnTo>
                  <a:lnTo>
                    <a:pt x="2373119" y="879299"/>
                  </a:lnTo>
                  <a:lnTo>
                    <a:pt x="2337048" y="900983"/>
                  </a:lnTo>
                  <a:lnTo>
                    <a:pt x="2300977" y="923024"/>
                  </a:lnTo>
                  <a:lnTo>
                    <a:pt x="2264914" y="945421"/>
                  </a:lnTo>
                  <a:lnTo>
                    <a:pt x="2228867" y="968176"/>
                  </a:lnTo>
                  <a:lnTo>
                    <a:pt x="2192843" y="991291"/>
                  </a:lnTo>
                  <a:lnTo>
                    <a:pt x="2156850" y="1014768"/>
                  </a:lnTo>
                  <a:lnTo>
                    <a:pt x="2120896" y="1038608"/>
                  </a:lnTo>
                  <a:lnTo>
                    <a:pt x="2084987" y="1062813"/>
                  </a:lnTo>
                  <a:lnTo>
                    <a:pt x="2049132" y="1087383"/>
                  </a:lnTo>
                  <a:lnTo>
                    <a:pt x="2013339" y="1112322"/>
                  </a:lnTo>
                  <a:lnTo>
                    <a:pt x="1977614" y="1137629"/>
                  </a:lnTo>
                  <a:lnTo>
                    <a:pt x="1941967" y="1163307"/>
                  </a:lnTo>
                  <a:lnTo>
                    <a:pt x="1906403" y="1189358"/>
                  </a:lnTo>
                  <a:lnTo>
                    <a:pt x="1870931" y="1215782"/>
                  </a:lnTo>
                  <a:lnTo>
                    <a:pt x="1835559" y="1242582"/>
                  </a:lnTo>
                  <a:lnTo>
                    <a:pt x="1800294" y="1269759"/>
                  </a:lnTo>
                  <a:lnTo>
                    <a:pt x="1765143" y="1297314"/>
                  </a:lnTo>
                  <a:lnTo>
                    <a:pt x="1730115" y="1325249"/>
                  </a:lnTo>
                  <a:lnTo>
                    <a:pt x="1695217" y="1353566"/>
                  </a:lnTo>
                  <a:lnTo>
                    <a:pt x="1660457" y="1382266"/>
                  </a:lnTo>
                  <a:lnTo>
                    <a:pt x="1625842" y="1411351"/>
                  </a:lnTo>
                  <a:lnTo>
                    <a:pt x="1591379" y="1440821"/>
                  </a:lnTo>
                  <a:lnTo>
                    <a:pt x="1557078" y="1470680"/>
                  </a:lnTo>
                  <a:lnTo>
                    <a:pt x="1522944" y="1500928"/>
                  </a:lnTo>
                  <a:lnTo>
                    <a:pt x="1488986" y="1531567"/>
                  </a:lnTo>
                  <a:lnTo>
                    <a:pt x="1455212" y="1562598"/>
                  </a:lnTo>
                  <a:lnTo>
                    <a:pt x="1421629" y="1594023"/>
                  </a:lnTo>
                  <a:lnTo>
                    <a:pt x="1388244" y="1625843"/>
                  </a:lnTo>
                  <a:lnTo>
                    <a:pt x="1355066" y="1658061"/>
                  </a:lnTo>
                  <a:lnTo>
                    <a:pt x="1322101" y="1690677"/>
                  </a:lnTo>
                  <a:lnTo>
                    <a:pt x="1289358" y="1723693"/>
                  </a:lnTo>
                  <a:lnTo>
                    <a:pt x="1256845" y="1757111"/>
                  </a:lnTo>
                  <a:lnTo>
                    <a:pt x="1224568" y="1790932"/>
                  </a:lnTo>
                  <a:lnTo>
                    <a:pt x="1192535" y="1825158"/>
                  </a:lnTo>
                  <a:lnTo>
                    <a:pt x="1160755" y="1859790"/>
                  </a:lnTo>
                  <a:lnTo>
                    <a:pt x="1129234" y="1894830"/>
                  </a:lnTo>
                  <a:lnTo>
                    <a:pt x="1097981" y="1930279"/>
                  </a:lnTo>
                  <a:lnTo>
                    <a:pt x="1067003" y="1966140"/>
                  </a:lnTo>
                  <a:lnTo>
                    <a:pt x="1036307" y="2002412"/>
                  </a:lnTo>
                  <a:lnTo>
                    <a:pt x="1005901" y="2039099"/>
                  </a:lnTo>
                  <a:lnTo>
                    <a:pt x="975794" y="2076202"/>
                  </a:lnTo>
                  <a:lnTo>
                    <a:pt x="945991" y="2113721"/>
                  </a:lnTo>
                  <a:lnTo>
                    <a:pt x="916502" y="2151659"/>
                  </a:lnTo>
                  <a:lnTo>
                    <a:pt x="887334" y="2190018"/>
                  </a:lnTo>
                  <a:lnTo>
                    <a:pt x="858494" y="2228798"/>
                  </a:lnTo>
                  <a:lnTo>
                    <a:pt x="829990" y="2268001"/>
                  </a:lnTo>
                  <a:lnTo>
                    <a:pt x="801829" y="2307629"/>
                  </a:lnTo>
                  <a:lnTo>
                    <a:pt x="774020" y="2347684"/>
                  </a:lnTo>
                  <a:lnTo>
                    <a:pt x="746570" y="2388166"/>
                  </a:lnTo>
                  <a:lnTo>
                    <a:pt x="719486" y="2429078"/>
                  </a:lnTo>
                  <a:lnTo>
                    <a:pt x="692776" y="2470421"/>
                  </a:lnTo>
                  <a:lnTo>
                    <a:pt x="666448" y="2512197"/>
                  </a:lnTo>
                  <a:lnTo>
                    <a:pt x="640510" y="2554406"/>
                  </a:lnTo>
                  <a:lnTo>
                    <a:pt x="614968" y="2597052"/>
                  </a:lnTo>
                  <a:lnTo>
                    <a:pt x="589831" y="2640134"/>
                  </a:lnTo>
                  <a:lnTo>
                    <a:pt x="565107" y="2683656"/>
                  </a:lnTo>
                  <a:lnTo>
                    <a:pt x="540802" y="2727617"/>
                  </a:lnTo>
                  <a:lnTo>
                    <a:pt x="516925" y="2772020"/>
                  </a:lnTo>
                  <a:lnTo>
                    <a:pt x="493483" y="2816867"/>
                  </a:lnTo>
                  <a:lnTo>
                    <a:pt x="470484" y="2862159"/>
                  </a:lnTo>
                  <a:lnTo>
                    <a:pt x="447935" y="2907897"/>
                  </a:lnTo>
                  <a:lnTo>
                    <a:pt x="425844" y="2954083"/>
                  </a:lnTo>
                  <a:lnTo>
                    <a:pt x="404219" y="3000719"/>
                  </a:lnTo>
                  <a:lnTo>
                    <a:pt x="383067" y="3047806"/>
                  </a:lnTo>
                  <a:lnTo>
                    <a:pt x="362397" y="3095345"/>
                  </a:lnTo>
                  <a:lnTo>
                    <a:pt x="342214" y="3143339"/>
                  </a:lnTo>
                  <a:lnTo>
                    <a:pt x="322528" y="3191788"/>
                  </a:lnTo>
                  <a:lnTo>
                    <a:pt x="303346" y="3240695"/>
                  </a:lnTo>
                  <a:lnTo>
                    <a:pt x="284676" y="3290060"/>
                  </a:lnTo>
                  <a:lnTo>
                    <a:pt x="266524" y="3339886"/>
                  </a:lnTo>
                  <a:lnTo>
                    <a:pt x="248899" y="3390174"/>
                  </a:lnTo>
                  <a:lnTo>
                    <a:pt x="231808" y="3440925"/>
                  </a:lnTo>
                  <a:lnTo>
                    <a:pt x="215260" y="3492141"/>
                  </a:lnTo>
                  <a:lnTo>
                    <a:pt x="199261" y="3543824"/>
                  </a:lnTo>
                  <a:lnTo>
                    <a:pt x="183819" y="3595975"/>
                  </a:lnTo>
                  <a:lnTo>
                    <a:pt x="168942" y="3648596"/>
                  </a:lnTo>
                  <a:lnTo>
                    <a:pt x="154638" y="3701688"/>
                  </a:lnTo>
                  <a:lnTo>
                    <a:pt x="140913" y="3755252"/>
                  </a:lnTo>
                  <a:lnTo>
                    <a:pt x="127777" y="3809291"/>
                  </a:lnTo>
                  <a:lnTo>
                    <a:pt x="115235" y="3863805"/>
                  </a:lnTo>
                  <a:lnTo>
                    <a:pt x="103297" y="3918797"/>
                  </a:lnTo>
                  <a:lnTo>
                    <a:pt x="91970" y="3974268"/>
                  </a:lnTo>
                  <a:lnTo>
                    <a:pt x="81260" y="4030219"/>
                  </a:lnTo>
                  <a:lnTo>
                    <a:pt x="71177" y="4086653"/>
                  </a:lnTo>
                  <a:lnTo>
                    <a:pt x="61727" y="4143570"/>
                  </a:lnTo>
                  <a:lnTo>
                    <a:pt x="52918" y="4200972"/>
                  </a:lnTo>
                  <a:lnTo>
                    <a:pt x="44758" y="4258860"/>
                  </a:lnTo>
                  <a:lnTo>
                    <a:pt x="37255" y="4317237"/>
                  </a:lnTo>
                  <a:lnTo>
                    <a:pt x="30415" y="4376104"/>
                  </a:lnTo>
                  <a:lnTo>
                    <a:pt x="24247" y="4435461"/>
                  </a:lnTo>
                  <a:lnTo>
                    <a:pt x="18759" y="4495312"/>
                  </a:lnTo>
                  <a:lnTo>
                    <a:pt x="13957" y="4555657"/>
                  </a:lnTo>
                  <a:lnTo>
                    <a:pt x="9850" y="4616498"/>
                  </a:lnTo>
                  <a:lnTo>
                    <a:pt x="6445" y="4677836"/>
                  </a:lnTo>
                  <a:lnTo>
                    <a:pt x="3750" y="4739673"/>
                  </a:lnTo>
                  <a:lnTo>
                    <a:pt x="1772" y="4802011"/>
                  </a:lnTo>
                  <a:lnTo>
                    <a:pt x="519" y="4864851"/>
                  </a:lnTo>
                  <a:lnTo>
                    <a:pt x="0" y="4928195"/>
                  </a:lnTo>
                  <a:lnTo>
                    <a:pt x="220" y="4992044"/>
                  </a:lnTo>
                  <a:lnTo>
                    <a:pt x="1188" y="5056399"/>
                  </a:lnTo>
                  <a:lnTo>
                    <a:pt x="2912" y="5121263"/>
                  </a:lnTo>
                  <a:lnTo>
                    <a:pt x="4743" y="5168459"/>
                  </a:lnTo>
                  <a:lnTo>
                    <a:pt x="7182" y="5215629"/>
                  </a:lnTo>
                  <a:lnTo>
                    <a:pt x="10226" y="5262767"/>
                  </a:lnTo>
                  <a:lnTo>
                    <a:pt x="13874" y="5309869"/>
                  </a:lnTo>
                  <a:lnTo>
                    <a:pt x="18122" y="5356928"/>
                  </a:lnTo>
                  <a:lnTo>
                    <a:pt x="22968" y="5403940"/>
                  </a:lnTo>
                  <a:lnTo>
                    <a:pt x="28409" y="5450899"/>
                  </a:lnTo>
                  <a:lnTo>
                    <a:pt x="34443" y="5497800"/>
                  </a:lnTo>
                  <a:lnTo>
                    <a:pt x="41066" y="5544637"/>
                  </a:lnTo>
                  <a:lnTo>
                    <a:pt x="48276" y="5591405"/>
                  </a:lnTo>
                  <a:lnTo>
                    <a:pt x="56071" y="5638100"/>
                  </a:lnTo>
                  <a:lnTo>
                    <a:pt x="64448" y="5684714"/>
                  </a:lnTo>
                  <a:lnTo>
                    <a:pt x="73404" y="5731244"/>
                  </a:lnTo>
                  <a:lnTo>
                    <a:pt x="82937" y="5777684"/>
                  </a:lnTo>
                  <a:lnTo>
                    <a:pt x="93043" y="5824028"/>
                  </a:lnTo>
                  <a:lnTo>
                    <a:pt x="103721" y="5870271"/>
                  </a:lnTo>
                  <a:lnTo>
                    <a:pt x="114968" y="5916408"/>
                  </a:lnTo>
                  <a:lnTo>
                    <a:pt x="126780" y="5962433"/>
                  </a:lnTo>
                  <a:lnTo>
                    <a:pt x="139156" y="6008341"/>
                  </a:lnTo>
                  <a:lnTo>
                    <a:pt x="152092" y="6054127"/>
                  </a:lnTo>
                  <a:lnTo>
                    <a:pt x="165587" y="6099786"/>
                  </a:lnTo>
                  <a:lnTo>
                    <a:pt x="179636" y="6145311"/>
                  </a:lnTo>
                  <a:lnTo>
                    <a:pt x="194239" y="6190699"/>
                  </a:lnTo>
                  <a:lnTo>
                    <a:pt x="209392" y="6235942"/>
                  </a:lnTo>
                  <a:lnTo>
                    <a:pt x="225092" y="6281037"/>
                  </a:lnTo>
                  <a:lnTo>
                    <a:pt x="241337" y="6325978"/>
                  </a:lnTo>
                  <a:lnTo>
                    <a:pt x="258124" y="6370758"/>
                  </a:lnTo>
                  <a:lnTo>
                    <a:pt x="275450" y="6415374"/>
                  </a:lnTo>
                  <a:lnTo>
                    <a:pt x="293314" y="6459820"/>
                  </a:lnTo>
                  <a:lnTo>
                    <a:pt x="311711" y="6504090"/>
                  </a:lnTo>
                  <a:lnTo>
                    <a:pt x="330641" y="6548179"/>
                  </a:lnTo>
                  <a:lnTo>
                    <a:pt x="350099" y="6592081"/>
                  </a:lnTo>
                  <a:lnTo>
                    <a:pt x="370083" y="6635792"/>
                  </a:lnTo>
                  <a:lnTo>
                    <a:pt x="390591" y="6679306"/>
                  </a:lnTo>
                  <a:lnTo>
                    <a:pt x="411620" y="6722618"/>
                  </a:lnTo>
                  <a:lnTo>
                    <a:pt x="433167" y="6765722"/>
                  </a:lnTo>
                  <a:lnTo>
                    <a:pt x="455230" y="6808613"/>
                  </a:lnTo>
                  <a:lnTo>
                    <a:pt x="477806" y="6851285"/>
                  </a:lnTo>
                  <a:lnTo>
                    <a:pt x="500892" y="6893734"/>
                  </a:lnTo>
                  <a:lnTo>
                    <a:pt x="524486" y="6935954"/>
                  </a:lnTo>
                  <a:lnTo>
                    <a:pt x="548585" y="6977939"/>
                  </a:lnTo>
                  <a:lnTo>
                    <a:pt x="573186" y="7019685"/>
                  </a:lnTo>
                  <a:lnTo>
                    <a:pt x="598287" y="7061186"/>
                  </a:lnTo>
                  <a:lnTo>
                    <a:pt x="623886" y="7102436"/>
                  </a:lnTo>
                  <a:lnTo>
                    <a:pt x="649978" y="7143431"/>
                  </a:lnTo>
                  <a:lnTo>
                    <a:pt x="676563" y="7184164"/>
                  </a:lnTo>
                  <a:lnTo>
                    <a:pt x="703637" y="7224631"/>
                  </a:lnTo>
                  <a:lnTo>
                    <a:pt x="731197" y="7264827"/>
                  </a:lnTo>
                  <a:lnTo>
                    <a:pt x="759241" y="7304745"/>
                  </a:lnTo>
                  <a:lnTo>
                    <a:pt x="787767" y="7344381"/>
                  </a:lnTo>
                  <a:lnTo>
                    <a:pt x="816771" y="7383729"/>
                  </a:lnTo>
                  <a:lnTo>
                    <a:pt x="846251" y="7422784"/>
                  </a:lnTo>
                  <a:lnTo>
                    <a:pt x="876204" y="7461541"/>
                  </a:lnTo>
                  <a:lnTo>
                    <a:pt x="906628" y="7499993"/>
                  </a:lnTo>
                  <a:lnTo>
                    <a:pt x="937520" y="7538137"/>
                  </a:lnTo>
                  <a:lnTo>
                    <a:pt x="968877" y="7575966"/>
                  </a:lnTo>
                  <a:lnTo>
                    <a:pt x="1000697" y="7613476"/>
                  </a:lnTo>
                  <a:lnTo>
                    <a:pt x="1032977" y="7650660"/>
                  </a:lnTo>
                  <a:lnTo>
                    <a:pt x="1065714" y="7687514"/>
                  </a:lnTo>
                  <a:lnTo>
                    <a:pt x="1098906" y="7724032"/>
                  </a:lnTo>
                  <a:lnTo>
                    <a:pt x="1132550" y="7760209"/>
                  </a:lnTo>
                  <a:lnTo>
                    <a:pt x="1166644" y="7796039"/>
                  </a:lnTo>
                  <a:lnTo>
                    <a:pt x="1201184" y="7831518"/>
                  </a:lnTo>
                  <a:lnTo>
                    <a:pt x="1236169" y="7866639"/>
                  </a:lnTo>
                  <a:lnTo>
                    <a:pt x="1271595" y="7901398"/>
                  </a:lnTo>
                  <a:lnTo>
                    <a:pt x="1307460" y="7935789"/>
                  </a:lnTo>
                  <a:lnTo>
                    <a:pt x="1343761" y="7969807"/>
                  </a:lnTo>
                  <a:lnTo>
                    <a:pt x="1380496" y="8003446"/>
                  </a:lnTo>
                  <a:lnTo>
                    <a:pt x="1417662" y="8036702"/>
                  </a:lnTo>
                  <a:lnTo>
                    <a:pt x="1455256" y="8069568"/>
                  </a:lnTo>
                  <a:lnTo>
                    <a:pt x="1493275" y="8102040"/>
                  </a:lnTo>
                  <a:lnTo>
                    <a:pt x="1531718" y="8134112"/>
                  </a:lnTo>
                  <a:lnTo>
                    <a:pt x="1570580" y="8165778"/>
                  </a:lnTo>
                  <a:lnTo>
                    <a:pt x="1609861" y="8197034"/>
                  </a:lnTo>
                  <a:lnTo>
                    <a:pt x="1649556" y="8227874"/>
                  </a:lnTo>
                  <a:lnTo>
                    <a:pt x="1689664" y="8258293"/>
                  </a:lnTo>
                  <a:lnTo>
                    <a:pt x="1730182" y="8288286"/>
                  </a:lnTo>
                  <a:lnTo>
                    <a:pt x="1771107" y="8317846"/>
                  </a:lnTo>
                  <a:lnTo>
                    <a:pt x="1812436" y="8346970"/>
                  </a:lnTo>
                  <a:lnTo>
                    <a:pt x="1854167" y="8375650"/>
                  </a:lnTo>
                  <a:lnTo>
                    <a:pt x="1896297" y="8403883"/>
                  </a:lnTo>
                  <a:lnTo>
                    <a:pt x="1938823" y="8431662"/>
                  </a:lnTo>
                  <a:lnTo>
                    <a:pt x="1981743" y="8458983"/>
                  </a:lnTo>
                  <a:lnTo>
                    <a:pt x="2025055" y="8485840"/>
                  </a:lnTo>
                  <a:lnTo>
                    <a:pt x="2068755" y="8512228"/>
                  </a:lnTo>
                  <a:lnTo>
                    <a:pt x="7179500" y="8512228"/>
                  </a:lnTo>
                  <a:lnTo>
                    <a:pt x="7226443" y="8504021"/>
                  </a:lnTo>
                  <a:lnTo>
                    <a:pt x="7274314" y="8496018"/>
                  </a:lnTo>
                  <a:lnTo>
                    <a:pt x="7323189" y="8488240"/>
                  </a:lnTo>
                  <a:lnTo>
                    <a:pt x="7373148" y="8480711"/>
                  </a:lnTo>
                  <a:lnTo>
                    <a:pt x="7411433" y="8475374"/>
                  </a:lnTo>
                  <a:lnTo>
                    <a:pt x="7449682" y="8470565"/>
                  </a:lnTo>
                  <a:lnTo>
                    <a:pt x="7487896" y="8466265"/>
                  </a:lnTo>
                  <a:lnTo>
                    <a:pt x="7526076" y="8462456"/>
                  </a:lnTo>
                  <a:lnTo>
                    <a:pt x="7564225" y="8459122"/>
                  </a:lnTo>
                  <a:lnTo>
                    <a:pt x="7602342" y="8456244"/>
                  </a:lnTo>
                  <a:lnTo>
                    <a:pt x="7640430" y="8453804"/>
                  </a:lnTo>
                  <a:lnTo>
                    <a:pt x="7678490" y="8451786"/>
                  </a:lnTo>
                  <a:lnTo>
                    <a:pt x="7754531" y="8448940"/>
                  </a:lnTo>
                  <a:lnTo>
                    <a:pt x="7830475" y="8447564"/>
                  </a:lnTo>
                  <a:lnTo>
                    <a:pt x="7868413" y="8447384"/>
                  </a:lnTo>
                  <a:lnTo>
                    <a:pt x="7906332" y="8447518"/>
                  </a:lnTo>
                  <a:lnTo>
                    <a:pt x="7982114" y="8448658"/>
                  </a:lnTo>
                  <a:lnTo>
                    <a:pt x="8057830" y="8450843"/>
                  </a:lnTo>
                  <a:lnTo>
                    <a:pt x="8133491" y="8453931"/>
                  </a:lnTo>
                  <a:lnTo>
                    <a:pt x="8209108" y="8457781"/>
                  </a:lnTo>
                  <a:lnTo>
                    <a:pt x="8284692" y="8462251"/>
                  </a:lnTo>
                  <a:lnTo>
                    <a:pt x="8398027" y="8469807"/>
                  </a:lnTo>
                  <a:lnTo>
                    <a:pt x="8700270" y="8491573"/>
                  </a:lnTo>
                  <a:lnTo>
                    <a:pt x="8775891" y="8496614"/>
                  </a:lnTo>
                  <a:lnTo>
                    <a:pt x="8851557" y="8501211"/>
                  </a:lnTo>
                  <a:lnTo>
                    <a:pt x="8927280" y="8505223"/>
                  </a:lnTo>
                  <a:lnTo>
                    <a:pt x="9003068" y="8508507"/>
                  </a:lnTo>
                  <a:lnTo>
                    <a:pt x="9078934" y="8510921"/>
                  </a:lnTo>
                  <a:lnTo>
                    <a:pt x="9154887" y="8512325"/>
                  </a:lnTo>
                  <a:lnTo>
                    <a:pt x="9192899" y="8512603"/>
                  </a:lnTo>
                  <a:lnTo>
                    <a:pt x="9230938" y="8512575"/>
                  </a:lnTo>
                  <a:lnTo>
                    <a:pt x="9307097" y="8511531"/>
                  </a:lnTo>
                  <a:lnTo>
                    <a:pt x="9345221" y="8510480"/>
                  </a:lnTo>
                  <a:lnTo>
                    <a:pt x="9383375" y="8509051"/>
                  </a:lnTo>
                  <a:lnTo>
                    <a:pt x="9421563" y="8507228"/>
                  </a:lnTo>
                  <a:lnTo>
                    <a:pt x="9459783" y="8504992"/>
                  </a:lnTo>
                  <a:lnTo>
                    <a:pt x="9498039" y="8502326"/>
                  </a:lnTo>
                  <a:lnTo>
                    <a:pt x="9536331" y="8499213"/>
                  </a:lnTo>
                  <a:lnTo>
                    <a:pt x="9574661" y="8495634"/>
                  </a:lnTo>
                  <a:lnTo>
                    <a:pt x="9613030" y="8491572"/>
                  </a:lnTo>
                  <a:lnTo>
                    <a:pt x="9651439" y="8487009"/>
                  </a:lnTo>
                  <a:lnTo>
                    <a:pt x="9689890" y="8481928"/>
                  </a:lnTo>
                  <a:lnTo>
                    <a:pt x="9728383" y="8476309"/>
                  </a:lnTo>
                  <a:lnTo>
                    <a:pt x="9766921" y="8470137"/>
                  </a:lnTo>
                  <a:lnTo>
                    <a:pt x="9805505" y="8463393"/>
                  </a:lnTo>
                  <a:lnTo>
                    <a:pt x="9844135" y="8456060"/>
                  </a:lnTo>
                  <a:lnTo>
                    <a:pt x="9882813" y="8448119"/>
                  </a:lnTo>
                  <a:lnTo>
                    <a:pt x="9921541" y="8439553"/>
                  </a:lnTo>
                  <a:lnTo>
                    <a:pt x="9960320" y="8430345"/>
                  </a:lnTo>
                  <a:lnTo>
                    <a:pt x="9999151" y="8420476"/>
                  </a:lnTo>
                  <a:lnTo>
                    <a:pt x="10038035" y="8409929"/>
                  </a:lnTo>
                  <a:lnTo>
                    <a:pt x="10076975" y="8398686"/>
                  </a:lnTo>
                  <a:lnTo>
                    <a:pt x="10115970" y="8386729"/>
                  </a:lnTo>
                  <a:lnTo>
                    <a:pt x="10155022" y="8374041"/>
                  </a:lnTo>
                  <a:lnTo>
                    <a:pt x="10194134" y="8360604"/>
                  </a:lnTo>
                  <a:lnTo>
                    <a:pt x="10233305" y="8346400"/>
                  </a:lnTo>
                  <a:lnTo>
                    <a:pt x="10272538" y="8331411"/>
                  </a:lnTo>
                  <a:lnTo>
                    <a:pt x="10311833" y="8315620"/>
                  </a:lnTo>
                  <a:lnTo>
                    <a:pt x="10351192" y="8299010"/>
                  </a:lnTo>
                  <a:lnTo>
                    <a:pt x="10390617" y="8281561"/>
                  </a:lnTo>
                  <a:lnTo>
                    <a:pt x="10430108" y="8263257"/>
                  </a:lnTo>
                  <a:lnTo>
                    <a:pt x="10469668" y="8244080"/>
                  </a:lnTo>
                  <a:lnTo>
                    <a:pt x="10509296" y="8224012"/>
                  </a:lnTo>
                  <a:lnTo>
                    <a:pt x="10548995" y="8203035"/>
                  </a:lnTo>
                  <a:lnTo>
                    <a:pt x="10588766" y="8181132"/>
                  </a:lnTo>
                  <a:lnTo>
                    <a:pt x="10628610" y="8158285"/>
                  </a:lnTo>
                  <a:lnTo>
                    <a:pt x="10668529" y="8134477"/>
                  </a:lnTo>
                  <a:lnTo>
                    <a:pt x="10708523" y="8109688"/>
                  </a:lnTo>
                  <a:lnTo>
                    <a:pt x="10748595" y="8083903"/>
                  </a:lnTo>
                  <a:lnTo>
                    <a:pt x="10788745" y="8057102"/>
                  </a:lnTo>
                  <a:lnTo>
                    <a:pt x="10828974" y="8029269"/>
                  </a:lnTo>
                  <a:lnTo>
                    <a:pt x="10869285" y="8000385"/>
                  </a:lnTo>
                  <a:lnTo>
                    <a:pt x="10909679" y="7970433"/>
                  </a:lnTo>
                  <a:lnTo>
                    <a:pt x="10950156" y="7939396"/>
                  </a:lnTo>
                  <a:lnTo>
                    <a:pt x="10990718" y="7907254"/>
                  </a:lnTo>
                  <a:lnTo>
                    <a:pt x="11031366" y="7873992"/>
                  </a:lnTo>
                  <a:lnTo>
                    <a:pt x="11072102" y="7839590"/>
                  </a:lnTo>
                  <a:lnTo>
                    <a:pt x="11112928" y="7804032"/>
                  </a:lnTo>
                  <a:lnTo>
                    <a:pt x="11153843" y="7767299"/>
                  </a:lnTo>
                  <a:lnTo>
                    <a:pt x="11194850" y="7729374"/>
                  </a:lnTo>
                  <a:lnTo>
                    <a:pt x="11235950" y="7690238"/>
                  </a:lnTo>
                  <a:lnTo>
                    <a:pt x="11277144" y="7649876"/>
                  </a:lnTo>
                  <a:lnTo>
                    <a:pt x="11318434" y="7608267"/>
                  </a:lnTo>
                  <a:lnTo>
                    <a:pt x="11359821" y="7565396"/>
                  </a:lnTo>
                  <a:lnTo>
                    <a:pt x="11401306" y="7521244"/>
                  </a:lnTo>
                  <a:lnTo>
                    <a:pt x="11442891" y="7475793"/>
                  </a:lnTo>
                  <a:lnTo>
                    <a:pt x="11484576" y="7429026"/>
                  </a:lnTo>
                  <a:lnTo>
                    <a:pt x="11526363" y="7380925"/>
                  </a:lnTo>
                  <a:lnTo>
                    <a:pt x="11568254" y="7331472"/>
                  </a:lnTo>
                  <a:lnTo>
                    <a:pt x="11610250" y="7280650"/>
                  </a:lnTo>
                  <a:lnTo>
                    <a:pt x="11652352" y="7228440"/>
                  </a:lnTo>
                  <a:lnTo>
                    <a:pt x="11694561" y="7174826"/>
                  </a:lnTo>
                  <a:lnTo>
                    <a:pt x="11736879" y="7119789"/>
                  </a:lnTo>
                  <a:lnTo>
                    <a:pt x="11767655" y="7078493"/>
                  </a:lnTo>
                  <a:lnTo>
                    <a:pt x="11797675" y="7036604"/>
                  </a:lnTo>
                  <a:lnTo>
                    <a:pt x="11826921" y="6994172"/>
                  </a:lnTo>
                  <a:lnTo>
                    <a:pt x="11855373" y="6951246"/>
                  </a:lnTo>
                  <a:lnTo>
                    <a:pt x="11883010" y="6907876"/>
                  </a:lnTo>
                  <a:lnTo>
                    <a:pt x="11909813" y="6864113"/>
                  </a:lnTo>
                  <a:lnTo>
                    <a:pt x="11935761" y="6820006"/>
                  </a:lnTo>
                  <a:lnTo>
                    <a:pt x="11960835" y="6775605"/>
                  </a:lnTo>
                  <a:lnTo>
                    <a:pt x="11985014" y="6730962"/>
                  </a:lnTo>
                  <a:lnTo>
                    <a:pt x="12008279" y="6686124"/>
                  </a:lnTo>
                  <a:lnTo>
                    <a:pt x="12030610" y="6641144"/>
                  </a:lnTo>
                  <a:lnTo>
                    <a:pt x="12051986" y="6596070"/>
                  </a:lnTo>
                  <a:lnTo>
                    <a:pt x="12072388" y="6550953"/>
                  </a:lnTo>
                  <a:lnTo>
                    <a:pt x="12091796" y="6505842"/>
                  </a:lnTo>
                  <a:lnTo>
                    <a:pt x="12110189" y="6460788"/>
                  </a:lnTo>
                  <a:lnTo>
                    <a:pt x="12127548" y="6415841"/>
                  </a:lnTo>
                  <a:lnTo>
                    <a:pt x="12148900" y="6358016"/>
                  </a:lnTo>
                  <a:lnTo>
                    <a:pt x="12169541" y="6300264"/>
                  </a:lnTo>
                  <a:lnTo>
                    <a:pt x="12189474" y="6242589"/>
                  </a:lnTo>
                  <a:lnTo>
                    <a:pt x="12208699" y="6184993"/>
                  </a:lnTo>
                  <a:lnTo>
                    <a:pt x="12227219" y="6127479"/>
                  </a:lnTo>
                  <a:lnTo>
                    <a:pt x="12245034" y="6070050"/>
                  </a:lnTo>
                  <a:lnTo>
                    <a:pt x="12262147" y="6012709"/>
                  </a:lnTo>
                  <a:lnTo>
                    <a:pt x="12278558" y="5955459"/>
                  </a:lnTo>
                  <a:lnTo>
                    <a:pt x="12294269" y="5898303"/>
                  </a:lnTo>
                  <a:lnTo>
                    <a:pt x="12309281" y="5841245"/>
                  </a:lnTo>
                  <a:lnTo>
                    <a:pt x="12323596" y="5784286"/>
                  </a:lnTo>
                  <a:lnTo>
                    <a:pt x="12337216" y="5727429"/>
                  </a:lnTo>
                  <a:lnTo>
                    <a:pt x="12350142" y="5670679"/>
                  </a:lnTo>
                  <a:lnTo>
                    <a:pt x="12362375" y="5614037"/>
                  </a:lnTo>
                  <a:lnTo>
                    <a:pt x="12373916" y="5557507"/>
                  </a:lnTo>
                  <a:lnTo>
                    <a:pt x="12384768" y="5501092"/>
                  </a:lnTo>
                  <a:lnTo>
                    <a:pt x="12394932" y="5444794"/>
                  </a:lnTo>
                  <a:lnTo>
                    <a:pt x="12404408" y="5388617"/>
                  </a:lnTo>
                  <a:lnTo>
                    <a:pt x="12413200" y="5332563"/>
                  </a:lnTo>
                  <a:lnTo>
                    <a:pt x="12421307" y="5276635"/>
                  </a:lnTo>
                  <a:lnTo>
                    <a:pt x="12428732" y="5220837"/>
                  </a:lnTo>
                  <a:lnTo>
                    <a:pt x="12435476" y="5165171"/>
                  </a:lnTo>
                  <a:lnTo>
                    <a:pt x="12441541" y="5109641"/>
                  </a:lnTo>
                  <a:lnTo>
                    <a:pt x="12446927" y="5054248"/>
                  </a:lnTo>
                  <a:lnTo>
                    <a:pt x="12451637" y="4998997"/>
                  </a:lnTo>
                  <a:lnTo>
                    <a:pt x="12455671" y="4943890"/>
                  </a:lnTo>
                  <a:lnTo>
                    <a:pt x="12459032" y="4888929"/>
                  </a:lnTo>
                  <a:lnTo>
                    <a:pt x="12461720" y="4834119"/>
                  </a:lnTo>
                  <a:lnTo>
                    <a:pt x="12463738" y="4779462"/>
                  </a:lnTo>
                  <a:lnTo>
                    <a:pt x="12465086" y="4724960"/>
                  </a:lnTo>
                  <a:lnTo>
                    <a:pt x="12465767" y="4670617"/>
                  </a:lnTo>
                  <a:lnTo>
                    <a:pt x="12465781" y="4616436"/>
                  </a:lnTo>
                  <a:lnTo>
                    <a:pt x="12465130" y="4562420"/>
                  </a:lnTo>
                  <a:lnTo>
                    <a:pt x="12463816" y="4508571"/>
                  </a:lnTo>
                  <a:lnTo>
                    <a:pt x="12461839" y="4454893"/>
                  </a:lnTo>
                  <a:lnTo>
                    <a:pt x="12459203" y="4401389"/>
                  </a:lnTo>
                  <a:lnTo>
                    <a:pt x="12455906" y="4348061"/>
                  </a:lnTo>
                  <a:lnTo>
                    <a:pt x="12451953" y="4294912"/>
                  </a:lnTo>
                  <a:lnTo>
                    <a:pt x="12447343" y="4241946"/>
                  </a:lnTo>
                  <a:lnTo>
                    <a:pt x="12442078" y="4189165"/>
                  </a:lnTo>
                  <a:lnTo>
                    <a:pt x="12436160" y="4136572"/>
                  </a:lnTo>
                  <a:lnTo>
                    <a:pt x="12429590" y="4084171"/>
                  </a:lnTo>
                  <a:lnTo>
                    <a:pt x="12422370" y="4031964"/>
                  </a:lnTo>
                  <a:lnTo>
                    <a:pt x="12414501" y="3979953"/>
                  </a:lnTo>
                  <a:lnTo>
                    <a:pt x="12405984" y="3928143"/>
                  </a:lnTo>
                  <a:lnTo>
                    <a:pt x="12396822" y="3876536"/>
                  </a:lnTo>
                  <a:lnTo>
                    <a:pt x="12387015" y="3825135"/>
                  </a:lnTo>
                  <a:lnTo>
                    <a:pt x="12376565" y="3773943"/>
                  </a:lnTo>
                  <a:lnTo>
                    <a:pt x="12365473" y="3722962"/>
                  </a:lnTo>
                  <a:lnTo>
                    <a:pt x="12353741" y="3672197"/>
                  </a:lnTo>
                  <a:lnTo>
                    <a:pt x="12341371" y="3621649"/>
                  </a:lnTo>
                  <a:lnTo>
                    <a:pt x="12328363" y="3571321"/>
                  </a:lnTo>
                  <a:lnTo>
                    <a:pt x="12314719" y="3521218"/>
                  </a:lnTo>
                  <a:lnTo>
                    <a:pt x="12300442" y="3471341"/>
                  </a:lnTo>
                  <a:lnTo>
                    <a:pt x="12285531" y="3421693"/>
                  </a:lnTo>
                  <a:lnTo>
                    <a:pt x="12269989" y="3372278"/>
                  </a:lnTo>
                  <a:lnTo>
                    <a:pt x="12253817" y="3323098"/>
                  </a:lnTo>
                  <a:lnTo>
                    <a:pt x="12237016" y="3274157"/>
                  </a:lnTo>
                  <a:lnTo>
                    <a:pt x="12219589" y="3225457"/>
                  </a:lnTo>
                  <a:lnTo>
                    <a:pt x="12201536" y="3177001"/>
                  </a:lnTo>
                  <a:lnTo>
                    <a:pt x="12182858" y="3128792"/>
                  </a:lnTo>
                  <a:lnTo>
                    <a:pt x="12163559" y="3080834"/>
                  </a:lnTo>
                  <a:lnTo>
                    <a:pt x="12143638" y="3033129"/>
                  </a:lnTo>
                  <a:lnTo>
                    <a:pt x="12123097" y="2985679"/>
                  </a:lnTo>
                  <a:lnTo>
                    <a:pt x="12101938" y="2938489"/>
                  </a:lnTo>
                  <a:lnTo>
                    <a:pt x="12080162" y="2891560"/>
                  </a:lnTo>
                  <a:lnTo>
                    <a:pt x="12057771" y="2844897"/>
                  </a:lnTo>
                  <a:lnTo>
                    <a:pt x="12034766" y="2798501"/>
                  </a:lnTo>
                  <a:lnTo>
                    <a:pt x="12011149" y="2752376"/>
                  </a:lnTo>
                  <a:lnTo>
                    <a:pt x="11986920" y="2706525"/>
                  </a:lnTo>
                  <a:lnTo>
                    <a:pt x="11962082" y="2660950"/>
                  </a:lnTo>
                  <a:lnTo>
                    <a:pt x="11936637" y="2615655"/>
                  </a:lnTo>
                  <a:lnTo>
                    <a:pt x="11910584" y="2570643"/>
                  </a:lnTo>
                  <a:lnTo>
                    <a:pt x="11883926" y="2525916"/>
                  </a:lnTo>
                  <a:lnTo>
                    <a:pt x="11856665" y="2481477"/>
                  </a:lnTo>
                  <a:lnTo>
                    <a:pt x="11828802" y="2437330"/>
                  </a:lnTo>
                  <a:lnTo>
                    <a:pt x="11800338" y="2393477"/>
                  </a:lnTo>
                  <a:lnTo>
                    <a:pt x="11771274" y="2349921"/>
                  </a:lnTo>
                  <a:lnTo>
                    <a:pt x="11741613" y="2306666"/>
                  </a:lnTo>
                  <a:lnTo>
                    <a:pt x="11711355" y="2263714"/>
                  </a:lnTo>
                  <a:lnTo>
                    <a:pt x="11680502" y="2221068"/>
                  </a:lnTo>
                  <a:lnTo>
                    <a:pt x="11649056" y="2178731"/>
                  </a:lnTo>
                  <a:lnTo>
                    <a:pt x="11617018" y="2136706"/>
                  </a:lnTo>
                  <a:lnTo>
                    <a:pt x="11584390" y="2094996"/>
                  </a:lnTo>
                  <a:lnTo>
                    <a:pt x="11551172" y="2053604"/>
                  </a:lnTo>
                  <a:lnTo>
                    <a:pt x="11517367" y="2012533"/>
                  </a:lnTo>
                  <a:lnTo>
                    <a:pt x="11482975" y="1971785"/>
                  </a:lnTo>
                  <a:lnTo>
                    <a:pt x="11447999" y="1931364"/>
                  </a:lnTo>
                  <a:lnTo>
                    <a:pt x="11412440" y="1891273"/>
                  </a:lnTo>
                  <a:lnTo>
                    <a:pt x="11376299" y="1851515"/>
                  </a:lnTo>
                  <a:lnTo>
                    <a:pt x="11339577" y="1812092"/>
                  </a:lnTo>
                  <a:lnTo>
                    <a:pt x="11302277" y="1773008"/>
                  </a:lnTo>
                  <a:lnTo>
                    <a:pt x="11264399" y="1734265"/>
                  </a:lnTo>
                  <a:lnTo>
                    <a:pt x="11225946" y="1695867"/>
                  </a:lnTo>
                  <a:lnTo>
                    <a:pt x="11186918" y="1657816"/>
                  </a:lnTo>
                  <a:lnTo>
                    <a:pt x="11147317" y="1620115"/>
                  </a:lnTo>
                  <a:lnTo>
                    <a:pt x="11107144" y="1582767"/>
                  </a:lnTo>
                  <a:lnTo>
                    <a:pt x="11066401" y="1545776"/>
                  </a:lnTo>
                  <a:lnTo>
                    <a:pt x="11025090" y="1509144"/>
                  </a:lnTo>
                  <a:lnTo>
                    <a:pt x="10983211" y="1472874"/>
                  </a:lnTo>
                  <a:lnTo>
                    <a:pt x="10940767" y="1436969"/>
                  </a:lnTo>
                  <a:lnTo>
                    <a:pt x="10897758" y="1401432"/>
                  </a:lnTo>
                  <a:lnTo>
                    <a:pt x="10854187" y="1366266"/>
                  </a:lnTo>
                  <a:lnTo>
                    <a:pt x="10810054" y="1331474"/>
                  </a:lnTo>
                  <a:lnTo>
                    <a:pt x="10765362" y="1297059"/>
                  </a:lnTo>
                  <a:lnTo>
                    <a:pt x="10720111" y="1263023"/>
                  </a:lnTo>
                  <a:lnTo>
                    <a:pt x="10674303" y="1229370"/>
                  </a:lnTo>
                  <a:lnTo>
                    <a:pt x="10627939" y="1196103"/>
                  </a:lnTo>
                  <a:lnTo>
                    <a:pt x="10581022" y="1163225"/>
                  </a:lnTo>
                  <a:lnTo>
                    <a:pt x="10533552" y="1130738"/>
                  </a:lnTo>
                  <a:lnTo>
                    <a:pt x="10485531" y="1098645"/>
                  </a:lnTo>
                  <a:lnTo>
                    <a:pt x="10436960" y="1066950"/>
                  </a:lnTo>
                  <a:lnTo>
                    <a:pt x="10387841" y="1035656"/>
                  </a:lnTo>
                  <a:lnTo>
                    <a:pt x="10338175" y="1004765"/>
                  </a:lnTo>
                  <a:lnTo>
                    <a:pt x="10287964" y="974280"/>
                  </a:lnTo>
                  <a:lnTo>
                    <a:pt x="10237209" y="944204"/>
                  </a:lnTo>
                  <a:lnTo>
                    <a:pt x="10185911" y="914540"/>
                  </a:lnTo>
                  <a:lnTo>
                    <a:pt x="10134073" y="885292"/>
                  </a:lnTo>
                  <a:lnTo>
                    <a:pt x="10081695" y="856462"/>
                  </a:lnTo>
                  <a:lnTo>
                    <a:pt x="10028780" y="828052"/>
                  </a:lnTo>
                  <a:lnTo>
                    <a:pt x="9975327" y="800067"/>
                  </a:lnTo>
                  <a:lnTo>
                    <a:pt x="9921340" y="772509"/>
                  </a:lnTo>
                  <a:lnTo>
                    <a:pt x="9866819" y="745380"/>
                  </a:lnTo>
                  <a:lnTo>
                    <a:pt x="9811766" y="718684"/>
                  </a:lnTo>
                  <a:lnTo>
                    <a:pt x="9756182" y="692424"/>
                  </a:lnTo>
                  <a:lnTo>
                    <a:pt x="9700069" y="666603"/>
                  </a:lnTo>
                  <a:lnTo>
                    <a:pt x="9643429" y="641224"/>
                  </a:lnTo>
                  <a:lnTo>
                    <a:pt x="9586262" y="616289"/>
                  </a:lnTo>
                  <a:lnTo>
                    <a:pt x="9528570" y="591801"/>
                  </a:lnTo>
                  <a:lnTo>
                    <a:pt x="9470354" y="567764"/>
                  </a:lnTo>
                  <a:lnTo>
                    <a:pt x="9411617" y="544180"/>
                  </a:lnTo>
                  <a:lnTo>
                    <a:pt x="9352359" y="521053"/>
                  </a:lnTo>
                  <a:lnTo>
                    <a:pt x="9292583" y="498385"/>
                  </a:lnTo>
                  <a:lnTo>
                    <a:pt x="9232288" y="476180"/>
                  </a:lnTo>
                  <a:lnTo>
                    <a:pt x="9171478" y="454439"/>
                  </a:lnTo>
                  <a:lnTo>
                    <a:pt x="9110153" y="433167"/>
                  </a:lnTo>
                  <a:lnTo>
                    <a:pt x="9048314" y="412366"/>
                  </a:lnTo>
                  <a:lnTo>
                    <a:pt x="8985964" y="392039"/>
                  </a:lnTo>
                  <a:lnTo>
                    <a:pt x="8923104" y="372189"/>
                  </a:lnTo>
                  <a:lnTo>
                    <a:pt x="8859735" y="352819"/>
                  </a:lnTo>
                  <a:lnTo>
                    <a:pt x="8795859" y="333932"/>
                  </a:lnTo>
                  <a:lnTo>
                    <a:pt x="8731476" y="315531"/>
                  </a:lnTo>
                  <a:lnTo>
                    <a:pt x="8666590" y="297618"/>
                  </a:lnTo>
                  <a:lnTo>
                    <a:pt x="8601200" y="280197"/>
                  </a:lnTo>
                  <a:lnTo>
                    <a:pt x="8535309" y="263271"/>
                  </a:lnTo>
                  <a:lnTo>
                    <a:pt x="8468918" y="246843"/>
                  </a:lnTo>
                  <a:lnTo>
                    <a:pt x="8402028" y="230915"/>
                  </a:lnTo>
                  <a:lnTo>
                    <a:pt x="8334641" y="215490"/>
                  </a:lnTo>
                  <a:lnTo>
                    <a:pt x="8266758" y="200572"/>
                  </a:lnTo>
                  <a:lnTo>
                    <a:pt x="8198382" y="186164"/>
                  </a:lnTo>
                  <a:lnTo>
                    <a:pt x="8129512" y="172268"/>
                  </a:lnTo>
                  <a:lnTo>
                    <a:pt x="8060151" y="158887"/>
                  </a:lnTo>
                  <a:lnTo>
                    <a:pt x="7990300" y="146024"/>
                  </a:lnTo>
                  <a:lnTo>
                    <a:pt x="7919961" y="133683"/>
                  </a:lnTo>
                  <a:lnTo>
                    <a:pt x="7849135" y="121866"/>
                  </a:lnTo>
                  <a:lnTo>
                    <a:pt x="7777824" y="110576"/>
                  </a:lnTo>
                  <a:lnTo>
                    <a:pt x="7706028" y="99816"/>
                  </a:lnTo>
                  <a:lnTo>
                    <a:pt x="7633750" y="89588"/>
                  </a:lnTo>
                  <a:lnTo>
                    <a:pt x="7560991" y="79897"/>
                  </a:lnTo>
                  <a:lnTo>
                    <a:pt x="7487753" y="70745"/>
                  </a:lnTo>
                  <a:lnTo>
                    <a:pt x="7414036" y="62134"/>
                  </a:lnTo>
                  <a:lnTo>
                    <a:pt x="7339842" y="54069"/>
                  </a:lnTo>
                  <a:lnTo>
                    <a:pt x="7265174" y="46551"/>
                  </a:lnTo>
                  <a:lnTo>
                    <a:pt x="7190031" y="39583"/>
                  </a:lnTo>
                  <a:lnTo>
                    <a:pt x="7114416" y="33170"/>
                  </a:lnTo>
                  <a:lnTo>
                    <a:pt x="7038331" y="27312"/>
                  </a:lnTo>
                  <a:lnTo>
                    <a:pt x="6961776" y="22015"/>
                  </a:lnTo>
                  <a:lnTo>
                    <a:pt x="6884752" y="17280"/>
                  </a:lnTo>
                  <a:lnTo>
                    <a:pt x="6807263" y="13110"/>
                  </a:lnTo>
                  <a:lnTo>
                    <a:pt x="6729308" y="9508"/>
                  </a:lnTo>
                  <a:lnTo>
                    <a:pt x="6650890" y="6478"/>
                  </a:lnTo>
                  <a:lnTo>
                    <a:pt x="6572010" y="4022"/>
                  </a:lnTo>
                  <a:lnTo>
                    <a:pt x="6492669" y="2143"/>
                  </a:lnTo>
                  <a:lnTo>
                    <a:pt x="6412869" y="845"/>
                  </a:lnTo>
                  <a:lnTo>
                    <a:pt x="6332611" y="129"/>
                  </a:lnTo>
                  <a:lnTo>
                    <a:pt x="6251897" y="0"/>
                  </a:lnTo>
                  <a:close/>
                </a:path>
              </a:pathLst>
            </a:custGeom>
            <a:solidFill>
              <a:srgbClr val="C9F0FF">
                <a:alpha val="3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0136569" y="2073573"/>
              <a:ext cx="3897629" cy="5578475"/>
            </a:xfrm>
            <a:custGeom>
              <a:avLst/>
              <a:gdLst/>
              <a:ahLst/>
              <a:cxnLst/>
              <a:rect l="l" t="t" r="r" b="b"/>
              <a:pathLst>
                <a:path w="3897630" h="5578475">
                  <a:moveTo>
                    <a:pt x="895667" y="4229024"/>
                  </a:moveTo>
                  <a:lnTo>
                    <a:pt x="0" y="4229024"/>
                  </a:lnTo>
                  <a:lnTo>
                    <a:pt x="0" y="5577929"/>
                  </a:lnTo>
                  <a:lnTo>
                    <a:pt x="895667" y="5577929"/>
                  </a:lnTo>
                  <a:lnTo>
                    <a:pt x="895667" y="4229024"/>
                  </a:lnTo>
                  <a:close/>
                </a:path>
                <a:path w="3897630" h="5578475">
                  <a:moveTo>
                    <a:pt x="895667" y="2813342"/>
                  </a:moveTo>
                  <a:lnTo>
                    <a:pt x="0" y="2813342"/>
                  </a:lnTo>
                  <a:lnTo>
                    <a:pt x="0" y="4162247"/>
                  </a:lnTo>
                  <a:lnTo>
                    <a:pt x="895667" y="4162247"/>
                  </a:lnTo>
                  <a:lnTo>
                    <a:pt x="895667" y="2813342"/>
                  </a:lnTo>
                  <a:close/>
                </a:path>
                <a:path w="3897630" h="5578475">
                  <a:moveTo>
                    <a:pt x="895667" y="1406677"/>
                  </a:moveTo>
                  <a:lnTo>
                    <a:pt x="0" y="1406677"/>
                  </a:lnTo>
                  <a:lnTo>
                    <a:pt x="0" y="2755569"/>
                  </a:lnTo>
                  <a:lnTo>
                    <a:pt x="895667" y="2755569"/>
                  </a:lnTo>
                  <a:lnTo>
                    <a:pt x="895667" y="1406677"/>
                  </a:lnTo>
                  <a:close/>
                </a:path>
                <a:path w="3897630" h="5578475">
                  <a:moveTo>
                    <a:pt x="895667" y="0"/>
                  </a:moveTo>
                  <a:lnTo>
                    <a:pt x="0" y="0"/>
                  </a:lnTo>
                  <a:lnTo>
                    <a:pt x="0" y="1348905"/>
                  </a:lnTo>
                  <a:lnTo>
                    <a:pt x="895667" y="1348905"/>
                  </a:lnTo>
                  <a:lnTo>
                    <a:pt x="895667" y="0"/>
                  </a:lnTo>
                  <a:close/>
                </a:path>
                <a:path w="3897630" h="5578475">
                  <a:moveTo>
                    <a:pt x="1847367" y="4229024"/>
                  </a:moveTo>
                  <a:lnTo>
                    <a:pt x="951699" y="4229024"/>
                  </a:lnTo>
                  <a:lnTo>
                    <a:pt x="951699" y="5577929"/>
                  </a:lnTo>
                  <a:lnTo>
                    <a:pt x="1847367" y="5577929"/>
                  </a:lnTo>
                  <a:lnTo>
                    <a:pt x="1847367" y="4229024"/>
                  </a:lnTo>
                  <a:close/>
                </a:path>
                <a:path w="3897630" h="5578475">
                  <a:moveTo>
                    <a:pt x="1847367" y="2813342"/>
                  </a:moveTo>
                  <a:lnTo>
                    <a:pt x="951699" y="2813342"/>
                  </a:lnTo>
                  <a:lnTo>
                    <a:pt x="951699" y="4162247"/>
                  </a:lnTo>
                  <a:lnTo>
                    <a:pt x="1847367" y="4162247"/>
                  </a:lnTo>
                  <a:lnTo>
                    <a:pt x="1847367" y="2813342"/>
                  </a:lnTo>
                  <a:close/>
                </a:path>
                <a:path w="3897630" h="5578475">
                  <a:moveTo>
                    <a:pt x="1847367" y="1406677"/>
                  </a:moveTo>
                  <a:lnTo>
                    <a:pt x="951699" y="1406677"/>
                  </a:lnTo>
                  <a:lnTo>
                    <a:pt x="951699" y="2755569"/>
                  </a:lnTo>
                  <a:lnTo>
                    <a:pt x="1847367" y="2755569"/>
                  </a:lnTo>
                  <a:lnTo>
                    <a:pt x="1847367" y="1406677"/>
                  </a:lnTo>
                  <a:close/>
                </a:path>
                <a:path w="3897630" h="5578475">
                  <a:moveTo>
                    <a:pt x="1847367" y="0"/>
                  </a:moveTo>
                  <a:lnTo>
                    <a:pt x="951699" y="0"/>
                  </a:lnTo>
                  <a:lnTo>
                    <a:pt x="951699" y="1348905"/>
                  </a:lnTo>
                  <a:lnTo>
                    <a:pt x="1847367" y="1348905"/>
                  </a:lnTo>
                  <a:lnTo>
                    <a:pt x="1847367" y="0"/>
                  </a:lnTo>
                  <a:close/>
                </a:path>
                <a:path w="3897630" h="5578475">
                  <a:moveTo>
                    <a:pt x="2945714" y="4229024"/>
                  </a:moveTo>
                  <a:lnTo>
                    <a:pt x="2050046" y="4229024"/>
                  </a:lnTo>
                  <a:lnTo>
                    <a:pt x="2050046" y="5577929"/>
                  </a:lnTo>
                  <a:lnTo>
                    <a:pt x="2945714" y="5577929"/>
                  </a:lnTo>
                  <a:lnTo>
                    <a:pt x="2945714" y="4229024"/>
                  </a:lnTo>
                  <a:close/>
                </a:path>
                <a:path w="3897630" h="5578475">
                  <a:moveTo>
                    <a:pt x="2945714" y="2813342"/>
                  </a:moveTo>
                  <a:lnTo>
                    <a:pt x="2050046" y="2813342"/>
                  </a:lnTo>
                  <a:lnTo>
                    <a:pt x="2050046" y="4162247"/>
                  </a:lnTo>
                  <a:lnTo>
                    <a:pt x="2945714" y="4162247"/>
                  </a:lnTo>
                  <a:lnTo>
                    <a:pt x="2945714" y="2813342"/>
                  </a:lnTo>
                  <a:close/>
                </a:path>
                <a:path w="3897630" h="5578475">
                  <a:moveTo>
                    <a:pt x="2945714" y="1406677"/>
                  </a:moveTo>
                  <a:lnTo>
                    <a:pt x="2050046" y="1406677"/>
                  </a:lnTo>
                  <a:lnTo>
                    <a:pt x="2050046" y="2755569"/>
                  </a:lnTo>
                  <a:lnTo>
                    <a:pt x="2945714" y="2755569"/>
                  </a:lnTo>
                  <a:lnTo>
                    <a:pt x="2945714" y="1406677"/>
                  </a:lnTo>
                  <a:close/>
                </a:path>
                <a:path w="3897630" h="5578475">
                  <a:moveTo>
                    <a:pt x="2945714" y="0"/>
                  </a:moveTo>
                  <a:lnTo>
                    <a:pt x="2050046" y="0"/>
                  </a:lnTo>
                  <a:lnTo>
                    <a:pt x="2050046" y="1348905"/>
                  </a:lnTo>
                  <a:lnTo>
                    <a:pt x="2945714" y="1348905"/>
                  </a:lnTo>
                  <a:lnTo>
                    <a:pt x="2945714" y="0"/>
                  </a:lnTo>
                  <a:close/>
                </a:path>
                <a:path w="3897630" h="5578475">
                  <a:moveTo>
                    <a:pt x="3897426" y="4229024"/>
                  </a:moveTo>
                  <a:lnTo>
                    <a:pt x="3001759" y="4229024"/>
                  </a:lnTo>
                  <a:lnTo>
                    <a:pt x="3001759" y="5577929"/>
                  </a:lnTo>
                  <a:lnTo>
                    <a:pt x="3897426" y="5577929"/>
                  </a:lnTo>
                  <a:lnTo>
                    <a:pt x="3897426" y="4229024"/>
                  </a:lnTo>
                  <a:close/>
                </a:path>
                <a:path w="3897630" h="5578475">
                  <a:moveTo>
                    <a:pt x="3897426" y="2813342"/>
                  </a:moveTo>
                  <a:lnTo>
                    <a:pt x="3001759" y="2813342"/>
                  </a:lnTo>
                  <a:lnTo>
                    <a:pt x="3001759" y="4162247"/>
                  </a:lnTo>
                  <a:lnTo>
                    <a:pt x="3897426" y="4162247"/>
                  </a:lnTo>
                  <a:lnTo>
                    <a:pt x="3897426" y="2813342"/>
                  </a:lnTo>
                  <a:close/>
                </a:path>
                <a:path w="3897630" h="5578475">
                  <a:moveTo>
                    <a:pt x="3897426" y="1406677"/>
                  </a:moveTo>
                  <a:lnTo>
                    <a:pt x="3001759" y="1406677"/>
                  </a:lnTo>
                  <a:lnTo>
                    <a:pt x="3001759" y="2755569"/>
                  </a:lnTo>
                  <a:lnTo>
                    <a:pt x="3897426" y="2755569"/>
                  </a:lnTo>
                  <a:lnTo>
                    <a:pt x="3897426" y="1406677"/>
                  </a:lnTo>
                  <a:close/>
                </a:path>
                <a:path w="3897630" h="5578475">
                  <a:moveTo>
                    <a:pt x="3897426" y="0"/>
                  </a:moveTo>
                  <a:lnTo>
                    <a:pt x="3001759" y="0"/>
                  </a:lnTo>
                  <a:lnTo>
                    <a:pt x="3001759" y="1348905"/>
                  </a:lnTo>
                  <a:lnTo>
                    <a:pt x="3897426" y="1348905"/>
                  </a:lnTo>
                  <a:lnTo>
                    <a:pt x="3897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434671" y="2007116"/>
              <a:ext cx="1159510" cy="6456045"/>
            </a:xfrm>
            <a:custGeom>
              <a:avLst/>
              <a:gdLst/>
              <a:ahLst/>
              <a:cxnLst/>
              <a:rect l="l" t="t" r="r" b="b"/>
              <a:pathLst>
                <a:path w="1159509" h="6456045">
                  <a:moveTo>
                    <a:pt x="986901" y="0"/>
                  </a:moveTo>
                  <a:lnTo>
                    <a:pt x="988389" y="50538"/>
                  </a:lnTo>
                  <a:lnTo>
                    <a:pt x="989874" y="101085"/>
                  </a:lnTo>
                  <a:lnTo>
                    <a:pt x="991356" y="151640"/>
                  </a:lnTo>
                  <a:lnTo>
                    <a:pt x="992834" y="202202"/>
                  </a:lnTo>
                  <a:lnTo>
                    <a:pt x="994310" y="252772"/>
                  </a:lnTo>
                  <a:lnTo>
                    <a:pt x="995783" y="303348"/>
                  </a:lnTo>
                  <a:lnTo>
                    <a:pt x="997253" y="353933"/>
                  </a:lnTo>
                  <a:lnTo>
                    <a:pt x="998721" y="404524"/>
                  </a:lnTo>
                  <a:lnTo>
                    <a:pt x="1000186" y="455122"/>
                  </a:lnTo>
                  <a:lnTo>
                    <a:pt x="1001648" y="505726"/>
                  </a:lnTo>
                  <a:lnTo>
                    <a:pt x="1003108" y="556337"/>
                  </a:lnTo>
                  <a:lnTo>
                    <a:pt x="1004565" y="606955"/>
                  </a:lnTo>
                  <a:lnTo>
                    <a:pt x="1006020" y="657578"/>
                  </a:lnTo>
                  <a:lnTo>
                    <a:pt x="1007473" y="708208"/>
                  </a:lnTo>
                  <a:lnTo>
                    <a:pt x="1008923" y="758843"/>
                  </a:lnTo>
                  <a:lnTo>
                    <a:pt x="1010371" y="809484"/>
                  </a:lnTo>
                  <a:lnTo>
                    <a:pt x="1011817" y="860131"/>
                  </a:lnTo>
                  <a:lnTo>
                    <a:pt x="1013261" y="910783"/>
                  </a:lnTo>
                  <a:lnTo>
                    <a:pt x="1014703" y="961440"/>
                  </a:lnTo>
                  <a:lnTo>
                    <a:pt x="1016143" y="1012102"/>
                  </a:lnTo>
                  <a:lnTo>
                    <a:pt x="1017581" y="1062769"/>
                  </a:lnTo>
                  <a:lnTo>
                    <a:pt x="1019018" y="1113441"/>
                  </a:lnTo>
                  <a:lnTo>
                    <a:pt x="1020452" y="1164117"/>
                  </a:lnTo>
                  <a:lnTo>
                    <a:pt x="1021885" y="1214798"/>
                  </a:lnTo>
                  <a:lnTo>
                    <a:pt x="1023316" y="1265483"/>
                  </a:lnTo>
                  <a:lnTo>
                    <a:pt x="1024746" y="1316172"/>
                  </a:lnTo>
                  <a:lnTo>
                    <a:pt x="1026174" y="1366865"/>
                  </a:lnTo>
                  <a:lnTo>
                    <a:pt x="1027600" y="1417562"/>
                  </a:lnTo>
                  <a:lnTo>
                    <a:pt x="1029026" y="1468262"/>
                  </a:lnTo>
                  <a:lnTo>
                    <a:pt x="1030449" y="1518965"/>
                  </a:lnTo>
                  <a:lnTo>
                    <a:pt x="1031872" y="1569672"/>
                  </a:lnTo>
                  <a:lnTo>
                    <a:pt x="1033294" y="1620382"/>
                  </a:lnTo>
                  <a:lnTo>
                    <a:pt x="1034714" y="1671095"/>
                  </a:lnTo>
                  <a:lnTo>
                    <a:pt x="1036133" y="1721811"/>
                  </a:lnTo>
                  <a:lnTo>
                    <a:pt x="1037551" y="1772529"/>
                  </a:lnTo>
                  <a:lnTo>
                    <a:pt x="1038969" y="1823249"/>
                  </a:lnTo>
                  <a:lnTo>
                    <a:pt x="1040385" y="1873972"/>
                  </a:lnTo>
                  <a:lnTo>
                    <a:pt x="1041801" y="1924697"/>
                  </a:lnTo>
                  <a:lnTo>
                    <a:pt x="1043215" y="1975424"/>
                  </a:lnTo>
                  <a:lnTo>
                    <a:pt x="1044629" y="2026153"/>
                  </a:lnTo>
                  <a:lnTo>
                    <a:pt x="1046043" y="2076883"/>
                  </a:lnTo>
                  <a:lnTo>
                    <a:pt x="1047456" y="2127615"/>
                  </a:lnTo>
                  <a:lnTo>
                    <a:pt x="1048868" y="2178348"/>
                  </a:lnTo>
                  <a:lnTo>
                    <a:pt x="1050280" y="2229083"/>
                  </a:lnTo>
                  <a:lnTo>
                    <a:pt x="1051692" y="2279818"/>
                  </a:lnTo>
                  <a:lnTo>
                    <a:pt x="1053103" y="2330554"/>
                  </a:lnTo>
                  <a:lnTo>
                    <a:pt x="1054514" y="2381291"/>
                  </a:lnTo>
                  <a:lnTo>
                    <a:pt x="1055924" y="2432028"/>
                  </a:lnTo>
                  <a:lnTo>
                    <a:pt x="1057335" y="2482765"/>
                  </a:lnTo>
                  <a:lnTo>
                    <a:pt x="1058746" y="2533503"/>
                  </a:lnTo>
                  <a:lnTo>
                    <a:pt x="1060156" y="2584241"/>
                  </a:lnTo>
                  <a:lnTo>
                    <a:pt x="1061567" y="2634978"/>
                  </a:lnTo>
                  <a:lnTo>
                    <a:pt x="1062977" y="2685715"/>
                  </a:lnTo>
                  <a:lnTo>
                    <a:pt x="1064388" y="2736452"/>
                  </a:lnTo>
                  <a:lnTo>
                    <a:pt x="1065799" y="2787188"/>
                  </a:lnTo>
                  <a:lnTo>
                    <a:pt x="1067211" y="2837923"/>
                  </a:lnTo>
                  <a:lnTo>
                    <a:pt x="1068623" y="2888657"/>
                  </a:lnTo>
                  <a:lnTo>
                    <a:pt x="1070035" y="2939390"/>
                  </a:lnTo>
                  <a:lnTo>
                    <a:pt x="1071447" y="2990122"/>
                  </a:lnTo>
                  <a:lnTo>
                    <a:pt x="1072861" y="3040852"/>
                  </a:lnTo>
                  <a:lnTo>
                    <a:pt x="1074275" y="3091581"/>
                  </a:lnTo>
                  <a:lnTo>
                    <a:pt x="1075689" y="3142308"/>
                  </a:lnTo>
                  <a:lnTo>
                    <a:pt x="1077104" y="3193033"/>
                  </a:lnTo>
                  <a:lnTo>
                    <a:pt x="1078520" y="3243756"/>
                  </a:lnTo>
                  <a:lnTo>
                    <a:pt x="1079937" y="3294476"/>
                  </a:lnTo>
                  <a:lnTo>
                    <a:pt x="1081355" y="3345194"/>
                  </a:lnTo>
                  <a:lnTo>
                    <a:pt x="1082774" y="3395910"/>
                  </a:lnTo>
                  <a:lnTo>
                    <a:pt x="1084194" y="3446623"/>
                  </a:lnTo>
                  <a:lnTo>
                    <a:pt x="1085615" y="3497333"/>
                  </a:lnTo>
                  <a:lnTo>
                    <a:pt x="1087037" y="3548039"/>
                  </a:lnTo>
                  <a:lnTo>
                    <a:pt x="1088461" y="3598743"/>
                  </a:lnTo>
                  <a:lnTo>
                    <a:pt x="1089885" y="3649443"/>
                  </a:lnTo>
                  <a:lnTo>
                    <a:pt x="1091312" y="3700139"/>
                  </a:lnTo>
                  <a:lnTo>
                    <a:pt x="1092739" y="3750832"/>
                  </a:lnTo>
                  <a:lnTo>
                    <a:pt x="1094168" y="3801521"/>
                  </a:lnTo>
                  <a:lnTo>
                    <a:pt x="1095599" y="3852206"/>
                  </a:lnTo>
                  <a:lnTo>
                    <a:pt x="1097031" y="3902886"/>
                  </a:lnTo>
                  <a:lnTo>
                    <a:pt x="1098465" y="3953562"/>
                  </a:lnTo>
                  <a:lnTo>
                    <a:pt x="1099900" y="4004234"/>
                  </a:lnTo>
                  <a:lnTo>
                    <a:pt x="1101338" y="4054901"/>
                  </a:lnTo>
                  <a:lnTo>
                    <a:pt x="1102777" y="4105563"/>
                  </a:lnTo>
                  <a:lnTo>
                    <a:pt x="1104218" y="4156220"/>
                  </a:lnTo>
                  <a:lnTo>
                    <a:pt x="1105662" y="4206872"/>
                  </a:lnTo>
                  <a:lnTo>
                    <a:pt x="1107107" y="4257518"/>
                  </a:lnTo>
                  <a:lnTo>
                    <a:pt x="1108554" y="4308159"/>
                  </a:lnTo>
                  <a:lnTo>
                    <a:pt x="1110004" y="4358794"/>
                  </a:lnTo>
                  <a:lnTo>
                    <a:pt x="1111456" y="4409424"/>
                  </a:lnTo>
                  <a:lnTo>
                    <a:pt x="1112910" y="4460047"/>
                  </a:lnTo>
                  <a:lnTo>
                    <a:pt x="1114366" y="4510664"/>
                  </a:lnTo>
                  <a:lnTo>
                    <a:pt x="1115825" y="4561275"/>
                  </a:lnTo>
                  <a:lnTo>
                    <a:pt x="1117287" y="4611879"/>
                  </a:lnTo>
                  <a:lnTo>
                    <a:pt x="1118751" y="4662477"/>
                  </a:lnTo>
                  <a:lnTo>
                    <a:pt x="1120217" y="4713068"/>
                  </a:lnTo>
                  <a:lnTo>
                    <a:pt x="1121686" y="4763652"/>
                  </a:lnTo>
                  <a:lnTo>
                    <a:pt x="1123158" y="4814228"/>
                  </a:lnTo>
                  <a:lnTo>
                    <a:pt x="1124633" y="4864798"/>
                  </a:lnTo>
                  <a:lnTo>
                    <a:pt x="1126111" y="4915360"/>
                  </a:lnTo>
                  <a:lnTo>
                    <a:pt x="1127591" y="4965914"/>
                  </a:lnTo>
                  <a:lnTo>
                    <a:pt x="1129075" y="5016460"/>
                  </a:lnTo>
                  <a:lnTo>
                    <a:pt x="1130562" y="5066999"/>
                  </a:lnTo>
                  <a:lnTo>
                    <a:pt x="1132052" y="5117529"/>
                  </a:lnTo>
                  <a:lnTo>
                    <a:pt x="1133544" y="5168051"/>
                  </a:lnTo>
                  <a:lnTo>
                    <a:pt x="1135041" y="5218565"/>
                  </a:lnTo>
                  <a:lnTo>
                    <a:pt x="1136540" y="5269070"/>
                  </a:lnTo>
                  <a:lnTo>
                    <a:pt x="1138043" y="5319566"/>
                  </a:lnTo>
                  <a:lnTo>
                    <a:pt x="1139549" y="5370054"/>
                  </a:lnTo>
                  <a:lnTo>
                    <a:pt x="1141059" y="5420532"/>
                  </a:lnTo>
                  <a:lnTo>
                    <a:pt x="1142572" y="5471001"/>
                  </a:lnTo>
                  <a:lnTo>
                    <a:pt x="1144089" y="5521460"/>
                  </a:lnTo>
                  <a:lnTo>
                    <a:pt x="1145610" y="5571910"/>
                  </a:lnTo>
                  <a:lnTo>
                    <a:pt x="1147135" y="5622351"/>
                  </a:lnTo>
                  <a:lnTo>
                    <a:pt x="1148663" y="5672781"/>
                  </a:lnTo>
                  <a:lnTo>
                    <a:pt x="1150195" y="5723201"/>
                  </a:lnTo>
                  <a:lnTo>
                    <a:pt x="1151731" y="5773611"/>
                  </a:lnTo>
                  <a:lnTo>
                    <a:pt x="1153271" y="5824011"/>
                  </a:lnTo>
                  <a:lnTo>
                    <a:pt x="1154815" y="5874400"/>
                  </a:lnTo>
                  <a:lnTo>
                    <a:pt x="1156363" y="5924778"/>
                  </a:lnTo>
                  <a:lnTo>
                    <a:pt x="1157915" y="5975146"/>
                  </a:lnTo>
                  <a:lnTo>
                    <a:pt x="1159472" y="6025502"/>
                  </a:lnTo>
                  <a:lnTo>
                    <a:pt x="1153357" y="6416935"/>
                  </a:lnTo>
                  <a:lnTo>
                    <a:pt x="997614" y="6417240"/>
                  </a:lnTo>
                  <a:lnTo>
                    <a:pt x="903468" y="6419373"/>
                  </a:lnTo>
                  <a:lnTo>
                    <a:pt x="832911" y="6425165"/>
                  </a:lnTo>
                  <a:lnTo>
                    <a:pt x="747935" y="6436442"/>
                  </a:lnTo>
                  <a:lnTo>
                    <a:pt x="703829" y="6441729"/>
                  </a:lnTo>
                  <a:lnTo>
                    <a:pt x="655947" y="6445962"/>
                  </a:lnTo>
                  <a:lnTo>
                    <a:pt x="605130" y="6449259"/>
                  </a:lnTo>
                  <a:lnTo>
                    <a:pt x="552215" y="6451736"/>
                  </a:lnTo>
                  <a:lnTo>
                    <a:pt x="498042" y="6453511"/>
                  </a:lnTo>
                  <a:lnTo>
                    <a:pt x="443449" y="6454701"/>
                  </a:lnTo>
                  <a:lnTo>
                    <a:pt x="389275" y="6455423"/>
                  </a:lnTo>
                  <a:lnTo>
                    <a:pt x="336359" y="6455793"/>
                  </a:lnTo>
                  <a:lnTo>
                    <a:pt x="285540" y="6455930"/>
                  </a:lnTo>
                  <a:lnTo>
                    <a:pt x="237657" y="6455950"/>
                  </a:lnTo>
                  <a:lnTo>
                    <a:pt x="135649" y="6443759"/>
                  </a:lnTo>
                  <a:lnTo>
                    <a:pt x="61163" y="6416940"/>
                  </a:lnTo>
                  <a:lnTo>
                    <a:pt x="15509" y="6390121"/>
                  </a:lnTo>
                  <a:lnTo>
                    <a:pt x="0" y="6377931"/>
                  </a:lnTo>
                  <a:lnTo>
                    <a:pt x="10010" y="6024905"/>
                  </a:lnTo>
                  <a:lnTo>
                    <a:pt x="10792" y="5974574"/>
                  </a:lnTo>
                  <a:lnTo>
                    <a:pt x="11576" y="5924231"/>
                  </a:lnTo>
                  <a:lnTo>
                    <a:pt x="12361" y="5873877"/>
                  </a:lnTo>
                  <a:lnTo>
                    <a:pt x="13146" y="5823511"/>
                  </a:lnTo>
                  <a:lnTo>
                    <a:pt x="13932" y="5773135"/>
                  </a:lnTo>
                  <a:lnTo>
                    <a:pt x="14719" y="5722747"/>
                  </a:lnTo>
                  <a:lnTo>
                    <a:pt x="15507" y="5672349"/>
                  </a:lnTo>
                  <a:lnTo>
                    <a:pt x="16296" y="5621941"/>
                  </a:lnTo>
                  <a:lnTo>
                    <a:pt x="17085" y="5571522"/>
                  </a:lnTo>
                  <a:lnTo>
                    <a:pt x="17875" y="5521092"/>
                  </a:lnTo>
                  <a:lnTo>
                    <a:pt x="18665" y="5470653"/>
                  </a:lnTo>
                  <a:lnTo>
                    <a:pt x="19456" y="5420204"/>
                  </a:lnTo>
                  <a:lnTo>
                    <a:pt x="20247" y="5369745"/>
                  </a:lnTo>
                  <a:lnTo>
                    <a:pt x="21039" y="5319276"/>
                  </a:lnTo>
                  <a:lnTo>
                    <a:pt x="21830" y="5268798"/>
                  </a:lnTo>
                  <a:lnTo>
                    <a:pt x="22623" y="5218311"/>
                  </a:lnTo>
                  <a:lnTo>
                    <a:pt x="23415" y="5167815"/>
                  </a:lnTo>
                  <a:lnTo>
                    <a:pt x="24208" y="5117310"/>
                  </a:lnTo>
                  <a:lnTo>
                    <a:pt x="25001" y="5066796"/>
                  </a:lnTo>
                  <a:lnTo>
                    <a:pt x="25793" y="5016274"/>
                  </a:lnTo>
                  <a:lnTo>
                    <a:pt x="26586" y="4965743"/>
                  </a:lnTo>
                  <a:lnTo>
                    <a:pt x="27379" y="4915204"/>
                  </a:lnTo>
                  <a:lnTo>
                    <a:pt x="28172" y="4864657"/>
                  </a:lnTo>
                  <a:lnTo>
                    <a:pt x="28965" y="4814103"/>
                  </a:lnTo>
                  <a:lnTo>
                    <a:pt x="29757" y="4763540"/>
                  </a:lnTo>
                  <a:lnTo>
                    <a:pt x="30549" y="4712970"/>
                  </a:lnTo>
                  <a:lnTo>
                    <a:pt x="31341" y="4662392"/>
                  </a:lnTo>
                  <a:lnTo>
                    <a:pt x="32133" y="4611808"/>
                  </a:lnTo>
                  <a:lnTo>
                    <a:pt x="32925" y="4561216"/>
                  </a:lnTo>
                  <a:lnTo>
                    <a:pt x="33715" y="4510617"/>
                  </a:lnTo>
                  <a:lnTo>
                    <a:pt x="34506" y="4460012"/>
                  </a:lnTo>
                  <a:lnTo>
                    <a:pt x="35296" y="4409400"/>
                  </a:lnTo>
                  <a:lnTo>
                    <a:pt x="36085" y="4358781"/>
                  </a:lnTo>
                  <a:lnTo>
                    <a:pt x="36874" y="4308157"/>
                  </a:lnTo>
                  <a:lnTo>
                    <a:pt x="37662" y="4257526"/>
                  </a:lnTo>
                  <a:lnTo>
                    <a:pt x="38450" y="4206890"/>
                  </a:lnTo>
                  <a:lnTo>
                    <a:pt x="39236" y="4156247"/>
                  </a:lnTo>
                  <a:lnTo>
                    <a:pt x="40022" y="4105600"/>
                  </a:lnTo>
                  <a:lnTo>
                    <a:pt x="40807" y="4054946"/>
                  </a:lnTo>
                  <a:lnTo>
                    <a:pt x="41591" y="4004288"/>
                  </a:lnTo>
                  <a:lnTo>
                    <a:pt x="42374" y="3953625"/>
                  </a:lnTo>
                  <a:lnTo>
                    <a:pt x="43156" y="3902956"/>
                  </a:lnTo>
                  <a:lnTo>
                    <a:pt x="43937" y="3852283"/>
                  </a:lnTo>
                  <a:lnTo>
                    <a:pt x="44717" y="3801606"/>
                  </a:lnTo>
                  <a:lnTo>
                    <a:pt x="45495" y="3750924"/>
                  </a:lnTo>
                  <a:lnTo>
                    <a:pt x="46273" y="3700237"/>
                  </a:lnTo>
                  <a:lnTo>
                    <a:pt x="47049" y="3649547"/>
                  </a:lnTo>
                  <a:lnTo>
                    <a:pt x="47824" y="3598853"/>
                  </a:lnTo>
                  <a:lnTo>
                    <a:pt x="48597" y="3548155"/>
                  </a:lnTo>
                  <a:lnTo>
                    <a:pt x="49369" y="3497454"/>
                  </a:lnTo>
                  <a:lnTo>
                    <a:pt x="50140" y="3446749"/>
                  </a:lnTo>
                  <a:lnTo>
                    <a:pt x="50909" y="3396041"/>
                  </a:lnTo>
                  <a:lnTo>
                    <a:pt x="51676" y="3345330"/>
                  </a:lnTo>
                  <a:lnTo>
                    <a:pt x="52442" y="3294616"/>
                  </a:lnTo>
                  <a:lnTo>
                    <a:pt x="53207" y="3243899"/>
                  </a:lnTo>
                  <a:lnTo>
                    <a:pt x="53969" y="3193180"/>
                  </a:lnTo>
                  <a:lnTo>
                    <a:pt x="54730" y="3142458"/>
                  </a:lnTo>
                  <a:lnTo>
                    <a:pt x="55489" y="3091734"/>
                  </a:lnTo>
                  <a:lnTo>
                    <a:pt x="56246" y="3041008"/>
                  </a:lnTo>
                  <a:lnTo>
                    <a:pt x="57001" y="2990280"/>
                  </a:lnTo>
                  <a:lnTo>
                    <a:pt x="57754" y="2939551"/>
                  </a:lnTo>
                  <a:lnTo>
                    <a:pt x="58505" y="2888820"/>
                  </a:lnTo>
                  <a:lnTo>
                    <a:pt x="59254" y="2838087"/>
                  </a:lnTo>
                  <a:lnTo>
                    <a:pt x="60001" y="2787354"/>
                  </a:lnTo>
                  <a:lnTo>
                    <a:pt x="60746" y="2736619"/>
                  </a:lnTo>
                  <a:lnTo>
                    <a:pt x="61488" y="2685883"/>
                  </a:lnTo>
                  <a:lnTo>
                    <a:pt x="62228" y="2635147"/>
                  </a:lnTo>
                  <a:lnTo>
                    <a:pt x="62966" y="2584410"/>
                  </a:lnTo>
                  <a:lnTo>
                    <a:pt x="63702" y="2533673"/>
                  </a:lnTo>
                  <a:lnTo>
                    <a:pt x="64435" y="2482935"/>
                  </a:lnTo>
                  <a:lnTo>
                    <a:pt x="65165" y="2432198"/>
                  </a:lnTo>
                  <a:lnTo>
                    <a:pt x="65894" y="2381460"/>
                  </a:lnTo>
                  <a:lnTo>
                    <a:pt x="66619" y="2330723"/>
                  </a:lnTo>
                  <a:lnTo>
                    <a:pt x="67342" y="2279986"/>
                  </a:lnTo>
                  <a:lnTo>
                    <a:pt x="68062" y="2229250"/>
                  </a:lnTo>
                  <a:lnTo>
                    <a:pt x="68780" y="2178515"/>
                  </a:lnTo>
                  <a:lnTo>
                    <a:pt x="69494" y="2127781"/>
                  </a:lnTo>
                  <a:lnTo>
                    <a:pt x="70206" y="2077047"/>
                  </a:lnTo>
                  <a:lnTo>
                    <a:pt x="70915" y="2026315"/>
                  </a:lnTo>
                  <a:lnTo>
                    <a:pt x="71622" y="1975585"/>
                  </a:lnTo>
                  <a:lnTo>
                    <a:pt x="72325" y="1924856"/>
                  </a:lnTo>
                  <a:lnTo>
                    <a:pt x="73025" y="1874129"/>
                  </a:lnTo>
                  <a:lnTo>
                    <a:pt x="73722" y="1823404"/>
                  </a:lnTo>
                  <a:lnTo>
                    <a:pt x="74416" y="1772681"/>
                  </a:lnTo>
                  <a:lnTo>
                    <a:pt x="75106" y="1721960"/>
                  </a:lnTo>
                  <a:lnTo>
                    <a:pt x="75794" y="1671241"/>
                  </a:lnTo>
                  <a:lnTo>
                    <a:pt x="76478" y="1620526"/>
                  </a:lnTo>
                  <a:lnTo>
                    <a:pt x="77159" y="1569813"/>
                  </a:lnTo>
                  <a:lnTo>
                    <a:pt x="77836" y="1519103"/>
                  </a:lnTo>
                  <a:lnTo>
                    <a:pt x="78511" y="1468396"/>
                  </a:lnTo>
                  <a:lnTo>
                    <a:pt x="79181" y="1417692"/>
                  </a:lnTo>
                  <a:lnTo>
                    <a:pt x="79848" y="1366992"/>
                  </a:lnTo>
                  <a:lnTo>
                    <a:pt x="80512" y="1316295"/>
                  </a:lnTo>
                  <a:lnTo>
                    <a:pt x="81172" y="1265603"/>
                  </a:lnTo>
                  <a:lnTo>
                    <a:pt x="81828" y="1214914"/>
                  </a:lnTo>
                  <a:lnTo>
                    <a:pt x="82480" y="1164229"/>
                  </a:lnTo>
                  <a:lnTo>
                    <a:pt x="83129" y="1113549"/>
                  </a:lnTo>
                  <a:lnTo>
                    <a:pt x="83774" y="1062873"/>
                  </a:lnTo>
                  <a:lnTo>
                    <a:pt x="84415" y="1012201"/>
                  </a:lnTo>
                  <a:lnTo>
                    <a:pt x="85052" y="961535"/>
                  </a:lnTo>
                  <a:lnTo>
                    <a:pt x="85685" y="910873"/>
                  </a:lnTo>
                  <a:lnTo>
                    <a:pt x="86314" y="860217"/>
                  </a:lnTo>
                  <a:lnTo>
                    <a:pt x="86939" y="809565"/>
                  </a:lnTo>
                  <a:lnTo>
                    <a:pt x="87560" y="758920"/>
                  </a:lnTo>
                  <a:lnTo>
                    <a:pt x="88176" y="708279"/>
                  </a:lnTo>
                  <a:lnTo>
                    <a:pt x="88789" y="657645"/>
                  </a:lnTo>
                  <a:lnTo>
                    <a:pt x="89397" y="607016"/>
                  </a:lnTo>
                  <a:lnTo>
                    <a:pt x="90001" y="556394"/>
                  </a:lnTo>
                  <a:lnTo>
                    <a:pt x="90600" y="505778"/>
                  </a:lnTo>
                  <a:lnTo>
                    <a:pt x="91195" y="455168"/>
                  </a:lnTo>
                  <a:lnTo>
                    <a:pt x="91785" y="404565"/>
                  </a:lnTo>
                  <a:lnTo>
                    <a:pt x="92371" y="353969"/>
                  </a:lnTo>
                  <a:lnTo>
                    <a:pt x="92953" y="303380"/>
                  </a:lnTo>
                  <a:lnTo>
                    <a:pt x="93530" y="252798"/>
                  </a:lnTo>
                  <a:lnTo>
                    <a:pt x="94102" y="202223"/>
                  </a:lnTo>
                  <a:lnTo>
                    <a:pt x="94669" y="151655"/>
                  </a:lnTo>
                  <a:lnTo>
                    <a:pt x="95232" y="101096"/>
                  </a:lnTo>
                  <a:lnTo>
                    <a:pt x="95789" y="50544"/>
                  </a:lnTo>
                  <a:lnTo>
                    <a:pt x="96342" y="0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58643" y="7701258"/>
              <a:ext cx="1270" cy="236220"/>
            </a:xfrm>
            <a:custGeom>
              <a:avLst/>
              <a:gdLst/>
              <a:ahLst/>
              <a:cxnLst/>
              <a:rect l="l" t="t" r="r" b="b"/>
              <a:pathLst>
                <a:path w="1270" h="236220">
                  <a:moveTo>
                    <a:pt x="743" y="0"/>
                  </a:moveTo>
                  <a:lnTo>
                    <a:pt x="0" y="236003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760044" y="3102572"/>
              <a:ext cx="13970" cy="4389120"/>
            </a:xfrm>
            <a:custGeom>
              <a:avLst/>
              <a:gdLst/>
              <a:ahLst/>
              <a:cxnLst/>
              <a:rect l="l" t="t" r="r" b="b"/>
              <a:pathLst>
                <a:path w="13970" h="4389120">
                  <a:moveTo>
                    <a:pt x="13800" y="0"/>
                  </a:moveTo>
                  <a:lnTo>
                    <a:pt x="0" y="4389112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774255" y="1962712"/>
              <a:ext cx="3175" cy="1009015"/>
            </a:xfrm>
            <a:custGeom>
              <a:avLst/>
              <a:gdLst/>
              <a:ahLst/>
              <a:cxnLst/>
              <a:rect l="l" t="t" r="r" b="b"/>
              <a:pathLst>
                <a:path w="3175" h="1009014">
                  <a:moveTo>
                    <a:pt x="3172" y="0"/>
                  </a:moveTo>
                  <a:lnTo>
                    <a:pt x="0" y="1008901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984037" y="4268358"/>
              <a:ext cx="31750" cy="2922270"/>
            </a:xfrm>
            <a:custGeom>
              <a:avLst/>
              <a:gdLst/>
              <a:ahLst/>
              <a:cxnLst/>
              <a:rect l="l" t="t" r="r" b="b"/>
              <a:pathLst>
                <a:path w="31750" h="2922270">
                  <a:moveTo>
                    <a:pt x="31653" y="0"/>
                  </a:moveTo>
                  <a:lnTo>
                    <a:pt x="0" y="2922089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017674" y="1988918"/>
              <a:ext cx="22860" cy="2096770"/>
            </a:xfrm>
            <a:custGeom>
              <a:avLst/>
              <a:gdLst/>
              <a:ahLst/>
              <a:cxnLst/>
              <a:rect l="l" t="t" r="r" b="b"/>
              <a:pathLst>
                <a:path w="22859" h="2096770">
                  <a:moveTo>
                    <a:pt x="22711" y="0"/>
                  </a:moveTo>
                  <a:lnTo>
                    <a:pt x="0" y="2096648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238177" y="5080945"/>
              <a:ext cx="8890" cy="2712720"/>
            </a:xfrm>
            <a:custGeom>
              <a:avLst/>
              <a:gdLst/>
              <a:ahLst/>
              <a:cxnLst/>
              <a:rect l="l" t="t" r="r" b="b"/>
              <a:pathLst>
                <a:path w="8890" h="2712720">
                  <a:moveTo>
                    <a:pt x="0" y="0"/>
                  </a:moveTo>
                  <a:lnTo>
                    <a:pt x="8816" y="2712200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231916" y="3155039"/>
              <a:ext cx="5715" cy="1703705"/>
            </a:xfrm>
            <a:custGeom>
              <a:avLst/>
              <a:gdLst/>
              <a:ahLst/>
              <a:cxnLst/>
              <a:rect l="l" t="t" r="r" b="b"/>
              <a:pathLst>
                <a:path w="5715" h="1703704">
                  <a:moveTo>
                    <a:pt x="0" y="0"/>
                  </a:moveTo>
                  <a:lnTo>
                    <a:pt x="5539" y="1703298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228210" y="2015121"/>
              <a:ext cx="3175" cy="930910"/>
            </a:xfrm>
            <a:custGeom>
              <a:avLst/>
              <a:gdLst/>
              <a:ahLst/>
              <a:cxnLst/>
              <a:rect l="l" t="t" r="r" b="b"/>
              <a:pathLst>
                <a:path w="3175" h="930910">
                  <a:moveTo>
                    <a:pt x="0" y="0"/>
                  </a:moveTo>
                  <a:lnTo>
                    <a:pt x="3026" y="930285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658592" y="2007116"/>
              <a:ext cx="1166495" cy="6416040"/>
            </a:xfrm>
            <a:custGeom>
              <a:avLst/>
              <a:gdLst/>
              <a:ahLst/>
              <a:cxnLst/>
              <a:rect l="l" t="t" r="r" b="b"/>
              <a:pathLst>
                <a:path w="1166494" h="6416040">
                  <a:moveTo>
                    <a:pt x="183586" y="0"/>
                  </a:moveTo>
                  <a:lnTo>
                    <a:pt x="182230" y="50536"/>
                  </a:lnTo>
                  <a:lnTo>
                    <a:pt x="180868" y="101080"/>
                  </a:lnTo>
                  <a:lnTo>
                    <a:pt x="179501" y="151632"/>
                  </a:lnTo>
                  <a:lnTo>
                    <a:pt x="178128" y="202192"/>
                  </a:lnTo>
                  <a:lnTo>
                    <a:pt x="176750" y="252759"/>
                  </a:lnTo>
                  <a:lnTo>
                    <a:pt x="175366" y="303333"/>
                  </a:lnTo>
                  <a:lnTo>
                    <a:pt x="173977" y="353915"/>
                  </a:lnTo>
                  <a:lnTo>
                    <a:pt x="172583" y="404503"/>
                  </a:lnTo>
                  <a:lnTo>
                    <a:pt x="171184" y="455099"/>
                  </a:lnTo>
                  <a:lnTo>
                    <a:pt x="169780" y="505701"/>
                  </a:lnTo>
                  <a:lnTo>
                    <a:pt x="168371" y="556309"/>
                  </a:lnTo>
                  <a:lnTo>
                    <a:pt x="166957" y="606924"/>
                  </a:lnTo>
                  <a:lnTo>
                    <a:pt x="165539" y="657545"/>
                  </a:lnTo>
                  <a:lnTo>
                    <a:pt x="164116" y="708172"/>
                  </a:lnTo>
                  <a:lnTo>
                    <a:pt x="162689" y="758805"/>
                  </a:lnTo>
                  <a:lnTo>
                    <a:pt x="161257" y="809443"/>
                  </a:lnTo>
                  <a:lnTo>
                    <a:pt x="159821" y="860087"/>
                  </a:lnTo>
                  <a:lnTo>
                    <a:pt x="158381" y="910737"/>
                  </a:lnTo>
                  <a:lnTo>
                    <a:pt x="156937" y="961392"/>
                  </a:lnTo>
                  <a:lnTo>
                    <a:pt x="155489" y="1012051"/>
                  </a:lnTo>
                  <a:lnTo>
                    <a:pt x="154037" y="1062716"/>
                  </a:lnTo>
                  <a:lnTo>
                    <a:pt x="152581" y="1113385"/>
                  </a:lnTo>
                  <a:lnTo>
                    <a:pt x="151122" y="1164059"/>
                  </a:lnTo>
                  <a:lnTo>
                    <a:pt x="149659" y="1214737"/>
                  </a:lnTo>
                  <a:lnTo>
                    <a:pt x="148192" y="1265419"/>
                  </a:lnTo>
                  <a:lnTo>
                    <a:pt x="146723" y="1316106"/>
                  </a:lnTo>
                  <a:lnTo>
                    <a:pt x="145250" y="1366796"/>
                  </a:lnTo>
                  <a:lnTo>
                    <a:pt x="143774" y="1417490"/>
                  </a:lnTo>
                  <a:lnTo>
                    <a:pt x="142294" y="1468187"/>
                  </a:lnTo>
                  <a:lnTo>
                    <a:pt x="140812" y="1518888"/>
                  </a:lnTo>
                  <a:lnTo>
                    <a:pt x="139327" y="1569593"/>
                  </a:lnTo>
                  <a:lnTo>
                    <a:pt x="137840" y="1620300"/>
                  </a:lnTo>
                  <a:lnTo>
                    <a:pt x="136349" y="1671010"/>
                  </a:lnTo>
                  <a:lnTo>
                    <a:pt x="134856" y="1721723"/>
                  </a:lnTo>
                  <a:lnTo>
                    <a:pt x="133361" y="1772439"/>
                  </a:lnTo>
                  <a:lnTo>
                    <a:pt x="131863" y="1823157"/>
                  </a:lnTo>
                  <a:lnTo>
                    <a:pt x="130363" y="1873877"/>
                  </a:lnTo>
                  <a:lnTo>
                    <a:pt x="128861" y="1924600"/>
                  </a:lnTo>
                  <a:lnTo>
                    <a:pt x="127357" y="1975324"/>
                  </a:lnTo>
                  <a:lnTo>
                    <a:pt x="125851" y="2026050"/>
                  </a:lnTo>
                  <a:lnTo>
                    <a:pt x="124343" y="2076778"/>
                  </a:lnTo>
                  <a:lnTo>
                    <a:pt x="122833" y="2127507"/>
                  </a:lnTo>
                  <a:lnTo>
                    <a:pt x="121322" y="2178238"/>
                  </a:lnTo>
                  <a:lnTo>
                    <a:pt x="119809" y="2228970"/>
                  </a:lnTo>
                  <a:lnTo>
                    <a:pt x="118294" y="2279702"/>
                  </a:lnTo>
                  <a:lnTo>
                    <a:pt x="116779" y="2330436"/>
                  </a:lnTo>
                  <a:lnTo>
                    <a:pt x="115262" y="2381170"/>
                  </a:lnTo>
                  <a:lnTo>
                    <a:pt x="113743" y="2431904"/>
                  </a:lnTo>
                  <a:lnTo>
                    <a:pt x="112224" y="2482639"/>
                  </a:lnTo>
                  <a:lnTo>
                    <a:pt x="110704" y="2533374"/>
                  </a:lnTo>
                  <a:lnTo>
                    <a:pt x="109183" y="2584109"/>
                  </a:lnTo>
                  <a:lnTo>
                    <a:pt x="107661" y="2634844"/>
                  </a:lnTo>
                  <a:lnTo>
                    <a:pt x="106139" y="2685579"/>
                  </a:lnTo>
                  <a:lnTo>
                    <a:pt x="104616" y="2736313"/>
                  </a:lnTo>
                  <a:lnTo>
                    <a:pt x="103093" y="2787046"/>
                  </a:lnTo>
                  <a:lnTo>
                    <a:pt x="101569" y="2837779"/>
                  </a:lnTo>
                  <a:lnTo>
                    <a:pt x="100045" y="2888511"/>
                  </a:lnTo>
                  <a:lnTo>
                    <a:pt x="98521" y="2939241"/>
                  </a:lnTo>
                  <a:lnTo>
                    <a:pt x="96997" y="2989970"/>
                  </a:lnTo>
                  <a:lnTo>
                    <a:pt x="95472" y="3040698"/>
                  </a:lnTo>
                  <a:lnTo>
                    <a:pt x="93948" y="3091424"/>
                  </a:lnTo>
                  <a:lnTo>
                    <a:pt x="92425" y="3142148"/>
                  </a:lnTo>
                  <a:lnTo>
                    <a:pt x="90901" y="3192871"/>
                  </a:lnTo>
                  <a:lnTo>
                    <a:pt x="89378" y="3243591"/>
                  </a:lnTo>
                  <a:lnTo>
                    <a:pt x="87856" y="3294309"/>
                  </a:lnTo>
                  <a:lnTo>
                    <a:pt x="86334" y="3345025"/>
                  </a:lnTo>
                  <a:lnTo>
                    <a:pt x="84813" y="3395738"/>
                  </a:lnTo>
                  <a:lnTo>
                    <a:pt x="83293" y="3446448"/>
                  </a:lnTo>
                  <a:lnTo>
                    <a:pt x="81774" y="3497155"/>
                  </a:lnTo>
                  <a:lnTo>
                    <a:pt x="80255" y="3547859"/>
                  </a:lnTo>
                  <a:lnTo>
                    <a:pt x="78738" y="3598560"/>
                  </a:lnTo>
                  <a:lnTo>
                    <a:pt x="77223" y="3649258"/>
                  </a:lnTo>
                  <a:lnTo>
                    <a:pt x="75708" y="3699952"/>
                  </a:lnTo>
                  <a:lnTo>
                    <a:pt x="74195" y="3750642"/>
                  </a:lnTo>
                  <a:lnTo>
                    <a:pt x="72684" y="3801328"/>
                  </a:lnTo>
                  <a:lnTo>
                    <a:pt x="71174" y="3852010"/>
                  </a:lnTo>
                  <a:lnTo>
                    <a:pt x="69666" y="3902688"/>
                  </a:lnTo>
                  <a:lnTo>
                    <a:pt x="68160" y="3953362"/>
                  </a:lnTo>
                  <a:lnTo>
                    <a:pt x="66656" y="4004031"/>
                  </a:lnTo>
                  <a:lnTo>
                    <a:pt x="65154" y="4054695"/>
                  </a:lnTo>
                  <a:lnTo>
                    <a:pt x="63654" y="4105355"/>
                  </a:lnTo>
                  <a:lnTo>
                    <a:pt x="62156" y="4156009"/>
                  </a:lnTo>
                  <a:lnTo>
                    <a:pt x="60660" y="4206659"/>
                  </a:lnTo>
                  <a:lnTo>
                    <a:pt x="59167" y="4257302"/>
                  </a:lnTo>
                  <a:lnTo>
                    <a:pt x="57677" y="4307941"/>
                  </a:lnTo>
                  <a:lnTo>
                    <a:pt x="56189" y="4358574"/>
                  </a:lnTo>
                  <a:lnTo>
                    <a:pt x="54704" y="4409200"/>
                  </a:lnTo>
                  <a:lnTo>
                    <a:pt x="53222" y="4459821"/>
                  </a:lnTo>
                  <a:lnTo>
                    <a:pt x="51743" y="4510436"/>
                  </a:lnTo>
                  <a:lnTo>
                    <a:pt x="50267" y="4561044"/>
                  </a:lnTo>
                  <a:lnTo>
                    <a:pt x="48794" y="4611646"/>
                  </a:lnTo>
                  <a:lnTo>
                    <a:pt x="47324" y="4662241"/>
                  </a:lnTo>
                  <a:lnTo>
                    <a:pt x="45857" y="4712830"/>
                  </a:lnTo>
                  <a:lnTo>
                    <a:pt x="44394" y="4763411"/>
                  </a:lnTo>
                  <a:lnTo>
                    <a:pt x="42935" y="4813985"/>
                  </a:lnTo>
                  <a:lnTo>
                    <a:pt x="41479" y="4864552"/>
                  </a:lnTo>
                  <a:lnTo>
                    <a:pt x="40027" y="4915111"/>
                  </a:lnTo>
                  <a:lnTo>
                    <a:pt x="38579" y="4965663"/>
                  </a:lnTo>
                  <a:lnTo>
                    <a:pt x="37135" y="5016207"/>
                  </a:lnTo>
                  <a:lnTo>
                    <a:pt x="35695" y="5066743"/>
                  </a:lnTo>
                  <a:lnTo>
                    <a:pt x="34259" y="5117271"/>
                  </a:lnTo>
                  <a:lnTo>
                    <a:pt x="32827" y="5167791"/>
                  </a:lnTo>
                  <a:lnTo>
                    <a:pt x="31399" y="5218302"/>
                  </a:lnTo>
                  <a:lnTo>
                    <a:pt x="29976" y="5268805"/>
                  </a:lnTo>
                  <a:lnTo>
                    <a:pt x="28558" y="5319298"/>
                  </a:lnTo>
                  <a:lnTo>
                    <a:pt x="27144" y="5369783"/>
                  </a:lnTo>
                  <a:lnTo>
                    <a:pt x="25735" y="5420259"/>
                  </a:lnTo>
                  <a:lnTo>
                    <a:pt x="24331" y="5470726"/>
                  </a:lnTo>
                  <a:lnTo>
                    <a:pt x="22932" y="5521183"/>
                  </a:lnTo>
                  <a:lnTo>
                    <a:pt x="21538" y="5571630"/>
                  </a:lnTo>
                  <a:lnTo>
                    <a:pt x="20149" y="5622068"/>
                  </a:lnTo>
                  <a:lnTo>
                    <a:pt x="18765" y="5672496"/>
                  </a:lnTo>
                  <a:lnTo>
                    <a:pt x="17386" y="5722914"/>
                  </a:lnTo>
                  <a:lnTo>
                    <a:pt x="16014" y="5773321"/>
                  </a:lnTo>
                  <a:lnTo>
                    <a:pt x="14646" y="5823719"/>
                  </a:lnTo>
                  <a:lnTo>
                    <a:pt x="13284" y="5874105"/>
                  </a:lnTo>
                  <a:lnTo>
                    <a:pt x="11928" y="5924481"/>
                  </a:lnTo>
                  <a:lnTo>
                    <a:pt x="10578" y="5974846"/>
                  </a:lnTo>
                  <a:lnTo>
                    <a:pt x="9234" y="6025200"/>
                  </a:lnTo>
                  <a:lnTo>
                    <a:pt x="7896" y="6075543"/>
                  </a:lnTo>
                  <a:lnTo>
                    <a:pt x="6564" y="6125874"/>
                  </a:lnTo>
                  <a:lnTo>
                    <a:pt x="5238" y="6176194"/>
                  </a:lnTo>
                  <a:lnTo>
                    <a:pt x="3919" y="6226502"/>
                  </a:lnTo>
                  <a:lnTo>
                    <a:pt x="2606" y="6276799"/>
                  </a:lnTo>
                  <a:lnTo>
                    <a:pt x="1299" y="6327083"/>
                  </a:lnTo>
                  <a:lnTo>
                    <a:pt x="0" y="6377355"/>
                  </a:lnTo>
                  <a:lnTo>
                    <a:pt x="106398" y="6399420"/>
                  </a:lnTo>
                  <a:lnTo>
                    <a:pt x="172835" y="6410751"/>
                  </a:lnTo>
                  <a:lnTo>
                    <a:pt x="227181" y="6414925"/>
                  </a:lnTo>
                  <a:lnTo>
                    <a:pt x="297310" y="6415521"/>
                  </a:lnTo>
                  <a:lnTo>
                    <a:pt x="565071" y="6415521"/>
                  </a:lnTo>
                  <a:lnTo>
                    <a:pt x="891030" y="6415521"/>
                  </a:lnTo>
                  <a:lnTo>
                    <a:pt x="988005" y="6409332"/>
                  </a:lnTo>
                  <a:lnTo>
                    <a:pt x="1076493" y="6395716"/>
                  </a:lnTo>
                  <a:lnTo>
                    <a:pt x="1140970" y="6382099"/>
                  </a:lnTo>
                  <a:lnTo>
                    <a:pt x="1165912" y="6375910"/>
                  </a:lnTo>
                  <a:lnTo>
                    <a:pt x="1165276" y="6325672"/>
                  </a:lnTo>
                  <a:lnTo>
                    <a:pt x="1164644" y="6275421"/>
                  </a:lnTo>
                  <a:lnTo>
                    <a:pt x="1164014" y="6225158"/>
                  </a:lnTo>
                  <a:lnTo>
                    <a:pt x="1163388" y="6174882"/>
                  </a:lnTo>
                  <a:lnTo>
                    <a:pt x="1162764" y="6124595"/>
                  </a:lnTo>
                  <a:lnTo>
                    <a:pt x="1162143" y="6074295"/>
                  </a:lnTo>
                  <a:lnTo>
                    <a:pt x="1161525" y="6023983"/>
                  </a:lnTo>
                  <a:lnTo>
                    <a:pt x="1160909" y="5973659"/>
                  </a:lnTo>
                  <a:lnTo>
                    <a:pt x="1160296" y="5923324"/>
                  </a:lnTo>
                  <a:lnTo>
                    <a:pt x="1159685" y="5872978"/>
                  </a:lnTo>
                  <a:lnTo>
                    <a:pt x="1159076" y="5822620"/>
                  </a:lnTo>
                  <a:lnTo>
                    <a:pt x="1158469" y="5772251"/>
                  </a:lnTo>
                  <a:lnTo>
                    <a:pt x="1157864" y="5721871"/>
                  </a:lnTo>
                  <a:lnTo>
                    <a:pt x="1157260" y="5671481"/>
                  </a:lnTo>
                  <a:lnTo>
                    <a:pt x="1156659" y="5621080"/>
                  </a:lnTo>
                  <a:lnTo>
                    <a:pt x="1156059" y="5570669"/>
                  </a:lnTo>
                  <a:lnTo>
                    <a:pt x="1155461" y="5520247"/>
                  </a:lnTo>
                  <a:lnTo>
                    <a:pt x="1154864" y="5469816"/>
                  </a:lnTo>
                  <a:lnTo>
                    <a:pt x="1154268" y="5419374"/>
                  </a:lnTo>
                  <a:lnTo>
                    <a:pt x="1153673" y="5368923"/>
                  </a:lnTo>
                  <a:lnTo>
                    <a:pt x="1153080" y="5318462"/>
                  </a:lnTo>
                  <a:lnTo>
                    <a:pt x="1152487" y="5267992"/>
                  </a:lnTo>
                  <a:lnTo>
                    <a:pt x="1151895" y="5217513"/>
                  </a:lnTo>
                  <a:lnTo>
                    <a:pt x="1151304" y="5167024"/>
                  </a:lnTo>
                  <a:lnTo>
                    <a:pt x="1150713" y="5116527"/>
                  </a:lnTo>
                  <a:lnTo>
                    <a:pt x="1150123" y="5066021"/>
                  </a:lnTo>
                  <a:lnTo>
                    <a:pt x="1149533" y="5015506"/>
                  </a:lnTo>
                  <a:lnTo>
                    <a:pt x="1148944" y="4964983"/>
                  </a:lnTo>
                  <a:lnTo>
                    <a:pt x="1148354" y="4914452"/>
                  </a:lnTo>
                  <a:lnTo>
                    <a:pt x="1147765" y="4863913"/>
                  </a:lnTo>
                  <a:lnTo>
                    <a:pt x="1147175" y="4813366"/>
                  </a:lnTo>
                  <a:lnTo>
                    <a:pt x="1146585" y="4762811"/>
                  </a:lnTo>
                  <a:lnTo>
                    <a:pt x="1145995" y="4712249"/>
                  </a:lnTo>
                  <a:lnTo>
                    <a:pt x="1145405" y="4661679"/>
                  </a:lnTo>
                  <a:lnTo>
                    <a:pt x="1144814" y="4611102"/>
                  </a:lnTo>
                  <a:lnTo>
                    <a:pt x="1144222" y="4560518"/>
                  </a:lnTo>
                  <a:lnTo>
                    <a:pt x="1143630" y="4509927"/>
                  </a:lnTo>
                  <a:lnTo>
                    <a:pt x="1143036" y="4459329"/>
                  </a:lnTo>
                  <a:lnTo>
                    <a:pt x="1142442" y="4408725"/>
                  </a:lnTo>
                  <a:lnTo>
                    <a:pt x="1141847" y="4358114"/>
                  </a:lnTo>
                  <a:lnTo>
                    <a:pt x="1141250" y="4307497"/>
                  </a:lnTo>
                  <a:lnTo>
                    <a:pt x="1140652" y="4256874"/>
                  </a:lnTo>
                  <a:lnTo>
                    <a:pt x="1140053" y="4206246"/>
                  </a:lnTo>
                  <a:lnTo>
                    <a:pt x="1139452" y="4155611"/>
                  </a:lnTo>
                  <a:lnTo>
                    <a:pt x="1138849" y="4104971"/>
                  </a:lnTo>
                  <a:lnTo>
                    <a:pt x="1138244" y="4054326"/>
                  </a:lnTo>
                  <a:lnTo>
                    <a:pt x="1137638" y="4003675"/>
                  </a:lnTo>
                  <a:lnTo>
                    <a:pt x="1137030" y="3953019"/>
                  </a:lnTo>
                  <a:lnTo>
                    <a:pt x="1136419" y="3902359"/>
                  </a:lnTo>
                  <a:lnTo>
                    <a:pt x="1135807" y="3851693"/>
                  </a:lnTo>
                  <a:lnTo>
                    <a:pt x="1135191" y="3801023"/>
                  </a:lnTo>
                  <a:lnTo>
                    <a:pt x="1134574" y="3750349"/>
                  </a:lnTo>
                  <a:lnTo>
                    <a:pt x="1133954" y="3699671"/>
                  </a:lnTo>
                  <a:lnTo>
                    <a:pt x="1133331" y="3648988"/>
                  </a:lnTo>
                  <a:lnTo>
                    <a:pt x="1132706" y="3598302"/>
                  </a:lnTo>
                  <a:lnTo>
                    <a:pt x="1132077" y="3547611"/>
                  </a:lnTo>
                  <a:lnTo>
                    <a:pt x="1131446" y="3496918"/>
                  </a:lnTo>
                  <a:lnTo>
                    <a:pt x="1130811" y="3446221"/>
                  </a:lnTo>
                  <a:lnTo>
                    <a:pt x="1130173" y="3395520"/>
                  </a:lnTo>
                  <a:lnTo>
                    <a:pt x="1129532" y="3344817"/>
                  </a:lnTo>
                  <a:lnTo>
                    <a:pt x="1128887" y="3294111"/>
                  </a:lnTo>
                  <a:lnTo>
                    <a:pt x="1128239" y="3243402"/>
                  </a:lnTo>
                  <a:lnTo>
                    <a:pt x="1127587" y="3192690"/>
                  </a:lnTo>
                  <a:lnTo>
                    <a:pt x="1126931" y="3141976"/>
                  </a:lnTo>
                  <a:lnTo>
                    <a:pt x="1126271" y="3091260"/>
                  </a:lnTo>
                  <a:lnTo>
                    <a:pt x="1125608" y="3040542"/>
                  </a:lnTo>
                  <a:lnTo>
                    <a:pt x="1124940" y="2989822"/>
                  </a:lnTo>
                  <a:lnTo>
                    <a:pt x="1124268" y="2939100"/>
                  </a:lnTo>
                  <a:lnTo>
                    <a:pt x="1123591" y="2888377"/>
                  </a:lnTo>
                  <a:lnTo>
                    <a:pt x="1122910" y="2837652"/>
                  </a:lnTo>
                  <a:lnTo>
                    <a:pt x="1122224" y="2786926"/>
                  </a:lnTo>
                  <a:lnTo>
                    <a:pt x="1121534" y="2736199"/>
                  </a:lnTo>
                  <a:lnTo>
                    <a:pt x="1120839" y="2685471"/>
                  </a:lnTo>
                  <a:lnTo>
                    <a:pt x="1120139" y="2634743"/>
                  </a:lnTo>
                  <a:lnTo>
                    <a:pt x="1119434" y="2584014"/>
                  </a:lnTo>
                  <a:lnTo>
                    <a:pt x="1118724" y="2533284"/>
                  </a:lnTo>
                  <a:lnTo>
                    <a:pt x="1118008" y="2482554"/>
                  </a:lnTo>
                  <a:lnTo>
                    <a:pt x="1117287" y="2431824"/>
                  </a:lnTo>
                  <a:lnTo>
                    <a:pt x="1116561" y="2381095"/>
                  </a:lnTo>
                  <a:lnTo>
                    <a:pt x="1115829" y="2330365"/>
                  </a:lnTo>
                  <a:lnTo>
                    <a:pt x="1115091" y="2279636"/>
                  </a:lnTo>
                  <a:lnTo>
                    <a:pt x="1114347" y="2228908"/>
                  </a:lnTo>
                  <a:lnTo>
                    <a:pt x="1113598" y="2178180"/>
                  </a:lnTo>
                  <a:lnTo>
                    <a:pt x="1112842" y="2127454"/>
                  </a:lnTo>
                  <a:lnTo>
                    <a:pt x="1112080" y="2076728"/>
                  </a:lnTo>
                  <a:lnTo>
                    <a:pt x="1111312" y="2026004"/>
                  </a:lnTo>
                  <a:lnTo>
                    <a:pt x="1110538" y="1975281"/>
                  </a:lnTo>
                  <a:lnTo>
                    <a:pt x="1109757" y="1924560"/>
                  </a:lnTo>
                  <a:lnTo>
                    <a:pt x="1108969" y="1873841"/>
                  </a:lnTo>
                  <a:lnTo>
                    <a:pt x="1108175" y="1823123"/>
                  </a:lnTo>
                  <a:lnTo>
                    <a:pt x="1107374" y="1772408"/>
                  </a:lnTo>
                  <a:lnTo>
                    <a:pt x="1106566" y="1721695"/>
                  </a:lnTo>
                  <a:lnTo>
                    <a:pt x="1105750" y="1670984"/>
                  </a:lnTo>
                  <a:lnTo>
                    <a:pt x="1104928" y="1620276"/>
                  </a:lnTo>
                  <a:lnTo>
                    <a:pt x="1104098" y="1569571"/>
                  </a:lnTo>
                  <a:lnTo>
                    <a:pt x="1103261" y="1518869"/>
                  </a:lnTo>
                  <a:lnTo>
                    <a:pt x="1102417" y="1468170"/>
                  </a:lnTo>
                  <a:lnTo>
                    <a:pt x="1101564" y="1417474"/>
                  </a:lnTo>
                  <a:lnTo>
                    <a:pt x="1100704" y="1366782"/>
                  </a:lnTo>
                  <a:lnTo>
                    <a:pt x="1099837" y="1316093"/>
                  </a:lnTo>
                  <a:lnTo>
                    <a:pt x="1098961" y="1265408"/>
                  </a:lnTo>
                  <a:lnTo>
                    <a:pt x="1098077" y="1214727"/>
                  </a:lnTo>
                  <a:lnTo>
                    <a:pt x="1097185" y="1164050"/>
                  </a:lnTo>
                  <a:lnTo>
                    <a:pt x="1096284" y="1113377"/>
                  </a:lnTo>
                  <a:lnTo>
                    <a:pt x="1095375" y="1062709"/>
                  </a:lnTo>
                  <a:lnTo>
                    <a:pt x="1094458" y="1012045"/>
                  </a:lnTo>
                  <a:lnTo>
                    <a:pt x="1093532" y="961387"/>
                  </a:lnTo>
                  <a:lnTo>
                    <a:pt x="1092597" y="910733"/>
                  </a:lnTo>
                  <a:lnTo>
                    <a:pt x="1091654" y="860084"/>
                  </a:lnTo>
                  <a:lnTo>
                    <a:pt x="1090701" y="809440"/>
                  </a:lnTo>
                  <a:lnTo>
                    <a:pt x="1089739" y="758802"/>
                  </a:lnTo>
                  <a:lnTo>
                    <a:pt x="1088768" y="708170"/>
                  </a:lnTo>
                  <a:lnTo>
                    <a:pt x="1087788" y="657543"/>
                  </a:lnTo>
                  <a:lnTo>
                    <a:pt x="1086798" y="606923"/>
                  </a:lnTo>
                  <a:lnTo>
                    <a:pt x="1085799" y="556308"/>
                  </a:lnTo>
                  <a:lnTo>
                    <a:pt x="1084790" y="505700"/>
                  </a:lnTo>
                  <a:lnTo>
                    <a:pt x="1083771" y="455098"/>
                  </a:lnTo>
                  <a:lnTo>
                    <a:pt x="1082743" y="404503"/>
                  </a:lnTo>
                  <a:lnTo>
                    <a:pt x="1081704" y="353915"/>
                  </a:lnTo>
                  <a:lnTo>
                    <a:pt x="1080656" y="303333"/>
                  </a:lnTo>
                  <a:lnTo>
                    <a:pt x="1079597" y="252759"/>
                  </a:lnTo>
                  <a:lnTo>
                    <a:pt x="1078527" y="202192"/>
                  </a:lnTo>
                  <a:lnTo>
                    <a:pt x="1077448" y="151632"/>
                  </a:lnTo>
                  <a:lnTo>
                    <a:pt x="1076357" y="101080"/>
                  </a:lnTo>
                  <a:lnTo>
                    <a:pt x="1075257" y="50536"/>
                  </a:lnTo>
                  <a:lnTo>
                    <a:pt x="1074145" y="0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504364" y="7701258"/>
              <a:ext cx="1270" cy="236220"/>
            </a:xfrm>
            <a:custGeom>
              <a:avLst/>
              <a:gdLst/>
              <a:ahLst/>
              <a:cxnLst/>
              <a:rect l="l" t="t" r="r" b="b"/>
              <a:pathLst>
                <a:path w="1269" h="236220">
                  <a:moveTo>
                    <a:pt x="0" y="0"/>
                  </a:moveTo>
                  <a:lnTo>
                    <a:pt x="743" y="236003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489906" y="3102572"/>
              <a:ext cx="13970" cy="4389120"/>
            </a:xfrm>
            <a:custGeom>
              <a:avLst/>
              <a:gdLst/>
              <a:ahLst/>
              <a:cxnLst/>
              <a:rect l="l" t="t" r="r" b="b"/>
              <a:pathLst>
                <a:path w="13969" h="4389120">
                  <a:moveTo>
                    <a:pt x="0" y="0"/>
                  </a:moveTo>
                  <a:lnTo>
                    <a:pt x="13800" y="4389112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486323" y="1962712"/>
              <a:ext cx="3175" cy="1009015"/>
            </a:xfrm>
            <a:custGeom>
              <a:avLst/>
              <a:gdLst/>
              <a:ahLst/>
              <a:cxnLst/>
              <a:rect l="l" t="t" r="r" b="b"/>
              <a:pathLst>
                <a:path w="3175" h="1009014">
                  <a:moveTo>
                    <a:pt x="0" y="0"/>
                  </a:moveTo>
                  <a:lnTo>
                    <a:pt x="3172" y="1008901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248060" y="4268358"/>
              <a:ext cx="31750" cy="2922270"/>
            </a:xfrm>
            <a:custGeom>
              <a:avLst/>
              <a:gdLst/>
              <a:ahLst/>
              <a:cxnLst/>
              <a:rect l="l" t="t" r="r" b="b"/>
              <a:pathLst>
                <a:path w="31750" h="2922270">
                  <a:moveTo>
                    <a:pt x="0" y="0"/>
                  </a:moveTo>
                  <a:lnTo>
                    <a:pt x="31653" y="2922089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223366" y="1988918"/>
              <a:ext cx="22860" cy="2096770"/>
            </a:xfrm>
            <a:custGeom>
              <a:avLst/>
              <a:gdLst/>
              <a:ahLst/>
              <a:cxnLst/>
              <a:rect l="l" t="t" r="r" b="b"/>
              <a:pathLst>
                <a:path w="22859" h="2096770">
                  <a:moveTo>
                    <a:pt x="0" y="0"/>
                  </a:moveTo>
                  <a:lnTo>
                    <a:pt x="22711" y="2096648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016758" y="5080945"/>
              <a:ext cx="8890" cy="2712720"/>
            </a:xfrm>
            <a:custGeom>
              <a:avLst/>
              <a:gdLst/>
              <a:ahLst/>
              <a:cxnLst/>
              <a:rect l="l" t="t" r="r" b="b"/>
              <a:pathLst>
                <a:path w="8890" h="2712720">
                  <a:moveTo>
                    <a:pt x="8816" y="0"/>
                  </a:moveTo>
                  <a:lnTo>
                    <a:pt x="0" y="2712200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4026297" y="3155039"/>
              <a:ext cx="5715" cy="1703705"/>
            </a:xfrm>
            <a:custGeom>
              <a:avLst/>
              <a:gdLst/>
              <a:ahLst/>
              <a:cxnLst/>
              <a:rect l="l" t="t" r="r" b="b"/>
              <a:pathLst>
                <a:path w="5715" h="1703704">
                  <a:moveTo>
                    <a:pt x="5539" y="0"/>
                  </a:moveTo>
                  <a:lnTo>
                    <a:pt x="0" y="1703298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032514" y="2015121"/>
              <a:ext cx="3175" cy="930910"/>
            </a:xfrm>
            <a:custGeom>
              <a:avLst/>
              <a:gdLst/>
              <a:ahLst/>
              <a:cxnLst/>
              <a:rect l="l" t="t" r="r" b="b"/>
              <a:pathLst>
                <a:path w="3175" h="930910">
                  <a:moveTo>
                    <a:pt x="3026" y="0"/>
                  </a:moveTo>
                  <a:lnTo>
                    <a:pt x="0" y="930285"/>
                  </a:lnTo>
                </a:path>
              </a:pathLst>
            </a:custGeom>
            <a:ln w="19172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282056" y="9350680"/>
              <a:ext cx="13242925" cy="759460"/>
            </a:xfrm>
            <a:custGeom>
              <a:avLst/>
              <a:gdLst/>
              <a:ahLst/>
              <a:cxnLst/>
              <a:rect l="l" t="t" r="r" b="b"/>
              <a:pathLst>
                <a:path w="13242925" h="759459">
                  <a:moveTo>
                    <a:pt x="6540002" y="0"/>
                  </a:moveTo>
                  <a:lnTo>
                    <a:pt x="6217806" y="664"/>
                  </a:lnTo>
                  <a:lnTo>
                    <a:pt x="5899700" y="2198"/>
                  </a:lnTo>
                  <a:lnTo>
                    <a:pt x="5586039" y="4582"/>
                  </a:lnTo>
                  <a:lnTo>
                    <a:pt x="5277178" y="7795"/>
                  </a:lnTo>
                  <a:lnTo>
                    <a:pt x="4973471" y="11816"/>
                  </a:lnTo>
                  <a:lnTo>
                    <a:pt x="4675273" y="16625"/>
                  </a:lnTo>
                  <a:lnTo>
                    <a:pt x="4382938" y="22203"/>
                  </a:lnTo>
                  <a:lnTo>
                    <a:pt x="4096821" y="28528"/>
                  </a:lnTo>
                  <a:lnTo>
                    <a:pt x="3817277" y="35580"/>
                  </a:lnTo>
                  <a:lnTo>
                    <a:pt x="3544659" y="43339"/>
                  </a:lnTo>
                  <a:lnTo>
                    <a:pt x="3279324" y="51785"/>
                  </a:lnTo>
                  <a:lnTo>
                    <a:pt x="3021625" y="60898"/>
                  </a:lnTo>
                  <a:lnTo>
                    <a:pt x="2771917" y="70656"/>
                  </a:lnTo>
                  <a:lnTo>
                    <a:pt x="2530555" y="81040"/>
                  </a:lnTo>
                  <a:lnTo>
                    <a:pt x="2297892" y="92030"/>
                  </a:lnTo>
                  <a:lnTo>
                    <a:pt x="2074285" y="103604"/>
                  </a:lnTo>
                  <a:lnTo>
                    <a:pt x="1860087" y="115744"/>
                  </a:lnTo>
                  <a:lnTo>
                    <a:pt x="1705827" y="125207"/>
                  </a:lnTo>
                  <a:lnTo>
                    <a:pt x="1557208" y="134967"/>
                  </a:lnTo>
                  <a:lnTo>
                    <a:pt x="1414381" y="145017"/>
                  </a:lnTo>
                  <a:lnTo>
                    <a:pt x="1277495" y="155347"/>
                  </a:lnTo>
                  <a:lnTo>
                    <a:pt x="1146699" y="165949"/>
                  </a:lnTo>
                  <a:lnTo>
                    <a:pt x="1022144" y="176814"/>
                  </a:lnTo>
                  <a:lnTo>
                    <a:pt x="903979" y="187934"/>
                  </a:lnTo>
                  <a:lnTo>
                    <a:pt x="792353" y="199300"/>
                  </a:lnTo>
                  <a:lnTo>
                    <a:pt x="721642" y="207010"/>
                  </a:lnTo>
                  <a:lnTo>
                    <a:pt x="653949" y="214824"/>
                  </a:lnTo>
                  <a:lnTo>
                    <a:pt x="589317" y="222737"/>
                  </a:lnTo>
                  <a:lnTo>
                    <a:pt x="527791" y="230749"/>
                  </a:lnTo>
                  <a:lnTo>
                    <a:pt x="469415" y="238856"/>
                  </a:lnTo>
                  <a:lnTo>
                    <a:pt x="414234" y="247056"/>
                  </a:lnTo>
                  <a:lnTo>
                    <a:pt x="362292" y="255347"/>
                  </a:lnTo>
                  <a:lnTo>
                    <a:pt x="313633" y="263725"/>
                  </a:lnTo>
                  <a:lnTo>
                    <a:pt x="268301" y="272188"/>
                  </a:lnTo>
                  <a:lnTo>
                    <a:pt x="226341" y="280735"/>
                  </a:lnTo>
                  <a:lnTo>
                    <a:pt x="187798" y="289361"/>
                  </a:lnTo>
                  <a:lnTo>
                    <a:pt x="136484" y="302446"/>
                  </a:lnTo>
                  <a:lnTo>
                    <a:pt x="93107" y="315696"/>
                  </a:lnTo>
                  <a:lnTo>
                    <a:pt x="47872" y="333608"/>
                  </a:lnTo>
                  <a:lnTo>
                    <a:pt x="12083" y="356360"/>
                  </a:lnTo>
                  <a:lnTo>
                    <a:pt x="0" y="379478"/>
                  </a:lnTo>
                  <a:lnTo>
                    <a:pt x="487" y="384129"/>
                  </a:lnTo>
                  <a:lnTo>
                    <a:pt x="30756" y="416295"/>
                  </a:lnTo>
                  <a:lnTo>
                    <a:pt x="68671" y="434338"/>
                  </a:lnTo>
                  <a:lnTo>
                    <a:pt x="106675" y="447695"/>
                  </a:lnTo>
                  <a:lnTo>
                    <a:pt x="152714" y="460891"/>
                  </a:lnTo>
                  <a:lnTo>
                    <a:pt x="206640" y="473919"/>
                  </a:lnTo>
                  <a:lnTo>
                    <a:pt x="246897" y="482505"/>
                  </a:lnTo>
                  <a:lnTo>
                    <a:pt x="290548" y="491011"/>
                  </a:lnTo>
                  <a:lnTo>
                    <a:pt x="337549" y="499432"/>
                  </a:lnTo>
                  <a:lnTo>
                    <a:pt x="387856" y="507766"/>
                  </a:lnTo>
                  <a:lnTo>
                    <a:pt x="441423" y="516012"/>
                  </a:lnTo>
                  <a:lnTo>
                    <a:pt x="498207" y="524166"/>
                  </a:lnTo>
                  <a:lnTo>
                    <a:pt x="558163" y="532226"/>
                  </a:lnTo>
                  <a:lnTo>
                    <a:pt x="621247" y="540189"/>
                  </a:lnTo>
                  <a:lnTo>
                    <a:pt x="687415" y="548052"/>
                  </a:lnTo>
                  <a:lnTo>
                    <a:pt x="756623" y="555814"/>
                  </a:lnTo>
                  <a:lnTo>
                    <a:pt x="866036" y="567261"/>
                  </a:lnTo>
                  <a:lnTo>
                    <a:pt x="982038" y="578464"/>
                  </a:lnTo>
                  <a:lnTo>
                    <a:pt x="1104480" y="589415"/>
                  </a:lnTo>
                  <a:lnTo>
                    <a:pt x="1233212" y="600106"/>
                  </a:lnTo>
                  <a:lnTo>
                    <a:pt x="1368085" y="610528"/>
                  </a:lnTo>
                  <a:lnTo>
                    <a:pt x="1508948" y="620672"/>
                  </a:lnTo>
                  <a:lnTo>
                    <a:pt x="1655653" y="630529"/>
                  </a:lnTo>
                  <a:lnTo>
                    <a:pt x="1808049" y="640092"/>
                  </a:lnTo>
                  <a:lnTo>
                    <a:pt x="1965988" y="649352"/>
                  </a:lnTo>
                  <a:lnTo>
                    <a:pt x="2184935" y="661211"/>
                  </a:lnTo>
                  <a:lnTo>
                    <a:pt x="2413114" y="672496"/>
                  </a:lnTo>
                  <a:lnTo>
                    <a:pt x="2650171" y="683185"/>
                  </a:lnTo>
                  <a:lnTo>
                    <a:pt x="2895750" y="693259"/>
                  </a:lnTo>
                  <a:lnTo>
                    <a:pt x="3149498" y="702697"/>
                  </a:lnTo>
                  <a:lnTo>
                    <a:pt x="3411059" y="711479"/>
                  </a:lnTo>
                  <a:lnTo>
                    <a:pt x="3680080" y="719584"/>
                  </a:lnTo>
                  <a:lnTo>
                    <a:pt x="3956205" y="726993"/>
                  </a:lnTo>
                  <a:lnTo>
                    <a:pt x="4239080" y="733684"/>
                  </a:lnTo>
                  <a:lnTo>
                    <a:pt x="4528350" y="739638"/>
                  </a:lnTo>
                  <a:lnTo>
                    <a:pt x="4823661" y="744834"/>
                  </a:lnTo>
                  <a:lnTo>
                    <a:pt x="5124658" y="749251"/>
                  </a:lnTo>
                  <a:lnTo>
                    <a:pt x="5430986" y="752871"/>
                  </a:lnTo>
                  <a:lnTo>
                    <a:pt x="5742292" y="755671"/>
                  </a:lnTo>
                  <a:lnTo>
                    <a:pt x="6058219" y="757633"/>
                  </a:lnTo>
                  <a:lnTo>
                    <a:pt x="6378415" y="758735"/>
                  </a:lnTo>
                  <a:lnTo>
                    <a:pt x="6702295" y="758957"/>
                  </a:lnTo>
                  <a:lnTo>
                    <a:pt x="7024490" y="758293"/>
                  </a:lnTo>
                  <a:lnTo>
                    <a:pt x="7342595" y="756758"/>
                  </a:lnTo>
                  <a:lnTo>
                    <a:pt x="7656256" y="754375"/>
                  </a:lnTo>
                  <a:lnTo>
                    <a:pt x="7965116" y="751162"/>
                  </a:lnTo>
                  <a:lnTo>
                    <a:pt x="8268823" y="747141"/>
                  </a:lnTo>
                  <a:lnTo>
                    <a:pt x="8567021" y="742332"/>
                  </a:lnTo>
                  <a:lnTo>
                    <a:pt x="8859355" y="736754"/>
                  </a:lnTo>
                  <a:lnTo>
                    <a:pt x="9145472" y="730429"/>
                  </a:lnTo>
                  <a:lnTo>
                    <a:pt x="9425016" y="723377"/>
                  </a:lnTo>
                  <a:lnTo>
                    <a:pt x="9697633" y="715617"/>
                  </a:lnTo>
                  <a:lnTo>
                    <a:pt x="9962969" y="707171"/>
                  </a:lnTo>
                  <a:lnTo>
                    <a:pt x="10220668" y="698059"/>
                  </a:lnTo>
                  <a:lnTo>
                    <a:pt x="10470376" y="688300"/>
                  </a:lnTo>
                  <a:lnTo>
                    <a:pt x="10711738" y="677916"/>
                  </a:lnTo>
                  <a:lnTo>
                    <a:pt x="10944401" y="666927"/>
                  </a:lnTo>
                  <a:lnTo>
                    <a:pt x="11168008" y="655352"/>
                  </a:lnTo>
                  <a:lnTo>
                    <a:pt x="11382207" y="643213"/>
                  </a:lnTo>
                  <a:lnTo>
                    <a:pt x="11536467" y="633750"/>
                  </a:lnTo>
                  <a:lnTo>
                    <a:pt x="11685086" y="623990"/>
                  </a:lnTo>
                  <a:lnTo>
                    <a:pt x="11827913" y="613940"/>
                  </a:lnTo>
                  <a:lnTo>
                    <a:pt x="11964800" y="603610"/>
                  </a:lnTo>
                  <a:lnTo>
                    <a:pt x="12095595" y="593008"/>
                  </a:lnTo>
                  <a:lnTo>
                    <a:pt x="12220151" y="582143"/>
                  </a:lnTo>
                  <a:lnTo>
                    <a:pt x="12338316" y="571023"/>
                  </a:lnTo>
                  <a:lnTo>
                    <a:pt x="12449943" y="559656"/>
                  </a:lnTo>
                  <a:lnTo>
                    <a:pt x="12520653" y="551946"/>
                  </a:lnTo>
                  <a:lnTo>
                    <a:pt x="12588347" y="544133"/>
                  </a:lnTo>
                  <a:lnTo>
                    <a:pt x="12652979" y="536219"/>
                  </a:lnTo>
                  <a:lnTo>
                    <a:pt x="12714505" y="528208"/>
                  </a:lnTo>
                  <a:lnTo>
                    <a:pt x="12772881" y="520101"/>
                  </a:lnTo>
                  <a:lnTo>
                    <a:pt x="12828062" y="511901"/>
                  </a:lnTo>
                  <a:lnTo>
                    <a:pt x="12880004" y="503610"/>
                  </a:lnTo>
                  <a:lnTo>
                    <a:pt x="12928664" y="495232"/>
                  </a:lnTo>
                  <a:lnTo>
                    <a:pt x="12973995" y="486768"/>
                  </a:lnTo>
                  <a:lnTo>
                    <a:pt x="13015955" y="478222"/>
                  </a:lnTo>
                  <a:lnTo>
                    <a:pt x="13054499" y="469596"/>
                  </a:lnTo>
                  <a:lnTo>
                    <a:pt x="13105813" y="456511"/>
                  </a:lnTo>
                  <a:lnTo>
                    <a:pt x="13149191" y="443260"/>
                  </a:lnTo>
                  <a:lnTo>
                    <a:pt x="13194425" y="425349"/>
                  </a:lnTo>
                  <a:lnTo>
                    <a:pt x="13230214" y="402597"/>
                  </a:lnTo>
                  <a:lnTo>
                    <a:pt x="13242298" y="379478"/>
                  </a:lnTo>
                  <a:lnTo>
                    <a:pt x="13241811" y="374827"/>
                  </a:lnTo>
                  <a:lnTo>
                    <a:pt x="13211541" y="342662"/>
                  </a:lnTo>
                  <a:lnTo>
                    <a:pt x="13173627" y="324618"/>
                  </a:lnTo>
                  <a:lnTo>
                    <a:pt x="13135622" y="311262"/>
                  </a:lnTo>
                  <a:lnTo>
                    <a:pt x="13089583" y="298065"/>
                  </a:lnTo>
                  <a:lnTo>
                    <a:pt x="13035657" y="285038"/>
                  </a:lnTo>
                  <a:lnTo>
                    <a:pt x="12995400" y="276451"/>
                  </a:lnTo>
                  <a:lnTo>
                    <a:pt x="12951748" y="267946"/>
                  </a:lnTo>
                  <a:lnTo>
                    <a:pt x="12904747" y="259525"/>
                  </a:lnTo>
                  <a:lnTo>
                    <a:pt x="12854441" y="251190"/>
                  </a:lnTo>
                  <a:lnTo>
                    <a:pt x="12800873" y="242945"/>
                  </a:lnTo>
                  <a:lnTo>
                    <a:pt x="12744089" y="234791"/>
                  </a:lnTo>
                  <a:lnTo>
                    <a:pt x="12684133" y="226731"/>
                  </a:lnTo>
                  <a:lnTo>
                    <a:pt x="12621048" y="218768"/>
                  </a:lnTo>
                  <a:lnTo>
                    <a:pt x="12554880" y="210904"/>
                  </a:lnTo>
                  <a:lnTo>
                    <a:pt x="12485672" y="203142"/>
                  </a:lnTo>
                  <a:lnTo>
                    <a:pt x="12376259" y="191696"/>
                  </a:lnTo>
                  <a:lnTo>
                    <a:pt x="12260257" y="180493"/>
                  </a:lnTo>
                  <a:lnTo>
                    <a:pt x="12137815" y="169542"/>
                  </a:lnTo>
                  <a:lnTo>
                    <a:pt x="12009082" y="158851"/>
                  </a:lnTo>
                  <a:lnTo>
                    <a:pt x="11874210" y="148429"/>
                  </a:lnTo>
                  <a:lnTo>
                    <a:pt x="11733346" y="138285"/>
                  </a:lnTo>
                  <a:lnTo>
                    <a:pt x="11586641" y="128427"/>
                  </a:lnTo>
                  <a:lnTo>
                    <a:pt x="11434244" y="118864"/>
                  </a:lnTo>
                  <a:lnTo>
                    <a:pt x="11276306" y="109605"/>
                  </a:lnTo>
                  <a:lnTo>
                    <a:pt x="11057358" y="97745"/>
                  </a:lnTo>
                  <a:lnTo>
                    <a:pt x="10829179" y="86461"/>
                  </a:lnTo>
                  <a:lnTo>
                    <a:pt x="10592122" y="75771"/>
                  </a:lnTo>
                  <a:lnTo>
                    <a:pt x="10346543" y="65698"/>
                  </a:lnTo>
                  <a:lnTo>
                    <a:pt x="10092795" y="56260"/>
                  </a:lnTo>
                  <a:lnTo>
                    <a:pt x="9831233" y="47478"/>
                  </a:lnTo>
                  <a:lnTo>
                    <a:pt x="9562213" y="39373"/>
                  </a:lnTo>
                  <a:lnTo>
                    <a:pt x="9286088" y="31964"/>
                  </a:lnTo>
                  <a:lnTo>
                    <a:pt x="9003213" y="25273"/>
                  </a:lnTo>
                  <a:lnTo>
                    <a:pt x="8713943" y="19319"/>
                  </a:lnTo>
                  <a:lnTo>
                    <a:pt x="8418633" y="14123"/>
                  </a:lnTo>
                  <a:lnTo>
                    <a:pt x="8117636" y="9705"/>
                  </a:lnTo>
                  <a:lnTo>
                    <a:pt x="7811308" y="6086"/>
                  </a:lnTo>
                  <a:lnTo>
                    <a:pt x="7500003" y="3285"/>
                  </a:lnTo>
                  <a:lnTo>
                    <a:pt x="7184076" y="1324"/>
                  </a:lnTo>
                  <a:lnTo>
                    <a:pt x="6863882" y="222"/>
                  </a:lnTo>
                  <a:lnTo>
                    <a:pt x="6540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282056" y="9350652"/>
              <a:ext cx="13242925" cy="759460"/>
            </a:xfrm>
            <a:custGeom>
              <a:avLst/>
              <a:gdLst/>
              <a:ahLst/>
              <a:cxnLst/>
              <a:rect l="l" t="t" r="r" b="b"/>
              <a:pathLst>
                <a:path w="13242925" h="759459">
                  <a:moveTo>
                    <a:pt x="13242298" y="379506"/>
                  </a:moveTo>
                  <a:lnTo>
                    <a:pt x="13218704" y="411772"/>
                  </a:lnTo>
                  <a:lnTo>
                    <a:pt x="13184483" y="429880"/>
                  </a:lnTo>
                  <a:lnTo>
                    <a:pt x="13135622" y="447723"/>
                  </a:lnTo>
                  <a:lnTo>
                    <a:pt x="13089583" y="460919"/>
                  </a:lnTo>
                  <a:lnTo>
                    <a:pt x="13035657" y="473947"/>
                  </a:lnTo>
                  <a:lnTo>
                    <a:pt x="12995400" y="482533"/>
                  </a:lnTo>
                  <a:lnTo>
                    <a:pt x="12951748" y="491039"/>
                  </a:lnTo>
                  <a:lnTo>
                    <a:pt x="12904747" y="499460"/>
                  </a:lnTo>
                  <a:lnTo>
                    <a:pt x="12854441" y="507794"/>
                  </a:lnTo>
                  <a:lnTo>
                    <a:pt x="12800873" y="516040"/>
                  </a:lnTo>
                  <a:lnTo>
                    <a:pt x="12744089" y="524194"/>
                  </a:lnTo>
                  <a:lnTo>
                    <a:pt x="12684133" y="532254"/>
                  </a:lnTo>
                  <a:lnTo>
                    <a:pt x="12621048" y="540217"/>
                  </a:lnTo>
                  <a:lnTo>
                    <a:pt x="12554880" y="548080"/>
                  </a:lnTo>
                  <a:lnTo>
                    <a:pt x="12485672" y="555842"/>
                  </a:lnTo>
                  <a:lnTo>
                    <a:pt x="12413470" y="563500"/>
                  </a:lnTo>
                  <a:lnTo>
                    <a:pt x="12338316" y="571051"/>
                  </a:lnTo>
                  <a:lnTo>
                    <a:pt x="12299647" y="574785"/>
                  </a:lnTo>
                  <a:lnTo>
                    <a:pt x="12260257" y="578492"/>
                  </a:lnTo>
                  <a:lnTo>
                    <a:pt x="12220151" y="582171"/>
                  </a:lnTo>
                  <a:lnTo>
                    <a:pt x="12179335" y="585821"/>
                  </a:lnTo>
                  <a:lnTo>
                    <a:pt x="12137815" y="589443"/>
                  </a:lnTo>
                  <a:lnTo>
                    <a:pt x="12095595" y="593036"/>
                  </a:lnTo>
                  <a:lnTo>
                    <a:pt x="12052683" y="596600"/>
                  </a:lnTo>
                  <a:lnTo>
                    <a:pt x="12009082" y="600134"/>
                  </a:lnTo>
                  <a:lnTo>
                    <a:pt x="11964800" y="603638"/>
                  </a:lnTo>
                  <a:lnTo>
                    <a:pt x="11919840" y="607112"/>
                  </a:lnTo>
                  <a:lnTo>
                    <a:pt x="11874210" y="610555"/>
                  </a:lnTo>
                  <a:lnTo>
                    <a:pt x="11827913" y="613968"/>
                  </a:lnTo>
                  <a:lnTo>
                    <a:pt x="11780957" y="617350"/>
                  </a:lnTo>
                  <a:lnTo>
                    <a:pt x="11733346" y="620699"/>
                  </a:lnTo>
                  <a:lnTo>
                    <a:pt x="11685086" y="624018"/>
                  </a:lnTo>
                  <a:lnTo>
                    <a:pt x="11636182" y="627304"/>
                  </a:lnTo>
                  <a:lnTo>
                    <a:pt x="11586641" y="630557"/>
                  </a:lnTo>
                  <a:lnTo>
                    <a:pt x="11536467" y="633778"/>
                  </a:lnTo>
                  <a:lnTo>
                    <a:pt x="11485666" y="636966"/>
                  </a:lnTo>
                  <a:lnTo>
                    <a:pt x="11434244" y="640120"/>
                  </a:lnTo>
                  <a:lnTo>
                    <a:pt x="11382207" y="643241"/>
                  </a:lnTo>
                  <a:lnTo>
                    <a:pt x="11329559" y="646328"/>
                  </a:lnTo>
                  <a:lnTo>
                    <a:pt x="11276306" y="649380"/>
                  </a:lnTo>
                  <a:lnTo>
                    <a:pt x="11222454" y="652398"/>
                  </a:lnTo>
                  <a:lnTo>
                    <a:pt x="11168008" y="655380"/>
                  </a:lnTo>
                  <a:lnTo>
                    <a:pt x="11112975" y="658328"/>
                  </a:lnTo>
                  <a:lnTo>
                    <a:pt x="11057358" y="661239"/>
                  </a:lnTo>
                  <a:lnTo>
                    <a:pt x="11001165" y="664115"/>
                  </a:lnTo>
                  <a:lnTo>
                    <a:pt x="10944401" y="666955"/>
                  </a:lnTo>
                  <a:lnTo>
                    <a:pt x="10887070" y="669758"/>
                  </a:lnTo>
                  <a:lnTo>
                    <a:pt x="10829179" y="672524"/>
                  </a:lnTo>
                  <a:lnTo>
                    <a:pt x="10770733" y="675253"/>
                  </a:lnTo>
                  <a:lnTo>
                    <a:pt x="10711738" y="677944"/>
                  </a:lnTo>
                  <a:lnTo>
                    <a:pt x="10652199" y="680598"/>
                  </a:lnTo>
                  <a:lnTo>
                    <a:pt x="10592122" y="683213"/>
                  </a:lnTo>
                  <a:lnTo>
                    <a:pt x="10531513" y="685790"/>
                  </a:lnTo>
                  <a:lnTo>
                    <a:pt x="10470376" y="688328"/>
                  </a:lnTo>
                  <a:lnTo>
                    <a:pt x="10408717" y="690827"/>
                  </a:lnTo>
                  <a:lnTo>
                    <a:pt x="10346543" y="693287"/>
                  </a:lnTo>
                  <a:lnTo>
                    <a:pt x="10283858" y="695707"/>
                  </a:lnTo>
                  <a:lnTo>
                    <a:pt x="10220668" y="698087"/>
                  </a:lnTo>
                  <a:lnTo>
                    <a:pt x="10156978" y="700426"/>
                  </a:lnTo>
                  <a:lnTo>
                    <a:pt x="10092795" y="702725"/>
                  </a:lnTo>
                  <a:lnTo>
                    <a:pt x="10028123" y="704983"/>
                  </a:lnTo>
                  <a:lnTo>
                    <a:pt x="9962969" y="707199"/>
                  </a:lnTo>
                  <a:lnTo>
                    <a:pt x="9897337" y="709374"/>
                  </a:lnTo>
                  <a:lnTo>
                    <a:pt x="9831233" y="711507"/>
                  </a:lnTo>
                  <a:lnTo>
                    <a:pt x="9764664" y="713597"/>
                  </a:lnTo>
                  <a:lnTo>
                    <a:pt x="9697633" y="715645"/>
                  </a:lnTo>
                  <a:lnTo>
                    <a:pt x="9630148" y="717650"/>
                  </a:lnTo>
                  <a:lnTo>
                    <a:pt x="9562213" y="719612"/>
                  </a:lnTo>
                  <a:lnTo>
                    <a:pt x="9493834" y="721530"/>
                  </a:lnTo>
                  <a:lnTo>
                    <a:pt x="9425016" y="723405"/>
                  </a:lnTo>
                  <a:lnTo>
                    <a:pt x="9355766" y="725235"/>
                  </a:lnTo>
                  <a:lnTo>
                    <a:pt x="9286088" y="727020"/>
                  </a:lnTo>
                  <a:lnTo>
                    <a:pt x="9215988" y="728761"/>
                  </a:lnTo>
                  <a:lnTo>
                    <a:pt x="9145472" y="730457"/>
                  </a:lnTo>
                  <a:lnTo>
                    <a:pt x="9074545" y="732107"/>
                  </a:lnTo>
                  <a:lnTo>
                    <a:pt x="9003213" y="733712"/>
                  </a:lnTo>
                  <a:lnTo>
                    <a:pt x="8931481" y="735270"/>
                  </a:lnTo>
                  <a:lnTo>
                    <a:pt x="8859355" y="736782"/>
                  </a:lnTo>
                  <a:lnTo>
                    <a:pt x="8786841" y="738247"/>
                  </a:lnTo>
                  <a:lnTo>
                    <a:pt x="8713943" y="739666"/>
                  </a:lnTo>
                  <a:lnTo>
                    <a:pt x="8640668" y="741036"/>
                  </a:lnTo>
                  <a:lnTo>
                    <a:pt x="8567021" y="742360"/>
                  </a:lnTo>
                  <a:lnTo>
                    <a:pt x="8493007" y="743635"/>
                  </a:lnTo>
                  <a:lnTo>
                    <a:pt x="8418633" y="744861"/>
                  </a:lnTo>
                  <a:lnTo>
                    <a:pt x="8343903" y="746040"/>
                  </a:lnTo>
                  <a:lnTo>
                    <a:pt x="8268823" y="747169"/>
                  </a:lnTo>
                  <a:lnTo>
                    <a:pt x="8193399" y="748249"/>
                  </a:lnTo>
                  <a:lnTo>
                    <a:pt x="8117636" y="749279"/>
                  </a:lnTo>
                  <a:lnTo>
                    <a:pt x="8041540" y="750260"/>
                  </a:lnTo>
                  <a:lnTo>
                    <a:pt x="7965116" y="751190"/>
                  </a:lnTo>
                  <a:lnTo>
                    <a:pt x="7888371" y="752070"/>
                  </a:lnTo>
                  <a:lnTo>
                    <a:pt x="7811308" y="752899"/>
                  </a:lnTo>
                  <a:lnTo>
                    <a:pt x="7733935" y="753676"/>
                  </a:lnTo>
                  <a:lnTo>
                    <a:pt x="7656256" y="754403"/>
                  </a:lnTo>
                  <a:lnTo>
                    <a:pt x="7578277" y="755077"/>
                  </a:lnTo>
                  <a:lnTo>
                    <a:pt x="7500003" y="755699"/>
                  </a:lnTo>
                  <a:lnTo>
                    <a:pt x="7421441" y="756269"/>
                  </a:lnTo>
                  <a:lnTo>
                    <a:pt x="7342595" y="756786"/>
                  </a:lnTo>
                  <a:lnTo>
                    <a:pt x="7263472" y="757250"/>
                  </a:lnTo>
                  <a:lnTo>
                    <a:pt x="7184076" y="757661"/>
                  </a:lnTo>
                  <a:lnTo>
                    <a:pt x="7104414" y="758018"/>
                  </a:lnTo>
                  <a:lnTo>
                    <a:pt x="7024490" y="758320"/>
                  </a:lnTo>
                  <a:lnTo>
                    <a:pt x="6944311" y="758569"/>
                  </a:lnTo>
                  <a:lnTo>
                    <a:pt x="6863882" y="758763"/>
                  </a:lnTo>
                  <a:lnTo>
                    <a:pt x="6783208" y="758902"/>
                  </a:lnTo>
                  <a:lnTo>
                    <a:pt x="6702295" y="758985"/>
                  </a:lnTo>
                  <a:lnTo>
                    <a:pt x="6621149" y="759013"/>
                  </a:lnTo>
                  <a:lnTo>
                    <a:pt x="6540002" y="758985"/>
                  </a:lnTo>
                  <a:lnTo>
                    <a:pt x="6459089" y="758902"/>
                  </a:lnTo>
                  <a:lnTo>
                    <a:pt x="6378415" y="758763"/>
                  </a:lnTo>
                  <a:lnTo>
                    <a:pt x="6297985" y="758569"/>
                  </a:lnTo>
                  <a:lnTo>
                    <a:pt x="6217806" y="758320"/>
                  </a:lnTo>
                  <a:lnTo>
                    <a:pt x="6137882" y="758018"/>
                  </a:lnTo>
                  <a:lnTo>
                    <a:pt x="6058219" y="757661"/>
                  </a:lnTo>
                  <a:lnTo>
                    <a:pt x="5978824" y="757250"/>
                  </a:lnTo>
                  <a:lnTo>
                    <a:pt x="5899700" y="756786"/>
                  </a:lnTo>
                  <a:lnTo>
                    <a:pt x="5820854" y="756269"/>
                  </a:lnTo>
                  <a:lnTo>
                    <a:pt x="5742292" y="755699"/>
                  </a:lnTo>
                  <a:lnTo>
                    <a:pt x="5664018" y="755077"/>
                  </a:lnTo>
                  <a:lnTo>
                    <a:pt x="5586039" y="754403"/>
                  </a:lnTo>
                  <a:lnTo>
                    <a:pt x="5508360" y="753676"/>
                  </a:lnTo>
                  <a:lnTo>
                    <a:pt x="5430986" y="752899"/>
                  </a:lnTo>
                  <a:lnTo>
                    <a:pt x="5353924" y="752070"/>
                  </a:lnTo>
                  <a:lnTo>
                    <a:pt x="5277178" y="751190"/>
                  </a:lnTo>
                  <a:lnTo>
                    <a:pt x="5200754" y="750260"/>
                  </a:lnTo>
                  <a:lnTo>
                    <a:pt x="5124658" y="749279"/>
                  </a:lnTo>
                  <a:lnTo>
                    <a:pt x="5048895" y="748249"/>
                  </a:lnTo>
                  <a:lnTo>
                    <a:pt x="4973471" y="747169"/>
                  </a:lnTo>
                  <a:lnTo>
                    <a:pt x="4898391" y="746040"/>
                  </a:lnTo>
                  <a:lnTo>
                    <a:pt x="4823661" y="744861"/>
                  </a:lnTo>
                  <a:lnTo>
                    <a:pt x="4749286" y="743635"/>
                  </a:lnTo>
                  <a:lnTo>
                    <a:pt x="4675273" y="742360"/>
                  </a:lnTo>
                  <a:lnTo>
                    <a:pt x="4601625" y="741036"/>
                  </a:lnTo>
                  <a:lnTo>
                    <a:pt x="4528350" y="739666"/>
                  </a:lnTo>
                  <a:lnTo>
                    <a:pt x="4455452" y="738247"/>
                  </a:lnTo>
                  <a:lnTo>
                    <a:pt x="4382938" y="736782"/>
                  </a:lnTo>
                  <a:lnTo>
                    <a:pt x="4310812" y="735270"/>
                  </a:lnTo>
                  <a:lnTo>
                    <a:pt x="4239080" y="733712"/>
                  </a:lnTo>
                  <a:lnTo>
                    <a:pt x="4167748" y="732107"/>
                  </a:lnTo>
                  <a:lnTo>
                    <a:pt x="4096821" y="730457"/>
                  </a:lnTo>
                  <a:lnTo>
                    <a:pt x="4026305" y="728761"/>
                  </a:lnTo>
                  <a:lnTo>
                    <a:pt x="3956205" y="727020"/>
                  </a:lnTo>
                  <a:lnTo>
                    <a:pt x="3886527" y="725235"/>
                  </a:lnTo>
                  <a:lnTo>
                    <a:pt x="3817277" y="723405"/>
                  </a:lnTo>
                  <a:lnTo>
                    <a:pt x="3748459" y="721530"/>
                  </a:lnTo>
                  <a:lnTo>
                    <a:pt x="3680080" y="719612"/>
                  </a:lnTo>
                  <a:lnTo>
                    <a:pt x="3612145" y="717650"/>
                  </a:lnTo>
                  <a:lnTo>
                    <a:pt x="3544659" y="715645"/>
                  </a:lnTo>
                  <a:lnTo>
                    <a:pt x="3477629" y="713597"/>
                  </a:lnTo>
                  <a:lnTo>
                    <a:pt x="3411059" y="711507"/>
                  </a:lnTo>
                  <a:lnTo>
                    <a:pt x="3344956" y="709374"/>
                  </a:lnTo>
                  <a:lnTo>
                    <a:pt x="3279324" y="707199"/>
                  </a:lnTo>
                  <a:lnTo>
                    <a:pt x="3214170" y="704983"/>
                  </a:lnTo>
                  <a:lnTo>
                    <a:pt x="3149498" y="702725"/>
                  </a:lnTo>
                  <a:lnTo>
                    <a:pt x="3085315" y="700426"/>
                  </a:lnTo>
                  <a:lnTo>
                    <a:pt x="3021625" y="698087"/>
                  </a:lnTo>
                  <a:lnTo>
                    <a:pt x="2958435" y="695707"/>
                  </a:lnTo>
                  <a:lnTo>
                    <a:pt x="2895750" y="693287"/>
                  </a:lnTo>
                  <a:lnTo>
                    <a:pt x="2833576" y="690827"/>
                  </a:lnTo>
                  <a:lnTo>
                    <a:pt x="2771917" y="688328"/>
                  </a:lnTo>
                  <a:lnTo>
                    <a:pt x="2710780" y="685790"/>
                  </a:lnTo>
                  <a:lnTo>
                    <a:pt x="2650171" y="683213"/>
                  </a:lnTo>
                  <a:lnTo>
                    <a:pt x="2590094" y="680598"/>
                  </a:lnTo>
                  <a:lnTo>
                    <a:pt x="2530555" y="677944"/>
                  </a:lnTo>
                  <a:lnTo>
                    <a:pt x="2471560" y="675253"/>
                  </a:lnTo>
                  <a:lnTo>
                    <a:pt x="2413114" y="672524"/>
                  </a:lnTo>
                  <a:lnTo>
                    <a:pt x="2355223" y="669758"/>
                  </a:lnTo>
                  <a:lnTo>
                    <a:pt x="2297892" y="666955"/>
                  </a:lnTo>
                  <a:lnTo>
                    <a:pt x="2241128" y="664115"/>
                  </a:lnTo>
                  <a:lnTo>
                    <a:pt x="2184935" y="661239"/>
                  </a:lnTo>
                  <a:lnTo>
                    <a:pt x="2129319" y="658328"/>
                  </a:lnTo>
                  <a:lnTo>
                    <a:pt x="2074285" y="655380"/>
                  </a:lnTo>
                  <a:lnTo>
                    <a:pt x="2019839" y="652398"/>
                  </a:lnTo>
                  <a:lnTo>
                    <a:pt x="1965988" y="649380"/>
                  </a:lnTo>
                  <a:lnTo>
                    <a:pt x="1912735" y="646328"/>
                  </a:lnTo>
                  <a:lnTo>
                    <a:pt x="1860087" y="643241"/>
                  </a:lnTo>
                  <a:lnTo>
                    <a:pt x="1808049" y="640120"/>
                  </a:lnTo>
                  <a:lnTo>
                    <a:pt x="1756627" y="636966"/>
                  </a:lnTo>
                  <a:lnTo>
                    <a:pt x="1705827" y="633778"/>
                  </a:lnTo>
                  <a:lnTo>
                    <a:pt x="1655653" y="630557"/>
                  </a:lnTo>
                  <a:lnTo>
                    <a:pt x="1606111" y="627304"/>
                  </a:lnTo>
                  <a:lnTo>
                    <a:pt x="1557208" y="624018"/>
                  </a:lnTo>
                  <a:lnTo>
                    <a:pt x="1508948" y="620699"/>
                  </a:lnTo>
                  <a:lnTo>
                    <a:pt x="1461337" y="617350"/>
                  </a:lnTo>
                  <a:lnTo>
                    <a:pt x="1414381" y="613968"/>
                  </a:lnTo>
                  <a:lnTo>
                    <a:pt x="1368085" y="610555"/>
                  </a:lnTo>
                  <a:lnTo>
                    <a:pt x="1322454" y="607112"/>
                  </a:lnTo>
                  <a:lnTo>
                    <a:pt x="1277495" y="603638"/>
                  </a:lnTo>
                  <a:lnTo>
                    <a:pt x="1233212" y="600134"/>
                  </a:lnTo>
                  <a:lnTo>
                    <a:pt x="1189612" y="596600"/>
                  </a:lnTo>
                  <a:lnTo>
                    <a:pt x="1146699" y="593036"/>
                  </a:lnTo>
                  <a:lnTo>
                    <a:pt x="1104480" y="589443"/>
                  </a:lnTo>
                  <a:lnTo>
                    <a:pt x="1062960" y="585821"/>
                  </a:lnTo>
                  <a:lnTo>
                    <a:pt x="1022144" y="582171"/>
                  </a:lnTo>
                  <a:lnTo>
                    <a:pt x="982038" y="578492"/>
                  </a:lnTo>
                  <a:lnTo>
                    <a:pt x="942648" y="574785"/>
                  </a:lnTo>
                  <a:lnTo>
                    <a:pt x="903979" y="571051"/>
                  </a:lnTo>
                  <a:lnTo>
                    <a:pt x="866036" y="567289"/>
                  </a:lnTo>
                  <a:lnTo>
                    <a:pt x="792353" y="559684"/>
                  </a:lnTo>
                  <a:lnTo>
                    <a:pt x="721642" y="551974"/>
                  </a:lnTo>
                  <a:lnTo>
                    <a:pt x="653949" y="544161"/>
                  </a:lnTo>
                  <a:lnTo>
                    <a:pt x="589317" y="536247"/>
                  </a:lnTo>
                  <a:lnTo>
                    <a:pt x="527791" y="528236"/>
                  </a:lnTo>
                  <a:lnTo>
                    <a:pt x="469415" y="520128"/>
                  </a:lnTo>
                  <a:lnTo>
                    <a:pt x="414234" y="511928"/>
                  </a:lnTo>
                  <a:lnTo>
                    <a:pt x="362292" y="503638"/>
                  </a:lnTo>
                  <a:lnTo>
                    <a:pt x="313633" y="495260"/>
                  </a:lnTo>
                  <a:lnTo>
                    <a:pt x="268301" y="486796"/>
                  </a:lnTo>
                  <a:lnTo>
                    <a:pt x="226341" y="478250"/>
                  </a:lnTo>
                  <a:lnTo>
                    <a:pt x="187798" y="469624"/>
                  </a:lnTo>
                  <a:lnTo>
                    <a:pt x="136484" y="456539"/>
                  </a:lnTo>
                  <a:lnTo>
                    <a:pt x="93107" y="443288"/>
                  </a:lnTo>
                  <a:lnTo>
                    <a:pt x="47872" y="425377"/>
                  </a:lnTo>
                  <a:lnTo>
                    <a:pt x="12083" y="402625"/>
                  </a:lnTo>
                  <a:lnTo>
                    <a:pt x="0" y="379506"/>
                  </a:lnTo>
                  <a:lnTo>
                    <a:pt x="487" y="374855"/>
                  </a:lnTo>
                  <a:lnTo>
                    <a:pt x="30756" y="342690"/>
                  </a:lnTo>
                  <a:lnTo>
                    <a:pt x="68671" y="324646"/>
                  </a:lnTo>
                  <a:lnTo>
                    <a:pt x="106675" y="311289"/>
                  </a:lnTo>
                  <a:lnTo>
                    <a:pt x="152714" y="298093"/>
                  </a:lnTo>
                  <a:lnTo>
                    <a:pt x="206640" y="285066"/>
                  </a:lnTo>
                  <a:lnTo>
                    <a:pt x="246897" y="276479"/>
                  </a:lnTo>
                  <a:lnTo>
                    <a:pt x="290548" y="267974"/>
                  </a:lnTo>
                  <a:lnTo>
                    <a:pt x="337549" y="259553"/>
                  </a:lnTo>
                  <a:lnTo>
                    <a:pt x="387856" y="251218"/>
                  </a:lnTo>
                  <a:lnTo>
                    <a:pt x="441423" y="242973"/>
                  </a:lnTo>
                  <a:lnTo>
                    <a:pt x="498207" y="234819"/>
                  </a:lnTo>
                  <a:lnTo>
                    <a:pt x="558163" y="226759"/>
                  </a:lnTo>
                  <a:lnTo>
                    <a:pt x="621247" y="218796"/>
                  </a:lnTo>
                  <a:lnTo>
                    <a:pt x="687415" y="210932"/>
                  </a:lnTo>
                  <a:lnTo>
                    <a:pt x="756623" y="203170"/>
                  </a:lnTo>
                  <a:lnTo>
                    <a:pt x="828825" y="195513"/>
                  </a:lnTo>
                  <a:lnTo>
                    <a:pt x="903979" y="187962"/>
                  </a:lnTo>
                  <a:lnTo>
                    <a:pt x="942648" y="184227"/>
                  </a:lnTo>
                  <a:lnTo>
                    <a:pt x="982038" y="180521"/>
                  </a:lnTo>
                  <a:lnTo>
                    <a:pt x="1022144" y="176842"/>
                  </a:lnTo>
                  <a:lnTo>
                    <a:pt x="1062960" y="173191"/>
                  </a:lnTo>
                  <a:lnTo>
                    <a:pt x="1104480" y="169569"/>
                  </a:lnTo>
                  <a:lnTo>
                    <a:pt x="1146699" y="165977"/>
                  </a:lnTo>
                  <a:lnTo>
                    <a:pt x="1189612" y="162413"/>
                  </a:lnTo>
                  <a:lnTo>
                    <a:pt x="1233212" y="158879"/>
                  </a:lnTo>
                  <a:lnTo>
                    <a:pt x="1277495" y="155375"/>
                  </a:lnTo>
                  <a:lnTo>
                    <a:pt x="1322454" y="151901"/>
                  </a:lnTo>
                  <a:lnTo>
                    <a:pt x="1368085" y="148457"/>
                  </a:lnTo>
                  <a:lnTo>
                    <a:pt x="1414381" y="145044"/>
                  </a:lnTo>
                  <a:lnTo>
                    <a:pt x="1461337" y="141663"/>
                  </a:lnTo>
                  <a:lnTo>
                    <a:pt x="1508948" y="138313"/>
                  </a:lnTo>
                  <a:lnTo>
                    <a:pt x="1557208" y="134995"/>
                  </a:lnTo>
                  <a:lnTo>
                    <a:pt x="1606111" y="131709"/>
                  </a:lnTo>
                  <a:lnTo>
                    <a:pt x="1655653" y="128455"/>
                  </a:lnTo>
                  <a:lnTo>
                    <a:pt x="1705827" y="125234"/>
                  </a:lnTo>
                  <a:lnTo>
                    <a:pt x="1756627" y="122047"/>
                  </a:lnTo>
                  <a:lnTo>
                    <a:pt x="1808049" y="118892"/>
                  </a:lnTo>
                  <a:lnTo>
                    <a:pt x="1860087" y="115772"/>
                  </a:lnTo>
                  <a:lnTo>
                    <a:pt x="1912735" y="112685"/>
                  </a:lnTo>
                  <a:lnTo>
                    <a:pt x="1965988" y="109633"/>
                  </a:lnTo>
                  <a:lnTo>
                    <a:pt x="2019839" y="106615"/>
                  </a:lnTo>
                  <a:lnTo>
                    <a:pt x="2074285" y="103632"/>
                  </a:lnTo>
                  <a:lnTo>
                    <a:pt x="2129319" y="100685"/>
                  </a:lnTo>
                  <a:lnTo>
                    <a:pt x="2184935" y="97773"/>
                  </a:lnTo>
                  <a:lnTo>
                    <a:pt x="2241128" y="94897"/>
                  </a:lnTo>
                  <a:lnTo>
                    <a:pt x="2297892" y="92058"/>
                  </a:lnTo>
                  <a:lnTo>
                    <a:pt x="2355223" y="89255"/>
                  </a:lnTo>
                  <a:lnTo>
                    <a:pt x="2413114" y="86489"/>
                  </a:lnTo>
                  <a:lnTo>
                    <a:pt x="2471560" y="83760"/>
                  </a:lnTo>
                  <a:lnTo>
                    <a:pt x="2530555" y="81068"/>
                  </a:lnTo>
                  <a:lnTo>
                    <a:pt x="2590094" y="78415"/>
                  </a:lnTo>
                  <a:lnTo>
                    <a:pt x="2650171" y="75799"/>
                  </a:lnTo>
                  <a:lnTo>
                    <a:pt x="2710780" y="73222"/>
                  </a:lnTo>
                  <a:lnTo>
                    <a:pt x="2771917" y="70684"/>
                  </a:lnTo>
                  <a:lnTo>
                    <a:pt x="2833576" y="68185"/>
                  </a:lnTo>
                  <a:lnTo>
                    <a:pt x="2895750" y="65725"/>
                  </a:lnTo>
                  <a:lnTo>
                    <a:pt x="2958435" y="63306"/>
                  </a:lnTo>
                  <a:lnTo>
                    <a:pt x="3021625" y="60926"/>
                  </a:lnTo>
                  <a:lnTo>
                    <a:pt x="3085315" y="58586"/>
                  </a:lnTo>
                  <a:lnTo>
                    <a:pt x="3149498" y="56287"/>
                  </a:lnTo>
                  <a:lnTo>
                    <a:pt x="3214170" y="54030"/>
                  </a:lnTo>
                  <a:lnTo>
                    <a:pt x="3279324" y="51813"/>
                  </a:lnTo>
                  <a:lnTo>
                    <a:pt x="3344956" y="49639"/>
                  </a:lnTo>
                  <a:lnTo>
                    <a:pt x="3411059" y="47506"/>
                  </a:lnTo>
                  <a:lnTo>
                    <a:pt x="3477629" y="45415"/>
                  </a:lnTo>
                  <a:lnTo>
                    <a:pt x="3544659" y="43367"/>
                  </a:lnTo>
                  <a:lnTo>
                    <a:pt x="3612145" y="41362"/>
                  </a:lnTo>
                  <a:lnTo>
                    <a:pt x="3680080" y="39400"/>
                  </a:lnTo>
                  <a:lnTo>
                    <a:pt x="3748459" y="37482"/>
                  </a:lnTo>
                  <a:lnTo>
                    <a:pt x="3817277" y="35608"/>
                  </a:lnTo>
                  <a:lnTo>
                    <a:pt x="3886527" y="33778"/>
                  </a:lnTo>
                  <a:lnTo>
                    <a:pt x="3956205" y="31992"/>
                  </a:lnTo>
                  <a:lnTo>
                    <a:pt x="4026305" y="30251"/>
                  </a:lnTo>
                  <a:lnTo>
                    <a:pt x="4096821" y="28556"/>
                  </a:lnTo>
                  <a:lnTo>
                    <a:pt x="4167748" y="26905"/>
                  </a:lnTo>
                  <a:lnTo>
                    <a:pt x="4239080" y="25301"/>
                  </a:lnTo>
                  <a:lnTo>
                    <a:pt x="4310812" y="23742"/>
                  </a:lnTo>
                  <a:lnTo>
                    <a:pt x="4382938" y="22230"/>
                  </a:lnTo>
                  <a:lnTo>
                    <a:pt x="4455452" y="20765"/>
                  </a:lnTo>
                  <a:lnTo>
                    <a:pt x="4528350" y="19347"/>
                  </a:lnTo>
                  <a:lnTo>
                    <a:pt x="4601625" y="17976"/>
                  </a:lnTo>
                  <a:lnTo>
                    <a:pt x="4675273" y="16653"/>
                  </a:lnTo>
                  <a:lnTo>
                    <a:pt x="4749286" y="15378"/>
                  </a:lnTo>
                  <a:lnTo>
                    <a:pt x="4823661" y="14151"/>
                  </a:lnTo>
                  <a:lnTo>
                    <a:pt x="4898391" y="12973"/>
                  </a:lnTo>
                  <a:lnTo>
                    <a:pt x="4973471" y="11844"/>
                  </a:lnTo>
                  <a:lnTo>
                    <a:pt x="5048895" y="10764"/>
                  </a:lnTo>
                  <a:lnTo>
                    <a:pt x="5124658" y="9733"/>
                  </a:lnTo>
                  <a:lnTo>
                    <a:pt x="5200754" y="8753"/>
                  </a:lnTo>
                  <a:lnTo>
                    <a:pt x="5277178" y="7822"/>
                  </a:lnTo>
                  <a:lnTo>
                    <a:pt x="5353924" y="6943"/>
                  </a:lnTo>
                  <a:lnTo>
                    <a:pt x="5430986" y="6114"/>
                  </a:lnTo>
                  <a:lnTo>
                    <a:pt x="5508360" y="5336"/>
                  </a:lnTo>
                  <a:lnTo>
                    <a:pt x="5586039" y="4610"/>
                  </a:lnTo>
                  <a:lnTo>
                    <a:pt x="5664018" y="3936"/>
                  </a:lnTo>
                  <a:lnTo>
                    <a:pt x="5742292" y="3313"/>
                  </a:lnTo>
                  <a:lnTo>
                    <a:pt x="5820854" y="2743"/>
                  </a:lnTo>
                  <a:lnTo>
                    <a:pt x="5899700" y="2226"/>
                  </a:lnTo>
                  <a:lnTo>
                    <a:pt x="5978824" y="1762"/>
                  </a:lnTo>
                  <a:lnTo>
                    <a:pt x="6058219" y="1352"/>
                  </a:lnTo>
                  <a:lnTo>
                    <a:pt x="6137882" y="995"/>
                  </a:lnTo>
                  <a:lnTo>
                    <a:pt x="6217806" y="692"/>
                  </a:lnTo>
                  <a:lnTo>
                    <a:pt x="6297985" y="444"/>
                  </a:lnTo>
                  <a:lnTo>
                    <a:pt x="6378415" y="250"/>
                  </a:lnTo>
                  <a:lnTo>
                    <a:pt x="6459089" y="111"/>
                  </a:lnTo>
                  <a:lnTo>
                    <a:pt x="6540002" y="27"/>
                  </a:lnTo>
                  <a:lnTo>
                    <a:pt x="6621149" y="0"/>
                  </a:lnTo>
                  <a:lnTo>
                    <a:pt x="6702295" y="27"/>
                  </a:lnTo>
                  <a:lnTo>
                    <a:pt x="6783208" y="111"/>
                  </a:lnTo>
                  <a:lnTo>
                    <a:pt x="6863882" y="250"/>
                  </a:lnTo>
                  <a:lnTo>
                    <a:pt x="6944311" y="444"/>
                  </a:lnTo>
                  <a:lnTo>
                    <a:pt x="7024490" y="692"/>
                  </a:lnTo>
                  <a:lnTo>
                    <a:pt x="7104414" y="995"/>
                  </a:lnTo>
                  <a:lnTo>
                    <a:pt x="7184076" y="1352"/>
                  </a:lnTo>
                  <a:lnTo>
                    <a:pt x="7263472" y="1762"/>
                  </a:lnTo>
                  <a:lnTo>
                    <a:pt x="7342595" y="2226"/>
                  </a:lnTo>
                  <a:lnTo>
                    <a:pt x="7421441" y="2743"/>
                  </a:lnTo>
                  <a:lnTo>
                    <a:pt x="7500003" y="3313"/>
                  </a:lnTo>
                  <a:lnTo>
                    <a:pt x="7578277" y="3936"/>
                  </a:lnTo>
                  <a:lnTo>
                    <a:pt x="7656256" y="4610"/>
                  </a:lnTo>
                  <a:lnTo>
                    <a:pt x="7733935" y="5336"/>
                  </a:lnTo>
                  <a:lnTo>
                    <a:pt x="7811308" y="6114"/>
                  </a:lnTo>
                  <a:lnTo>
                    <a:pt x="7888371" y="6943"/>
                  </a:lnTo>
                  <a:lnTo>
                    <a:pt x="7965116" y="7822"/>
                  </a:lnTo>
                  <a:lnTo>
                    <a:pt x="8041540" y="8753"/>
                  </a:lnTo>
                  <a:lnTo>
                    <a:pt x="8117636" y="9733"/>
                  </a:lnTo>
                  <a:lnTo>
                    <a:pt x="8193399" y="10764"/>
                  </a:lnTo>
                  <a:lnTo>
                    <a:pt x="8268823" y="11844"/>
                  </a:lnTo>
                  <a:lnTo>
                    <a:pt x="8343903" y="12973"/>
                  </a:lnTo>
                  <a:lnTo>
                    <a:pt x="8418633" y="14151"/>
                  </a:lnTo>
                  <a:lnTo>
                    <a:pt x="8493007" y="15378"/>
                  </a:lnTo>
                  <a:lnTo>
                    <a:pt x="8567021" y="16653"/>
                  </a:lnTo>
                  <a:lnTo>
                    <a:pt x="8640668" y="17976"/>
                  </a:lnTo>
                  <a:lnTo>
                    <a:pt x="8713943" y="19347"/>
                  </a:lnTo>
                  <a:lnTo>
                    <a:pt x="8786841" y="20765"/>
                  </a:lnTo>
                  <a:lnTo>
                    <a:pt x="8859355" y="22230"/>
                  </a:lnTo>
                  <a:lnTo>
                    <a:pt x="8931481" y="23742"/>
                  </a:lnTo>
                  <a:lnTo>
                    <a:pt x="9003213" y="25301"/>
                  </a:lnTo>
                  <a:lnTo>
                    <a:pt x="9074545" y="26905"/>
                  </a:lnTo>
                  <a:lnTo>
                    <a:pt x="9145472" y="28556"/>
                  </a:lnTo>
                  <a:lnTo>
                    <a:pt x="9215988" y="30251"/>
                  </a:lnTo>
                  <a:lnTo>
                    <a:pt x="9286088" y="31992"/>
                  </a:lnTo>
                  <a:lnTo>
                    <a:pt x="9355766" y="33778"/>
                  </a:lnTo>
                  <a:lnTo>
                    <a:pt x="9425016" y="35608"/>
                  </a:lnTo>
                  <a:lnTo>
                    <a:pt x="9493834" y="37482"/>
                  </a:lnTo>
                  <a:lnTo>
                    <a:pt x="9562213" y="39400"/>
                  </a:lnTo>
                  <a:lnTo>
                    <a:pt x="9630148" y="41362"/>
                  </a:lnTo>
                  <a:lnTo>
                    <a:pt x="9697633" y="43367"/>
                  </a:lnTo>
                  <a:lnTo>
                    <a:pt x="9764664" y="45415"/>
                  </a:lnTo>
                  <a:lnTo>
                    <a:pt x="9831233" y="47506"/>
                  </a:lnTo>
                  <a:lnTo>
                    <a:pt x="9897337" y="49639"/>
                  </a:lnTo>
                  <a:lnTo>
                    <a:pt x="9962969" y="51813"/>
                  </a:lnTo>
                  <a:lnTo>
                    <a:pt x="10028123" y="54030"/>
                  </a:lnTo>
                  <a:lnTo>
                    <a:pt x="10092795" y="56287"/>
                  </a:lnTo>
                  <a:lnTo>
                    <a:pt x="10156978" y="58586"/>
                  </a:lnTo>
                  <a:lnTo>
                    <a:pt x="10220668" y="60926"/>
                  </a:lnTo>
                  <a:lnTo>
                    <a:pt x="10283858" y="63306"/>
                  </a:lnTo>
                  <a:lnTo>
                    <a:pt x="10346543" y="65725"/>
                  </a:lnTo>
                  <a:lnTo>
                    <a:pt x="10408717" y="68185"/>
                  </a:lnTo>
                  <a:lnTo>
                    <a:pt x="10470376" y="70684"/>
                  </a:lnTo>
                  <a:lnTo>
                    <a:pt x="10531513" y="73222"/>
                  </a:lnTo>
                  <a:lnTo>
                    <a:pt x="10592122" y="75799"/>
                  </a:lnTo>
                  <a:lnTo>
                    <a:pt x="10652199" y="78415"/>
                  </a:lnTo>
                  <a:lnTo>
                    <a:pt x="10711738" y="81068"/>
                  </a:lnTo>
                  <a:lnTo>
                    <a:pt x="10770733" y="83760"/>
                  </a:lnTo>
                  <a:lnTo>
                    <a:pt x="10829179" y="86489"/>
                  </a:lnTo>
                  <a:lnTo>
                    <a:pt x="10887070" y="89255"/>
                  </a:lnTo>
                  <a:lnTo>
                    <a:pt x="10944401" y="92058"/>
                  </a:lnTo>
                  <a:lnTo>
                    <a:pt x="11001165" y="94897"/>
                  </a:lnTo>
                  <a:lnTo>
                    <a:pt x="11057358" y="97773"/>
                  </a:lnTo>
                  <a:lnTo>
                    <a:pt x="11112975" y="100685"/>
                  </a:lnTo>
                  <a:lnTo>
                    <a:pt x="11168008" y="103632"/>
                  </a:lnTo>
                  <a:lnTo>
                    <a:pt x="11222454" y="106615"/>
                  </a:lnTo>
                  <a:lnTo>
                    <a:pt x="11276306" y="109633"/>
                  </a:lnTo>
                  <a:lnTo>
                    <a:pt x="11329559" y="112685"/>
                  </a:lnTo>
                  <a:lnTo>
                    <a:pt x="11382207" y="115772"/>
                  </a:lnTo>
                  <a:lnTo>
                    <a:pt x="11434244" y="118892"/>
                  </a:lnTo>
                  <a:lnTo>
                    <a:pt x="11485666" y="122047"/>
                  </a:lnTo>
                  <a:lnTo>
                    <a:pt x="11536467" y="125234"/>
                  </a:lnTo>
                  <a:lnTo>
                    <a:pt x="11586641" y="128455"/>
                  </a:lnTo>
                  <a:lnTo>
                    <a:pt x="11636182" y="131709"/>
                  </a:lnTo>
                  <a:lnTo>
                    <a:pt x="11685086" y="134995"/>
                  </a:lnTo>
                  <a:lnTo>
                    <a:pt x="11733346" y="138313"/>
                  </a:lnTo>
                  <a:lnTo>
                    <a:pt x="11780957" y="141663"/>
                  </a:lnTo>
                  <a:lnTo>
                    <a:pt x="11827913" y="145044"/>
                  </a:lnTo>
                  <a:lnTo>
                    <a:pt x="11874210" y="148457"/>
                  </a:lnTo>
                  <a:lnTo>
                    <a:pt x="11919840" y="151901"/>
                  </a:lnTo>
                  <a:lnTo>
                    <a:pt x="11964800" y="155375"/>
                  </a:lnTo>
                  <a:lnTo>
                    <a:pt x="12009082" y="158879"/>
                  </a:lnTo>
                  <a:lnTo>
                    <a:pt x="12052683" y="162413"/>
                  </a:lnTo>
                  <a:lnTo>
                    <a:pt x="12095595" y="165977"/>
                  </a:lnTo>
                  <a:lnTo>
                    <a:pt x="12137815" y="169569"/>
                  </a:lnTo>
                  <a:lnTo>
                    <a:pt x="12179335" y="173191"/>
                  </a:lnTo>
                  <a:lnTo>
                    <a:pt x="12220151" y="176842"/>
                  </a:lnTo>
                  <a:lnTo>
                    <a:pt x="12260257" y="180521"/>
                  </a:lnTo>
                  <a:lnTo>
                    <a:pt x="12299647" y="184227"/>
                  </a:lnTo>
                  <a:lnTo>
                    <a:pt x="12338316" y="187962"/>
                  </a:lnTo>
                  <a:lnTo>
                    <a:pt x="12376259" y="191724"/>
                  </a:lnTo>
                  <a:lnTo>
                    <a:pt x="12449943" y="199328"/>
                  </a:lnTo>
                  <a:lnTo>
                    <a:pt x="12520653" y="207038"/>
                  </a:lnTo>
                  <a:lnTo>
                    <a:pt x="12588347" y="214852"/>
                  </a:lnTo>
                  <a:lnTo>
                    <a:pt x="12652979" y="222765"/>
                  </a:lnTo>
                  <a:lnTo>
                    <a:pt x="12714505" y="230777"/>
                  </a:lnTo>
                  <a:lnTo>
                    <a:pt x="12772881" y="238884"/>
                  </a:lnTo>
                  <a:lnTo>
                    <a:pt x="12828062" y="247084"/>
                  </a:lnTo>
                  <a:lnTo>
                    <a:pt x="12880004" y="255375"/>
                  </a:lnTo>
                  <a:lnTo>
                    <a:pt x="12928664" y="263753"/>
                  </a:lnTo>
                  <a:lnTo>
                    <a:pt x="12973995" y="272216"/>
                  </a:lnTo>
                  <a:lnTo>
                    <a:pt x="13015955" y="280763"/>
                  </a:lnTo>
                  <a:lnTo>
                    <a:pt x="13054499" y="289389"/>
                  </a:lnTo>
                  <a:lnTo>
                    <a:pt x="13105813" y="302474"/>
                  </a:lnTo>
                  <a:lnTo>
                    <a:pt x="13149191" y="315724"/>
                  </a:lnTo>
                  <a:lnTo>
                    <a:pt x="13194425" y="333636"/>
                  </a:lnTo>
                  <a:lnTo>
                    <a:pt x="13230214" y="356388"/>
                  </a:lnTo>
                  <a:lnTo>
                    <a:pt x="13242298" y="379506"/>
                  </a:lnTo>
                  <a:close/>
                </a:path>
              </a:pathLst>
            </a:custGeom>
            <a:ln w="10470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851144" y="1877411"/>
              <a:ext cx="6503670" cy="235585"/>
            </a:xfrm>
            <a:custGeom>
              <a:avLst/>
              <a:gdLst/>
              <a:ahLst/>
              <a:cxnLst/>
              <a:rect l="l" t="t" r="r" b="b"/>
              <a:pathLst>
                <a:path w="6503669" h="235585">
                  <a:moveTo>
                    <a:pt x="6385690" y="0"/>
                  </a:moveTo>
                  <a:lnTo>
                    <a:pt x="6354074" y="4308"/>
                  </a:lnTo>
                  <a:lnTo>
                    <a:pt x="6325735" y="16453"/>
                  </a:lnTo>
                  <a:lnTo>
                    <a:pt x="6301820" y="35264"/>
                  </a:lnTo>
                  <a:lnTo>
                    <a:pt x="6283473" y="59568"/>
                  </a:lnTo>
                  <a:lnTo>
                    <a:pt x="219825" y="59568"/>
                  </a:lnTo>
                  <a:lnTo>
                    <a:pt x="201483" y="35264"/>
                  </a:lnTo>
                  <a:lnTo>
                    <a:pt x="177567" y="16453"/>
                  </a:lnTo>
                  <a:lnTo>
                    <a:pt x="149226" y="4308"/>
                  </a:lnTo>
                  <a:lnTo>
                    <a:pt x="117608" y="0"/>
                  </a:lnTo>
                  <a:lnTo>
                    <a:pt x="71831" y="9242"/>
                  </a:lnTo>
                  <a:lnTo>
                    <a:pt x="34447" y="34447"/>
                  </a:lnTo>
                  <a:lnTo>
                    <a:pt x="9242" y="71831"/>
                  </a:lnTo>
                  <a:lnTo>
                    <a:pt x="0" y="117608"/>
                  </a:lnTo>
                  <a:lnTo>
                    <a:pt x="9242" y="163392"/>
                  </a:lnTo>
                  <a:lnTo>
                    <a:pt x="34447" y="200779"/>
                  </a:lnTo>
                  <a:lnTo>
                    <a:pt x="71831" y="225985"/>
                  </a:lnTo>
                  <a:lnTo>
                    <a:pt x="117608" y="235228"/>
                  </a:lnTo>
                  <a:lnTo>
                    <a:pt x="149226" y="230919"/>
                  </a:lnTo>
                  <a:lnTo>
                    <a:pt x="177567" y="218774"/>
                  </a:lnTo>
                  <a:lnTo>
                    <a:pt x="201483" y="199964"/>
                  </a:lnTo>
                  <a:lnTo>
                    <a:pt x="219825" y="175659"/>
                  </a:lnTo>
                  <a:lnTo>
                    <a:pt x="6283473" y="175659"/>
                  </a:lnTo>
                  <a:lnTo>
                    <a:pt x="6301820" y="199964"/>
                  </a:lnTo>
                  <a:lnTo>
                    <a:pt x="6325735" y="218774"/>
                  </a:lnTo>
                  <a:lnTo>
                    <a:pt x="6354074" y="230919"/>
                  </a:lnTo>
                  <a:lnTo>
                    <a:pt x="6385690" y="235228"/>
                  </a:lnTo>
                  <a:lnTo>
                    <a:pt x="6431467" y="225985"/>
                  </a:lnTo>
                  <a:lnTo>
                    <a:pt x="6468851" y="200779"/>
                  </a:lnTo>
                  <a:lnTo>
                    <a:pt x="6494056" y="163392"/>
                  </a:lnTo>
                  <a:lnTo>
                    <a:pt x="6503299" y="117608"/>
                  </a:lnTo>
                  <a:lnTo>
                    <a:pt x="6494056" y="71831"/>
                  </a:lnTo>
                  <a:lnTo>
                    <a:pt x="6468851" y="34447"/>
                  </a:lnTo>
                  <a:lnTo>
                    <a:pt x="6431467" y="9242"/>
                  </a:lnTo>
                  <a:lnTo>
                    <a:pt x="6385690" y="0"/>
                  </a:lnTo>
                  <a:close/>
                </a:path>
              </a:pathLst>
            </a:custGeom>
            <a:solidFill>
              <a:srgbClr val="CCCC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851144" y="1877411"/>
              <a:ext cx="6503670" cy="235585"/>
            </a:xfrm>
            <a:custGeom>
              <a:avLst/>
              <a:gdLst/>
              <a:ahLst/>
              <a:cxnLst/>
              <a:rect l="l" t="t" r="r" b="b"/>
              <a:pathLst>
                <a:path w="6503669" h="235585">
                  <a:moveTo>
                    <a:pt x="6385690" y="0"/>
                  </a:moveTo>
                  <a:lnTo>
                    <a:pt x="6354074" y="4308"/>
                  </a:lnTo>
                  <a:lnTo>
                    <a:pt x="6325735" y="16453"/>
                  </a:lnTo>
                  <a:lnTo>
                    <a:pt x="6301820" y="35264"/>
                  </a:lnTo>
                  <a:lnTo>
                    <a:pt x="6283473" y="59568"/>
                  </a:lnTo>
                  <a:lnTo>
                    <a:pt x="219825" y="59568"/>
                  </a:lnTo>
                  <a:lnTo>
                    <a:pt x="201483" y="35264"/>
                  </a:lnTo>
                  <a:lnTo>
                    <a:pt x="177567" y="16453"/>
                  </a:lnTo>
                  <a:lnTo>
                    <a:pt x="149226" y="4308"/>
                  </a:lnTo>
                  <a:lnTo>
                    <a:pt x="117608" y="0"/>
                  </a:lnTo>
                  <a:lnTo>
                    <a:pt x="71831" y="9242"/>
                  </a:lnTo>
                  <a:lnTo>
                    <a:pt x="34447" y="34447"/>
                  </a:lnTo>
                  <a:lnTo>
                    <a:pt x="9242" y="71831"/>
                  </a:lnTo>
                  <a:lnTo>
                    <a:pt x="0" y="117608"/>
                  </a:lnTo>
                  <a:lnTo>
                    <a:pt x="9242" y="163392"/>
                  </a:lnTo>
                  <a:lnTo>
                    <a:pt x="34447" y="200779"/>
                  </a:lnTo>
                  <a:lnTo>
                    <a:pt x="71831" y="225985"/>
                  </a:lnTo>
                  <a:lnTo>
                    <a:pt x="117608" y="235228"/>
                  </a:lnTo>
                  <a:lnTo>
                    <a:pt x="149226" y="230919"/>
                  </a:lnTo>
                  <a:lnTo>
                    <a:pt x="177567" y="218774"/>
                  </a:lnTo>
                  <a:lnTo>
                    <a:pt x="201483" y="199964"/>
                  </a:lnTo>
                  <a:lnTo>
                    <a:pt x="219825" y="175659"/>
                  </a:lnTo>
                  <a:lnTo>
                    <a:pt x="6283473" y="175659"/>
                  </a:lnTo>
                  <a:lnTo>
                    <a:pt x="6301820" y="199964"/>
                  </a:lnTo>
                  <a:lnTo>
                    <a:pt x="6325735" y="218774"/>
                  </a:lnTo>
                  <a:lnTo>
                    <a:pt x="6354074" y="230919"/>
                  </a:lnTo>
                  <a:lnTo>
                    <a:pt x="6385690" y="235228"/>
                  </a:lnTo>
                  <a:lnTo>
                    <a:pt x="6431467" y="225985"/>
                  </a:lnTo>
                  <a:lnTo>
                    <a:pt x="6468851" y="200779"/>
                  </a:lnTo>
                  <a:lnTo>
                    <a:pt x="6494056" y="163392"/>
                  </a:lnTo>
                  <a:lnTo>
                    <a:pt x="6503299" y="117608"/>
                  </a:lnTo>
                  <a:lnTo>
                    <a:pt x="6494056" y="71831"/>
                  </a:lnTo>
                  <a:lnTo>
                    <a:pt x="6468851" y="34447"/>
                  </a:lnTo>
                  <a:lnTo>
                    <a:pt x="6431467" y="9242"/>
                  </a:lnTo>
                  <a:lnTo>
                    <a:pt x="6385690" y="0"/>
                  </a:lnTo>
                  <a:close/>
                </a:path>
              </a:pathLst>
            </a:custGeom>
            <a:ln w="10470">
              <a:solidFill>
                <a:srgbClr val="046A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70884" y="7334087"/>
              <a:ext cx="967740" cy="629285"/>
            </a:xfrm>
            <a:custGeom>
              <a:avLst/>
              <a:gdLst/>
              <a:ahLst/>
              <a:cxnLst/>
              <a:rect l="l" t="t" r="r" b="b"/>
              <a:pathLst>
                <a:path w="967740" h="629284">
                  <a:moveTo>
                    <a:pt x="0" y="0"/>
                  </a:moveTo>
                  <a:lnTo>
                    <a:pt x="28611" y="38828"/>
                  </a:lnTo>
                  <a:lnTo>
                    <a:pt x="58420" y="76466"/>
                  </a:lnTo>
                  <a:lnTo>
                    <a:pt x="89304" y="113030"/>
                  </a:lnTo>
                  <a:lnTo>
                    <a:pt x="121139" y="148637"/>
                  </a:lnTo>
                  <a:lnTo>
                    <a:pt x="153801" y="183403"/>
                  </a:lnTo>
                  <a:lnTo>
                    <a:pt x="187167" y="217446"/>
                  </a:lnTo>
                  <a:lnTo>
                    <a:pt x="221113" y="250882"/>
                  </a:lnTo>
                  <a:lnTo>
                    <a:pt x="255846" y="283496"/>
                  </a:lnTo>
                  <a:lnTo>
                    <a:pt x="291204" y="315457"/>
                  </a:lnTo>
                  <a:lnTo>
                    <a:pt x="327214" y="346729"/>
                  </a:lnTo>
                  <a:lnTo>
                    <a:pt x="363902" y="377280"/>
                  </a:lnTo>
                  <a:lnTo>
                    <a:pt x="401293" y="407075"/>
                  </a:lnTo>
                  <a:lnTo>
                    <a:pt x="439413" y="436078"/>
                  </a:lnTo>
                  <a:lnTo>
                    <a:pt x="478289" y="464258"/>
                  </a:lnTo>
                  <a:lnTo>
                    <a:pt x="513081" y="488027"/>
                  </a:lnTo>
                  <a:lnTo>
                    <a:pt x="548423" y="511230"/>
                  </a:lnTo>
                  <a:lnTo>
                    <a:pt x="584706" y="533325"/>
                  </a:lnTo>
                  <a:lnTo>
                    <a:pt x="621813" y="554517"/>
                  </a:lnTo>
                  <a:lnTo>
                    <a:pt x="660051" y="574396"/>
                  </a:lnTo>
                  <a:lnTo>
                    <a:pt x="699664" y="592673"/>
                  </a:lnTo>
                  <a:lnTo>
                    <a:pt x="741124" y="608864"/>
                  </a:lnTo>
                  <a:lnTo>
                    <a:pt x="785316" y="621813"/>
                  </a:lnTo>
                  <a:lnTo>
                    <a:pt x="834288" y="628923"/>
                  </a:lnTo>
                  <a:lnTo>
                    <a:pt x="847709" y="629056"/>
                  </a:lnTo>
                  <a:lnTo>
                    <a:pt x="861844" y="628113"/>
                  </a:lnTo>
                  <a:lnTo>
                    <a:pt x="876632" y="625514"/>
                  </a:lnTo>
                  <a:lnTo>
                    <a:pt x="892014" y="620682"/>
                  </a:lnTo>
                  <a:lnTo>
                    <a:pt x="897689" y="618682"/>
                  </a:lnTo>
                  <a:lnTo>
                    <a:pt x="900873" y="616578"/>
                  </a:lnTo>
                  <a:lnTo>
                    <a:pt x="908799" y="612504"/>
                  </a:lnTo>
                  <a:lnTo>
                    <a:pt x="948052" y="578278"/>
                  </a:lnTo>
                  <a:lnTo>
                    <a:pt x="965907" y="537397"/>
                  </a:lnTo>
                  <a:lnTo>
                    <a:pt x="967255" y="523256"/>
                  </a:lnTo>
                  <a:lnTo>
                    <a:pt x="966833" y="509713"/>
                  </a:lnTo>
                  <a:lnTo>
                    <a:pt x="953108" y="462699"/>
                  </a:lnTo>
                  <a:lnTo>
                    <a:pt x="932818" y="429549"/>
                  </a:lnTo>
                  <a:lnTo>
                    <a:pt x="922882" y="417034"/>
                  </a:lnTo>
                  <a:lnTo>
                    <a:pt x="913322" y="463546"/>
                  </a:lnTo>
                  <a:lnTo>
                    <a:pt x="915670" y="480282"/>
                  </a:lnTo>
                  <a:lnTo>
                    <a:pt x="916045" y="496110"/>
                  </a:lnTo>
                  <a:lnTo>
                    <a:pt x="900485" y="533983"/>
                  </a:lnTo>
                  <a:lnTo>
                    <a:pt x="881376" y="543271"/>
                  </a:lnTo>
                  <a:lnTo>
                    <a:pt x="879303" y="544130"/>
                  </a:lnTo>
                  <a:lnTo>
                    <a:pt x="872140" y="545951"/>
                  </a:lnTo>
                  <a:lnTo>
                    <a:pt x="869177" y="547030"/>
                  </a:lnTo>
                  <a:lnTo>
                    <a:pt x="868141" y="546684"/>
                  </a:lnTo>
                  <a:lnTo>
                    <a:pt x="828883" y="539033"/>
                  </a:lnTo>
                  <a:lnTo>
                    <a:pt x="779475" y="517317"/>
                  </a:lnTo>
                  <a:lnTo>
                    <a:pt x="745966" y="499161"/>
                  </a:lnTo>
                  <a:lnTo>
                    <a:pt x="712418" y="479149"/>
                  </a:lnTo>
                  <a:lnTo>
                    <a:pt x="679068" y="457996"/>
                  </a:lnTo>
                  <a:lnTo>
                    <a:pt x="645763" y="436147"/>
                  </a:lnTo>
                  <a:lnTo>
                    <a:pt x="579418" y="390855"/>
                  </a:lnTo>
                  <a:lnTo>
                    <a:pt x="369379" y="241903"/>
                  </a:lnTo>
                  <a:lnTo>
                    <a:pt x="324732" y="210443"/>
                  </a:lnTo>
                  <a:lnTo>
                    <a:pt x="279834" y="179135"/>
                  </a:lnTo>
                  <a:lnTo>
                    <a:pt x="241021" y="152547"/>
                  </a:lnTo>
                  <a:lnTo>
                    <a:pt x="202001" y="126113"/>
                  </a:lnTo>
                  <a:lnTo>
                    <a:pt x="162666" y="99939"/>
                  </a:lnTo>
                  <a:lnTo>
                    <a:pt x="122906" y="74134"/>
                  </a:lnTo>
                  <a:lnTo>
                    <a:pt x="82614" y="48804"/>
                  </a:lnTo>
                  <a:lnTo>
                    <a:pt x="41682" y="2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9E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390" y="7294116"/>
              <a:ext cx="243060" cy="243071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1272939" y="8072227"/>
              <a:ext cx="2897505" cy="1468755"/>
            </a:xfrm>
            <a:custGeom>
              <a:avLst/>
              <a:gdLst/>
              <a:ahLst/>
              <a:cxnLst/>
              <a:rect l="l" t="t" r="r" b="b"/>
              <a:pathLst>
                <a:path w="2897505" h="1468754">
                  <a:moveTo>
                    <a:pt x="2897441" y="92202"/>
                  </a:moveTo>
                  <a:lnTo>
                    <a:pt x="2890189" y="56311"/>
                  </a:lnTo>
                  <a:lnTo>
                    <a:pt x="2870441" y="27000"/>
                  </a:lnTo>
                  <a:lnTo>
                    <a:pt x="2841142" y="7251"/>
                  </a:lnTo>
                  <a:lnTo>
                    <a:pt x="2805252" y="0"/>
                  </a:lnTo>
                  <a:lnTo>
                    <a:pt x="92176" y="0"/>
                  </a:lnTo>
                  <a:lnTo>
                    <a:pt x="56299" y="7251"/>
                  </a:lnTo>
                  <a:lnTo>
                    <a:pt x="27000" y="27000"/>
                  </a:lnTo>
                  <a:lnTo>
                    <a:pt x="7239" y="56311"/>
                  </a:lnTo>
                  <a:lnTo>
                    <a:pt x="0" y="92202"/>
                  </a:lnTo>
                  <a:lnTo>
                    <a:pt x="7239" y="128079"/>
                  </a:lnTo>
                  <a:lnTo>
                    <a:pt x="27000" y="157378"/>
                  </a:lnTo>
                  <a:lnTo>
                    <a:pt x="56299" y="177139"/>
                  </a:lnTo>
                  <a:lnTo>
                    <a:pt x="92176" y="184378"/>
                  </a:lnTo>
                  <a:lnTo>
                    <a:pt x="368782" y="184378"/>
                  </a:lnTo>
                  <a:lnTo>
                    <a:pt x="320268" y="397268"/>
                  </a:lnTo>
                  <a:lnTo>
                    <a:pt x="233565" y="837869"/>
                  </a:lnTo>
                  <a:lnTo>
                    <a:pt x="150977" y="1272006"/>
                  </a:lnTo>
                  <a:lnTo>
                    <a:pt x="114173" y="1468170"/>
                  </a:lnTo>
                  <a:lnTo>
                    <a:pt x="183032" y="1468170"/>
                  </a:lnTo>
                  <a:lnTo>
                    <a:pt x="585978" y="184378"/>
                  </a:lnTo>
                  <a:lnTo>
                    <a:pt x="2311438" y="184378"/>
                  </a:lnTo>
                  <a:lnTo>
                    <a:pt x="2714396" y="1468170"/>
                  </a:lnTo>
                  <a:lnTo>
                    <a:pt x="2783255" y="1468170"/>
                  </a:lnTo>
                  <a:lnTo>
                    <a:pt x="2746464" y="1272006"/>
                  </a:lnTo>
                  <a:lnTo>
                    <a:pt x="2663863" y="837869"/>
                  </a:lnTo>
                  <a:lnTo>
                    <a:pt x="2577160" y="397268"/>
                  </a:lnTo>
                  <a:lnTo>
                    <a:pt x="2528633" y="184378"/>
                  </a:lnTo>
                  <a:lnTo>
                    <a:pt x="2805252" y="184378"/>
                  </a:lnTo>
                  <a:lnTo>
                    <a:pt x="2841142" y="177139"/>
                  </a:lnTo>
                  <a:lnTo>
                    <a:pt x="2870441" y="157378"/>
                  </a:lnTo>
                  <a:lnTo>
                    <a:pt x="2890189" y="128079"/>
                  </a:lnTo>
                  <a:lnTo>
                    <a:pt x="2897441" y="92202"/>
                  </a:lnTo>
                  <a:close/>
                </a:path>
              </a:pathLst>
            </a:custGeom>
            <a:solidFill>
              <a:srgbClr val="CCCC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583558" y="8253956"/>
              <a:ext cx="473075" cy="1286510"/>
            </a:xfrm>
            <a:custGeom>
              <a:avLst/>
              <a:gdLst/>
              <a:ahLst/>
              <a:cxnLst/>
              <a:rect l="l" t="t" r="r" b="b"/>
              <a:pathLst>
                <a:path w="473075" h="1286509">
                  <a:moveTo>
                    <a:pt x="217427" y="0"/>
                  </a:moveTo>
                  <a:lnTo>
                    <a:pt x="266551" y="215531"/>
                  </a:lnTo>
                  <a:lnTo>
                    <a:pt x="353254" y="656131"/>
                  </a:lnTo>
                  <a:lnTo>
                    <a:pt x="435849" y="1090277"/>
                  </a:lnTo>
                  <a:lnTo>
                    <a:pt x="472645" y="1286442"/>
                  </a:lnTo>
                  <a:lnTo>
                    <a:pt x="403788" y="1286442"/>
                  </a:lnTo>
                  <a:lnTo>
                    <a:pt x="0" y="0"/>
                  </a:lnTo>
                  <a:lnTo>
                    <a:pt x="217427" y="0"/>
                  </a:lnTo>
                  <a:close/>
                </a:path>
              </a:pathLst>
            </a:custGeom>
            <a:ln w="10470">
              <a:solidFill>
                <a:srgbClr val="046A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1387122" y="8253956"/>
              <a:ext cx="473075" cy="1286510"/>
            </a:xfrm>
            <a:custGeom>
              <a:avLst/>
              <a:gdLst/>
              <a:ahLst/>
              <a:cxnLst/>
              <a:rect l="l" t="t" r="r" b="b"/>
              <a:pathLst>
                <a:path w="473075" h="1286509">
                  <a:moveTo>
                    <a:pt x="472645" y="0"/>
                  </a:moveTo>
                  <a:lnTo>
                    <a:pt x="255217" y="0"/>
                  </a:lnTo>
                  <a:lnTo>
                    <a:pt x="206094" y="215531"/>
                  </a:lnTo>
                  <a:lnTo>
                    <a:pt x="119390" y="656131"/>
                  </a:lnTo>
                  <a:lnTo>
                    <a:pt x="36795" y="1090277"/>
                  </a:lnTo>
                  <a:lnTo>
                    <a:pt x="0" y="1286442"/>
                  </a:lnTo>
                  <a:lnTo>
                    <a:pt x="68856" y="1286442"/>
                  </a:lnTo>
                  <a:lnTo>
                    <a:pt x="472645" y="0"/>
                  </a:lnTo>
                  <a:close/>
                </a:path>
              </a:pathLst>
            </a:custGeom>
            <a:solidFill>
              <a:srgbClr val="CCCC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1387122" y="8253956"/>
              <a:ext cx="473075" cy="1286510"/>
            </a:xfrm>
            <a:custGeom>
              <a:avLst/>
              <a:gdLst/>
              <a:ahLst/>
              <a:cxnLst/>
              <a:rect l="l" t="t" r="r" b="b"/>
              <a:pathLst>
                <a:path w="473075" h="1286509">
                  <a:moveTo>
                    <a:pt x="255217" y="0"/>
                  </a:moveTo>
                  <a:lnTo>
                    <a:pt x="206094" y="215531"/>
                  </a:lnTo>
                  <a:lnTo>
                    <a:pt x="119390" y="656131"/>
                  </a:lnTo>
                  <a:lnTo>
                    <a:pt x="36795" y="1090277"/>
                  </a:lnTo>
                  <a:lnTo>
                    <a:pt x="0" y="1286442"/>
                  </a:lnTo>
                  <a:lnTo>
                    <a:pt x="68856" y="1286442"/>
                  </a:lnTo>
                  <a:lnTo>
                    <a:pt x="472645" y="0"/>
                  </a:lnTo>
                  <a:lnTo>
                    <a:pt x="255217" y="0"/>
                  </a:lnTo>
                  <a:close/>
                </a:path>
              </a:pathLst>
            </a:custGeom>
            <a:ln w="10470">
              <a:solidFill>
                <a:srgbClr val="046A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081164" y="2679790"/>
              <a:ext cx="2212975" cy="1301115"/>
            </a:xfrm>
            <a:custGeom>
              <a:avLst/>
              <a:gdLst/>
              <a:ahLst/>
              <a:cxnLst/>
              <a:rect l="l" t="t" r="r" b="b"/>
              <a:pathLst>
                <a:path w="2212975" h="1301114">
                  <a:moveTo>
                    <a:pt x="1117892" y="0"/>
                  </a:moveTo>
                  <a:lnTo>
                    <a:pt x="1093631" y="0"/>
                  </a:lnTo>
                  <a:lnTo>
                    <a:pt x="1074741" y="47643"/>
                  </a:lnTo>
                  <a:lnTo>
                    <a:pt x="1047577" y="91643"/>
                  </a:lnTo>
                  <a:lnTo>
                    <a:pt x="1013675" y="130392"/>
                  </a:lnTo>
                  <a:lnTo>
                    <a:pt x="974573" y="162286"/>
                  </a:lnTo>
                  <a:lnTo>
                    <a:pt x="931807" y="185718"/>
                  </a:lnTo>
                  <a:lnTo>
                    <a:pt x="886915" y="199082"/>
                  </a:lnTo>
                  <a:lnTo>
                    <a:pt x="821985" y="207710"/>
                  </a:lnTo>
                  <a:lnTo>
                    <a:pt x="763496" y="217538"/>
                  </a:lnTo>
                  <a:lnTo>
                    <a:pt x="706400" y="229123"/>
                  </a:lnTo>
                  <a:lnTo>
                    <a:pt x="650796" y="242410"/>
                  </a:lnTo>
                  <a:lnTo>
                    <a:pt x="596781" y="257343"/>
                  </a:lnTo>
                  <a:lnTo>
                    <a:pt x="544451" y="273868"/>
                  </a:lnTo>
                  <a:lnTo>
                    <a:pt x="493905" y="291928"/>
                  </a:lnTo>
                  <a:lnTo>
                    <a:pt x="445240" y="311469"/>
                  </a:lnTo>
                  <a:lnTo>
                    <a:pt x="398552" y="332434"/>
                  </a:lnTo>
                  <a:lnTo>
                    <a:pt x="353940" y="354769"/>
                  </a:lnTo>
                  <a:lnTo>
                    <a:pt x="311501" y="378419"/>
                  </a:lnTo>
                  <a:lnTo>
                    <a:pt x="271332" y="403327"/>
                  </a:lnTo>
                  <a:lnTo>
                    <a:pt x="233530" y="429438"/>
                  </a:lnTo>
                  <a:lnTo>
                    <a:pt x="198193" y="456697"/>
                  </a:lnTo>
                  <a:lnTo>
                    <a:pt x="165418" y="485049"/>
                  </a:lnTo>
                  <a:lnTo>
                    <a:pt x="135303" y="514438"/>
                  </a:lnTo>
                  <a:lnTo>
                    <a:pt x="107944" y="544809"/>
                  </a:lnTo>
                  <a:lnTo>
                    <a:pt x="83440" y="576106"/>
                  </a:lnTo>
                  <a:lnTo>
                    <a:pt x="61887" y="608273"/>
                  </a:lnTo>
                  <a:lnTo>
                    <a:pt x="28024" y="675000"/>
                  </a:lnTo>
                  <a:lnTo>
                    <a:pt x="7135" y="744546"/>
                  </a:lnTo>
                  <a:lnTo>
                    <a:pt x="0" y="816467"/>
                  </a:lnTo>
                  <a:lnTo>
                    <a:pt x="2352" y="857875"/>
                  </a:lnTo>
                  <a:lnTo>
                    <a:pt x="9312" y="898568"/>
                  </a:lnTo>
                  <a:lnTo>
                    <a:pt x="20734" y="938463"/>
                  </a:lnTo>
                  <a:lnTo>
                    <a:pt x="36474" y="977476"/>
                  </a:lnTo>
                  <a:lnTo>
                    <a:pt x="56384" y="1015525"/>
                  </a:lnTo>
                  <a:lnTo>
                    <a:pt x="80321" y="1052527"/>
                  </a:lnTo>
                  <a:lnTo>
                    <a:pt x="108138" y="1088398"/>
                  </a:lnTo>
                  <a:lnTo>
                    <a:pt x="139689" y="1123057"/>
                  </a:lnTo>
                  <a:lnTo>
                    <a:pt x="174830" y="1156419"/>
                  </a:lnTo>
                  <a:lnTo>
                    <a:pt x="213416" y="1188401"/>
                  </a:lnTo>
                  <a:lnTo>
                    <a:pt x="255299" y="1218922"/>
                  </a:lnTo>
                  <a:lnTo>
                    <a:pt x="300336" y="1247898"/>
                  </a:lnTo>
                  <a:lnTo>
                    <a:pt x="348380" y="1275245"/>
                  </a:lnTo>
                  <a:lnTo>
                    <a:pt x="399286" y="1300881"/>
                  </a:lnTo>
                  <a:lnTo>
                    <a:pt x="1813536" y="1300881"/>
                  </a:lnTo>
                  <a:lnTo>
                    <a:pt x="1864442" y="1275245"/>
                  </a:lnTo>
                  <a:lnTo>
                    <a:pt x="1912486" y="1247898"/>
                  </a:lnTo>
                  <a:lnTo>
                    <a:pt x="1957523" y="1218922"/>
                  </a:lnTo>
                  <a:lnTo>
                    <a:pt x="1999406" y="1188401"/>
                  </a:lnTo>
                  <a:lnTo>
                    <a:pt x="2037991" y="1156419"/>
                  </a:lnTo>
                  <a:lnTo>
                    <a:pt x="2073132" y="1123057"/>
                  </a:lnTo>
                  <a:lnTo>
                    <a:pt x="2104684" y="1088398"/>
                  </a:lnTo>
                  <a:lnTo>
                    <a:pt x="2132501" y="1052527"/>
                  </a:lnTo>
                  <a:lnTo>
                    <a:pt x="2156437" y="1015525"/>
                  </a:lnTo>
                  <a:lnTo>
                    <a:pt x="2176348" y="977476"/>
                  </a:lnTo>
                  <a:lnTo>
                    <a:pt x="2192087" y="938463"/>
                  </a:lnTo>
                  <a:lnTo>
                    <a:pt x="2203510" y="898568"/>
                  </a:lnTo>
                  <a:lnTo>
                    <a:pt x="2210470" y="857875"/>
                  </a:lnTo>
                  <a:lnTo>
                    <a:pt x="2212822" y="816467"/>
                  </a:lnTo>
                  <a:lnTo>
                    <a:pt x="2211022" y="780237"/>
                  </a:lnTo>
                  <a:lnTo>
                    <a:pt x="2196913" y="709448"/>
                  </a:lnTo>
                  <a:lnTo>
                    <a:pt x="2169441" y="641257"/>
                  </a:lnTo>
                  <a:lnTo>
                    <a:pt x="2129384" y="576106"/>
                  </a:lnTo>
                  <a:lnTo>
                    <a:pt x="2104880" y="544809"/>
                  </a:lnTo>
                  <a:lnTo>
                    <a:pt x="2077521" y="514438"/>
                  </a:lnTo>
                  <a:lnTo>
                    <a:pt x="2047406" y="485049"/>
                  </a:lnTo>
                  <a:lnTo>
                    <a:pt x="2014632" y="456697"/>
                  </a:lnTo>
                  <a:lnTo>
                    <a:pt x="1979295" y="429438"/>
                  </a:lnTo>
                  <a:lnTo>
                    <a:pt x="1941494" y="403327"/>
                  </a:lnTo>
                  <a:lnTo>
                    <a:pt x="1901325" y="378419"/>
                  </a:lnTo>
                  <a:lnTo>
                    <a:pt x="1858886" y="354769"/>
                  </a:lnTo>
                  <a:lnTo>
                    <a:pt x="1814274" y="332434"/>
                  </a:lnTo>
                  <a:lnTo>
                    <a:pt x="1767587" y="311469"/>
                  </a:lnTo>
                  <a:lnTo>
                    <a:pt x="1718921" y="291928"/>
                  </a:lnTo>
                  <a:lnTo>
                    <a:pt x="1668375" y="273868"/>
                  </a:lnTo>
                  <a:lnTo>
                    <a:pt x="1616045" y="257343"/>
                  </a:lnTo>
                  <a:lnTo>
                    <a:pt x="1562029" y="242410"/>
                  </a:lnTo>
                  <a:lnTo>
                    <a:pt x="1506424" y="229123"/>
                  </a:lnTo>
                  <a:lnTo>
                    <a:pt x="1449327" y="217538"/>
                  </a:lnTo>
                  <a:lnTo>
                    <a:pt x="1390837" y="207710"/>
                  </a:lnTo>
                  <a:lnTo>
                    <a:pt x="1323457" y="198831"/>
                  </a:lnTo>
                  <a:lnTo>
                    <a:pt x="1275883" y="182138"/>
                  </a:lnTo>
                  <a:lnTo>
                    <a:pt x="1232534" y="157769"/>
                  </a:lnTo>
                  <a:lnTo>
                    <a:pt x="1194237" y="126548"/>
                  </a:lnTo>
                  <a:lnTo>
                    <a:pt x="1161814" y="89297"/>
                  </a:lnTo>
                  <a:lnTo>
                    <a:pt x="1136091" y="46840"/>
                  </a:lnTo>
                  <a:lnTo>
                    <a:pt x="1117892" y="0"/>
                  </a:lnTo>
                  <a:close/>
                </a:path>
              </a:pathLst>
            </a:custGeom>
            <a:solidFill>
              <a:srgbClr val="FBE8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381984" y="2682160"/>
              <a:ext cx="807085" cy="1298575"/>
            </a:xfrm>
            <a:custGeom>
              <a:avLst/>
              <a:gdLst/>
              <a:ahLst/>
              <a:cxnLst/>
              <a:rect l="l" t="t" r="r" b="b"/>
              <a:pathLst>
                <a:path w="807085" h="1298575">
                  <a:moveTo>
                    <a:pt x="399286" y="1298515"/>
                  </a:moveTo>
                  <a:lnTo>
                    <a:pt x="348380" y="1271982"/>
                  </a:lnTo>
                  <a:lnTo>
                    <a:pt x="300336" y="1243677"/>
                  </a:lnTo>
                  <a:lnTo>
                    <a:pt x="255299" y="1213688"/>
                  </a:lnTo>
                  <a:lnTo>
                    <a:pt x="213416" y="1182099"/>
                  </a:lnTo>
                  <a:lnTo>
                    <a:pt x="174830" y="1148997"/>
                  </a:lnTo>
                  <a:lnTo>
                    <a:pt x="139689" y="1114467"/>
                  </a:lnTo>
                  <a:lnTo>
                    <a:pt x="108138" y="1078596"/>
                  </a:lnTo>
                  <a:lnTo>
                    <a:pt x="80321" y="1041469"/>
                  </a:lnTo>
                  <a:lnTo>
                    <a:pt x="56384" y="1003173"/>
                  </a:lnTo>
                  <a:lnTo>
                    <a:pt x="36474" y="963792"/>
                  </a:lnTo>
                  <a:lnTo>
                    <a:pt x="20734" y="923414"/>
                  </a:lnTo>
                  <a:lnTo>
                    <a:pt x="9312" y="882123"/>
                  </a:lnTo>
                  <a:lnTo>
                    <a:pt x="2352" y="840006"/>
                  </a:lnTo>
                  <a:lnTo>
                    <a:pt x="0" y="797148"/>
                  </a:lnTo>
                  <a:lnTo>
                    <a:pt x="2375" y="758615"/>
                  </a:lnTo>
                  <a:lnTo>
                    <a:pt x="9369" y="720603"/>
                  </a:lnTo>
                  <a:lnTo>
                    <a:pt x="20788" y="683180"/>
                  </a:lnTo>
                  <a:lnTo>
                    <a:pt x="36435" y="646415"/>
                  </a:lnTo>
                  <a:lnTo>
                    <a:pt x="56115" y="610378"/>
                  </a:lnTo>
                  <a:lnTo>
                    <a:pt x="79632" y="575138"/>
                  </a:lnTo>
                  <a:lnTo>
                    <a:pt x="106790" y="540763"/>
                  </a:lnTo>
                  <a:lnTo>
                    <a:pt x="137393" y="507322"/>
                  </a:lnTo>
                  <a:lnTo>
                    <a:pt x="171246" y="474886"/>
                  </a:lnTo>
                  <a:lnTo>
                    <a:pt x="208153" y="443522"/>
                  </a:lnTo>
                  <a:lnTo>
                    <a:pt x="247919" y="413300"/>
                  </a:lnTo>
                  <a:lnTo>
                    <a:pt x="290347" y="384288"/>
                  </a:lnTo>
                  <a:lnTo>
                    <a:pt x="335242" y="356557"/>
                  </a:lnTo>
                  <a:lnTo>
                    <a:pt x="382408" y="330175"/>
                  </a:lnTo>
                  <a:lnTo>
                    <a:pt x="431649" y="305210"/>
                  </a:lnTo>
                  <a:lnTo>
                    <a:pt x="482771" y="281733"/>
                  </a:lnTo>
                  <a:lnTo>
                    <a:pt x="535576" y="259812"/>
                  </a:lnTo>
                  <a:lnTo>
                    <a:pt x="589870" y="239516"/>
                  </a:lnTo>
                  <a:lnTo>
                    <a:pt x="645456" y="220914"/>
                  </a:lnTo>
                  <a:lnTo>
                    <a:pt x="690805" y="201008"/>
                  </a:lnTo>
                  <a:lnTo>
                    <a:pt x="730027" y="172557"/>
                  </a:lnTo>
                  <a:lnTo>
                    <a:pt x="762177" y="136895"/>
                  </a:lnTo>
                  <a:lnTo>
                    <a:pt x="786310" y="95357"/>
                  </a:lnTo>
                  <a:lnTo>
                    <a:pt x="801482" y="49281"/>
                  </a:lnTo>
                  <a:lnTo>
                    <a:pt x="806750" y="0"/>
                  </a:lnTo>
                </a:path>
              </a:pathLst>
            </a:custGeom>
            <a:ln w="25067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707872" y="2676390"/>
              <a:ext cx="480059" cy="1304290"/>
            </a:xfrm>
            <a:custGeom>
              <a:avLst/>
              <a:gdLst/>
              <a:ahLst/>
              <a:cxnLst/>
              <a:rect l="l" t="t" r="r" b="b"/>
              <a:pathLst>
                <a:path w="480060" h="1304289">
                  <a:moveTo>
                    <a:pt x="399286" y="1304284"/>
                  </a:moveTo>
                  <a:lnTo>
                    <a:pt x="351686" y="1277936"/>
                  </a:lnTo>
                  <a:lnTo>
                    <a:pt x="306571" y="1249937"/>
                  </a:lnTo>
                  <a:lnTo>
                    <a:pt x="264059" y="1220362"/>
                  </a:lnTo>
                  <a:lnTo>
                    <a:pt x="224268" y="1189286"/>
                  </a:lnTo>
                  <a:lnTo>
                    <a:pt x="187317" y="1156783"/>
                  </a:lnTo>
                  <a:lnTo>
                    <a:pt x="153323" y="1122927"/>
                  </a:lnTo>
                  <a:lnTo>
                    <a:pt x="122406" y="1087793"/>
                  </a:lnTo>
                  <a:lnTo>
                    <a:pt x="94683" y="1051456"/>
                  </a:lnTo>
                  <a:lnTo>
                    <a:pt x="70272" y="1013990"/>
                  </a:lnTo>
                  <a:lnTo>
                    <a:pt x="49293" y="975469"/>
                  </a:lnTo>
                  <a:lnTo>
                    <a:pt x="31863" y="935968"/>
                  </a:lnTo>
                  <a:lnTo>
                    <a:pt x="18100" y="895561"/>
                  </a:lnTo>
                  <a:lnTo>
                    <a:pt x="8123" y="854323"/>
                  </a:lnTo>
                  <a:lnTo>
                    <a:pt x="2050" y="812329"/>
                  </a:lnTo>
                  <a:lnTo>
                    <a:pt x="0" y="769651"/>
                  </a:lnTo>
                  <a:lnTo>
                    <a:pt x="2291" y="723462"/>
                  </a:lnTo>
                  <a:lnTo>
                    <a:pt x="9083" y="677786"/>
                  </a:lnTo>
                  <a:lnTo>
                    <a:pt x="20253" y="632760"/>
                  </a:lnTo>
                  <a:lnTo>
                    <a:pt x="35678" y="588521"/>
                  </a:lnTo>
                  <a:lnTo>
                    <a:pt x="55235" y="545204"/>
                  </a:lnTo>
                  <a:lnTo>
                    <a:pt x="78800" y="502945"/>
                  </a:lnTo>
                  <a:lnTo>
                    <a:pt x="106251" y="461882"/>
                  </a:lnTo>
                  <a:lnTo>
                    <a:pt x="137466" y="422150"/>
                  </a:lnTo>
                  <a:lnTo>
                    <a:pt x="172320" y="383885"/>
                  </a:lnTo>
                  <a:lnTo>
                    <a:pt x="210691" y="347223"/>
                  </a:lnTo>
                  <a:lnTo>
                    <a:pt x="252456" y="312302"/>
                  </a:lnTo>
                  <a:lnTo>
                    <a:pt x="297491" y="279256"/>
                  </a:lnTo>
                  <a:lnTo>
                    <a:pt x="345675" y="248222"/>
                  </a:lnTo>
                  <a:lnTo>
                    <a:pt x="384638" y="219768"/>
                  </a:lnTo>
                  <a:lnTo>
                    <a:pt x="417587" y="185469"/>
                  </a:lnTo>
                  <a:lnTo>
                    <a:pt x="444046" y="146279"/>
                  </a:lnTo>
                  <a:lnTo>
                    <a:pt x="463537" y="103153"/>
                  </a:lnTo>
                  <a:lnTo>
                    <a:pt x="475581" y="57046"/>
                  </a:lnTo>
                  <a:lnTo>
                    <a:pt x="479702" y="8910"/>
                  </a:lnTo>
                  <a:lnTo>
                    <a:pt x="479702" y="0"/>
                  </a:lnTo>
                </a:path>
              </a:pathLst>
            </a:custGeom>
            <a:ln w="25067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191113" y="2682903"/>
              <a:ext cx="803910" cy="1297940"/>
            </a:xfrm>
            <a:custGeom>
              <a:avLst/>
              <a:gdLst/>
              <a:ahLst/>
              <a:cxnLst/>
              <a:rect l="l" t="t" r="r" b="b"/>
              <a:pathLst>
                <a:path w="803909" h="1297939">
                  <a:moveTo>
                    <a:pt x="404375" y="1297772"/>
                  </a:moveTo>
                  <a:lnTo>
                    <a:pt x="455281" y="1271238"/>
                  </a:lnTo>
                  <a:lnTo>
                    <a:pt x="503325" y="1242934"/>
                  </a:lnTo>
                  <a:lnTo>
                    <a:pt x="548361" y="1212944"/>
                  </a:lnTo>
                  <a:lnTo>
                    <a:pt x="590245" y="1181356"/>
                  </a:lnTo>
                  <a:lnTo>
                    <a:pt x="628830" y="1148253"/>
                  </a:lnTo>
                  <a:lnTo>
                    <a:pt x="663971" y="1113724"/>
                  </a:lnTo>
                  <a:lnTo>
                    <a:pt x="695523" y="1077853"/>
                  </a:lnTo>
                  <a:lnTo>
                    <a:pt x="723340" y="1040726"/>
                  </a:lnTo>
                  <a:lnTo>
                    <a:pt x="747276" y="1002429"/>
                  </a:lnTo>
                  <a:lnTo>
                    <a:pt x="767187" y="963049"/>
                  </a:lnTo>
                  <a:lnTo>
                    <a:pt x="782926" y="922670"/>
                  </a:lnTo>
                  <a:lnTo>
                    <a:pt x="794348" y="881379"/>
                  </a:lnTo>
                  <a:lnTo>
                    <a:pt x="801309" y="839262"/>
                  </a:lnTo>
                  <a:lnTo>
                    <a:pt x="803661" y="796405"/>
                  </a:lnTo>
                  <a:lnTo>
                    <a:pt x="801207" y="758867"/>
                  </a:lnTo>
                  <a:lnTo>
                    <a:pt x="782243" y="685045"/>
                  </a:lnTo>
                  <a:lnTo>
                    <a:pt x="766174" y="648907"/>
                  </a:lnTo>
                  <a:lnTo>
                    <a:pt x="746010" y="613384"/>
                  </a:lnTo>
                  <a:lnTo>
                    <a:pt x="721971" y="578548"/>
                  </a:lnTo>
                  <a:lnTo>
                    <a:pt x="694279" y="544473"/>
                  </a:lnTo>
                  <a:lnTo>
                    <a:pt x="663154" y="511233"/>
                  </a:lnTo>
                  <a:lnTo>
                    <a:pt x="628819" y="478901"/>
                  </a:lnTo>
                  <a:lnTo>
                    <a:pt x="591494" y="447550"/>
                  </a:lnTo>
                  <a:lnTo>
                    <a:pt x="551400" y="417254"/>
                  </a:lnTo>
                  <a:lnTo>
                    <a:pt x="508759" y="388087"/>
                  </a:lnTo>
                  <a:lnTo>
                    <a:pt x="463792" y="360121"/>
                  </a:lnTo>
                  <a:lnTo>
                    <a:pt x="416721" y="333431"/>
                  </a:lnTo>
                  <a:lnTo>
                    <a:pt x="367766" y="308091"/>
                  </a:lnTo>
                  <a:lnTo>
                    <a:pt x="317148" y="284173"/>
                  </a:lnTo>
                  <a:lnTo>
                    <a:pt x="265090" y="261751"/>
                  </a:lnTo>
                  <a:lnTo>
                    <a:pt x="211811" y="240898"/>
                  </a:lnTo>
                  <a:lnTo>
                    <a:pt x="157534" y="221689"/>
                  </a:lnTo>
                  <a:lnTo>
                    <a:pt x="113140" y="201338"/>
                  </a:lnTo>
                  <a:lnTo>
                    <a:pt x="74804" y="172773"/>
                  </a:lnTo>
                  <a:lnTo>
                    <a:pt x="43424" y="137275"/>
                  </a:lnTo>
                  <a:lnTo>
                    <a:pt x="19898" y="96129"/>
                  </a:lnTo>
                  <a:lnTo>
                    <a:pt x="5124" y="50617"/>
                  </a:lnTo>
                  <a:lnTo>
                    <a:pt x="0" y="2020"/>
                  </a:lnTo>
                  <a:lnTo>
                    <a:pt x="0" y="0"/>
                  </a:lnTo>
                </a:path>
              </a:pathLst>
            </a:custGeom>
            <a:ln w="25067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191111" y="2676390"/>
              <a:ext cx="478155" cy="1304290"/>
            </a:xfrm>
            <a:custGeom>
              <a:avLst/>
              <a:gdLst/>
              <a:ahLst/>
              <a:cxnLst/>
              <a:rect l="l" t="t" r="r" b="b"/>
              <a:pathLst>
                <a:path w="478154" h="1304289">
                  <a:moveTo>
                    <a:pt x="78489" y="1304284"/>
                  </a:moveTo>
                  <a:lnTo>
                    <a:pt x="126089" y="1277936"/>
                  </a:lnTo>
                  <a:lnTo>
                    <a:pt x="171204" y="1249937"/>
                  </a:lnTo>
                  <a:lnTo>
                    <a:pt x="213716" y="1220362"/>
                  </a:lnTo>
                  <a:lnTo>
                    <a:pt x="253507" y="1189286"/>
                  </a:lnTo>
                  <a:lnTo>
                    <a:pt x="290458" y="1156783"/>
                  </a:lnTo>
                  <a:lnTo>
                    <a:pt x="324452" y="1122927"/>
                  </a:lnTo>
                  <a:lnTo>
                    <a:pt x="355369" y="1087793"/>
                  </a:lnTo>
                  <a:lnTo>
                    <a:pt x="383092" y="1051456"/>
                  </a:lnTo>
                  <a:lnTo>
                    <a:pt x="407503" y="1013990"/>
                  </a:lnTo>
                  <a:lnTo>
                    <a:pt x="428482" y="975469"/>
                  </a:lnTo>
                  <a:lnTo>
                    <a:pt x="445912" y="935968"/>
                  </a:lnTo>
                  <a:lnTo>
                    <a:pt x="459675" y="895561"/>
                  </a:lnTo>
                  <a:lnTo>
                    <a:pt x="469652" y="854323"/>
                  </a:lnTo>
                  <a:lnTo>
                    <a:pt x="475725" y="812329"/>
                  </a:lnTo>
                  <a:lnTo>
                    <a:pt x="477776" y="769651"/>
                  </a:lnTo>
                  <a:lnTo>
                    <a:pt x="475582" y="724270"/>
                  </a:lnTo>
                  <a:lnTo>
                    <a:pt x="469077" y="679450"/>
                  </a:lnTo>
                  <a:lnTo>
                    <a:pt x="458371" y="635312"/>
                  </a:lnTo>
                  <a:lnTo>
                    <a:pt x="443575" y="591976"/>
                  </a:lnTo>
                  <a:lnTo>
                    <a:pt x="424799" y="549562"/>
                  </a:lnTo>
                  <a:lnTo>
                    <a:pt x="402155" y="508188"/>
                  </a:lnTo>
                  <a:lnTo>
                    <a:pt x="375754" y="467974"/>
                  </a:lnTo>
                  <a:lnTo>
                    <a:pt x="345706" y="429041"/>
                  </a:lnTo>
                  <a:lnTo>
                    <a:pt x="312123" y="391507"/>
                  </a:lnTo>
                  <a:lnTo>
                    <a:pt x="275115" y="355493"/>
                  </a:lnTo>
                  <a:lnTo>
                    <a:pt x="234794" y="321117"/>
                  </a:lnTo>
                  <a:lnTo>
                    <a:pt x="191270" y="288500"/>
                  </a:lnTo>
                  <a:lnTo>
                    <a:pt x="144655" y="257761"/>
                  </a:lnTo>
                  <a:lnTo>
                    <a:pt x="102854" y="226755"/>
                  </a:lnTo>
                  <a:lnTo>
                    <a:pt x="67362" y="189720"/>
                  </a:lnTo>
                  <a:lnTo>
                    <a:pt x="38755" y="147591"/>
                  </a:lnTo>
                  <a:lnTo>
                    <a:pt x="17608" y="101304"/>
                  </a:lnTo>
                  <a:lnTo>
                    <a:pt x="4498" y="51795"/>
                  </a:lnTo>
                  <a:lnTo>
                    <a:pt x="0" y="0"/>
                  </a:lnTo>
                </a:path>
              </a:pathLst>
            </a:custGeom>
            <a:ln w="25067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189893" y="2752310"/>
              <a:ext cx="0" cy="1228725"/>
            </a:xfrm>
            <a:custGeom>
              <a:avLst/>
              <a:gdLst/>
              <a:ahLst/>
              <a:cxnLst/>
              <a:rect l="l" t="t" r="r" b="b"/>
              <a:pathLst>
                <a:path w="0" h="1228725">
                  <a:moveTo>
                    <a:pt x="0" y="0"/>
                  </a:moveTo>
                  <a:lnTo>
                    <a:pt x="0" y="1228360"/>
                  </a:lnTo>
                </a:path>
              </a:pathLst>
            </a:custGeom>
            <a:ln w="25067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186255" y="1589210"/>
              <a:ext cx="0" cy="981710"/>
            </a:xfrm>
            <a:custGeom>
              <a:avLst/>
              <a:gdLst/>
              <a:ahLst/>
              <a:cxnLst/>
              <a:rect l="l" t="t" r="r" b="b"/>
              <a:pathLst>
                <a:path w="0" h="981710">
                  <a:moveTo>
                    <a:pt x="0" y="981572"/>
                  </a:moveTo>
                  <a:lnTo>
                    <a:pt x="0" y="0"/>
                  </a:lnTo>
                </a:path>
              </a:pathLst>
            </a:custGeom>
            <a:ln w="25067">
              <a:solidFill>
                <a:srgbClr val="AB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4723" y="1376121"/>
              <a:ext cx="225909" cy="225909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6187677" y="-124"/>
              <a:ext cx="0" cy="1389380"/>
            </a:xfrm>
            <a:custGeom>
              <a:avLst/>
              <a:gdLst/>
              <a:ahLst/>
              <a:cxnLst/>
              <a:rect l="l" t="t" r="r" b="b"/>
              <a:pathLst>
                <a:path w="0" h="1389380">
                  <a:moveTo>
                    <a:pt x="0" y="1388784"/>
                  </a:moveTo>
                  <a:lnTo>
                    <a:pt x="0" y="0"/>
                  </a:lnTo>
                </a:path>
              </a:pathLst>
            </a:custGeom>
            <a:ln w="25067">
              <a:solidFill>
                <a:srgbClr val="ABABA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663306" y="-125"/>
              <a:ext cx="1049020" cy="0"/>
            </a:xfrm>
            <a:custGeom>
              <a:avLst/>
              <a:gdLst/>
              <a:ahLst/>
              <a:cxnLst/>
              <a:rect l="l" t="t" r="r" b="b"/>
              <a:pathLst>
                <a:path w="1049020" h="0">
                  <a:moveTo>
                    <a:pt x="1048543" y="0"/>
                  </a:moveTo>
                  <a:lnTo>
                    <a:pt x="0" y="0"/>
                  </a:lnTo>
                </a:path>
              </a:pathLst>
            </a:custGeom>
            <a:ln w="25067">
              <a:solidFill>
                <a:srgbClr val="AB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7446" y="3979485"/>
              <a:ext cx="7796542" cy="5571776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5463362" y="3980663"/>
              <a:ext cx="1453515" cy="0"/>
            </a:xfrm>
            <a:custGeom>
              <a:avLst/>
              <a:gdLst/>
              <a:ahLst/>
              <a:cxnLst/>
              <a:rect l="l" t="t" r="r" b="b"/>
              <a:pathLst>
                <a:path w="1453515" h="0">
                  <a:moveTo>
                    <a:pt x="0" y="0"/>
                  </a:moveTo>
                  <a:lnTo>
                    <a:pt x="1453065" y="0"/>
                  </a:lnTo>
                </a:path>
              </a:pathLst>
            </a:custGeom>
            <a:ln w="25067">
              <a:solidFill>
                <a:srgbClr val="AB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7485" y="2562005"/>
              <a:ext cx="140383" cy="140372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67707" y="5765690"/>
              <a:ext cx="2907911" cy="3779943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9FD3CF">
              <a:alpha val="63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5397" y="-5397"/>
            <a:ext cx="20114895" cy="11319510"/>
            <a:chOff x="-5397" y="-5397"/>
            <a:chExt cx="20114895" cy="1131951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0" y="0"/>
                  </a:moveTo>
                  <a:lnTo>
                    <a:pt x="20104099" y="0"/>
                  </a:lnTo>
                  <a:lnTo>
                    <a:pt x="20104099" y="11308556"/>
                  </a:lnTo>
                  <a:lnTo>
                    <a:pt x="0" y="11308556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906137" y="1768785"/>
              <a:ext cx="13084810" cy="6496685"/>
            </a:xfrm>
            <a:custGeom>
              <a:avLst/>
              <a:gdLst/>
              <a:ahLst/>
              <a:cxnLst/>
              <a:rect l="l" t="t" r="r" b="b"/>
              <a:pathLst>
                <a:path w="13084810" h="6496684">
                  <a:moveTo>
                    <a:pt x="2476220" y="4181843"/>
                  </a:moveTo>
                  <a:lnTo>
                    <a:pt x="963002" y="4181843"/>
                  </a:lnTo>
                  <a:lnTo>
                    <a:pt x="0" y="6496329"/>
                  </a:lnTo>
                  <a:lnTo>
                    <a:pt x="1513217" y="6496329"/>
                  </a:lnTo>
                  <a:lnTo>
                    <a:pt x="2476220" y="4181843"/>
                  </a:lnTo>
                  <a:close/>
                </a:path>
                <a:path w="13084810" h="6496684">
                  <a:moveTo>
                    <a:pt x="3495256" y="1732711"/>
                  </a:moveTo>
                  <a:lnTo>
                    <a:pt x="1982038" y="1732711"/>
                  </a:lnTo>
                  <a:lnTo>
                    <a:pt x="1019035" y="4047198"/>
                  </a:lnTo>
                  <a:lnTo>
                    <a:pt x="2532253" y="4047198"/>
                  </a:lnTo>
                  <a:lnTo>
                    <a:pt x="3495256" y="1732711"/>
                  </a:lnTo>
                  <a:close/>
                </a:path>
                <a:path w="13084810" h="6496684">
                  <a:moveTo>
                    <a:pt x="4143476" y="4181843"/>
                  </a:moveTo>
                  <a:lnTo>
                    <a:pt x="2630259" y="4181843"/>
                  </a:lnTo>
                  <a:lnTo>
                    <a:pt x="1667243" y="6496329"/>
                  </a:lnTo>
                  <a:lnTo>
                    <a:pt x="3180473" y="6496329"/>
                  </a:lnTo>
                  <a:lnTo>
                    <a:pt x="4143476" y="4181843"/>
                  </a:lnTo>
                  <a:close/>
                </a:path>
                <a:path w="13084810" h="6496684">
                  <a:moveTo>
                    <a:pt x="4216209" y="0"/>
                  </a:moveTo>
                  <a:lnTo>
                    <a:pt x="2702991" y="0"/>
                  </a:lnTo>
                  <a:lnTo>
                    <a:pt x="2034514" y="1606600"/>
                  </a:lnTo>
                  <a:lnTo>
                    <a:pt x="3547732" y="1606600"/>
                  </a:lnTo>
                  <a:lnTo>
                    <a:pt x="4216209" y="0"/>
                  </a:lnTo>
                  <a:close/>
                </a:path>
                <a:path w="13084810" h="6496684">
                  <a:moveTo>
                    <a:pt x="5162512" y="1732711"/>
                  </a:moveTo>
                  <a:lnTo>
                    <a:pt x="3649294" y="1732711"/>
                  </a:lnTo>
                  <a:lnTo>
                    <a:pt x="2686278" y="4047198"/>
                  </a:lnTo>
                  <a:lnTo>
                    <a:pt x="4199509" y="4047198"/>
                  </a:lnTo>
                  <a:lnTo>
                    <a:pt x="5162512" y="1732711"/>
                  </a:lnTo>
                  <a:close/>
                </a:path>
                <a:path w="13084810" h="6496684">
                  <a:moveTo>
                    <a:pt x="5883465" y="0"/>
                  </a:moveTo>
                  <a:lnTo>
                    <a:pt x="4370248" y="0"/>
                  </a:lnTo>
                  <a:lnTo>
                    <a:pt x="3701770" y="1606600"/>
                  </a:lnTo>
                  <a:lnTo>
                    <a:pt x="5214975" y="1606600"/>
                  </a:lnTo>
                  <a:lnTo>
                    <a:pt x="5883465" y="0"/>
                  </a:lnTo>
                  <a:close/>
                </a:path>
                <a:path w="13084810" h="6496684">
                  <a:moveTo>
                    <a:pt x="9677222" y="4181843"/>
                  </a:moveTo>
                  <a:lnTo>
                    <a:pt x="8164017" y="4181843"/>
                  </a:lnTo>
                  <a:lnTo>
                    <a:pt x="7201014" y="6496329"/>
                  </a:lnTo>
                  <a:lnTo>
                    <a:pt x="8714219" y="6496329"/>
                  </a:lnTo>
                  <a:lnTo>
                    <a:pt x="9677222" y="4181843"/>
                  </a:lnTo>
                  <a:close/>
                </a:path>
                <a:path w="13084810" h="6496684">
                  <a:moveTo>
                    <a:pt x="10696270" y="1732711"/>
                  </a:moveTo>
                  <a:lnTo>
                    <a:pt x="9183052" y="1732711"/>
                  </a:lnTo>
                  <a:lnTo>
                    <a:pt x="8220037" y="4047198"/>
                  </a:lnTo>
                  <a:lnTo>
                    <a:pt x="9733255" y="4047198"/>
                  </a:lnTo>
                  <a:lnTo>
                    <a:pt x="10696270" y="1732711"/>
                  </a:lnTo>
                  <a:close/>
                </a:path>
                <a:path w="13084810" h="6496684">
                  <a:moveTo>
                    <a:pt x="11344478" y="4181843"/>
                  </a:moveTo>
                  <a:lnTo>
                    <a:pt x="9831260" y="4181843"/>
                  </a:lnTo>
                  <a:lnTo>
                    <a:pt x="8868258" y="6496329"/>
                  </a:lnTo>
                  <a:lnTo>
                    <a:pt x="10381475" y="6496329"/>
                  </a:lnTo>
                  <a:lnTo>
                    <a:pt x="11344478" y="4181843"/>
                  </a:lnTo>
                  <a:close/>
                </a:path>
                <a:path w="13084810" h="6496684">
                  <a:moveTo>
                    <a:pt x="11417211" y="0"/>
                  </a:moveTo>
                  <a:lnTo>
                    <a:pt x="9904006" y="0"/>
                  </a:lnTo>
                  <a:lnTo>
                    <a:pt x="9235516" y="1606600"/>
                  </a:lnTo>
                  <a:lnTo>
                    <a:pt x="10748747" y="1606600"/>
                  </a:lnTo>
                  <a:lnTo>
                    <a:pt x="11417211" y="0"/>
                  </a:lnTo>
                  <a:close/>
                </a:path>
                <a:path w="13084810" h="6496684">
                  <a:moveTo>
                    <a:pt x="12363514" y="1732711"/>
                  </a:moveTo>
                  <a:lnTo>
                    <a:pt x="10850296" y="1732711"/>
                  </a:lnTo>
                  <a:lnTo>
                    <a:pt x="9887293" y="4047198"/>
                  </a:lnTo>
                  <a:lnTo>
                    <a:pt x="11400498" y="4047198"/>
                  </a:lnTo>
                  <a:lnTo>
                    <a:pt x="12363514" y="1732711"/>
                  </a:lnTo>
                  <a:close/>
                </a:path>
                <a:path w="13084810" h="6496684">
                  <a:moveTo>
                    <a:pt x="13084467" y="0"/>
                  </a:moveTo>
                  <a:lnTo>
                    <a:pt x="11571249" y="0"/>
                  </a:lnTo>
                  <a:lnTo>
                    <a:pt x="10902785" y="1606600"/>
                  </a:lnTo>
                  <a:lnTo>
                    <a:pt x="12415990" y="1606600"/>
                  </a:lnTo>
                  <a:lnTo>
                    <a:pt x="130844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078102" y="2573984"/>
              <a:ext cx="1828800" cy="2550160"/>
            </a:xfrm>
            <a:custGeom>
              <a:avLst/>
              <a:gdLst/>
              <a:ahLst/>
              <a:cxnLst/>
              <a:rect l="l" t="t" r="r" b="b"/>
              <a:pathLst>
                <a:path w="1828800" h="2550160">
                  <a:moveTo>
                    <a:pt x="1828478" y="0"/>
                  </a:moveTo>
                  <a:lnTo>
                    <a:pt x="0" y="0"/>
                  </a:lnTo>
                  <a:lnTo>
                    <a:pt x="0" y="2550058"/>
                  </a:lnTo>
                  <a:lnTo>
                    <a:pt x="1828478" y="2550058"/>
                  </a:lnTo>
                  <a:lnTo>
                    <a:pt x="1828478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164476" y="2654893"/>
              <a:ext cx="1656080" cy="2388870"/>
            </a:xfrm>
            <a:custGeom>
              <a:avLst/>
              <a:gdLst/>
              <a:ahLst/>
              <a:cxnLst/>
              <a:rect l="l" t="t" r="r" b="b"/>
              <a:pathLst>
                <a:path w="1656079" h="2388870">
                  <a:moveTo>
                    <a:pt x="1655729" y="0"/>
                  </a:moveTo>
                  <a:lnTo>
                    <a:pt x="0" y="0"/>
                  </a:lnTo>
                  <a:lnTo>
                    <a:pt x="0" y="2388251"/>
                  </a:lnTo>
                  <a:lnTo>
                    <a:pt x="1655729" y="2388251"/>
                  </a:lnTo>
                  <a:lnTo>
                    <a:pt x="16557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542661" y="3200380"/>
              <a:ext cx="899794" cy="1297305"/>
            </a:xfrm>
            <a:custGeom>
              <a:avLst/>
              <a:gdLst/>
              <a:ahLst/>
              <a:cxnLst/>
              <a:rect l="l" t="t" r="r" b="b"/>
              <a:pathLst>
                <a:path w="899795" h="1297304">
                  <a:moveTo>
                    <a:pt x="899363" y="0"/>
                  </a:moveTo>
                  <a:lnTo>
                    <a:pt x="0" y="0"/>
                  </a:lnTo>
                  <a:lnTo>
                    <a:pt x="0" y="684441"/>
                  </a:lnTo>
                  <a:lnTo>
                    <a:pt x="0" y="701103"/>
                  </a:lnTo>
                  <a:lnTo>
                    <a:pt x="0" y="1297279"/>
                  </a:lnTo>
                  <a:lnTo>
                    <a:pt x="626237" y="1297279"/>
                  </a:lnTo>
                  <a:lnTo>
                    <a:pt x="642353" y="1297279"/>
                  </a:lnTo>
                  <a:lnTo>
                    <a:pt x="899363" y="1297279"/>
                  </a:lnTo>
                  <a:lnTo>
                    <a:pt x="899363" y="1180376"/>
                  </a:lnTo>
                  <a:lnTo>
                    <a:pt x="899363" y="12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42024" y="3681425"/>
              <a:ext cx="112247" cy="16971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1542663" y="3326636"/>
              <a:ext cx="899794" cy="1171575"/>
            </a:xfrm>
            <a:custGeom>
              <a:avLst/>
              <a:gdLst/>
              <a:ahLst/>
              <a:cxnLst/>
              <a:rect l="l" t="t" r="r" b="b"/>
              <a:pathLst>
                <a:path w="899795" h="1171575">
                  <a:moveTo>
                    <a:pt x="644175" y="687089"/>
                  </a:moveTo>
                  <a:lnTo>
                    <a:pt x="628493" y="687089"/>
                  </a:lnTo>
                  <a:lnTo>
                    <a:pt x="653378" y="730083"/>
                  </a:lnTo>
                  <a:lnTo>
                    <a:pt x="673369" y="775951"/>
                  </a:lnTo>
                  <a:lnTo>
                    <a:pt x="688100" y="824342"/>
                  </a:lnTo>
                  <a:lnTo>
                    <a:pt x="697207" y="874902"/>
                  </a:lnTo>
                  <a:lnTo>
                    <a:pt x="700324" y="927280"/>
                  </a:lnTo>
                  <a:lnTo>
                    <a:pt x="697107" y="980537"/>
                  </a:lnTo>
                  <a:lnTo>
                    <a:pt x="687711" y="1031910"/>
                  </a:lnTo>
                  <a:lnTo>
                    <a:pt x="672514" y="1081029"/>
                  </a:lnTo>
                  <a:lnTo>
                    <a:pt x="651894" y="1127520"/>
                  </a:lnTo>
                  <a:lnTo>
                    <a:pt x="626232" y="1171011"/>
                  </a:lnTo>
                  <a:lnTo>
                    <a:pt x="642357" y="1171011"/>
                  </a:lnTo>
                  <a:lnTo>
                    <a:pt x="667155" y="1127239"/>
                  </a:lnTo>
                  <a:lnTo>
                    <a:pt x="687066" y="1080637"/>
                  </a:lnTo>
                  <a:lnTo>
                    <a:pt x="701731" y="1031549"/>
                  </a:lnTo>
                  <a:lnTo>
                    <a:pt x="710794" y="980316"/>
                  </a:lnTo>
                  <a:lnTo>
                    <a:pt x="713894" y="927280"/>
                  </a:lnTo>
                  <a:lnTo>
                    <a:pt x="710694" y="873391"/>
                  </a:lnTo>
                  <a:lnTo>
                    <a:pt x="701345" y="821367"/>
                  </a:lnTo>
                  <a:lnTo>
                    <a:pt x="686220" y="771570"/>
                  </a:lnTo>
                  <a:lnTo>
                    <a:pt x="665692" y="724358"/>
                  </a:lnTo>
                  <a:lnTo>
                    <a:pt x="644175" y="687089"/>
                  </a:lnTo>
                  <a:close/>
                </a:path>
                <a:path w="899795" h="1171575">
                  <a:moveTo>
                    <a:pt x="385375" y="488320"/>
                  </a:moveTo>
                  <a:lnTo>
                    <a:pt x="261353" y="488320"/>
                  </a:lnTo>
                  <a:lnTo>
                    <a:pt x="288608" y="489166"/>
                  </a:lnTo>
                  <a:lnTo>
                    <a:pt x="315419" y="491664"/>
                  </a:lnTo>
                  <a:lnTo>
                    <a:pt x="341744" y="495754"/>
                  </a:lnTo>
                  <a:lnTo>
                    <a:pt x="367538" y="501377"/>
                  </a:lnTo>
                  <a:lnTo>
                    <a:pt x="250023" y="914254"/>
                  </a:lnTo>
                  <a:lnTo>
                    <a:pt x="298852" y="884946"/>
                  </a:lnTo>
                  <a:lnTo>
                    <a:pt x="272473" y="884946"/>
                  </a:lnTo>
                  <a:lnTo>
                    <a:pt x="380648" y="504927"/>
                  </a:lnTo>
                  <a:lnTo>
                    <a:pt x="421966" y="504927"/>
                  </a:lnTo>
                  <a:lnTo>
                    <a:pt x="384365" y="491869"/>
                  </a:lnTo>
                  <a:lnTo>
                    <a:pt x="385375" y="488320"/>
                  </a:lnTo>
                  <a:close/>
                </a:path>
                <a:path w="899795" h="1171575">
                  <a:moveTo>
                    <a:pt x="421966" y="504927"/>
                  </a:moveTo>
                  <a:lnTo>
                    <a:pt x="380648" y="504927"/>
                  </a:lnTo>
                  <a:lnTo>
                    <a:pt x="428630" y="521578"/>
                  </a:lnTo>
                  <a:lnTo>
                    <a:pt x="473918" y="543446"/>
                  </a:lnTo>
                  <a:lnTo>
                    <a:pt x="516149" y="570169"/>
                  </a:lnTo>
                  <a:lnTo>
                    <a:pt x="554957" y="601384"/>
                  </a:lnTo>
                  <a:lnTo>
                    <a:pt x="589979" y="636726"/>
                  </a:lnTo>
                  <a:lnTo>
                    <a:pt x="620850" y="675832"/>
                  </a:lnTo>
                  <a:lnTo>
                    <a:pt x="272473" y="884946"/>
                  </a:lnTo>
                  <a:lnTo>
                    <a:pt x="298852" y="884946"/>
                  </a:lnTo>
                  <a:lnTo>
                    <a:pt x="628493" y="687089"/>
                  </a:lnTo>
                  <a:lnTo>
                    <a:pt x="644175" y="687089"/>
                  </a:lnTo>
                  <a:lnTo>
                    <a:pt x="640137" y="680094"/>
                  </a:lnTo>
                  <a:lnTo>
                    <a:pt x="658909" y="668827"/>
                  </a:lnTo>
                  <a:lnTo>
                    <a:pt x="632514" y="668827"/>
                  </a:lnTo>
                  <a:lnTo>
                    <a:pt x="600673" y="628328"/>
                  </a:lnTo>
                  <a:lnTo>
                    <a:pt x="564519" y="591727"/>
                  </a:lnTo>
                  <a:lnTo>
                    <a:pt x="524432" y="559404"/>
                  </a:lnTo>
                  <a:lnTo>
                    <a:pt x="480792" y="531735"/>
                  </a:lnTo>
                  <a:lnTo>
                    <a:pt x="433976" y="509097"/>
                  </a:lnTo>
                  <a:lnTo>
                    <a:pt x="421966" y="504927"/>
                  </a:lnTo>
                  <a:close/>
                </a:path>
                <a:path w="899795" h="1171575">
                  <a:moveTo>
                    <a:pt x="899365" y="508665"/>
                  </a:moveTo>
                  <a:lnTo>
                    <a:pt x="632514" y="668827"/>
                  </a:lnTo>
                  <a:lnTo>
                    <a:pt x="658909" y="668827"/>
                  </a:lnTo>
                  <a:lnTo>
                    <a:pt x="899365" y="524507"/>
                  </a:lnTo>
                  <a:lnTo>
                    <a:pt x="899365" y="508665"/>
                  </a:lnTo>
                  <a:close/>
                </a:path>
                <a:path w="899795" h="1171575">
                  <a:moveTo>
                    <a:pt x="261353" y="474739"/>
                  </a:moveTo>
                  <a:lnTo>
                    <a:pt x="213334" y="477277"/>
                  </a:lnTo>
                  <a:lnTo>
                    <a:pt x="166761" y="484715"/>
                  </a:lnTo>
                  <a:lnTo>
                    <a:pt x="121888" y="496788"/>
                  </a:lnTo>
                  <a:lnTo>
                    <a:pt x="78969" y="513233"/>
                  </a:lnTo>
                  <a:lnTo>
                    <a:pt x="38255" y="533786"/>
                  </a:lnTo>
                  <a:lnTo>
                    <a:pt x="0" y="558181"/>
                  </a:lnTo>
                  <a:lnTo>
                    <a:pt x="0" y="574841"/>
                  </a:lnTo>
                  <a:lnTo>
                    <a:pt x="37935" y="549570"/>
                  </a:lnTo>
                  <a:lnTo>
                    <a:pt x="78489" y="528266"/>
                  </a:lnTo>
                  <a:lnTo>
                    <a:pt x="121386" y="511209"/>
                  </a:lnTo>
                  <a:lnTo>
                    <a:pt x="166347" y="498679"/>
                  </a:lnTo>
                  <a:lnTo>
                    <a:pt x="213095" y="490956"/>
                  </a:lnTo>
                  <a:lnTo>
                    <a:pt x="261353" y="488320"/>
                  </a:lnTo>
                  <a:lnTo>
                    <a:pt x="385378" y="488309"/>
                  </a:lnTo>
                  <a:lnTo>
                    <a:pt x="371266" y="488309"/>
                  </a:lnTo>
                  <a:lnTo>
                    <a:pt x="344571" y="482465"/>
                  </a:lnTo>
                  <a:lnTo>
                    <a:pt x="317322" y="478214"/>
                  </a:lnTo>
                  <a:lnTo>
                    <a:pt x="289567" y="475618"/>
                  </a:lnTo>
                  <a:lnTo>
                    <a:pt x="261353" y="474739"/>
                  </a:lnTo>
                  <a:close/>
                </a:path>
                <a:path w="899795" h="1171575">
                  <a:moveTo>
                    <a:pt x="410385" y="400469"/>
                  </a:moveTo>
                  <a:lnTo>
                    <a:pt x="396270" y="400469"/>
                  </a:lnTo>
                  <a:lnTo>
                    <a:pt x="371266" y="488309"/>
                  </a:lnTo>
                  <a:lnTo>
                    <a:pt x="385378" y="488309"/>
                  </a:lnTo>
                  <a:lnTo>
                    <a:pt x="410385" y="400469"/>
                  </a:lnTo>
                  <a:close/>
                </a:path>
                <a:path w="899795" h="1171575">
                  <a:moveTo>
                    <a:pt x="745883" y="337371"/>
                  </a:moveTo>
                  <a:lnTo>
                    <a:pt x="266829" y="337371"/>
                  </a:lnTo>
                  <a:lnTo>
                    <a:pt x="266829" y="400469"/>
                  </a:lnTo>
                  <a:lnTo>
                    <a:pt x="745883" y="400469"/>
                  </a:lnTo>
                  <a:lnTo>
                    <a:pt x="745883" y="386888"/>
                  </a:lnTo>
                  <a:lnTo>
                    <a:pt x="280410" y="386888"/>
                  </a:lnTo>
                  <a:lnTo>
                    <a:pt x="280410" y="350952"/>
                  </a:lnTo>
                  <a:lnTo>
                    <a:pt x="745883" y="350952"/>
                  </a:lnTo>
                  <a:lnTo>
                    <a:pt x="745883" y="337371"/>
                  </a:lnTo>
                  <a:close/>
                </a:path>
                <a:path w="899795" h="1171575">
                  <a:moveTo>
                    <a:pt x="424479" y="350952"/>
                  </a:moveTo>
                  <a:lnTo>
                    <a:pt x="410364" y="350952"/>
                  </a:lnTo>
                  <a:lnTo>
                    <a:pt x="400134" y="386888"/>
                  </a:lnTo>
                  <a:lnTo>
                    <a:pt x="414249" y="386888"/>
                  </a:lnTo>
                  <a:lnTo>
                    <a:pt x="424479" y="350952"/>
                  </a:lnTo>
                  <a:close/>
                </a:path>
                <a:path w="899795" h="1171575">
                  <a:moveTo>
                    <a:pt x="745883" y="350952"/>
                  </a:moveTo>
                  <a:lnTo>
                    <a:pt x="732302" y="350952"/>
                  </a:lnTo>
                  <a:lnTo>
                    <a:pt x="732302" y="386888"/>
                  </a:lnTo>
                  <a:lnTo>
                    <a:pt x="745883" y="386888"/>
                  </a:lnTo>
                  <a:lnTo>
                    <a:pt x="745883" y="350952"/>
                  </a:lnTo>
                  <a:close/>
                </a:path>
                <a:path w="899795" h="1171575">
                  <a:moveTo>
                    <a:pt x="537450" y="24795"/>
                  </a:moveTo>
                  <a:lnTo>
                    <a:pt x="517324" y="24795"/>
                  </a:lnTo>
                  <a:lnTo>
                    <a:pt x="899365" y="373150"/>
                  </a:lnTo>
                  <a:lnTo>
                    <a:pt x="899365" y="354785"/>
                  </a:lnTo>
                  <a:lnTo>
                    <a:pt x="537450" y="24795"/>
                  </a:lnTo>
                  <a:close/>
                </a:path>
                <a:path w="899795" h="1171575">
                  <a:moveTo>
                    <a:pt x="510256" y="0"/>
                  </a:moveTo>
                  <a:lnTo>
                    <a:pt x="414217" y="337371"/>
                  </a:lnTo>
                  <a:lnTo>
                    <a:pt x="428342" y="337371"/>
                  </a:lnTo>
                  <a:lnTo>
                    <a:pt x="517324" y="24795"/>
                  </a:lnTo>
                  <a:lnTo>
                    <a:pt x="537450" y="24795"/>
                  </a:lnTo>
                  <a:lnTo>
                    <a:pt x="5102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99091" y="4299073"/>
              <a:ext cx="81683" cy="8168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1660950" y="3279615"/>
              <a:ext cx="214629" cy="214629"/>
            </a:xfrm>
            <a:custGeom>
              <a:avLst/>
              <a:gdLst/>
              <a:ahLst/>
              <a:cxnLst/>
              <a:rect l="l" t="t" r="r" b="b"/>
              <a:pathLst>
                <a:path w="214629" h="214629">
                  <a:moveTo>
                    <a:pt x="214109" y="121920"/>
                  </a:moveTo>
                  <a:lnTo>
                    <a:pt x="200533" y="121920"/>
                  </a:lnTo>
                  <a:lnTo>
                    <a:pt x="200533" y="135890"/>
                  </a:lnTo>
                  <a:lnTo>
                    <a:pt x="200533" y="200660"/>
                  </a:lnTo>
                  <a:lnTo>
                    <a:pt x="134899" y="200660"/>
                  </a:lnTo>
                  <a:lnTo>
                    <a:pt x="134899" y="135890"/>
                  </a:lnTo>
                  <a:lnTo>
                    <a:pt x="200533" y="135890"/>
                  </a:lnTo>
                  <a:lnTo>
                    <a:pt x="200533" y="121920"/>
                  </a:lnTo>
                  <a:lnTo>
                    <a:pt x="134899" y="121920"/>
                  </a:lnTo>
                  <a:lnTo>
                    <a:pt x="134899" y="14211"/>
                  </a:lnTo>
                  <a:lnTo>
                    <a:pt x="121310" y="14211"/>
                  </a:lnTo>
                  <a:lnTo>
                    <a:pt x="121310" y="121920"/>
                  </a:lnTo>
                  <a:lnTo>
                    <a:pt x="13563" y="121920"/>
                  </a:lnTo>
                  <a:lnTo>
                    <a:pt x="13563" y="13970"/>
                  </a:lnTo>
                  <a:lnTo>
                    <a:pt x="134899" y="13970"/>
                  </a:lnTo>
                  <a:lnTo>
                    <a:pt x="134899" y="0"/>
                  </a:lnTo>
                  <a:lnTo>
                    <a:pt x="0" y="0"/>
                  </a:lnTo>
                  <a:lnTo>
                    <a:pt x="0" y="13970"/>
                  </a:lnTo>
                  <a:lnTo>
                    <a:pt x="0" y="121920"/>
                  </a:lnTo>
                  <a:lnTo>
                    <a:pt x="0" y="135890"/>
                  </a:lnTo>
                  <a:lnTo>
                    <a:pt x="121310" y="135890"/>
                  </a:lnTo>
                  <a:lnTo>
                    <a:pt x="121310" y="200660"/>
                  </a:lnTo>
                  <a:lnTo>
                    <a:pt x="121310" y="214630"/>
                  </a:lnTo>
                  <a:lnTo>
                    <a:pt x="214109" y="214630"/>
                  </a:lnTo>
                  <a:lnTo>
                    <a:pt x="214109" y="200660"/>
                  </a:lnTo>
                  <a:lnTo>
                    <a:pt x="214109" y="135890"/>
                  </a:lnTo>
                  <a:lnTo>
                    <a:pt x="214109" y="121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989024" y="6884513"/>
              <a:ext cx="1219835" cy="193675"/>
            </a:xfrm>
            <a:custGeom>
              <a:avLst/>
              <a:gdLst/>
              <a:ahLst/>
              <a:cxnLst/>
              <a:rect l="l" t="t" r="r" b="b"/>
              <a:pathLst>
                <a:path w="1219834" h="193675">
                  <a:moveTo>
                    <a:pt x="1219753" y="0"/>
                  </a:moveTo>
                  <a:lnTo>
                    <a:pt x="0" y="0"/>
                  </a:lnTo>
                  <a:lnTo>
                    <a:pt x="0" y="193627"/>
                  </a:lnTo>
                  <a:lnTo>
                    <a:pt x="1219753" y="193627"/>
                  </a:lnTo>
                  <a:lnTo>
                    <a:pt x="1219753" y="0"/>
                  </a:lnTo>
                  <a:close/>
                </a:path>
              </a:pathLst>
            </a:custGeom>
            <a:solidFill>
              <a:srgbClr val="0D54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992743" y="7027881"/>
              <a:ext cx="1212850" cy="2573655"/>
            </a:xfrm>
            <a:custGeom>
              <a:avLst/>
              <a:gdLst/>
              <a:ahLst/>
              <a:cxnLst/>
              <a:rect l="l" t="t" r="r" b="b"/>
              <a:pathLst>
                <a:path w="1212850" h="2573654">
                  <a:moveTo>
                    <a:pt x="1212303" y="2572766"/>
                  </a:moveTo>
                  <a:lnTo>
                    <a:pt x="1168895" y="1711401"/>
                  </a:lnTo>
                  <a:lnTo>
                    <a:pt x="1168895" y="2045868"/>
                  </a:lnTo>
                  <a:lnTo>
                    <a:pt x="43383" y="2045868"/>
                  </a:lnTo>
                  <a:lnTo>
                    <a:pt x="61341" y="1689493"/>
                  </a:lnTo>
                  <a:lnTo>
                    <a:pt x="1150937" y="1689493"/>
                  </a:lnTo>
                  <a:lnTo>
                    <a:pt x="1168895" y="2045868"/>
                  </a:lnTo>
                  <a:lnTo>
                    <a:pt x="1168895" y="1711401"/>
                  </a:lnTo>
                  <a:lnTo>
                    <a:pt x="1082649" y="0"/>
                  </a:lnTo>
                  <a:lnTo>
                    <a:pt x="1065847" y="825"/>
                  </a:lnTo>
                  <a:lnTo>
                    <a:pt x="1150086" y="1672691"/>
                  </a:lnTo>
                  <a:lnTo>
                    <a:pt x="62179" y="1672691"/>
                  </a:lnTo>
                  <a:lnTo>
                    <a:pt x="146456" y="825"/>
                  </a:lnTo>
                  <a:lnTo>
                    <a:pt x="129667" y="0"/>
                  </a:lnTo>
                  <a:lnTo>
                    <a:pt x="0" y="2572766"/>
                  </a:lnTo>
                  <a:lnTo>
                    <a:pt x="16789" y="2573591"/>
                  </a:lnTo>
                  <a:lnTo>
                    <a:pt x="42532" y="2062670"/>
                  </a:lnTo>
                  <a:lnTo>
                    <a:pt x="1169746" y="2062670"/>
                  </a:lnTo>
                  <a:lnTo>
                    <a:pt x="1195501" y="2573591"/>
                  </a:lnTo>
                  <a:lnTo>
                    <a:pt x="1212303" y="2572766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378591" y="6845761"/>
              <a:ext cx="454659" cy="76835"/>
            </a:xfrm>
            <a:custGeom>
              <a:avLst/>
              <a:gdLst/>
              <a:ahLst/>
              <a:cxnLst/>
              <a:rect l="l" t="t" r="r" b="b"/>
              <a:pathLst>
                <a:path w="454659" h="76834">
                  <a:moveTo>
                    <a:pt x="227239" y="0"/>
                  </a:moveTo>
                  <a:lnTo>
                    <a:pt x="155412" y="1947"/>
                  </a:lnTo>
                  <a:lnTo>
                    <a:pt x="93033" y="7369"/>
                  </a:lnTo>
                  <a:lnTo>
                    <a:pt x="43843" y="15637"/>
                  </a:lnTo>
                  <a:lnTo>
                    <a:pt x="0" y="38197"/>
                  </a:lnTo>
                  <a:lnTo>
                    <a:pt x="11584" y="50272"/>
                  </a:lnTo>
                  <a:lnTo>
                    <a:pt x="43843" y="60758"/>
                  </a:lnTo>
                  <a:lnTo>
                    <a:pt x="93033" y="69026"/>
                  </a:lnTo>
                  <a:lnTo>
                    <a:pt x="155412" y="74448"/>
                  </a:lnTo>
                  <a:lnTo>
                    <a:pt x="227239" y="76395"/>
                  </a:lnTo>
                  <a:lnTo>
                    <a:pt x="299060" y="74448"/>
                  </a:lnTo>
                  <a:lnTo>
                    <a:pt x="361436" y="69026"/>
                  </a:lnTo>
                  <a:lnTo>
                    <a:pt x="410625" y="60758"/>
                  </a:lnTo>
                  <a:lnTo>
                    <a:pt x="442883" y="50272"/>
                  </a:lnTo>
                  <a:lnTo>
                    <a:pt x="454467" y="38197"/>
                  </a:lnTo>
                  <a:lnTo>
                    <a:pt x="442883" y="26123"/>
                  </a:lnTo>
                  <a:lnTo>
                    <a:pt x="410625" y="15637"/>
                  </a:lnTo>
                  <a:lnTo>
                    <a:pt x="361436" y="7369"/>
                  </a:lnTo>
                  <a:lnTo>
                    <a:pt x="299060" y="1947"/>
                  </a:lnTo>
                  <a:lnTo>
                    <a:pt x="227239" y="0"/>
                  </a:lnTo>
                  <a:close/>
                </a:path>
              </a:pathLst>
            </a:custGeom>
            <a:solidFill>
              <a:srgbClr val="8EC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209831" y="5854579"/>
              <a:ext cx="788670" cy="111125"/>
            </a:xfrm>
            <a:custGeom>
              <a:avLst/>
              <a:gdLst/>
              <a:ahLst/>
              <a:cxnLst/>
              <a:rect l="l" t="t" r="r" b="b"/>
              <a:pathLst>
                <a:path w="788670" h="111125">
                  <a:moveTo>
                    <a:pt x="394270" y="0"/>
                  </a:moveTo>
                  <a:lnTo>
                    <a:pt x="314810" y="1127"/>
                  </a:lnTo>
                  <a:lnTo>
                    <a:pt x="240801" y="4361"/>
                  </a:lnTo>
                  <a:lnTo>
                    <a:pt x="173828" y="9478"/>
                  </a:lnTo>
                  <a:lnTo>
                    <a:pt x="115478" y="16256"/>
                  </a:lnTo>
                  <a:lnTo>
                    <a:pt x="67334" y="24470"/>
                  </a:lnTo>
                  <a:lnTo>
                    <a:pt x="8010" y="44318"/>
                  </a:lnTo>
                  <a:lnTo>
                    <a:pt x="0" y="55506"/>
                  </a:lnTo>
                  <a:lnTo>
                    <a:pt x="8010" y="66693"/>
                  </a:lnTo>
                  <a:lnTo>
                    <a:pt x="67334" y="86541"/>
                  </a:lnTo>
                  <a:lnTo>
                    <a:pt x="115478" y="94756"/>
                  </a:lnTo>
                  <a:lnTo>
                    <a:pt x="173828" y="101533"/>
                  </a:lnTo>
                  <a:lnTo>
                    <a:pt x="240801" y="106650"/>
                  </a:lnTo>
                  <a:lnTo>
                    <a:pt x="314810" y="109884"/>
                  </a:lnTo>
                  <a:lnTo>
                    <a:pt x="394270" y="111012"/>
                  </a:lnTo>
                  <a:lnTo>
                    <a:pt x="473730" y="109884"/>
                  </a:lnTo>
                  <a:lnTo>
                    <a:pt x="547739" y="106650"/>
                  </a:lnTo>
                  <a:lnTo>
                    <a:pt x="614712" y="101533"/>
                  </a:lnTo>
                  <a:lnTo>
                    <a:pt x="673063" y="94756"/>
                  </a:lnTo>
                  <a:lnTo>
                    <a:pt x="721206" y="86541"/>
                  </a:lnTo>
                  <a:lnTo>
                    <a:pt x="780531" y="66693"/>
                  </a:lnTo>
                  <a:lnTo>
                    <a:pt x="788541" y="55506"/>
                  </a:lnTo>
                  <a:lnTo>
                    <a:pt x="780531" y="44318"/>
                  </a:lnTo>
                  <a:lnTo>
                    <a:pt x="721206" y="24470"/>
                  </a:lnTo>
                  <a:lnTo>
                    <a:pt x="673063" y="16256"/>
                  </a:lnTo>
                  <a:lnTo>
                    <a:pt x="614712" y="9478"/>
                  </a:lnTo>
                  <a:lnTo>
                    <a:pt x="547739" y="4361"/>
                  </a:lnTo>
                  <a:lnTo>
                    <a:pt x="473730" y="1127"/>
                  </a:lnTo>
                  <a:lnTo>
                    <a:pt x="39427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717032" y="4416534"/>
              <a:ext cx="190500" cy="257810"/>
            </a:xfrm>
            <a:custGeom>
              <a:avLst/>
              <a:gdLst/>
              <a:ahLst/>
              <a:cxnLst/>
              <a:rect l="l" t="t" r="r" b="b"/>
              <a:pathLst>
                <a:path w="190500" h="257810">
                  <a:moveTo>
                    <a:pt x="98639" y="0"/>
                  </a:moveTo>
                  <a:lnTo>
                    <a:pt x="60846" y="6909"/>
                  </a:lnTo>
                  <a:lnTo>
                    <a:pt x="28702" y="27945"/>
                  </a:lnTo>
                  <a:lnTo>
                    <a:pt x="7841" y="58609"/>
                  </a:lnTo>
                  <a:lnTo>
                    <a:pt x="0" y="94857"/>
                  </a:lnTo>
                  <a:lnTo>
                    <a:pt x="6911" y="132644"/>
                  </a:lnTo>
                  <a:lnTo>
                    <a:pt x="20424" y="162501"/>
                  </a:lnTo>
                  <a:lnTo>
                    <a:pt x="40683" y="185465"/>
                  </a:lnTo>
                  <a:lnTo>
                    <a:pt x="81870" y="213245"/>
                  </a:lnTo>
                  <a:lnTo>
                    <a:pt x="158163" y="257551"/>
                  </a:lnTo>
                  <a:lnTo>
                    <a:pt x="165390" y="233794"/>
                  </a:lnTo>
                  <a:lnTo>
                    <a:pt x="179805" y="177807"/>
                  </a:lnTo>
                  <a:lnTo>
                    <a:pt x="190503" y="112518"/>
                  </a:lnTo>
                  <a:lnTo>
                    <a:pt x="186581" y="60855"/>
                  </a:lnTo>
                  <a:lnTo>
                    <a:pt x="165551" y="28709"/>
                  </a:lnTo>
                  <a:lnTo>
                    <a:pt x="134889" y="7845"/>
                  </a:lnTo>
                  <a:lnTo>
                    <a:pt x="98639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63951" y="4267971"/>
              <a:ext cx="215119" cy="219583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9637141" y="4384147"/>
              <a:ext cx="495300" cy="909319"/>
            </a:xfrm>
            <a:custGeom>
              <a:avLst/>
              <a:gdLst/>
              <a:ahLst/>
              <a:cxnLst/>
              <a:rect l="l" t="t" r="r" b="b"/>
              <a:pathLst>
                <a:path w="495300" h="909320">
                  <a:moveTo>
                    <a:pt x="137096" y="909218"/>
                  </a:moveTo>
                  <a:lnTo>
                    <a:pt x="71361" y="648830"/>
                  </a:lnTo>
                  <a:lnTo>
                    <a:pt x="36842" y="665683"/>
                  </a:lnTo>
                  <a:lnTo>
                    <a:pt x="12306" y="693496"/>
                  </a:lnTo>
                  <a:lnTo>
                    <a:pt x="0" y="728472"/>
                  </a:lnTo>
                  <a:lnTo>
                    <a:pt x="2133" y="766826"/>
                  </a:lnTo>
                  <a:lnTo>
                    <a:pt x="28905" y="810895"/>
                  </a:lnTo>
                  <a:lnTo>
                    <a:pt x="74663" y="857415"/>
                  </a:lnTo>
                  <a:lnTo>
                    <a:pt x="117906" y="894232"/>
                  </a:lnTo>
                  <a:lnTo>
                    <a:pt x="137096" y="909218"/>
                  </a:lnTo>
                  <a:close/>
                </a:path>
                <a:path w="495300" h="909320">
                  <a:moveTo>
                    <a:pt x="494690" y="0"/>
                  </a:moveTo>
                  <a:lnTo>
                    <a:pt x="456285" y="787"/>
                  </a:lnTo>
                  <a:lnTo>
                    <a:pt x="422338" y="15722"/>
                  </a:lnTo>
                  <a:lnTo>
                    <a:pt x="396468" y="42303"/>
                  </a:lnTo>
                  <a:lnTo>
                    <a:pt x="382295" y="78003"/>
                  </a:lnTo>
                  <a:lnTo>
                    <a:pt x="388264" y="129159"/>
                  </a:lnTo>
                  <a:lnTo>
                    <a:pt x="410641" y="190449"/>
                  </a:lnTo>
                  <a:lnTo>
                    <a:pt x="434809" y="241871"/>
                  </a:lnTo>
                  <a:lnTo>
                    <a:pt x="446112" y="263448"/>
                  </a:lnTo>
                  <a:lnTo>
                    <a:pt x="494690" y="0"/>
                  </a:lnTo>
                  <a:close/>
                </a:path>
              </a:pathLst>
            </a:custGeom>
            <a:solidFill>
              <a:srgbClr val="C8D6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229453" y="4914617"/>
              <a:ext cx="339725" cy="307975"/>
            </a:xfrm>
            <a:custGeom>
              <a:avLst/>
              <a:gdLst/>
              <a:ahLst/>
              <a:cxnLst/>
              <a:rect l="l" t="t" r="r" b="b"/>
              <a:pathLst>
                <a:path w="339725" h="307975">
                  <a:moveTo>
                    <a:pt x="187109" y="0"/>
                  </a:moveTo>
                  <a:lnTo>
                    <a:pt x="143493" y="9290"/>
                  </a:lnTo>
                  <a:lnTo>
                    <a:pt x="103567" y="32535"/>
                  </a:lnTo>
                  <a:lnTo>
                    <a:pt x="67293" y="65274"/>
                  </a:lnTo>
                  <a:lnTo>
                    <a:pt x="44413" y="104828"/>
                  </a:lnTo>
                  <a:lnTo>
                    <a:pt x="25218" y="176974"/>
                  </a:lnTo>
                  <a:lnTo>
                    <a:pt x="0" y="307490"/>
                  </a:lnTo>
                  <a:lnTo>
                    <a:pt x="36123" y="306499"/>
                  </a:lnTo>
                  <a:lnTo>
                    <a:pt x="120216" y="300527"/>
                  </a:lnTo>
                  <a:lnTo>
                    <a:pt x="215860" y="285076"/>
                  </a:lnTo>
                  <a:lnTo>
                    <a:pt x="286640" y="255649"/>
                  </a:lnTo>
                  <a:lnTo>
                    <a:pt x="317234" y="221029"/>
                  </a:lnTo>
                  <a:lnTo>
                    <a:pt x="334862" y="180065"/>
                  </a:lnTo>
                  <a:lnTo>
                    <a:pt x="339196" y="136101"/>
                  </a:lnTo>
                  <a:lnTo>
                    <a:pt x="329905" y="92483"/>
                  </a:lnTo>
                  <a:lnTo>
                    <a:pt x="306660" y="52556"/>
                  </a:lnTo>
                  <a:lnTo>
                    <a:pt x="272037" y="21962"/>
                  </a:lnTo>
                  <a:lnTo>
                    <a:pt x="231072" y="4333"/>
                  </a:lnTo>
                  <a:lnTo>
                    <a:pt x="18710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841427" y="4385417"/>
              <a:ext cx="290830" cy="1569085"/>
            </a:xfrm>
            <a:custGeom>
              <a:avLst/>
              <a:gdLst/>
              <a:ahLst/>
              <a:cxnLst/>
              <a:rect l="l" t="t" r="r" b="b"/>
              <a:pathLst>
                <a:path w="290829" h="1569085">
                  <a:moveTo>
                    <a:pt x="0" y="1568988"/>
                  </a:moveTo>
                  <a:lnTo>
                    <a:pt x="290357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722701" y="5089107"/>
              <a:ext cx="161290" cy="637540"/>
            </a:xfrm>
            <a:custGeom>
              <a:avLst/>
              <a:gdLst/>
              <a:ahLst/>
              <a:cxnLst/>
              <a:rect l="l" t="t" r="r" b="b"/>
              <a:pathLst>
                <a:path w="161290" h="637539">
                  <a:moveTo>
                    <a:pt x="160885" y="637488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932084" y="4972977"/>
              <a:ext cx="608965" cy="492125"/>
            </a:xfrm>
            <a:custGeom>
              <a:avLst/>
              <a:gdLst/>
              <a:ahLst/>
              <a:cxnLst/>
              <a:rect l="l" t="t" r="r" b="b"/>
              <a:pathLst>
                <a:path w="608965" h="492125">
                  <a:moveTo>
                    <a:pt x="0" y="491566"/>
                  </a:moveTo>
                  <a:lnTo>
                    <a:pt x="60854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803142" y="4468585"/>
              <a:ext cx="205104" cy="584835"/>
            </a:xfrm>
            <a:custGeom>
              <a:avLst/>
              <a:gdLst/>
              <a:ahLst/>
              <a:cxnLst/>
              <a:rect l="l" t="t" r="r" b="b"/>
              <a:pathLst>
                <a:path w="205104" h="584835">
                  <a:moveTo>
                    <a:pt x="0" y="0"/>
                  </a:moveTo>
                  <a:lnTo>
                    <a:pt x="205103" y="58441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076446" y="4317648"/>
              <a:ext cx="349885" cy="367030"/>
            </a:xfrm>
            <a:custGeom>
              <a:avLst/>
              <a:gdLst/>
              <a:ahLst/>
              <a:cxnLst/>
              <a:rect l="l" t="t" r="r" b="b"/>
              <a:pathLst>
                <a:path w="349884" h="367029">
                  <a:moveTo>
                    <a:pt x="0" y="366826"/>
                  </a:moveTo>
                  <a:lnTo>
                    <a:pt x="349287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15641" y="4145755"/>
              <a:ext cx="199392" cy="233867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20046" y="4308078"/>
              <a:ext cx="140105" cy="24913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9184462" y="4063612"/>
              <a:ext cx="650875" cy="1615440"/>
            </a:xfrm>
            <a:custGeom>
              <a:avLst/>
              <a:gdLst/>
              <a:ahLst/>
              <a:cxnLst/>
              <a:rect l="l" t="t" r="r" b="b"/>
              <a:pathLst>
                <a:path w="650875" h="1615439">
                  <a:moveTo>
                    <a:pt x="290195" y="973264"/>
                  </a:moveTo>
                  <a:lnTo>
                    <a:pt x="286118" y="875538"/>
                  </a:lnTo>
                  <a:lnTo>
                    <a:pt x="264972" y="801535"/>
                  </a:lnTo>
                  <a:lnTo>
                    <a:pt x="233895" y="767359"/>
                  </a:lnTo>
                  <a:lnTo>
                    <a:pt x="195097" y="745375"/>
                  </a:lnTo>
                  <a:lnTo>
                    <a:pt x="151866" y="736269"/>
                  </a:lnTo>
                  <a:lnTo>
                    <a:pt x="107492" y="740752"/>
                  </a:lnTo>
                  <a:lnTo>
                    <a:pt x="65278" y="759510"/>
                  </a:lnTo>
                  <a:lnTo>
                    <a:pt x="31089" y="790587"/>
                  </a:lnTo>
                  <a:lnTo>
                    <a:pt x="9105" y="829398"/>
                  </a:lnTo>
                  <a:lnTo>
                    <a:pt x="0" y="872617"/>
                  </a:lnTo>
                  <a:lnTo>
                    <a:pt x="4483" y="916990"/>
                  </a:lnTo>
                  <a:lnTo>
                    <a:pt x="23241" y="959218"/>
                  </a:lnTo>
                  <a:lnTo>
                    <a:pt x="51790" y="998893"/>
                  </a:lnTo>
                  <a:lnTo>
                    <a:pt x="88341" y="1026248"/>
                  </a:lnTo>
                  <a:lnTo>
                    <a:pt x="157213" y="1054011"/>
                  </a:lnTo>
                  <a:lnTo>
                    <a:pt x="282765" y="1094917"/>
                  </a:lnTo>
                  <a:lnTo>
                    <a:pt x="286105" y="1058456"/>
                  </a:lnTo>
                  <a:lnTo>
                    <a:pt x="290195" y="973264"/>
                  </a:lnTo>
                  <a:close/>
                </a:path>
                <a:path w="650875" h="1615439">
                  <a:moveTo>
                    <a:pt x="423392" y="124955"/>
                  </a:moveTo>
                  <a:lnTo>
                    <a:pt x="412750" y="82372"/>
                  </a:lnTo>
                  <a:lnTo>
                    <a:pt x="390156" y="46532"/>
                  </a:lnTo>
                  <a:lnTo>
                    <a:pt x="358076" y="19481"/>
                  </a:lnTo>
                  <a:lnTo>
                    <a:pt x="318922" y="3276"/>
                  </a:lnTo>
                  <a:lnTo>
                    <a:pt x="275145" y="0"/>
                  </a:lnTo>
                  <a:lnTo>
                    <a:pt x="232562" y="10642"/>
                  </a:lnTo>
                  <a:lnTo>
                    <a:pt x="196723" y="33235"/>
                  </a:lnTo>
                  <a:lnTo>
                    <a:pt x="169672" y="65328"/>
                  </a:lnTo>
                  <a:lnTo>
                    <a:pt x="153466" y="104470"/>
                  </a:lnTo>
                  <a:lnTo>
                    <a:pt x="150190" y="148247"/>
                  </a:lnTo>
                  <a:lnTo>
                    <a:pt x="156210" y="194297"/>
                  </a:lnTo>
                  <a:lnTo>
                    <a:pt x="174205" y="233794"/>
                  </a:lnTo>
                  <a:lnTo>
                    <a:pt x="218605" y="288429"/>
                  </a:lnTo>
                  <a:lnTo>
                    <a:pt x="303796" y="379958"/>
                  </a:lnTo>
                  <a:lnTo>
                    <a:pt x="323392" y="350723"/>
                  </a:lnTo>
                  <a:lnTo>
                    <a:pt x="366001" y="280746"/>
                  </a:lnTo>
                  <a:lnTo>
                    <a:pt x="407416" y="196621"/>
                  </a:lnTo>
                  <a:lnTo>
                    <a:pt x="423392" y="124955"/>
                  </a:lnTo>
                  <a:close/>
                </a:path>
                <a:path w="650875" h="1615439">
                  <a:moveTo>
                    <a:pt x="650328" y="1360157"/>
                  </a:moveTo>
                  <a:lnTo>
                    <a:pt x="640765" y="1316596"/>
                  </a:lnTo>
                  <a:lnTo>
                    <a:pt x="618655" y="1278356"/>
                  </a:lnTo>
                  <a:lnTo>
                    <a:pt x="585673" y="1248346"/>
                  </a:lnTo>
                  <a:lnTo>
                    <a:pt x="543509" y="1229461"/>
                  </a:lnTo>
                  <a:lnTo>
                    <a:pt x="497535" y="1224788"/>
                  </a:lnTo>
                  <a:lnTo>
                    <a:pt x="453974" y="1234351"/>
                  </a:lnTo>
                  <a:lnTo>
                    <a:pt x="415734" y="1256461"/>
                  </a:lnTo>
                  <a:lnTo>
                    <a:pt x="385711" y="1289443"/>
                  </a:lnTo>
                  <a:lnTo>
                    <a:pt x="366826" y="1331607"/>
                  </a:lnTo>
                  <a:lnTo>
                    <a:pt x="356387" y="1379359"/>
                  </a:lnTo>
                  <a:lnTo>
                    <a:pt x="360451" y="1424825"/>
                  </a:lnTo>
                  <a:lnTo>
                    <a:pt x="385813" y="1494637"/>
                  </a:lnTo>
                  <a:lnTo>
                    <a:pt x="439254" y="1615376"/>
                  </a:lnTo>
                  <a:lnTo>
                    <a:pt x="468617" y="1593507"/>
                  </a:lnTo>
                  <a:lnTo>
                    <a:pt x="534746" y="1539621"/>
                  </a:lnTo>
                  <a:lnTo>
                    <a:pt x="604723" y="1471295"/>
                  </a:lnTo>
                  <a:lnTo>
                    <a:pt x="645655" y="1406118"/>
                  </a:lnTo>
                  <a:lnTo>
                    <a:pt x="650328" y="1360157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459617" y="4063606"/>
              <a:ext cx="144780" cy="1902460"/>
            </a:xfrm>
            <a:custGeom>
              <a:avLst/>
              <a:gdLst/>
              <a:ahLst/>
              <a:cxnLst/>
              <a:rect l="l" t="t" r="r" b="b"/>
              <a:pathLst>
                <a:path w="144779" h="1902460">
                  <a:moveTo>
                    <a:pt x="0" y="0"/>
                  </a:moveTo>
                  <a:lnTo>
                    <a:pt x="144487" y="190198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154486" y="4165967"/>
              <a:ext cx="349250" cy="464820"/>
            </a:xfrm>
            <a:custGeom>
              <a:avLst/>
              <a:gdLst/>
              <a:ahLst/>
              <a:cxnLst/>
              <a:rect l="l" t="t" r="r" b="b"/>
              <a:pathLst>
                <a:path w="349250" h="464820">
                  <a:moveTo>
                    <a:pt x="0" y="0"/>
                  </a:moveTo>
                  <a:lnTo>
                    <a:pt x="348963" y="46450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515384" y="4317651"/>
              <a:ext cx="246379" cy="471170"/>
            </a:xfrm>
            <a:custGeom>
              <a:avLst/>
              <a:gdLst/>
              <a:ahLst/>
              <a:cxnLst/>
              <a:rect l="l" t="t" r="r" b="b"/>
              <a:pathLst>
                <a:path w="246379" h="471170">
                  <a:moveTo>
                    <a:pt x="245835" y="0"/>
                  </a:moveTo>
                  <a:lnTo>
                    <a:pt x="0" y="47112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253200" y="4824568"/>
              <a:ext cx="299720" cy="462280"/>
            </a:xfrm>
            <a:custGeom>
              <a:avLst/>
              <a:gdLst/>
              <a:ahLst/>
              <a:cxnLst/>
              <a:rect l="l" t="t" r="r" b="b"/>
              <a:pathLst>
                <a:path w="299720" h="462279">
                  <a:moveTo>
                    <a:pt x="0" y="0"/>
                  </a:moveTo>
                  <a:lnTo>
                    <a:pt x="299697" y="46177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591491" y="5293060"/>
              <a:ext cx="136525" cy="505459"/>
            </a:xfrm>
            <a:custGeom>
              <a:avLst/>
              <a:gdLst/>
              <a:ahLst/>
              <a:cxnLst/>
              <a:rect l="l" t="t" r="r" b="b"/>
              <a:pathLst>
                <a:path w="136525" h="505460">
                  <a:moveTo>
                    <a:pt x="136477" y="0"/>
                  </a:moveTo>
                  <a:lnTo>
                    <a:pt x="0" y="50524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101886" y="4543443"/>
              <a:ext cx="396240" cy="881380"/>
            </a:xfrm>
            <a:custGeom>
              <a:avLst/>
              <a:gdLst/>
              <a:ahLst/>
              <a:cxnLst/>
              <a:rect l="l" t="t" r="r" b="b"/>
              <a:pathLst>
                <a:path w="396240" h="881379">
                  <a:moveTo>
                    <a:pt x="194970" y="76555"/>
                  </a:moveTo>
                  <a:lnTo>
                    <a:pt x="181025" y="42189"/>
                  </a:lnTo>
                  <a:lnTo>
                    <a:pt x="155219" y="15544"/>
                  </a:lnTo>
                  <a:lnTo>
                    <a:pt x="119951" y="330"/>
                  </a:lnTo>
                  <a:lnTo>
                    <a:pt x="81534" y="0"/>
                  </a:lnTo>
                  <a:lnTo>
                    <a:pt x="47167" y="13931"/>
                  </a:lnTo>
                  <a:lnTo>
                    <a:pt x="20535" y="39738"/>
                  </a:lnTo>
                  <a:lnTo>
                    <a:pt x="5308" y="75006"/>
                  </a:lnTo>
                  <a:lnTo>
                    <a:pt x="0" y="107353"/>
                  </a:lnTo>
                  <a:lnTo>
                    <a:pt x="4114" y="137693"/>
                  </a:lnTo>
                  <a:lnTo>
                    <a:pt x="22961" y="183654"/>
                  </a:lnTo>
                  <a:lnTo>
                    <a:pt x="61849" y="262851"/>
                  </a:lnTo>
                  <a:lnTo>
                    <a:pt x="81038" y="247091"/>
                  </a:lnTo>
                  <a:lnTo>
                    <a:pt x="124091" y="208508"/>
                  </a:lnTo>
                  <a:lnTo>
                    <a:pt x="169227" y="160121"/>
                  </a:lnTo>
                  <a:lnTo>
                    <a:pt x="194627" y="114973"/>
                  </a:lnTo>
                  <a:lnTo>
                    <a:pt x="194970" y="76555"/>
                  </a:lnTo>
                  <a:close/>
                </a:path>
                <a:path w="396240" h="881379">
                  <a:moveTo>
                    <a:pt x="395706" y="694931"/>
                  </a:moveTo>
                  <a:lnTo>
                    <a:pt x="381774" y="660565"/>
                  </a:lnTo>
                  <a:lnTo>
                    <a:pt x="355968" y="633920"/>
                  </a:lnTo>
                  <a:lnTo>
                    <a:pt x="320687" y="618705"/>
                  </a:lnTo>
                  <a:lnTo>
                    <a:pt x="282282" y="618363"/>
                  </a:lnTo>
                  <a:lnTo>
                    <a:pt x="247904" y="632294"/>
                  </a:lnTo>
                  <a:lnTo>
                    <a:pt x="221272" y="658101"/>
                  </a:lnTo>
                  <a:lnTo>
                    <a:pt x="206057" y="693381"/>
                  </a:lnTo>
                  <a:lnTo>
                    <a:pt x="200736" y="725716"/>
                  </a:lnTo>
                  <a:lnTo>
                    <a:pt x="204851" y="756069"/>
                  </a:lnTo>
                  <a:lnTo>
                    <a:pt x="223697" y="802030"/>
                  </a:lnTo>
                  <a:lnTo>
                    <a:pt x="262585" y="881214"/>
                  </a:lnTo>
                  <a:lnTo>
                    <a:pt x="281774" y="865466"/>
                  </a:lnTo>
                  <a:lnTo>
                    <a:pt x="324840" y="826884"/>
                  </a:lnTo>
                  <a:lnTo>
                    <a:pt x="369963" y="778497"/>
                  </a:lnTo>
                  <a:lnTo>
                    <a:pt x="395363" y="733336"/>
                  </a:lnTo>
                  <a:lnTo>
                    <a:pt x="395706" y="694931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014666" y="4706804"/>
              <a:ext cx="128270" cy="264160"/>
            </a:xfrm>
            <a:custGeom>
              <a:avLst/>
              <a:gdLst/>
              <a:ahLst/>
              <a:cxnLst/>
              <a:rect l="l" t="t" r="r" b="b"/>
              <a:pathLst>
                <a:path w="128270" h="264160">
                  <a:moveTo>
                    <a:pt x="76290" y="0"/>
                  </a:moveTo>
                  <a:lnTo>
                    <a:pt x="40805" y="14714"/>
                  </a:lnTo>
                  <a:lnTo>
                    <a:pt x="14625" y="40983"/>
                  </a:lnTo>
                  <a:lnTo>
                    <a:pt x="205" y="75151"/>
                  </a:lnTo>
                  <a:lnTo>
                    <a:pt x="0" y="113567"/>
                  </a:lnTo>
                  <a:lnTo>
                    <a:pt x="24362" y="159195"/>
                  </a:lnTo>
                  <a:lnTo>
                    <a:pt x="67925" y="208460"/>
                  </a:lnTo>
                  <a:lnTo>
                    <a:pt x="109559" y="247896"/>
                  </a:lnTo>
                  <a:lnTo>
                    <a:pt x="128132" y="264033"/>
                  </a:lnTo>
                  <a:lnTo>
                    <a:pt x="76290" y="0"/>
                  </a:lnTo>
                  <a:close/>
                </a:path>
              </a:pathLst>
            </a:custGeom>
            <a:solidFill>
              <a:srgbClr val="C8D6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36042" y="5307848"/>
              <a:ext cx="211366" cy="20856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8657864" y="4614403"/>
              <a:ext cx="307975" cy="340360"/>
            </a:xfrm>
            <a:custGeom>
              <a:avLst/>
              <a:gdLst/>
              <a:ahLst/>
              <a:cxnLst/>
              <a:rect l="l" t="t" r="r" b="b"/>
              <a:pathLst>
                <a:path w="307975" h="340360">
                  <a:moveTo>
                    <a:pt x="133992" y="0"/>
                  </a:moveTo>
                  <a:lnTo>
                    <a:pt x="90505" y="9889"/>
                  </a:lnTo>
                  <a:lnTo>
                    <a:pt x="50902" y="33679"/>
                  </a:lnTo>
                  <a:lnTo>
                    <a:pt x="20788" y="68719"/>
                  </a:lnTo>
                  <a:lnTo>
                    <a:pt x="3726" y="109924"/>
                  </a:lnTo>
                  <a:lnTo>
                    <a:pt x="0" y="153944"/>
                  </a:lnTo>
                  <a:lnTo>
                    <a:pt x="9892" y="197431"/>
                  </a:lnTo>
                  <a:lnTo>
                    <a:pt x="33687" y="237034"/>
                  </a:lnTo>
                  <a:lnTo>
                    <a:pt x="66885" y="272903"/>
                  </a:lnTo>
                  <a:lnTo>
                    <a:pt x="106514" y="295573"/>
                  </a:lnTo>
                  <a:lnTo>
                    <a:pt x="178279" y="314688"/>
                  </a:lnTo>
                  <a:lnTo>
                    <a:pt x="307889" y="339890"/>
                  </a:lnTo>
                  <a:lnTo>
                    <a:pt x="306737" y="303301"/>
                  </a:lnTo>
                  <a:lnTo>
                    <a:pt x="300348" y="218238"/>
                  </a:lnTo>
                  <a:lnTo>
                    <a:pt x="284322" y="121754"/>
                  </a:lnTo>
                  <a:lnTo>
                    <a:pt x="254257" y="50904"/>
                  </a:lnTo>
                  <a:lnTo>
                    <a:pt x="219217" y="20790"/>
                  </a:lnTo>
                  <a:lnTo>
                    <a:pt x="178012" y="3727"/>
                  </a:lnTo>
                  <a:lnTo>
                    <a:pt x="13399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101489" y="4771606"/>
              <a:ext cx="242570" cy="1186180"/>
            </a:xfrm>
            <a:custGeom>
              <a:avLst/>
              <a:gdLst/>
              <a:ahLst/>
              <a:cxnLst/>
              <a:rect l="l" t="t" r="r" b="b"/>
              <a:pathLst>
                <a:path w="242570" h="1186179">
                  <a:moveTo>
                    <a:pt x="0" y="0"/>
                  </a:moveTo>
                  <a:lnTo>
                    <a:pt x="242285" y="118598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708771" y="4648087"/>
              <a:ext cx="485775" cy="576580"/>
            </a:xfrm>
            <a:custGeom>
              <a:avLst/>
              <a:gdLst/>
              <a:ahLst/>
              <a:cxnLst/>
              <a:rect l="l" t="t" r="r" b="b"/>
              <a:pathLst>
                <a:path w="485775" h="576579">
                  <a:moveTo>
                    <a:pt x="0" y="0"/>
                  </a:moveTo>
                  <a:lnTo>
                    <a:pt x="485273" y="57654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9132364" y="4571855"/>
              <a:ext cx="90805" cy="351155"/>
            </a:xfrm>
            <a:custGeom>
              <a:avLst/>
              <a:gdLst/>
              <a:ahLst/>
              <a:cxnLst/>
              <a:rect l="l" t="t" r="r" b="b"/>
              <a:pathLst>
                <a:path w="90804" h="351154">
                  <a:moveTo>
                    <a:pt x="90269" y="0"/>
                  </a:moveTo>
                  <a:lnTo>
                    <a:pt x="0" y="35084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9300936" y="5219218"/>
              <a:ext cx="102235" cy="528955"/>
            </a:xfrm>
            <a:custGeom>
              <a:avLst/>
              <a:gdLst/>
              <a:ahLst/>
              <a:cxnLst/>
              <a:rect l="l" t="t" r="r" b="b"/>
              <a:pathLst>
                <a:path w="102234" h="528954">
                  <a:moveTo>
                    <a:pt x="102112" y="0"/>
                  </a:moveTo>
                  <a:lnTo>
                    <a:pt x="0" y="52867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899271" y="5342337"/>
              <a:ext cx="419734" cy="493395"/>
            </a:xfrm>
            <a:custGeom>
              <a:avLst/>
              <a:gdLst/>
              <a:ahLst/>
              <a:cxnLst/>
              <a:rect l="l" t="t" r="r" b="b"/>
              <a:pathLst>
                <a:path w="419734" h="493395">
                  <a:moveTo>
                    <a:pt x="0" y="0"/>
                  </a:moveTo>
                  <a:lnTo>
                    <a:pt x="419536" y="49301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093963" y="5909884"/>
              <a:ext cx="1010919" cy="975994"/>
            </a:xfrm>
            <a:custGeom>
              <a:avLst/>
              <a:gdLst/>
              <a:ahLst/>
              <a:cxnLst/>
              <a:rect l="l" t="t" r="r" b="b"/>
              <a:pathLst>
                <a:path w="1010920" h="975995">
                  <a:moveTo>
                    <a:pt x="904409" y="0"/>
                  </a:moveTo>
                  <a:lnTo>
                    <a:pt x="837075" y="31234"/>
                  </a:lnTo>
                  <a:lnTo>
                    <a:pt x="788931" y="39449"/>
                  </a:lnTo>
                  <a:lnTo>
                    <a:pt x="730580" y="46226"/>
                  </a:lnTo>
                  <a:lnTo>
                    <a:pt x="663608" y="51343"/>
                  </a:lnTo>
                  <a:lnTo>
                    <a:pt x="589599" y="54577"/>
                  </a:lnTo>
                  <a:lnTo>
                    <a:pt x="510139" y="55705"/>
                  </a:lnTo>
                  <a:lnTo>
                    <a:pt x="430679" y="54577"/>
                  </a:lnTo>
                  <a:lnTo>
                    <a:pt x="356670" y="51343"/>
                  </a:lnTo>
                  <a:lnTo>
                    <a:pt x="289697" y="46226"/>
                  </a:lnTo>
                  <a:lnTo>
                    <a:pt x="231346" y="39449"/>
                  </a:lnTo>
                  <a:lnTo>
                    <a:pt x="183203" y="31234"/>
                  </a:lnTo>
                  <a:lnTo>
                    <a:pt x="123878" y="11386"/>
                  </a:lnTo>
                  <a:lnTo>
                    <a:pt x="115899" y="62"/>
                  </a:lnTo>
                  <a:lnTo>
                    <a:pt x="43124" y="427511"/>
                  </a:lnTo>
                  <a:lnTo>
                    <a:pt x="7819" y="650083"/>
                  </a:lnTo>
                  <a:lnTo>
                    <a:pt x="0" y="739778"/>
                  </a:lnTo>
                  <a:lnTo>
                    <a:pt x="9714" y="768657"/>
                  </a:lnTo>
                  <a:lnTo>
                    <a:pt x="38562" y="797644"/>
                  </a:lnTo>
                  <a:lnTo>
                    <a:pt x="100132" y="844104"/>
                  </a:lnTo>
                  <a:lnTo>
                    <a:pt x="141820" y="870235"/>
                  </a:lnTo>
                  <a:lnTo>
                    <a:pt x="190048" y="896352"/>
                  </a:lnTo>
                  <a:lnTo>
                    <a:pt x="244268" y="920996"/>
                  </a:lnTo>
                  <a:lnTo>
                    <a:pt x="303934" y="942705"/>
                  </a:lnTo>
                  <a:lnTo>
                    <a:pt x="368500" y="960020"/>
                  </a:lnTo>
                  <a:lnTo>
                    <a:pt x="437417" y="971480"/>
                  </a:lnTo>
                  <a:lnTo>
                    <a:pt x="510139" y="975624"/>
                  </a:lnTo>
                  <a:lnTo>
                    <a:pt x="582861" y="971480"/>
                  </a:lnTo>
                  <a:lnTo>
                    <a:pt x="651778" y="960020"/>
                  </a:lnTo>
                  <a:lnTo>
                    <a:pt x="716343" y="942705"/>
                  </a:lnTo>
                  <a:lnTo>
                    <a:pt x="776009" y="920996"/>
                  </a:lnTo>
                  <a:lnTo>
                    <a:pt x="830230" y="896352"/>
                  </a:lnTo>
                  <a:lnTo>
                    <a:pt x="878458" y="870235"/>
                  </a:lnTo>
                  <a:lnTo>
                    <a:pt x="920146" y="844104"/>
                  </a:lnTo>
                  <a:lnTo>
                    <a:pt x="954747" y="819420"/>
                  </a:lnTo>
                  <a:lnTo>
                    <a:pt x="1000503" y="780236"/>
                  </a:lnTo>
                  <a:lnTo>
                    <a:pt x="1010563" y="768657"/>
                  </a:lnTo>
                  <a:lnTo>
                    <a:pt x="1002507" y="635903"/>
                  </a:lnTo>
                  <a:lnTo>
                    <a:pt x="965069" y="373082"/>
                  </a:lnTo>
                  <a:lnTo>
                    <a:pt x="923839" y="115885"/>
                  </a:lnTo>
                  <a:lnTo>
                    <a:pt x="904409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9200422" y="5965591"/>
              <a:ext cx="807720" cy="55880"/>
            </a:xfrm>
            <a:custGeom>
              <a:avLst/>
              <a:gdLst/>
              <a:ahLst/>
              <a:cxnLst/>
              <a:rect l="l" t="t" r="r" b="b"/>
              <a:pathLst>
                <a:path w="807720" h="55879">
                  <a:moveTo>
                    <a:pt x="0" y="0"/>
                  </a:moveTo>
                  <a:lnTo>
                    <a:pt x="62620" y="32283"/>
                  </a:lnTo>
                  <a:lnTo>
                    <a:pt x="125544" y="48861"/>
                  </a:lnTo>
                  <a:lnTo>
                    <a:pt x="226617" y="54968"/>
                  </a:lnTo>
                  <a:lnTo>
                    <a:pt x="403684" y="55841"/>
                  </a:lnTo>
                  <a:lnTo>
                    <a:pt x="594823" y="47116"/>
                  </a:lnTo>
                  <a:lnTo>
                    <a:pt x="719356" y="27920"/>
                  </a:lnTo>
                  <a:lnTo>
                    <a:pt x="786971" y="8725"/>
                  </a:lnTo>
                  <a:lnTo>
                    <a:pt x="807357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9195630" y="5993513"/>
              <a:ext cx="817244" cy="57150"/>
            </a:xfrm>
            <a:custGeom>
              <a:avLst/>
              <a:gdLst/>
              <a:ahLst/>
              <a:cxnLst/>
              <a:rect l="l" t="t" r="r" b="b"/>
              <a:pathLst>
                <a:path w="817245" h="57150">
                  <a:moveTo>
                    <a:pt x="0" y="753"/>
                  </a:moveTo>
                  <a:lnTo>
                    <a:pt x="65392" y="33037"/>
                  </a:lnTo>
                  <a:lnTo>
                    <a:pt x="129739" y="49614"/>
                  </a:lnTo>
                  <a:lnTo>
                    <a:pt x="231333" y="55722"/>
                  </a:lnTo>
                  <a:lnTo>
                    <a:pt x="408469" y="56595"/>
                  </a:lnTo>
                  <a:lnTo>
                    <a:pt x="600337" y="47752"/>
                  </a:lnTo>
                  <a:lnTo>
                    <a:pt x="726476" y="28297"/>
                  </a:lnTo>
                  <a:lnTo>
                    <a:pt x="795697" y="8842"/>
                  </a:lnTo>
                  <a:lnTo>
                    <a:pt x="81681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1257178" y="8903226"/>
              <a:ext cx="5637530" cy="706755"/>
            </a:xfrm>
            <a:custGeom>
              <a:avLst/>
              <a:gdLst/>
              <a:ahLst/>
              <a:cxnLst/>
              <a:rect l="l" t="t" r="r" b="b"/>
              <a:pathLst>
                <a:path w="5637530" h="706754">
                  <a:moveTo>
                    <a:pt x="343611" y="0"/>
                  </a:moveTo>
                  <a:lnTo>
                    <a:pt x="322605" y="0"/>
                  </a:lnTo>
                  <a:lnTo>
                    <a:pt x="322605" y="16802"/>
                  </a:lnTo>
                  <a:lnTo>
                    <a:pt x="171615" y="689419"/>
                  </a:lnTo>
                  <a:lnTo>
                    <a:pt x="18999" y="689419"/>
                  </a:lnTo>
                  <a:lnTo>
                    <a:pt x="101346" y="16802"/>
                  </a:lnTo>
                  <a:lnTo>
                    <a:pt x="322605" y="16802"/>
                  </a:lnTo>
                  <a:lnTo>
                    <a:pt x="322605" y="0"/>
                  </a:lnTo>
                  <a:lnTo>
                    <a:pt x="86474" y="0"/>
                  </a:lnTo>
                  <a:lnTo>
                    <a:pt x="0" y="706234"/>
                  </a:lnTo>
                  <a:lnTo>
                    <a:pt x="185064" y="706234"/>
                  </a:lnTo>
                  <a:lnTo>
                    <a:pt x="188836" y="689419"/>
                  </a:lnTo>
                  <a:lnTo>
                    <a:pt x="339839" y="16802"/>
                  </a:lnTo>
                  <a:lnTo>
                    <a:pt x="343611" y="0"/>
                  </a:lnTo>
                  <a:close/>
                </a:path>
                <a:path w="5637530" h="706754">
                  <a:moveTo>
                    <a:pt x="5637352" y="706234"/>
                  </a:moveTo>
                  <a:lnTo>
                    <a:pt x="5635295" y="689419"/>
                  </a:lnTo>
                  <a:lnTo>
                    <a:pt x="5618353" y="551065"/>
                  </a:lnTo>
                  <a:lnTo>
                    <a:pt x="5618353" y="689419"/>
                  </a:lnTo>
                  <a:lnTo>
                    <a:pt x="5465724" y="689419"/>
                  </a:lnTo>
                  <a:lnTo>
                    <a:pt x="5314734" y="16802"/>
                  </a:lnTo>
                  <a:lnTo>
                    <a:pt x="5535993" y="16802"/>
                  </a:lnTo>
                  <a:lnTo>
                    <a:pt x="5618353" y="689419"/>
                  </a:lnTo>
                  <a:lnTo>
                    <a:pt x="5618353" y="551065"/>
                  </a:lnTo>
                  <a:lnTo>
                    <a:pt x="5552935" y="16802"/>
                  </a:lnTo>
                  <a:lnTo>
                    <a:pt x="5550878" y="0"/>
                  </a:lnTo>
                  <a:lnTo>
                    <a:pt x="5293728" y="0"/>
                  </a:lnTo>
                  <a:lnTo>
                    <a:pt x="5452288" y="706234"/>
                  </a:lnTo>
                  <a:lnTo>
                    <a:pt x="5637352" y="706234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1769801" y="8903226"/>
              <a:ext cx="4612640" cy="706755"/>
            </a:xfrm>
            <a:custGeom>
              <a:avLst/>
              <a:gdLst/>
              <a:ahLst/>
              <a:cxnLst/>
              <a:rect l="l" t="t" r="r" b="b"/>
              <a:pathLst>
                <a:path w="4612640" h="706754">
                  <a:moveTo>
                    <a:pt x="343623" y="0"/>
                  </a:moveTo>
                  <a:lnTo>
                    <a:pt x="322605" y="0"/>
                  </a:lnTo>
                  <a:lnTo>
                    <a:pt x="322605" y="16802"/>
                  </a:lnTo>
                  <a:lnTo>
                    <a:pt x="171615" y="689419"/>
                  </a:lnTo>
                  <a:lnTo>
                    <a:pt x="18986" y="689419"/>
                  </a:lnTo>
                  <a:lnTo>
                    <a:pt x="101346" y="16802"/>
                  </a:lnTo>
                  <a:lnTo>
                    <a:pt x="322605" y="16802"/>
                  </a:lnTo>
                  <a:lnTo>
                    <a:pt x="322605" y="0"/>
                  </a:lnTo>
                  <a:lnTo>
                    <a:pt x="86461" y="0"/>
                  </a:lnTo>
                  <a:lnTo>
                    <a:pt x="0" y="706234"/>
                  </a:lnTo>
                  <a:lnTo>
                    <a:pt x="185064" y="706234"/>
                  </a:lnTo>
                  <a:lnTo>
                    <a:pt x="188836" y="689419"/>
                  </a:lnTo>
                  <a:lnTo>
                    <a:pt x="339852" y="16802"/>
                  </a:lnTo>
                  <a:lnTo>
                    <a:pt x="343623" y="0"/>
                  </a:lnTo>
                  <a:close/>
                </a:path>
                <a:path w="4612640" h="706754">
                  <a:moveTo>
                    <a:pt x="4612106" y="706234"/>
                  </a:moveTo>
                  <a:lnTo>
                    <a:pt x="4610049" y="689419"/>
                  </a:lnTo>
                  <a:lnTo>
                    <a:pt x="4593107" y="551040"/>
                  </a:lnTo>
                  <a:lnTo>
                    <a:pt x="4593107" y="689419"/>
                  </a:lnTo>
                  <a:lnTo>
                    <a:pt x="4440479" y="689419"/>
                  </a:lnTo>
                  <a:lnTo>
                    <a:pt x="4289488" y="16802"/>
                  </a:lnTo>
                  <a:lnTo>
                    <a:pt x="4510760" y="16802"/>
                  </a:lnTo>
                  <a:lnTo>
                    <a:pt x="4593107" y="689419"/>
                  </a:lnTo>
                  <a:lnTo>
                    <a:pt x="4593107" y="551040"/>
                  </a:lnTo>
                  <a:lnTo>
                    <a:pt x="4527702" y="16802"/>
                  </a:lnTo>
                  <a:lnTo>
                    <a:pt x="4525645" y="0"/>
                  </a:lnTo>
                  <a:lnTo>
                    <a:pt x="4268495" y="0"/>
                  </a:lnTo>
                  <a:lnTo>
                    <a:pt x="4427055" y="706234"/>
                  </a:lnTo>
                  <a:lnTo>
                    <a:pt x="4612106" y="70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1008949" y="7743780"/>
              <a:ext cx="6096635" cy="1096010"/>
            </a:xfrm>
            <a:custGeom>
              <a:avLst/>
              <a:gdLst/>
              <a:ahLst/>
              <a:cxnLst/>
              <a:rect l="l" t="t" r="r" b="b"/>
              <a:pathLst>
                <a:path w="6096634" h="1096009">
                  <a:moveTo>
                    <a:pt x="570307" y="0"/>
                  </a:moveTo>
                  <a:lnTo>
                    <a:pt x="279981" y="142582"/>
                  </a:lnTo>
                  <a:lnTo>
                    <a:pt x="37517" y="491524"/>
                  </a:lnTo>
                  <a:lnTo>
                    <a:pt x="0" y="908003"/>
                  </a:lnTo>
                  <a:lnTo>
                    <a:pt x="1061831" y="1095610"/>
                  </a:lnTo>
                  <a:lnTo>
                    <a:pt x="5979985" y="1039319"/>
                  </a:lnTo>
                  <a:lnTo>
                    <a:pt x="6096296" y="814195"/>
                  </a:lnTo>
                  <a:lnTo>
                    <a:pt x="6006246" y="371454"/>
                  </a:lnTo>
                  <a:lnTo>
                    <a:pt x="5886187" y="157586"/>
                  </a:lnTo>
                  <a:lnTo>
                    <a:pt x="5522229" y="56281"/>
                  </a:lnTo>
                  <a:lnTo>
                    <a:pt x="5317712" y="73170"/>
                  </a:lnTo>
                  <a:lnTo>
                    <a:pt x="811378" y="73170"/>
                  </a:lnTo>
                  <a:lnTo>
                    <a:pt x="57030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1129729" y="7743786"/>
              <a:ext cx="5885815" cy="372110"/>
            </a:xfrm>
            <a:custGeom>
              <a:avLst/>
              <a:gdLst/>
              <a:ahLst/>
              <a:cxnLst/>
              <a:rect l="l" t="t" r="r" b="b"/>
              <a:pathLst>
                <a:path w="5885815" h="372109">
                  <a:moveTo>
                    <a:pt x="449525" y="0"/>
                  </a:moveTo>
                  <a:lnTo>
                    <a:pt x="159199" y="142571"/>
                  </a:lnTo>
                  <a:lnTo>
                    <a:pt x="0" y="371685"/>
                  </a:lnTo>
                  <a:lnTo>
                    <a:pt x="5885517" y="371685"/>
                  </a:lnTo>
                  <a:lnTo>
                    <a:pt x="5765405" y="157586"/>
                  </a:lnTo>
                  <a:lnTo>
                    <a:pt x="5401458" y="56281"/>
                  </a:lnTo>
                  <a:lnTo>
                    <a:pt x="5196930" y="73160"/>
                  </a:lnTo>
                  <a:lnTo>
                    <a:pt x="690596" y="73160"/>
                  </a:lnTo>
                  <a:lnTo>
                    <a:pt x="44952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428326" y="6269234"/>
              <a:ext cx="7296150" cy="2468245"/>
            </a:xfrm>
            <a:custGeom>
              <a:avLst/>
              <a:gdLst/>
              <a:ahLst/>
              <a:cxnLst/>
              <a:rect l="l" t="t" r="r" b="b"/>
              <a:pathLst>
                <a:path w="7296150" h="2468245">
                  <a:moveTo>
                    <a:pt x="1405877" y="1514132"/>
                  </a:moveTo>
                  <a:lnTo>
                    <a:pt x="1402016" y="1467358"/>
                  </a:lnTo>
                  <a:lnTo>
                    <a:pt x="1394269" y="1421942"/>
                  </a:lnTo>
                  <a:lnTo>
                    <a:pt x="1382826" y="1378102"/>
                  </a:lnTo>
                  <a:lnTo>
                    <a:pt x="1367891" y="1336065"/>
                  </a:lnTo>
                  <a:lnTo>
                    <a:pt x="1349679" y="1296035"/>
                  </a:lnTo>
                  <a:lnTo>
                    <a:pt x="1328394" y="1258239"/>
                  </a:lnTo>
                  <a:lnTo>
                    <a:pt x="1304251" y="1222895"/>
                  </a:lnTo>
                  <a:lnTo>
                    <a:pt x="1277429" y="1190218"/>
                  </a:lnTo>
                  <a:lnTo>
                    <a:pt x="1248156" y="1160437"/>
                  </a:lnTo>
                  <a:lnTo>
                    <a:pt x="1216634" y="1133754"/>
                  </a:lnTo>
                  <a:lnTo>
                    <a:pt x="1183068" y="1110411"/>
                  </a:lnTo>
                  <a:lnTo>
                    <a:pt x="1147648" y="1090612"/>
                  </a:lnTo>
                  <a:lnTo>
                    <a:pt x="1110602" y="1074572"/>
                  </a:lnTo>
                  <a:lnTo>
                    <a:pt x="1072134" y="1062520"/>
                  </a:lnTo>
                  <a:lnTo>
                    <a:pt x="1032433" y="1054671"/>
                  </a:lnTo>
                  <a:lnTo>
                    <a:pt x="1009357" y="1052741"/>
                  </a:lnTo>
                  <a:lnTo>
                    <a:pt x="1254112" y="835761"/>
                  </a:lnTo>
                  <a:lnTo>
                    <a:pt x="1404658" y="0"/>
                  </a:lnTo>
                  <a:lnTo>
                    <a:pt x="1110602" y="0"/>
                  </a:lnTo>
                  <a:lnTo>
                    <a:pt x="1060526" y="7315"/>
                  </a:lnTo>
                  <a:lnTo>
                    <a:pt x="1018717" y="25311"/>
                  </a:lnTo>
                  <a:lnTo>
                    <a:pt x="985050" y="53873"/>
                  </a:lnTo>
                  <a:lnTo>
                    <a:pt x="959434" y="92849"/>
                  </a:lnTo>
                  <a:lnTo>
                    <a:pt x="941755" y="142100"/>
                  </a:lnTo>
                  <a:lnTo>
                    <a:pt x="748055" y="919429"/>
                  </a:lnTo>
                  <a:lnTo>
                    <a:pt x="732891" y="959231"/>
                  </a:lnTo>
                  <a:lnTo>
                    <a:pt x="711441" y="990714"/>
                  </a:lnTo>
                  <a:lnTo>
                    <a:pt x="682802" y="1014526"/>
                  </a:lnTo>
                  <a:lnTo>
                    <a:pt x="646061" y="1031354"/>
                  </a:lnTo>
                  <a:lnTo>
                    <a:pt x="0" y="1234909"/>
                  </a:lnTo>
                  <a:lnTo>
                    <a:pt x="176326" y="1297266"/>
                  </a:lnTo>
                  <a:lnTo>
                    <a:pt x="310629" y="1297266"/>
                  </a:lnTo>
                  <a:lnTo>
                    <a:pt x="286080" y="1641525"/>
                  </a:lnTo>
                  <a:lnTo>
                    <a:pt x="379882" y="1954822"/>
                  </a:lnTo>
                  <a:lnTo>
                    <a:pt x="612508" y="2264359"/>
                  </a:lnTo>
                  <a:lnTo>
                    <a:pt x="846175" y="2349614"/>
                  </a:lnTo>
                  <a:lnTo>
                    <a:pt x="886879" y="2311730"/>
                  </a:lnTo>
                  <a:lnTo>
                    <a:pt x="886879" y="1871345"/>
                  </a:lnTo>
                  <a:lnTo>
                    <a:pt x="892136" y="1825904"/>
                  </a:lnTo>
                  <a:lnTo>
                    <a:pt x="907326" y="1784845"/>
                  </a:lnTo>
                  <a:lnTo>
                    <a:pt x="933119" y="1750199"/>
                  </a:lnTo>
                  <a:lnTo>
                    <a:pt x="970241" y="1723948"/>
                  </a:lnTo>
                  <a:lnTo>
                    <a:pt x="1391996" y="1660398"/>
                  </a:lnTo>
                  <a:lnTo>
                    <a:pt x="1401064" y="1610868"/>
                  </a:lnTo>
                  <a:lnTo>
                    <a:pt x="1405623" y="1562036"/>
                  </a:lnTo>
                  <a:lnTo>
                    <a:pt x="1405877" y="1514132"/>
                  </a:lnTo>
                  <a:close/>
                </a:path>
                <a:path w="7296150" h="2468245">
                  <a:moveTo>
                    <a:pt x="7295883" y="1234909"/>
                  </a:moveTo>
                  <a:lnTo>
                    <a:pt x="6649821" y="1031354"/>
                  </a:lnTo>
                  <a:lnTo>
                    <a:pt x="6613080" y="1014526"/>
                  </a:lnTo>
                  <a:lnTo>
                    <a:pt x="6562992" y="959231"/>
                  </a:lnTo>
                  <a:lnTo>
                    <a:pt x="6547828" y="919429"/>
                  </a:lnTo>
                  <a:lnTo>
                    <a:pt x="6354127" y="142100"/>
                  </a:lnTo>
                  <a:lnTo>
                    <a:pt x="6336449" y="92849"/>
                  </a:lnTo>
                  <a:lnTo>
                    <a:pt x="6310820" y="53873"/>
                  </a:lnTo>
                  <a:lnTo>
                    <a:pt x="6277165" y="25311"/>
                  </a:lnTo>
                  <a:lnTo>
                    <a:pt x="6235344" y="7315"/>
                  </a:lnTo>
                  <a:lnTo>
                    <a:pt x="6185281" y="0"/>
                  </a:lnTo>
                  <a:lnTo>
                    <a:pt x="5891225" y="0"/>
                  </a:lnTo>
                  <a:lnTo>
                    <a:pt x="6041771" y="835761"/>
                  </a:lnTo>
                  <a:lnTo>
                    <a:pt x="6286030" y="1052309"/>
                  </a:lnTo>
                  <a:lnTo>
                    <a:pt x="6257887" y="1054671"/>
                  </a:lnTo>
                  <a:lnTo>
                    <a:pt x="6218186" y="1062520"/>
                  </a:lnTo>
                  <a:lnTo>
                    <a:pt x="6179718" y="1074572"/>
                  </a:lnTo>
                  <a:lnTo>
                    <a:pt x="6142672" y="1090612"/>
                  </a:lnTo>
                  <a:lnTo>
                    <a:pt x="6107265" y="1110411"/>
                  </a:lnTo>
                  <a:lnTo>
                    <a:pt x="6073686" y="1133754"/>
                  </a:lnTo>
                  <a:lnTo>
                    <a:pt x="6042164" y="1160437"/>
                  </a:lnTo>
                  <a:lnTo>
                    <a:pt x="6012891" y="1190218"/>
                  </a:lnTo>
                  <a:lnTo>
                    <a:pt x="5986081" y="1222895"/>
                  </a:lnTo>
                  <a:lnTo>
                    <a:pt x="5961926" y="1258239"/>
                  </a:lnTo>
                  <a:lnTo>
                    <a:pt x="5940641" y="1296035"/>
                  </a:lnTo>
                  <a:lnTo>
                    <a:pt x="5922429" y="1336065"/>
                  </a:lnTo>
                  <a:lnTo>
                    <a:pt x="5907506" y="1378102"/>
                  </a:lnTo>
                  <a:lnTo>
                    <a:pt x="5896064" y="1421942"/>
                  </a:lnTo>
                  <a:lnTo>
                    <a:pt x="5888304" y="1467358"/>
                  </a:lnTo>
                  <a:lnTo>
                    <a:pt x="5884456" y="1514132"/>
                  </a:lnTo>
                  <a:lnTo>
                    <a:pt x="5884697" y="1562036"/>
                  </a:lnTo>
                  <a:lnTo>
                    <a:pt x="5889256" y="1610868"/>
                  </a:lnTo>
                  <a:lnTo>
                    <a:pt x="5898337" y="1660398"/>
                  </a:lnTo>
                  <a:lnTo>
                    <a:pt x="6320091" y="1723948"/>
                  </a:lnTo>
                  <a:lnTo>
                    <a:pt x="6357201" y="1750199"/>
                  </a:lnTo>
                  <a:lnTo>
                    <a:pt x="6383007" y="1784845"/>
                  </a:lnTo>
                  <a:lnTo>
                    <a:pt x="6398184" y="1825904"/>
                  </a:lnTo>
                  <a:lnTo>
                    <a:pt x="6403454" y="1871345"/>
                  </a:lnTo>
                  <a:lnTo>
                    <a:pt x="6403454" y="2311730"/>
                  </a:lnTo>
                  <a:lnTo>
                    <a:pt x="6464795" y="2467914"/>
                  </a:lnTo>
                  <a:lnTo>
                    <a:pt x="6707873" y="2467914"/>
                  </a:lnTo>
                  <a:lnTo>
                    <a:pt x="6740233" y="2338463"/>
                  </a:lnTo>
                  <a:lnTo>
                    <a:pt x="6762470" y="2247100"/>
                  </a:lnTo>
                  <a:lnTo>
                    <a:pt x="6772592" y="2200579"/>
                  </a:lnTo>
                  <a:lnTo>
                    <a:pt x="6774040" y="2188045"/>
                  </a:lnTo>
                  <a:lnTo>
                    <a:pt x="6784200" y="2142540"/>
                  </a:lnTo>
                  <a:lnTo>
                    <a:pt x="6811772" y="2026856"/>
                  </a:lnTo>
                  <a:lnTo>
                    <a:pt x="6865455" y="1803806"/>
                  </a:lnTo>
                  <a:lnTo>
                    <a:pt x="7045553" y="1446415"/>
                  </a:lnTo>
                  <a:lnTo>
                    <a:pt x="6995554" y="1297266"/>
                  </a:lnTo>
                  <a:lnTo>
                    <a:pt x="7119544" y="1297266"/>
                  </a:lnTo>
                  <a:lnTo>
                    <a:pt x="7295883" y="1234909"/>
                  </a:lnTo>
                  <a:close/>
                </a:path>
              </a:pathLst>
            </a:custGeom>
            <a:solidFill>
              <a:srgbClr val="3DA7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384618" y="6269228"/>
              <a:ext cx="5382895" cy="1660525"/>
            </a:xfrm>
            <a:custGeom>
              <a:avLst/>
              <a:gdLst/>
              <a:ahLst/>
              <a:cxnLst/>
              <a:rect l="l" t="t" r="r" b="b"/>
              <a:pathLst>
                <a:path w="5382894" h="1660525">
                  <a:moveTo>
                    <a:pt x="4944215" y="0"/>
                  </a:moveTo>
                  <a:lnTo>
                    <a:pt x="438258" y="0"/>
                  </a:lnTo>
                  <a:lnTo>
                    <a:pt x="387242" y="4480"/>
                  </a:lnTo>
                  <a:lnTo>
                    <a:pt x="342804" y="17726"/>
                  </a:lnTo>
                  <a:lnTo>
                    <a:pt x="304957" y="39447"/>
                  </a:lnTo>
                  <a:lnTo>
                    <a:pt x="273713" y="69352"/>
                  </a:lnTo>
                  <a:lnTo>
                    <a:pt x="249084" y="107150"/>
                  </a:lnTo>
                  <a:lnTo>
                    <a:pt x="231081" y="152550"/>
                  </a:lnTo>
                  <a:lnTo>
                    <a:pt x="0" y="1129075"/>
                  </a:lnTo>
                  <a:lnTo>
                    <a:pt x="435714" y="1660399"/>
                  </a:lnTo>
                  <a:lnTo>
                    <a:pt x="4942038" y="1660399"/>
                  </a:lnTo>
                  <a:lnTo>
                    <a:pt x="5382474" y="1129075"/>
                  </a:lnTo>
                  <a:lnTo>
                    <a:pt x="5151392" y="152550"/>
                  </a:lnTo>
                  <a:lnTo>
                    <a:pt x="5133390" y="107150"/>
                  </a:lnTo>
                  <a:lnTo>
                    <a:pt x="5108760" y="69352"/>
                  </a:lnTo>
                  <a:lnTo>
                    <a:pt x="5077516" y="39447"/>
                  </a:lnTo>
                  <a:lnTo>
                    <a:pt x="5039670" y="17726"/>
                  </a:lnTo>
                  <a:lnTo>
                    <a:pt x="4995232" y="4480"/>
                  </a:lnTo>
                  <a:lnTo>
                    <a:pt x="494421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397255" y="7498962"/>
              <a:ext cx="7357745" cy="1520190"/>
            </a:xfrm>
            <a:custGeom>
              <a:avLst/>
              <a:gdLst/>
              <a:ahLst/>
              <a:cxnLst/>
              <a:rect l="l" t="t" r="r" b="b"/>
              <a:pathLst>
                <a:path w="7357744" h="1520190">
                  <a:moveTo>
                    <a:pt x="7298001" y="0"/>
                  </a:moveTo>
                  <a:lnTo>
                    <a:pt x="7066281" y="0"/>
                  </a:lnTo>
                  <a:lnTo>
                    <a:pt x="7034981" y="1254"/>
                  </a:lnTo>
                  <a:lnTo>
                    <a:pt x="7008731" y="8478"/>
                  </a:lnTo>
                  <a:lnTo>
                    <a:pt x="6986713" y="26866"/>
                  </a:lnTo>
                  <a:lnTo>
                    <a:pt x="6968106" y="61610"/>
                  </a:lnTo>
                  <a:lnTo>
                    <a:pt x="6550401" y="993362"/>
                  </a:lnTo>
                  <a:lnTo>
                    <a:pt x="6520089" y="1035902"/>
                  </a:lnTo>
                  <a:lnTo>
                    <a:pt x="6481991" y="1067229"/>
                  </a:lnTo>
                  <a:lnTo>
                    <a:pt x="6433073" y="1086949"/>
                  </a:lnTo>
                  <a:lnTo>
                    <a:pt x="6370302" y="1094668"/>
                  </a:lnTo>
                  <a:lnTo>
                    <a:pt x="986895" y="1094668"/>
                  </a:lnTo>
                  <a:lnTo>
                    <a:pt x="924130" y="1086949"/>
                  </a:lnTo>
                  <a:lnTo>
                    <a:pt x="875214" y="1067229"/>
                  </a:lnTo>
                  <a:lnTo>
                    <a:pt x="837114" y="1035902"/>
                  </a:lnTo>
                  <a:lnTo>
                    <a:pt x="806796" y="993362"/>
                  </a:lnTo>
                  <a:lnTo>
                    <a:pt x="389091" y="61610"/>
                  </a:lnTo>
                  <a:lnTo>
                    <a:pt x="370484" y="26866"/>
                  </a:lnTo>
                  <a:lnTo>
                    <a:pt x="348466" y="8478"/>
                  </a:lnTo>
                  <a:lnTo>
                    <a:pt x="322216" y="1254"/>
                  </a:lnTo>
                  <a:lnTo>
                    <a:pt x="290916" y="0"/>
                  </a:lnTo>
                  <a:lnTo>
                    <a:pt x="59196" y="0"/>
                  </a:lnTo>
                  <a:lnTo>
                    <a:pt x="28260" y="6410"/>
                  </a:lnTo>
                  <a:lnTo>
                    <a:pt x="8320" y="23494"/>
                  </a:lnTo>
                  <a:lnTo>
                    <a:pt x="0" y="48026"/>
                  </a:lnTo>
                  <a:lnTo>
                    <a:pt x="3920" y="76783"/>
                  </a:lnTo>
                  <a:lnTo>
                    <a:pt x="494439" y="1390135"/>
                  </a:lnTo>
                  <a:lnTo>
                    <a:pt x="516410" y="1429532"/>
                  </a:lnTo>
                  <a:lnTo>
                    <a:pt x="548816" y="1464878"/>
                  </a:lnTo>
                  <a:lnTo>
                    <a:pt x="590780" y="1493471"/>
                  </a:lnTo>
                  <a:lnTo>
                    <a:pt x="641423" y="1512607"/>
                  </a:lnTo>
                  <a:lnTo>
                    <a:pt x="699867" y="1519587"/>
                  </a:lnTo>
                  <a:lnTo>
                    <a:pt x="6657340" y="1519587"/>
                  </a:lnTo>
                  <a:lnTo>
                    <a:pt x="6715780" y="1512607"/>
                  </a:lnTo>
                  <a:lnTo>
                    <a:pt x="6766420" y="1493471"/>
                  </a:lnTo>
                  <a:lnTo>
                    <a:pt x="6808382" y="1464878"/>
                  </a:lnTo>
                  <a:lnTo>
                    <a:pt x="6840788" y="1429532"/>
                  </a:lnTo>
                  <a:lnTo>
                    <a:pt x="6862758" y="1390135"/>
                  </a:lnTo>
                  <a:lnTo>
                    <a:pt x="7353277" y="76783"/>
                  </a:lnTo>
                  <a:lnTo>
                    <a:pt x="7357199" y="48026"/>
                  </a:lnTo>
                  <a:lnTo>
                    <a:pt x="7348881" y="23494"/>
                  </a:lnTo>
                  <a:lnTo>
                    <a:pt x="7328942" y="6410"/>
                  </a:lnTo>
                  <a:lnTo>
                    <a:pt x="7298001" y="0"/>
                  </a:lnTo>
                  <a:close/>
                </a:path>
              </a:pathLst>
            </a:custGeom>
            <a:solidFill>
              <a:srgbClr val="0D54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740910" y="7352353"/>
              <a:ext cx="6656705" cy="771525"/>
            </a:xfrm>
            <a:custGeom>
              <a:avLst/>
              <a:gdLst/>
              <a:ahLst/>
              <a:cxnLst/>
              <a:rect l="l" t="t" r="r" b="b"/>
              <a:pathLst>
                <a:path w="6656705" h="771525">
                  <a:moveTo>
                    <a:pt x="506679" y="16141"/>
                  </a:moveTo>
                  <a:lnTo>
                    <a:pt x="501992" y="0"/>
                  </a:lnTo>
                  <a:lnTo>
                    <a:pt x="0" y="145935"/>
                  </a:lnTo>
                  <a:lnTo>
                    <a:pt x="4673" y="162102"/>
                  </a:lnTo>
                  <a:lnTo>
                    <a:pt x="506679" y="16141"/>
                  </a:lnTo>
                  <a:close/>
                </a:path>
                <a:path w="6656705" h="771525">
                  <a:moveTo>
                    <a:pt x="5981624" y="754722"/>
                  </a:moveTo>
                  <a:lnTo>
                    <a:pt x="671360" y="754722"/>
                  </a:lnTo>
                  <a:lnTo>
                    <a:pt x="671360" y="771525"/>
                  </a:lnTo>
                  <a:lnTo>
                    <a:pt x="5981624" y="771525"/>
                  </a:lnTo>
                  <a:lnTo>
                    <a:pt x="5981624" y="754722"/>
                  </a:lnTo>
                  <a:close/>
                </a:path>
                <a:path w="6656705" h="771525">
                  <a:moveTo>
                    <a:pt x="6656552" y="145935"/>
                  </a:moveTo>
                  <a:lnTo>
                    <a:pt x="6154559" y="0"/>
                  </a:lnTo>
                  <a:lnTo>
                    <a:pt x="6149873" y="16141"/>
                  </a:lnTo>
                  <a:lnTo>
                    <a:pt x="6651879" y="162102"/>
                  </a:lnTo>
                  <a:lnTo>
                    <a:pt x="6656552" y="145935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5835162" y="6884793"/>
              <a:ext cx="1448435" cy="1195070"/>
            </a:xfrm>
            <a:custGeom>
              <a:avLst/>
              <a:gdLst/>
              <a:ahLst/>
              <a:cxnLst/>
              <a:rect l="l" t="t" r="r" b="b"/>
              <a:pathLst>
                <a:path w="1448434" h="1195070">
                  <a:moveTo>
                    <a:pt x="789683" y="0"/>
                  </a:moveTo>
                  <a:lnTo>
                    <a:pt x="740062" y="2528"/>
                  </a:lnTo>
                  <a:lnTo>
                    <a:pt x="693880" y="8285"/>
                  </a:lnTo>
                  <a:lnTo>
                    <a:pt x="651875" y="17477"/>
                  </a:lnTo>
                  <a:lnTo>
                    <a:pt x="589375" y="44315"/>
                  </a:lnTo>
                  <a:lnTo>
                    <a:pt x="556227" y="64973"/>
                  </a:lnTo>
                  <a:lnTo>
                    <a:pt x="522127" y="89980"/>
                  </a:lnTo>
                  <a:lnTo>
                    <a:pt x="487308" y="118976"/>
                  </a:lnTo>
                  <a:lnTo>
                    <a:pt x="452003" y="151604"/>
                  </a:lnTo>
                  <a:lnTo>
                    <a:pt x="416447" y="187504"/>
                  </a:lnTo>
                  <a:lnTo>
                    <a:pt x="380872" y="226318"/>
                  </a:lnTo>
                  <a:lnTo>
                    <a:pt x="345514" y="267687"/>
                  </a:lnTo>
                  <a:lnTo>
                    <a:pt x="310605" y="311252"/>
                  </a:lnTo>
                  <a:lnTo>
                    <a:pt x="276379" y="356656"/>
                  </a:lnTo>
                  <a:lnTo>
                    <a:pt x="243071" y="403539"/>
                  </a:lnTo>
                  <a:lnTo>
                    <a:pt x="210913" y="451544"/>
                  </a:lnTo>
                  <a:lnTo>
                    <a:pt x="180140" y="500310"/>
                  </a:lnTo>
                  <a:lnTo>
                    <a:pt x="150986" y="549480"/>
                  </a:lnTo>
                  <a:lnTo>
                    <a:pt x="123684" y="598695"/>
                  </a:lnTo>
                  <a:lnTo>
                    <a:pt x="98468" y="647597"/>
                  </a:lnTo>
                  <a:lnTo>
                    <a:pt x="75571" y="695827"/>
                  </a:lnTo>
                  <a:lnTo>
                    <a:pt x="55229" y="743025"/>
                  </a:lnTo>
                  <a:lnTo>
                    <a:pt x="37673" y="788835"/>
                  </a:lnTo>
                  <a:lnTo>
                    <a:pt x="23139" y="832897"/>
                  </a:lnTo>
                  <a:lnTo>
                    <a:pt x="11859" y="874852"/>
                  </a:lnTo>
                  <a:lnTo>
                    <a:pt x="4068" y="914342"/>
                  </a:lnTo>
                  <a:lnTo>
                    <a:pt x="0" y="951008"/>
                  </a:lnTo>
                  <a:lnTo>
                    <a:pt x="4931" y="970265"/>
                  </a:lnTo>
                  <a:lnTo>
                    <a:pt x="41745" y="1009691"/>
                  </a:lnTo>
                  <a:lnTo>
                    <a:pt x="108642" y="1049023"/>
                  </a:lnTo>
                  <a:lnTo>
                    <a:pt x="151175" y="1068161"/>
                  </a:lnTo>
                  <a:lnTo>
                    <a:pt x="198594" y="1086685"/>
                  </a:lnTo>
                  <a:lnTo>
                    <a:pt x="250021" y="1104399"/>
                  </a:lnTo>
                  <a:lnTo>
                    <a:pt x="304577" y="1121106"/>
                  </a:lnTo>
                  <a:lnTo>
                    <a:pt x="361384" y="1136609"/>
                  </a:lnTo>
                  <a:lnTo>
                    <a:pt x="419564" y="1150710"/>
                  </a:lnTo>
                  <a:lnTo>
                    <a:pt x="478238" y="1163215"/>
                  </a:lnTo>
                  <a:lnTo>
                    <a:pt x="536530" y="1173925"/>
                  </a:lnTo>
                  <a:lnTo>
                    <a:pt x="593559" y="1182645"/>
                  </a:lnTo>
                  <a:lnTo>
                    <a:pt x="648449" y="1189176"/>
                  </a:lnTo>
                  <a:lnTo>
                    <a:pt x="700320" y="1193324"/>
                  </a:lnTo>
                  <a:lnTo>
                    <a:pt x="748295" y="1194890"/>
                  </a:lnTo>
                  <a:lnTo>
                    <a:pt x="791495" y="1193679"/>
                  </a:lnTo>
                  <a:lnTo>
                    <a:pt x="856268" y="1181469"/>
                  </a:lnTo>
                  <a:lnTo>
                    <a:pt x="916242" y="1145147"/>
                  </a:lnTo>
                  <a:lnTo>
                    <a:pt x="948428" y="1117981"/>
                  </a:lnTo>
                  <a:lnTo>
                    <a:pt x="981707" y="1085569"/>
                  </a:lnTo>
                  <a:lnTo>
                    <a:pt x="1015797" y="1048476"/>
                  </a:lnTo>
                  <a:lnTo>
                    <a:pt x="1050418" y="1007270"/>
                  </a:lnTo>
                  <a:lnTo>
                    <a:pt x="1085290" y="962518"/>
                  </a:lnTo>
                  <a:lnTo>
                    <a:pt x="1120132" y="914785"/>
                  </a:lnTo>
                  <a:lnTo>
                    <a:pt x="1154663" y="864639"/>
                  </a:lnTo>
                  <a:lnTo>
                    <a:pt x="1188604" y="812647"/>
                  </a:lnTo>
                  <a:lnTo>
                    <a:pt x="1221672" y="759375"/>
                  </a:lnTo>
                  <a:lnTo>
                    <a:pt x="1253588" y="705390"/>
                  </a:lnTo>
                  <a:lnTo>
                    <a:pt x="1284071" y="651260"/>
                  </a:lnTo>
                  <a:lnTo>
                    <a:pt x="1312841" y="597549"/>
                  </a:lnTo>
                  <a:lnTo>
                    <a:pt x="1339617" y="544826"/>
                  </a:lnTo>
                  <a:lnTo>
                    <a:pt x="1364118" y="493657"/>
                  </a:lnTo>
                  <a:lnTo>
                    <a:pt x="1386064" y="444609"/>
                  </a:lnTo>
                  <a:lnTo>
                    <a:pt x="1405174" y="398249"/>
                  </a:lnTo>
                  <a:lnTo>
                    <a:pt x="1421168" y="355143"/>
                  </a:lnTo>
                  <a:lnTo>
                    <a:pt x="1433765" y="315859"/>
                  </a:lnTo>
                  <a:lnTo>
                    <a:pt x="1447647" y="251020"/>
                  </a:lnTo>
                  <a:lnTo>
                    <a:pt x="1448370" y="226599"/>
                  </a:lnTo>
                  <a:lnTo>
                    <a:pt x="1444573" y="208267"/>
                  </a:lnTo>
                  <a:lnTo>
                    <a:pt x="1411731" y="166418"/>
                  </a:lnTo>
                  <a:lnTo>
                    <a:pt x="1351299" y="125857"/>
                  </a:lnTo>
                  <a:lnTo>
                    <a:pt x="1312582" y="106579"/>
                  </a:lnTo>
                  <a:lnTo>
                    <a:pt x="1269182" y="88245"/>
                  </a:lnTo>
                  <a:lnTo>
                    <a:pt x="1221839" y="71064"/>
                  </a:lnTo>
                  <a:lnTo>
                    <a:pt x="1171288" y="55242"/>
                  </a:lnTo>
                  <a:lnTo>
                    <a:pt x="1118270" y="40988"/>
                  </a:lnTo>
                  <a:lnTo>
                    <a:pt x="1063523" y="28508"/>
                  </a:lnTo>
                  <a:lnTo>
                    <a:pt x="1007784" y="18011"/>
                  </a:lnTo>
                  <a:lnTo>
                    <a:pt x="951793" y="9705"/>
                  </a:lnTo>
                  <a:lnTo>
                    <a:pt x="896286" y="3795"/>
                  </a:lnTo>
                  <a:lnTo>
                    <a:pt x="842003" y="491"/>
                  </a:lnTo>
                  <a:lnTo>
                    <a:pt x="78968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6605659" y="7054048"/>
              <a:ext cx="607060" cy="995680"/>
            </a:xfrm>
            <a:custGeom>
              <a:avLst/>
              <a:gdLst/>
              <a:ahLst/>
              <a:cxnLst/>
              <a:rect l="l" t="t" r="r" b="b"/>
              <a:pathLst>
                <a:path w="607059" h="995679">
                  <a:moveTo>
                    <a:pt x="605024" y="0"/>
                  </a:moveTo>
                  <a:lnTo>
                    <a:pt x="568255" y="9983"/>
                  </a:lnTo>
                  <a:lnTo>
                    <a:pt x="529979" y="30732"/>
                  </a:lnTo>
                  <a:lnTo>
                    <a:pt x="490999" y="60184"/>
                  </a:lnTo>
                  <a:lnTo>
                    <a:pt x="452120" y="96276"/>
                  </a:lnTo>
                  <a:lnTo>
                    <a:pt x="414145" y="136947"/>
                  </a:lnTo>
                  <a:lnTo>
                    <a:pt x="377877" y="180134"/>
                  </a:lnTo>
                  <a:lnTo>
                    <a:pt x="344121" y="223776"/>
                  </a:lnTo>
                  <a:lnTo>
                    <a:pt x="313679" y="265810"/>
                  </a:lnTo>
                  <a:lnTo>
                    <a:pt x="287356" y="304174"/>
                  </a:lnTo>
                  <a:lnTo>
                    <a:pt x="265956" y="336806"/>
                  </a:lnTo>
                  <a:lnTo>
                    <a:pt x="235573" y="385447"/>
                  </a:lnTo>
                  <a:lnTo>
                    <a:pt x="205781" y="435770"/>
                  </a:lnTo>
                  <a:lnTo>
                    <a:pt x="176870" y="487230"/>
                  </a:lnTo>
                  <a:lnTo>
                    <a:pt x="149130" y="539285"/>
                  </a:lnTo>
                  <a:lnTo>
                    <a:pt x="122852" y="591390"/>
                  </a:lnTo>
                  <a:lnTo>
                    <a:pt x="98325" y="643002"/>
                  </a:lnTo>
                  <a:lnTo>
                    <a:pt x="75840" y="693578"/>
                  </a:lnTo>
                  <a:lnTo>
                    <a:pt x="55687" y="742574"/>
                  </a:lnTo>
                  <a:lnTo>
                    <a:pt x="38157" y="789446"/>
                  </a:lnTo>
                  <a:lnTo>
                    <a:pt x="23539" y="833651"/>
                  </a:lnTo>
                  <a:lnTo>
                    <a:pt x="12124" y="874645"/>
                  </a:lnTo>
                  <a:lnTo>
                    <a:pt x="64" y="944828"/>
                  </a:lnTo>
                  <a:lnTo>
                    <a:pt x="0" y="972929"/>
                  </a:lnTo>
                  <a:lnTo>
                    <a:pt x="4299" y="995645"/>
                  </a:lnTo>
                  <a:lnTo>
                    <a:pt x="20256" y="990346"/>
                  </a:lnTo>
                  <a:lnTo>
                    <a:pt x="16516" y="969061"/>
                  </a:lnTo>
                  <a:lnTo>
                    <a:pt x="17121" y="941704"/>
                  </a:lnTo>
                  <a:lnTo>
                    <a:pt x="30450" y="871037"/>
                  </a:lnTo>
                  <a:lnTo>
                    <a:pt x="42717" y="828860"/>
                  </a:lnTo>
                  <a:lnTo>
                    <a:pt x="58415" y="782876"/>
                  </a:lnTo>
                  <a:lnTo>
                    <a:pt x="77316" y="733651"/>
                  </a:lnTo>
                  <a:lnTo>
                    <a:pt x="99190" y="681751"/>
                  </a:lnTo>
                  <a:lnTo>
                    <a:pt x="123810" y="627743"/>
                  </a:lnTo>
                  <a:lnTo>
                    <a:pt x="150946" y="572193"/>
                  </a:lnTo>
                  <a:lnTo>
                    <a:pt x="180371" y="515666"/>
                  </a:lnTo>
                  <a:lnTo>
                    <a:pt x="211856" y="458730"/>
                  </a:lnTo>
                  <a:lnTo>
                    <a:pt x="245172" y="401951"/>
                  </a:lnTo>
                  <a:lnTo>
                    <a:pt x="280091" y="345895"/>
                  </a:lnTo>
                  <a:lnTo>
                    <a:pt x="318416" y="288170"/>
                  </a:lnTo>
                  <a:lnTo>
                    <a:pt x="355974" y="235465"/>
                  </a:lnTo>
                  <a:lnTo>
                    <a:pt x="392582" y="187966"/>
                  </a:lnTo>
                  <a:lnTo>
                    <a:pt x="428057" y="145857"/>
                  </a:lnTo>
                  <a:lnTo>
                    <a:pt x="462217" y="109322"/>
                  </a:lnTo>
                  <a:lnTo>
                    <a:pt x="494877" y="78546"/>
                  </a:lnTo>
                  <a:lnTo>
                    <a:pt x="525855" y="53714"/>
                  </a:lnTo>
                  <a:lnTo>
                    <a:pt x="582033" y="22617"/>
                  </a:lnTo>
                  <a:lnTo>
                    <a:pt x="606867" y="16722"/>
                  </a:lnTo>
                  <a:lnTo>
                    <a:pt x="605024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970676" y="7104792"/>
              <a:ext cx="902335" cy="944880"/>
            </a:xfrm>
            <a:custGeom>
              <a:avLst/>
              <a:gdLst/>
              <a:ahLst/>
              <a:cxnLst/>
              <a:rect l="l" t="t" r="r" b="b"/>
              <a:pathLst>
                <a:path w="902334" h="944879">
                  <a:moveTo>
                    <a:pt x="390207" y="179336"/>
                  </a:moveTo>
                  <a:lnTo>
                    <a:pt x="0" y="179336"/>
                  </a:lnTo>
                  <a:lnTo>
                    <a:pt x="0" y="944753"/>
                  </a:lnTo>
                  <a:lnTo>
                    <a:pt x="390207" y="944753"/>
                  </a:lnTo>
                  <a:lnTo>
                    <a:pt x="390207" y="179336"/>
                  </a:lnTo>
                  <a:close/>
                </a:path>
                <a:path w="902334" h="944879">
                  <a:moveTo>
                    <a:pt x="901738" y="0"/>
                  </a:moveTo>
                  <a:lnTo>
                    <a:pt x="511517" y="0"/>
                  </a:lnTo>
                  <a:lnTo>
                    <a:pt x="511517" y="944753"/>
                  </a:lnTo>
                  <a:lnTo>
                    <a:pt x="901738" y="944753"/>
                  </a:lnTo>
                  <a:lnTo>
                    <a:pt x="901738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231768" y="7474620"/>
              <a:ext cx="390525" cy="575310"/>
            </a:xfrm>
            <a:custGeom>
              <a:avLst/>
              <a:gdLst/>
              <a:ahLst/>
              <a:cxnLst/>
              <a:rect l="l" t="t" r="r" b="b"/>
              <a:pathLst>
                <a:path w="390525" h="575309">
                  <a:moveTo>
                    <a:pt x="390208" y="0"/>
                  </a:moveTo>
                  <a:lnTo>
                    <a:pt x="0" y="0"/>
                  </a:lnTo>
                  <a:lnTo>
                    <a:pt x="0" y="574914"/>
                  </a:lnTo>
                  <a:lnTo>
                    <a:pt x="390208" y="574914"/>
                  </a:lnTo>
                  <a:lnTo>
                    <a:pt x="39020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157379" y="7057167"/>
              <a:ext cx="528955" cy="417830"/>
            </a:xfrm>
            <a:custGeom>
              <a:avLst/>
              <a:gdLst/>
              <a:ahLst/>
              <a:cxnLst/>
              <a:rect l="l" t="t" r="r" b="b"/>
              <a:pathLst>
                <a:path w="528954" h="417829">
                  <a:moveTo>
                    <a:pt x="16802" y="179324"/>
                  </a:moveTo>
                  <a:lnTo>
                    <a:pt x="0" y="179324"/>
                  </a:lnTo>
                  <a:lnTo>
                    <a:pt x="0" y="226961"/>
                  </a:lnTo>
                  <a:lnTo>
                    <a:pt x="16802" y="226961"/>
                  </a:lnTo>
                  <a:lnTo>
                    <a:pt x="16802" y="179324"/>
                  </a:lnTo>
                  <a:close/>
                </a:path>
                <a:path w="528954" h="417829">
                  <a:moveTo>
                    <a:pt x="277888" y="369824"/>
                  </a:moveTo>
                  <a:lnTo>
                    <a:pt x="261073" y="369824"/>
                  </a:lnTo>
                  <a:lnTo>
                    <a:pt x="261073" y="417449"/>
                  </a:lnTo>
                  <a:lnTo>
                    <a:pt x="277888" y="417449"/>
                  </a:lnTo>
                  <a:lnTo>
                    <a:pt x="277888" y="369824"/>
                  </a:lnTo>
                  <a:close/>
                </a:path>
                <a:path w="528954" h="417829">
                  <a:moveTo>
                    <a:pt x="528332" y="0"/>
                  </a:moveTo>
                  <a:lnTo>
                    <a:pt x="511530" y="0"/>
                  </a:lnTo>
                  <a:lnTo>
                    <a:pt x="511530" y="47637"/>
                  </a:lnTo>
                  <a:lnTo>
                    <a:pt x="528332" y="47637"/>
                  </a:lnTo>
                  <a:lnTo>
                    <a:pt x="52833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813582" y="8049534"/>
              <a:ext cx="1261745" cy="54610"/>
            </a:xfrm>
            <a:custGeom>
              <a:avLst/>
              <a:gdLst/>
              <a:ahLst/>
              <a:cxnLst/>
              <a:rect l="l" t="t" r="r" b="b"/>
              <a:pathLst>
                <a:path w="1261745" h="54609">
                  <a:moveTo>
                    <a:pt x="1261218" y="0"/>
                  </a:moveTo>
                  <a:lnTo>
                    <a:pt x="0" y="0"/>
                  </a:lnTo>
                  <a:lnTo>
                    <a:pt x="0" y="54448"/>
                  </a:lnTo>
                  <a:lnTo>
                    <a:pt x="1261218" y="54448"/>
                  </a:lnTo>
                  <a:lnTo>
                    <a:pt x="1261218" y="0"/>
                  </a:lnTo>
                  <a:close/>
                </a:path>
              </a:pathLst>
            </a:custGeom>
            <a:solidFill>
              <a:srgbClr val="3DA7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288892" y="7797258"/>
              <a:ext cx="479425" cy="307340"/>
            </a:xfrm>
            <a:custGeom>
              <a:avLst/>
              <a:gdLst/>
              <a:ahLst/>
              <a:cxnLst/>
              <a:rect l="l" t="t" r="r" b="b"/>
              <a:pathLst>
                <a:path w="479425" h="307340">
                  <a:moveTo>
                    <a:pt x="479189" y="0"/>
                  </a:moveTo>
                  <a:lnTo>
                    <a:pt x="97473" y="0"/>
                  </a:lnTo>
                  <a:lnTo>
                    <a:pt x="59626" y="7691"/>
                  </a:lnTo>
                  <a:lnTo>
                    <a:pt x="28632" y="28632"/>
                  </a:lnTo>
                  <a:lnTo>
                    <a:pt x="7691" y="59626"/>
                  </a:lnTo>
                  <a:lnTo>
                    <a:pt x="0" y="97473"/>
                  </a:lnTo>
                  <a:lnTo>
                    <a:pt x="0" y="209250"/>
                  </a:lnTo>
                  <a:lnTo>
                    <a:pt x="7691" y="247097"/>
                  </a:lnTo>
                  <a:lnTo>
                    <a:pt x="28632" y="278091"/>
                  </a:lnTo>
                  <a:lnTo>
                    <a:pt x="59626" y="299032"/>
                  </a:lnTo>
                  <a:lnTo>
                    <a:pt x="97473" y="306723"/>
                  </a:lnTo>
                  <a:lnTo>
                    <a:pt x="479189" y="306723"/>
                  </a:lnTo>
                  <a:lnTo>
                    <a:pt x="441342" y="299032"/>
                  </a:lnTo>
                  <a:lnTo>
                    <a:pt x="410348" y="278091"/>
                  </a:lnTo>
                  <a:lnTo>
                    <a:pt x="389407" y="247097"/>
                  </a:lnTo>
                  <a:lnTo>
                    <a:pt x="381716" y="209250"/>
                  </a:lnTo>
                  <a:lnTo>
                    <a:pt x="381716" y="97473"/>
                  </a:lnTo>
                  <a:lnTo>
                    <a:pt x="389407" y="59626"/>
                  </a:lnTo>
                  <a:lnTo>
                    <a:pt x="410348" y="28632"/>
                  </a:lnTo>
                  <a:lnTo>
                    <a:pt x="441342" y="7691"/>
                  </a:lnTo>
                  <a:lnTo>
                    <a:pt x="47918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670612" y="7797252"/>
              <a:ext cx="822325" cy="307340"/>
            </a:xfrm>
            <a:custGeom>
              <a:avLst/>
              <a:gdLst/>
              <a:ahLst/>
              <a:cxnLst/>
              <a:rect l="l" t="t" r="r" b="b"/>
              <a:pathLst>
                <a:path w="822325" h="307340">
                  <a:moveTo>
                    <a:pt x="822090" y="0"/>
                  </a:moveTo>
                  <a:lnTo>
                    <a:pt x="97473" y="0"/>
                  </a:lnTo>
                  <a:lnTo>
                    <a:pt x="59626" y="7691"/>
                  </a:lnTo>
                  <a:lnTo>
                    <a:pt x="28632" y="28632"/>
                  </a:lnTo>
                  <a:lnTo>
                    <a:pt x="7691" y="59626"/>
                  </a:lnTo>
                  <a:lnTo>
                    <a:pt x="0" y="97473"/>
                  </a:lnTo>
                  <a:lnTo>
                    <a:pt x="0" y="209250"/>
                  </a:lnTo>
                  <a:lnTo>
                    <a:pt x="7691" y="247099"/>
                  </a:lnTo>
                  <a:lnTo>
                    <a:pt x="28632" y="278096"/>
                  </a:lnTo>
                  <a:lnTo>
                    <a:pt x="59626" y="299041"/>
                  </a:lnTo>
                  <a:lnTo>
                    <a:pt x="97473" y="306734"/>
                  </a:lnTo>
                  <a:lnTo>
                    <a:pt x="822090" y="306734"/>
                  </a:lnTo>
                  <a:lnTo>
                    <a:pt x="822090" y="0"/>
                  </a:lnTo>
                  <a:close/>
                </a:path>
              </a:pathLst>
            </a:custGeom>
            <a:solidFill>
              <a:srgbClr val="3DA7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696268" y="7826007"/>
              <a:ext cx="796925" cy="249554"/>
            </a:xfrm>
            <a:custGeom>
              <a:avLst/>
              <a:gdLst/>
              <a:ahLst/>
              <a:cxnLst/>
              <a:rect l="l" t="t" r="r" b="b"/>
              <a:pathLst>
                <a:path w="796925" h="249554">
                  <a:moveTo>
                    <a:pt x="796436" y="0"/>
                  </a:moveTo>
                  <a:lnTo>
                    <a:pt x="79201" y="0"/>
                  </a:lnTo>
                  <a:lnTo>
                    <a:pt x="48450" y="6249"/>
                  </a:lnTo>
                  <a:lnTo>
                    <a:pt x="23266" y="23266"/>
                  </a:lnTo>
                  <a:lnTo>
                    <a:pt x="6249" y="48450"/>
                  </a:lnTo>
                  <a:lnTo>
                    <a:pt x="0" y="79201"/>
                  </a:lnTo>
                  <a:lnTo>
                    <a:pt x="0" y="170015"/>
                  </a:lnTo>
                  <a:lnTo>
                    <a:pt x="6249" y="200767"/>
                  </a:lnTo>
                  <a:lnTo>
                    <a:pt x="23266" y="225951"/>
                  </a:lnTo>
                  <a:lnTo>
                    <a:pt x="48450" y="242967"/>
                  </a:lnTo>
                  <a:lnTo>
                    <a:pt x="79201" y="249217"/>
                  </a:lnTo>
                  <a:lnTo>
                    <a:pt x="796436" y="249217"/>
                  </a:lnTo>
                  <a:lnTo>
                    <a:pt x="796436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806804" y="7855439"/>
              <a:ext cx="686435" cy="180340"/>
            </a:xfrm>
            <a:custGeom>
              <a:avLst/>
              <a:gdLst/>
              <a:ahLst/>
              <a:cxnLst/>
              <a:rect l="l" t="t" r="r" b="b"/>
              <a:pathLst>
                <a:path w="686434" h="180340">
                  <a:moveTo>
                    <a:pt x="84658" y="101320"/>
                  </a:moveTo>
                  <a:lnTo>
                    <a:pt x="0" y="101320"/>
                  </a:lnTo>
                  <a:lnTo>
                    <a:pt x="0" y="118122"/>
                  </a:lnTo>
                  <a:lnTo>
                    <a:pt x="84658" y="118122"/>
                  </a:lnTo>
                  <a:lnTo>
                    <a:pt x="84658" y="101320"/>
                  </a:lnTo>
                  <a:close/>
                </a:path>
                <a:path w="686434" h="180340">
                  <a:moveTo>
                    <a:pt x="482155" y="163220"/>
                  </a:moveTo>
                  <a:lnTo>
                    <a:pt x="40347" y="163220"/>
                  </a:lnTo>
                  <a:lnTo>
                    <a:pt x="40347" y="180035"/>
                  </a:lnTo>
                  <a:lnTo>
                    <a:pt x="482155" y="180035"/>
                  </a:lnTo>
                  <a:lnTo>
                    <a:pt x="482155" y="163220"/>
                  </a:lnTo>
                  <a:close/>
                </a:path>
                <a:path w="686434" h="180340">
                  <a:moveTo>
                    <a:pt x="649579" y="0"/>
                  </a:moveTo>
                  <a:lnTo>
                    <a:pt x="55346" y="0"/>
                  </a:lnTo>
                  <a:lnTo>
                    <a:pt x="55346" y="16814"/>
                  </a:lnTo>
                  <a:lnTo>
                    <a:pt x="649579" y="16814"/>
                  </a:lnTo>
                  <a:lnTo>
                    <a:pt x="649579" y="0"/>
                  </a:lnTo>
                  <a:close/>
                </a:path>
                <a:path w="686434" h="180340">
                  <a:moveTo>
                    <a:pt x="685888" y="101320"/>
                  </a:moveTo>
                  <a:lnTo>
                    <a:pt x="157822" y="101320"/>
                  </a:lnTo>
                  <a:lnTo>
                    <a:pt x="157822" y="118122"/>
                  </a:lnTo>
                  <a:lnTo>
                    <a:pt x="685888" y="118122"/>
                  </a:lnTo>
                  <a:lnTo>
                    <a:pt x="685888" y="10132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092342" y="8189397"/>
              <a:ext cx="1939289" cy="1420495"/>
            </a:xfrm>
            <a:custGeom>
              <a:avLst/>
              <a:gdLst/>
              <a:ahLst/>
              <a:cxnLst/>
              <a:rect l="l" t="t" r="r" b="b"/>
              <a:pathLst>
                <a:path w="1939290" h="1420495">
                  <a:moveTo>
                    <a:pt x="350329" y="0"/>
                  </a:moveTo>
                  <a:lnTo>
                    <a:pt x="329933" y="0"/>
                  </a:lnTo>
                  <a:lnTo>
                    <a:pt x="329933" y="16802"/>
                  </a:lnTo>
                  <a:lnTo>
                    <a:pt x="60464" y="1403248"/>
                  </a:lnTo>
                  <a:lnTo>
                    <a:pt x="19431" y="1403248"/>
                  </a:lnTo>
                  <a:lnTo>
                    <a:pt x="220853" y="16802"/>
                  </a:lnTo>
                  <a:lnTo>
                    <a:pt x="329933" y="16802"/>
                  </a:lnTo>
                  <a:lnTo>
                    <a:pt x="329933" y="0"/>
                  </a:lnTo>
                  <a:lnTo>
                    <a:pt x="206324" y="0"/>
                  </a:lnTo>
                  <a:lnTo>
                    <a:pt x="0" y="1420063"/>
                  </a:lnTo>
                  <a:lnTo>
                    <a:pt x="74320" y="1420063"/>
                  </a:lnTo>
                  <a:lnTo>
                    <a:pt x="77584" y="1403248"/>
                  </a:lnTo>
                  <a:lnTo>
                    <a:pt x="347052" y="16802"/>
                  </a:lnTo>
                  <a:lnTo>
                    <a:pt x="350329" y="0"/>
                  </a:lnTo>
                  <a:close/>
                </a:path>
                <a:path w="1939290" h="1420495">
                  <a:moveTo>
                    <a:pt x="1938985" y="1420063"/>
                  </a:moveTo>
                  <a:lnTo>
                    <a:pt x="1936546" y="1403248"/>
                  </a:lnTo>
                  <a:lnTo>
                    <a:pt x="1919554" y="1286294"/>
                  </a:lnTo>
                  <a:lnTo>
                    <a:pt x="1919554" y="1403248"/>
                  </a:lnTo>
                  <a:lnTo>
                    <a:pt x="1878507" y="1403248"/>
                  </a:lnTo>
                  <a:lnTo>
                    <a:pt x="1609064" y="16802"/>
                  </a:lnTo>
                  <a:lnTo>
                    <a:pt x="1718132" y="16802"/>
                  </a:lnTo>
                  <a:lnTo>
                    <a:pt x="1919554" y="1403248"/>
                  </a:lnTo>
                  <a:lnTo>
                    <a:pt x="1919554" y="1286294"/>
                  </a:lnTo>
                  <a:lnTo>
                    <a:pt x="1735112" y="16802"/>
                  </a:lnTo>
                  <a:lnTo>
                    <a:pt x="1732673" y="0"/>
                  </a:lnTo>
                  <a:lnTo>
                    <a:pt x="1588668" y="0"/>
                  </a:lnTo>
                  <a:lnTo>
                    <a:pt x="1864652" y="1420063"/>
                  </a:lnTo>
                  <a:lnTo>
                    <a:pt x="1938985" y="1420063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990920" y="8189388"/>
              <a:ext cx="142240" cy="1420495"/>
            </a:xfrm>
            <a:custGeom>
              <a:avLst/>
              <a:gdLst/>
              <a:ahLst/>
              <a:cxnLst/>
              <a:rect l="l" t="t" r="r" b="b"/>
              <a:pathLst>
                <a:path w="142240" h="1420495">
                  <a:moveTo>
                    <a:pt x="141828" y="0"/>
                  </a:moveTo>
                  <a:lnTo>
                    <a:pt x="0" y="0"/>
                  </a:lnTo>
                  <a:lnTo>
                    <a:pt x="35245" y="1420061"/>
                  </a:lnTo>
                  <a:lnTo>
                    <a:pt x="108164" y="1420061"/>
                  </a:lnTo>
                  <a:lnTo>
                    <a:pt x="108562" y="1403255"/>
                  </a:lnTo>
                  <a:lnTo>
                    <a:pt x="51642" y="1403255"/>
                  </a:lnTo>
                  <a:lnTo>
                    <a:pt x="17224" y="16805"/>
                  </a:lnTo>
                  <a:lnTo>
                    <a:pt x="141429" y="16805"/>
                  </a:lnTo>
                  <a:lnTo>
                    <a:pt x="141828" y="0"/>
                  </a:lnTo>
                  <a:close/>
                </a:path>
                <a:path w="142240" h="1420495">
                  <a:moveTo>
                    <a:pt x="141429" y="16805"/>
                  </a:moveTo>
                  <a:lnTo>
                    <a:pt x="124624" y="16805"/>
                  </a:lnTo>
                  <a:lnTo>
                    <a:pt x="91745" y="1403255"/>
                  </a:lnTo>
                  <a:lnTo>
                    <a:pt x="108562" y="1403255"/>
                  </a:lnTo>
                  <a:lnTo>
                    <a:pt x="141429" y="16805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505465" y="8103983"/>
              <a:ext cx="3112770" cy="139065"/>
            </a:xfrm>
            <a:custGeom>
              <a:avLst/>
              <a:gdLst/>
              <a:ahLst/>
              <a:cxnLst/>
              <a:rect l="l" t="t" r="r" b="b"/>
              <a:pathLst>
                <a:path w="3112770" h="139065">
                  <a:moveTo>
                    <a:pt x="3112763" y="0"/>
                  </a:moveTo>
                  <a:lnTo>
                    <a:pt x="0" y="0"/>
                  </a:lnTo>
                  <a:lnTo>
                    <a:pt x="0" y="138634"/>
                  </a:lnTo>
                  <a:lnTo>
                    <a:pt x="3112763" y="138634"/>
                  </a:lnTo>
                  <a:lnTo>
                    <a:pt x="3112763" y="0"/>
                  </a:lnTo>
                  <a:close/>
                </a:path>
              </a:pathLst>
            </a:custGeom>
            <a:solidFill>
              <a:srgbClr val="0D54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245487" y="8903226"/>
              <a:ext cx="2421255" cy="706755"/>
            </a:xfrm>
            <a:custGeom>
              <a:avLst/>
              <a:gdLst/>
              <a:ahLst/>
              <a:cxnLst/>
              <a:rect l="l" t="t" r="r" b="b"/>
              <a:pathLst>
                <a:path w="2421254" h="706754">
                  <a:moveTo>
                    <a:pt x="343611" y="0"/>
                  </a:moveTo>
                  <a:lnTo>
                    <a:pt x="322605" y="0"/>
                  </a:lnTo>
                  <a:lnTo>
                    <a:pt x="322605" y="16802"/>
                  </a:lnTo>
                  <a:lnTo>
                    <a:pt x="171602" y="689419"/>
                  </a:lnTo>
                  <a:lnTo>
                    <a:pt x="18986" y="689419"/>
                  </a:lnTo>
                  <a:lnTo>
                    <a:pt x="101358" y="16802"/>
                  </a:lnTo>
                  <a:lnTo>
                    <a:pt x="322605" y="16802"/>
                  </a:lnTo>
                  <a:lnTo>
                    <a:pt x="322605" y="0"/>
                  </a:lnTo>
                  <a:lnTo>
                    <a:pt x="86474" y="0"/>
                  </a:lnTo>
                  <a:lnTo>
                    <a:pt x="0" y="706234"/>
                  </a:lnTo>
                  <a:lnTo>
                    <a:pt x="185064" y="706234"/>
                  </a:lnTo>
                  <a:lnTo>
                    <a:pt x="188836" y="689419"/>
                  </a:lnTo>
                  <a:lnTo>
                    <a:pt x="339839" y="16802"/>
                  </a:lnTo>
                  <a:lnTo>
                    <a:pt x="343611" y="0"/>
                  </a:lnTo>
                  <a:close/>
                </a:path>
                <a:path w="2421254" h="706754">
                  <a:moveTo>
                    <a:pt x="2421140" y="706234"/>
                  </a:moveTo>
                  <a:lnTo>
                    <a:pt x="2419083" y="689419"/>
                  </a:lnTo>
                  <a:lnTo>
                    <a:pt x="2402141" y="551065"/>
                  </a:lnTo>
                  <a:lnTo>
                    <a:pt x="2402141" y="689419"/>
                  </a:lnTo>
                  <a:lnTo>
                    <a:pt x="2249525" y="689419"/>
                  </a:lnTo>
                  <a:lnTo>
                    <a:pt x="2098535" y="16802"/>
                  </a:lnTo>
                  <a:lnTo>
                    <a:pt x="2319782" y="16802"/>
                  </a:lnTo>
                  <a:lnTo>
                    <a:pt x="2402141" y="689419"/>
                  </a:lnTo>
                  <a:lnTo>
                    <a:pt x="2402141" y="551065"/>
                  </a:lnTo>
                  <a:lnTo>
                    <a:pt x="2336723" y="16802"/>
                  </a:lnTo>
                  <a:lnTo>
                    <a:pt x="2334666" y="0"/>
                  </a:lnTo>
                  <a:lnTo>
                    <a:pt x="2077529" y="0"/>
                  </a:lnTo>
                  <a:lnTo>
                    <a:pt x="2236076" y="706234"/>
                  </a:lnTo>
                  <a:lnTo>
                    <a:pt x="2421140" y="706234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758097" y="8903226"/>
              <a:ext cx="1396365" cy="706755"/>
            </a:xfrm>
            <a:custGeom>
              <a:avLst/>
              <a:gdLst/>
              <a:ahLst/>
              <a:cxnLst/>
              <a:rect l="l" t="t" r="r" b="b"/>
              <a:pathLst>
                <a:path w="1396364" h="706754">
                  <a:moveTo>
                    <a:pt x="343611" y="0"/>
                  </a:moveTo>
                  <a:lnTo>
                    <a:pt x="322605" y="0"/>
                  </a:lnTo>
                  <a:lnTo>
                    <a:pt x="322605" y="16802"/>
                  </a:lnTo>
                  <a:lnTo>
                    <a:pt x="171615" y="689419"/>
                  </a:lnTo>
                  <a:lnTo>
                    <a:pt x="18999" y="689419"/>
                  </a:lnTo>
                  <a:lnTo>
                    <a:pt x="101358" y="16802"/>
                  </a:lnTo>
                  <a:lnTo>
                    <a:pt x="322605" y="16802"/>
                  </a:lnTo>
                  <a:lnTo>
                    <a:pt x="322605" y="0"/>
                  </a:lnTo>
                  <a:lnTo>
                    <a:pt x="86487" y="0"/>
                  </a:lnTo>
                  <a:lnTo>
                    <a:pt x="0" y="706234"/>
                  </a:lnTo>
                  <a:lnTo>
                    <a:pt x="185077" y="706234"/>
                  </a:lnTo>
                  <a:lnTo>
                    <a:pt x="188849" y="689419"/>
                  </a:lnTo>
                  <a:lnTo>
                    <a:pt x="339839" y="16802"/>
                  </a:lnTo>
                  <a:lnTo>
                    <a:pt x="343611" y="0"/>
                  </a:lnTo>
                  <a:close/>
                </a:path>
                <a:path w="1396364" h="706754">
                  <a:moveTo>
                    <a:pt x="1395895" y="706234"/>
                  </a:moveTo>
                  <a:lnTo>
                    <a:pt x="1393837" y="689419"/>
                  </a:lnTo>
                  <a:lnTo>
                    <a:pt x="1376908" y="551141"/>
                  </a:lnTo>
                  <a:lnTo>
                    <a:pt x="1376908" y="689419"/>
                  </a:lnTo>
                  <a:lnTo>
                    <a:pt x="1224305" y="689419"/>
                  </a:lnTo>
                  <a:lnTo>
                    <a:pt x="1073302" y="16802"/>
                  </a:lnTo>
                  <a:lnTo>
                    <a:pt x="1294549" y="16802"/>
                  </a:lnTo>
                  <a:lnTo>
                    <a:pt x="1376908" y="689419"/>
                  </a:lnTo>
                  <a:lnTo>
                    <a:pt x="1376908" y="551141"/>
                  </a:lnTo>
                  <a:lnTo>
                    <a:pt x="1311490" y="16802"/>
                  </a:lnTo>
                  <a:lnTo>
                    <a:pt x="1309433" y="0"/>
                  </a:lnTo>
                  <a:lnTo>
                    <a:pt x="1052296" y="0"/>
                  </a:lnTo>
                  <a:lnTo>
                    <a:pt x="1210843" y="706234"/>
                  </a:lnTo>
                  <a:lnTo>
                    <a:pt x="1395895" y="70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997257" y="7743780"/>
              <a:ext cx="2880360" cy="1096010"/>
            </a:xfrm>
            <a:custGeom>
              <a:avLst/>
              <a:gdLst/>
              <a:ahLst/>
              <a:cxnLst/>
              <a:rect l="l" t="t" r="r" b="b"/>
              <a:pathLst>
                <a:path w="2880360" h="1096009">
                  <a:moveTo>
                    <a:pt x="570307" y="0"/>
                  </a:moveTo>
                  <a:lnTo>
                    <a:pt x="279981" y="142582"/>
                  </a:lnTo>
                  <a:lnTo>
                    <a:pt x="37517" y="491524"/>
                  </a:lnTo>
                  <a:lnTo>
                    <a:pt x="0" y="908003"/>
                  </a:lnTo>
                  <a:lnTo>
                    <a:pt x="1061831" y="1095610"/>
                  </a:lnTo>
                  <a:lnTo>
                    <a:pt x="2763769" y="1039319"/>
                  </a:lnTo>
                  <a:lnTo>
                    <a:pt x="2880079" y="814195"/>
                  </a:lnTo>
                  <a:lnTo>
                    <a:pt x="2790030" y="371454"/>
                  </a:lnTo>
                  <a:lnTo>
                    <a:pt x="2669971" y="157586"/>
                  </a:lnTo>
                  <a:lnTo>
                    <a:pt x="2306024" y="56281"/>
                  </a:lnTo>
                  <a:lnTo>
                    <a:pt x="2101496" y="73170"/>
                  </a:lnTo>
                  <a:lnTo>
                    <a:pt x="811378" y="73170"/>
                  </a:lnTo>
                  <a:lnTo>
                    <a:pt x="57030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118038" y="7743786"/>
              <a:ext cx="2669540" cy="372110"/>
            </a:xfrm>
            <a:custGeom>
              <a:avLst/>
              <a:gdLst/>
              <a:ahLst/>
              <a:cxnLst/>
              <a:rect l="l" t="t" r="r" b="b"/>
              <a:pathLst>
                <a:path w="2669540" h="372109">
                  <a:moveTo>
                    <a:pt x="449525" y="0"/>
                  </a:moveTo>
                  <a:lnTo>
                    <a:pt x="159199" y="142571"/>
                  </a:lnTo>
                  <a:lnTo>
                    <a:pt x="0" y="371685"/>
                  </a:lnTo>
                  <a:lnTo>
                    <a:pt x="2669300" y="371685"/>
                  </a:lnTo>
                  <a:lnTo>
                    <a:pt x="2549189" y="157586"/>
                  </a:lnTo>
                  <a:lnTo>
                    <a:pt x="2185242" y="56281"/>
                  </a:lnTo>
                  <a:lnTo>
                    <a:pt x="1980714" y="73160"/>
                  </a:lnTo>
                  <a:lnTo>
                    <a:pt x="690596" y="73160"/>
                  </a:lnTo>
                  <a:lnTo>
                    <a:pt x="44952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526857" y="6269234"/>
              <a:ext cx="3859529" cy="2468245"/>
            </a:xfrm>
            <a:custGeom>
              <a:avLst/>
              <a:gdLst/>
              <a:ahLst/>
              <a:cxnLst/>
              <a:rect l="l" t="t" r="r" b="b"/>
              <a:pathLst>
                <a:path w="3859529" h="2468245">
                  <a:moveTo>
                    <a:pt x="1295641" y="1514132"/>
                  </a:moveTo>
                  <a:lnTo>
                    <a:pt x="1291793" y="1467358"/>
                  </a:lnTo>
                  <a:lnTo>
                    <a:pt x="1284046" y="1421942"/>
                  </a:lnTo>
                  <a:lnTo>
                    <a:pt x="1272590" y="1378102"/>
                  </a:lnTo>
                  <a:lnTo>
                    <a:pt x="1257668" y="1336065"/>
                  </a:lnTo>
                  <a:lnTo>
                    <a:pt x="1239456" y="1296035"/>
                  </a:lnTo>
                  <a:lnTo>
                    <a:pt x="1218171" y="1258239"/>
                  </a:lnTo>
                  <a:lnTo>
                    <a:pt x="1194015" y="1222895"/>
                  </a:lnTo>
                  <a:lnTo>
                    <a:pt x="1167206" y="1190218"/>
                  </a:lnTo>
                  <a:lnTo>
                    <a:pt x="1137932" y="1160437"/>
                  </a:lnTo>
                  <a:lnTo>
                    <a:pt x="1106411" y="1133754"/>
                  </a:lnTo>
                  <a:lnTo>
                    <a:pt x="1072832" y="1110411"/>
                  </a:lnTo>
                  <a:lnTo>
                    <a:pt x="1037424" y="1090612"/>
                  </a:lnTo>
                  <a:lnTo>
                    <a:pt x="1000379" y="1074572"/>
                  </a:lnTo>
                  <a:lnTo>
                    <a:pt x="961910" y="1062520"/>
                  </a:lnTo>
                  <a:lnTo>
                    <a:pt x="922210" y="1054671"/>
                  </a:lnTo>
                  <a:lnTo>
                    <a:pt x="899134" y="1052741"/>
                  </a:lnTo>
                  <a:lnTo>
                    <a:pt x="1143889" y="835761"/>
                  </a:lnTo>
                  <a:lnTo>
                    <a:pt x="1294434" y="0"/>
                  </a:lnTo>
                  <a:lnTo>
                    <a:pt x="1000366" y="0"/>
                  </a:lnTo>
                  <a:lnTo>
                    <a:pt x="950302" y="7315"/>
                  </a:lnTo>
                  <a:lnTo>
                    <a:pt x="908494" y="25311"/>
                  </a:lnTo>
                  <a:lnTo>
                    <a:pt x="874826" y="53873"/>
                  </a:lnTo>
                  <a:lnTo>
                    <a:pt x="849210" y="92849"/>
                  </a:lnTo>
                  <a:lnTo>
                    <a:pt x="831532" y="142100"/>
                  </a:lnTo>
                  <a:lnTo>
                    <a:pt x="637832" y="919429"/>
                  </a:lnTo>
                  <a:lnTo>
                    <a:pt x="622668" y="959231"/>
                  </a:lnTo>
                  <a:lnTo>
                    <a:pt x="601218" y="990714"/>
                  </a:lnTo>
                  <a:lnTo>
                    <a:pt x="572579" y="1014526"/>
                  </a:lnTo>
                  <a:lnTo>
                    <a:pt x="535825" y="1031354"/>
                  </a:lnTo>
                  <a:lnTo>
                    <a:pt x="0" y="1234909"/>
                  </a:lnTo>
                  <a:lnTo>
                    <a:pt x="176326" y="1297266"/>
                  </a:lnTo>
                  <a:lnTo>
                    <a:pt x="294233" y="1297266"/>
                  </a:lnTo>
                  <a:lnTo>
                    <a:pt x="175856" y="1641525"/>
                  </a:lnTo>
                  <a:lnTo>
                    <a:pt x="269646" y="1954822"/>
                  </a:lnTo>
                  <a:lnTo>
                    <a:pt x="502285" y="2264359"/>
                  </a:lnTo>
                  <a:lnTo>
                    <a:pt x="735952" y="2349614"/>
                  </a:lnTo>
                  <a:lnTo>
                    <a:pt x="776655" y="2311730"/>
                  </a:lnTo>
                  <a:lnTo>
                    <a:pt x="776655" y="1871345"/>
                  </a:lnTo>
                  <a:lnTo>
                    <a:pt x="781913" y="1825904"/>
                  </a:lnTo>
                  <a:lnTo>
                    <a:pt x="797090" y="1784845"/>
                  </a:lnTo>
                  <a:lnTo>
                    <a:pt x="822896" y="1750199"/>
                  </a:lnTo>
                  <a:lnTo>
                    <a:pt x="860005" y="1723948"/>
                  </a:lnTo>
                  <a:lnTo>
                    <a:pt x="1281772" y="1660398"/>
                  </a:lnTo>
                  <a:lnTo>
                    <a:pt x="1290840" y="1610868"/>
                  </a:lnTo>
                  <a:lnTo>
                    <a:pt x="1295400" y="1562036"/>
                  </a:lnTo>
                  <a:lnTo>
                    <a:pt x="1295641" y="1514132"/>
                  </a:lnTo>
                  <a:close/>
                </a:path>
                <a:path w="3859529" h="2468245">
                  <a:moveTo>
                    <a:pt x="3859225" y="1234909"/>
                  </a:moveTo>
                  <a:lnTo>
                    <a:pt x="3323386" y="1031354"/>
                  </a:lnTo>
                  <a:lnTo>
                    <a:pt x="3286645" y="1014526"/>
                  </a:lnTo>
                  <a:lnTo>
                    <a:pt x="3236544" y="959231"/>
                  </a:lnTo>
                  <a:lnTo>
                    <a:pt x="3221393" y="919429"/>
                  </a:lnTo>
                  <a:lnTo>
                    <a:pt x="3027692" y="142100"/>
                  </a:lnTo>
                  <a:lnTo>
                    <a:pt x="3010014" y="92849"/>
                  </a:lnTo>
                  <a:lnTo>
                    <a:pt x="2984385" y="53873"/>
                  </a:lnTo>
                  <a:lnTo>
                    <a:pt x="2950718" y="25311"/>
                  </a:lnTo>
                  <a:lnTo>
                    <a:pt x="2908909" y="7315"/>
                  </a:lnTo>
                  <a:lnTo>
                    <a:pt x="2858846" y="0"/>
                  </a:lnTo>
                  <a:lnTo>
                    <a:pt x="2564777" y="0"/>
                  </a:lnTo>
                  <a:lnTo>
                    <a:pt x="2715336" y="835761"/>
                  </a:lnTo>
                  <a:lnTo>
                    <a:pt x="2959595" y="1052309"/>
                  </a:lnTo>
                  <a:lnTo>
                    <a:pt x="2931452" y="1054671"/>
                  </a:lnTo>
                  <a:lnTo>
                    <a:pt x="2891752" y="1062520"/>
                  </a:lnTo>
                  <a:lnTo>
                    <a:pt x="2853283" y="1074572"/>
                  </a:lnTo>
                  <a:lnTo>
                    <a:pt x="2816237" y="1090612"/>
                  </a:lnTo>
                  <a:lnTo>
                    <a:pt x="2780817" y="1110411"/>
                  </a:lnTo>
                  <a:lnTo>
                    <a:pt x="2747251" y="1133754"/>
                  </a:lnTo>
                  <a:lnTo>
                    <a:pt x="2715730" y="1160437"/>
                  </a:lnTo>
                  <a:lnTo>
                    <a:pt x="2686456" y="1190218"/>
                  </a:lnTo>
                  <a:lnTo>
                    <a:pt x="2659634" y="1222895"/>
                  </a:lnTo>
                  <a:lnTo>
                    <a:pt x="2635478" y="1258239"/>
                  </a:lnTo>
                  <a:lnTo>
                    <a:pt x="2614206" y="1296035"/>
                  </a:lnTo>
                  <a:lnTo>
                    <a:pt x="2595994" y="1336065"/>
                  </a:lnTo>
                  <a:lnTo>
                    <a:pt x="2581059" y="1378102"/>
                  </a:lnTo>
                  <a:lnTo>
                    <a:pt x="2569616" y="1421942"/>
                  </a:lnTo>
                  <a:lnTo>
                    <a:pt x="2561869" y="1467358"/>
                  </a:lnTo>
                  <a:lnTo>
                    <a:pt x="2558008" y="1514132"/>
                  </a:lnTo>
                  <a:lnTo>
                    <a:pt x="2558262" y="1562036"/>
                  </a:lnTo>
                  <a:lnTo>
                    <a:pt x="2562809" y="1610868"/>
                  </a:lnTo>
                  <a:lnTo>
                    <a:pt x="2571889" y="1660398"/>
                  </a:lnTo>
                  <a:lnTo>
                    <a:pt x="2993656" y="1723948"/>
                  </a:lnTo>
                  <a:lnTo>
                    <a:pt x="3030766" y="1750199"/>
                  </a:lnTo>
                  <a:lnTo>
                    <a:pt x="3056559" y="1784845"/>
                  </a:lnTo>
                  <a:lnTo>
                    <a:pt x="3071749" y="1825904"/>
                  </a:lnTo>
                  <a:lnTo>
                    <a:pt x="3077006" y="1871345"/>
                  </a:lnTo>
                  <a:lnTo>
                    <a:pt x="3077006" y="2311730"/>
                  </a:lnTo>
                  <a:lnTo>
                    <a:pt x="3138360" y="2467914"/>
                  </a:lnTo>
                  <a:lnTo>
                    <a:pt x="3381425" y="2467914"/>
                  </a:lnTo>
                  <a:lnTo>
                    <a:pt x="3413785" y="2338463"/>
                  </a:lnTo>
                  <a:lnTo>
                    <a:pt x="3436035" y="2247100"/>
                  </a:lnTo>
                  <a:lnTo>
                    <a:pt x="3446145" y="2200579"/>
                  </a:lnTo>
                  <a:lnTo>
                    <a:pt x="3447605" y="2188045"/>
                  </a:lnTo>
                  <a:lnTo>
                    <a:pt x="3457752" y="2142540"/>
                  </a:lnTo>
                  <a:lnTo>
                    <a:pt x="3485324" y="2026856"/>
                  </a:lnTo>
                  <a:lnTo>
                    <a:pt x="3539020" y="1803806"/>
                  </a:lnTo>
                  <a:lnTo>
                    <a:pt x="3608895" y="1446415"/>
                  </a:lnTo>
                  <a:lnTo>
                    <a:pt x="3558895" y="1297266"/>
                  </a:lnTo>
                  <a:lnTo>
                    <a:pt x="3682898" y="1297266"/>
                  </a:lnTo>
                  <a:lnTo>
                    <a:pt x="3859225" y="1234909"/>
                  </a:lnTo>
                  <a:close/>
                </a:path>
              </a:pathLst>
            </a:custGeom>
            <a:solidFill>
              <a:srgbClr val="3DA7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372928" y="6269228"/>
              <a:ext cx="2166620" cy="1660525"/>
            </a:xfrm>
            <a:custGeom>
              <a:avLst/>
              <a:gdLst/>
              <a:ahLst/>
              <a:cxnLst/>
              <a:rect l="l" t="t" r="r" b="b"/>
              <a:pathLst>
                <a:path w="2166620" h="1660525">
                  <a:moveTo>
                    <a:pt x="1727999" y="0"/>
                  </a:moveTo>
                  <a:lnTo>
                    <a:pt x="438248" y="0"/>
                  </a:lnTo>
                  <a:lnTo>
                    <a:pt x="387236" y="4480"/>
                  </a:lnTo>
                  <a:lnTo>
                    <a:pt x="342801" y="17726"/>
                  </a:lnTo>
                  <a:lnTo>
                    <a:pt x="304956" y="39447"/>
                  </a:lnTo>
                  <a:lnTo>
                    <a:pt x="273713" y="69352"/>
                  </a:lnTo>
                  <a:lnTo>
                    <a:pt x="249084" y="107150"/>
                  </a:lnTo>
                  <a:lnTo>
                    <a:pt x="231081" y="152550"/>
                  </a:lnTo>
                  <a:lnTo>
                    <a:pt x="0" y="1129075"/>
                  </a:lnTo>
                  <a:lnTo>
                    <a:pt x="435704" y="1660399"/>
                  </a:lnTo>
                  <a:lnTo>
                    <a:pt x="1725821" y="1660399"/>
                  </a:lnTo>
                  <a:lnTo>
                    <a:pt x="2166258" y="1129075"/>
                  </a:lnTo>
                  <a:lnTo>
                    <a:pt x="1935176" y="152550"/>
                  </a:lnTo>
                  <a:lnTo>
                    <a:pt x="1917173" y="107150"/>
                  </a:lnTo>
                  <a:lnTo>
                    <a:pt x="1892544" y="69352"/>
                  </a:lnTo>
                  <a:lnTo>
                    <a:pt x="1861300" y="39447"/>
                  </a:lnTo>
                  <a:lnTo>
                    <a:pt x="1823453" y="17726"/>
                  </a:lnTo>
                  <a:lnTo>
                    <a:pt x="1779016" y="4480"/>
                  </a:lnTo>
                  <a:lnTo>
                    <a:pt x="172799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495781" y="7498962"/>
              <a:ext cx="3921125" cy="1520190"/>
            </a:xfrm>
            <a:custGeom>
              <a:avLst/>
              <a:gdLst/>
              <a:ahLst/>
              <a:cxnLst/>
              <a:rect l="l" t="t" r="r" b="b"/>
              <a:pathLst>
                <a:path w="3921125" h="1520190">
                  <a:moveTo>
                    <a:pt x="290916" y="0"/>
                  </a:moveTo>
                  <a:lnTo>
                    <a:pt x="59196" y="0"/>
                  </a:lnTo>
                  <a:lnTo>
                    <a:pt x="28260" y="6410"/>
                  </a:lnTo>
                  <a:lnTo>
                    <a:pt x="8320" y="23494"/>
                  </a:lnTo>
                  <a:lnTo>
                    <a:pt x="0" y="48026"/>
                  </a:lnTo>
                  <a:lnTo>
                    <a:pt x="3920" y="76783"/>
                  </a:lnTo>
                  <a:lnTo>
                    <a:pt x="384222" y="1390135"/>
                  </a:lnTo>
                  <a:lnTo>
                    <a:pt x="406193" y="1429532"/>
                  </a:lnTo>
                  <a:lnTo>
                    <a:pt x="438599" y="1464878"/>
                  </a:lnTo>
                  <a:lnTo>
                    <a:pt x="480563" y="1493471"/>
                  </a:lnTo>
                  <a:lnTo>
                    <a:pt x="531206" y="1512607"/>
                  </a:lnTo>
                  <a:lnTo>
                    <a:pt x="589651" y="1519587"/>
                  </a:lnTo>
                  <a:lnTo>
                    <a:pt x="3330908" y="1519587"/>
                  </a:lnTo>
                  <a:lnTo>
                    <a:pt x="3389347" y="1512607"/>
                  </a:lnTo>
                  <a:lnTo>
                    <a:pt x="3439988" y="1493471"/>
                  </a:lnTo>
                  <a:lnTo>
                    <a:pt x="3481951" y="1464878"/>
                  </a:lnTo>
                  <a:lnTo>
                    <a:pt x="3514360" y="1429532"/>
                  </a:lnTo>
                  <a:lnTo>
                    <a:pt x="3536336" y="1390135"/>
                  </a:lnTo>
                  <a:lnTo>
                    <a:pt x="3621891" y="1094668"/>
                  </a:lnTo>
                  <a:lnTo>
                    <a:pt x="876679" y="1094668"/>
                  </a:lnTo>
                  <a:lnTo>
                    <a:pt x="813913" y="1086949"/>
                  </a:lnTo>
                  <a:lnTo>
                    <a:pt x="764997" y="1067229"/>
                  </a:lnTo>
                  <a:lnTo>
                    <a:pt x="726898" y="1035902"/>
                  </a:lnTo>
                  <a:lnTo>
                    <a:pt x="696579" y="993362"/>
                  </a:lnTo>
                  <a:lnTo>
                    <a:pt x="389091" y="61610"/>
                  </a:lnTo>
                  <a:lnTo>
                    <a:pt x="370484" y="26866"/>
                  </a:lnTo>
                  <a:lnTo>
                    <a:pt x="348466" y="8478"/>
                  </a:lnTo>
                  <a:lnTo>
                    <a:pt x="322216" y="1254"/>
                  </a:lnTo>
                  <a:lnTo>
                    <a:pt x="290916" y="0"/>
                  </a:lnTo>
                  <a:close/>
                </a:path>
                <a:path w="3921125" h="1520190">
                  <a:moveTo>
                    <a:pt x="3861352" y="0"/>
                  </a:moveTo>
                  <a:lnTo>
                    <a:pt x="3629631" y="0"/>
                  </a:lnTo>
                  <a:lnTo>
                    <a:pt x="3598332" y="1254"/>
                  </a:lnTo>
                  <a:lnTo>
                    <a:pt x="3572082" y="8478"/>
                  </a:lnTo>
                  <a:lnTo>
                    <a:pt x="3550064" y="26866"/>
                  </a:lnTo>
                  <a:lnTo>
                    <a:pt x="3531456" y="61610"/>
                  </a:lnTo>
                  <a:lnTo>
                    <a:pt x="3223968" y="993362"/>
                  </a:lnTo>
                  <a:lnTo>
                    <a:pt x="3193656" y="1035902"/>
                  </a:lnTo>
                  <a:lnTo>
                    <a:pt x="3155558" y="1067229"/>
                  </a:lnTo>
                  <a:lnTo>
                    <a:pt x="3106641" y="1086949"/>
                  </a:lnTo>
                  <a:lnTo>
                    <a:pt x="3043869" y="1094668"/>
                  </a:lnTo>
                  <a:lnTo>
                    <a:pt x="3621891" y="1094668"/>
                  </a:lnTo>
                  <a:lnTo>
                    <a:pt x="3916628" y="76783"/>
                  </a:lnTo>
                  <a:lnTo>
                    <a:pt x="3920550" y="48026"/>
                  </a:lnTo>
                  <a:lnTo>
                    <a:pt x="3912231" y="23494"/>
                  </a:lnTo>
                  <a:lnTo>
                    <a:pt x="3892292" y="6410"/>
                  </a:lnTo>
                  <a:lnTo>
                    <a:pt x="3861352" y="0"/>
                  </a:lnTo>
                  <a:close/>
                </a:path>
              </a:pathLst>
            </a:custGeom>
            <a:solidFill>
              <a:srgbClr val="0D54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838845" y="5407805"/>
              <a:ext cx="16209010" cy="4039870"/>
            </a:xfrm>
            <a:custGeom>
              <a:avLst/>
              <a:gdLst/>
              <a:ahLst/>
              <a:cxnLst/>
              <a:rect l="l" t="t" r="r" b="b"/>
              <a:pathLst>
                <a:path w="16209010" h="4039870">
                  <a:moveTo>
                    <a:pt x="397649" y="1960499"/>
                  </a:moveTo>
                  <a:lnTo>
                    <a:pt x="391782" y="1944738"/>
                  </a:lnTo>
                  <a:lnTo>
                    <a:pt x="0" y="2090686"/>
                  </a:lnTo>
                  <a:lnTo>
                    <a:pt x="5854" y="2106447"/>
                  </a:lnTo>
                  <a:lnTo>
                    <a:pt x="397649" y="1960499"/>
                  </a:lnTo>
                  <a:close/>
                </a:path>
                <a:path w="16209010" h="4039870">
                  <a:moveTo>
                    <a:pt x="2655773" y="2699270"/>
                  </a:moveTo>
                  <a:lnTo>
                    <a:pt x="561746" y="2699270"/>
                  </a:lnTo>
                  <a:lnTo>
                    <a:pt x="561746" y="2716072"/>
                  </a:lnTo>
                  <a:lnTo>
                    <a:pt x="2655773" y="2716072"/>
                  </a:lnTo>
                  <a:lnTo>
                    <a:pt x="2655773" y="2699270"/>
                  </a:lnTo>
                  <a:close/>
                </a:path>
                <a:path w="16209010" h="4039870">
                  <a:moveTo>
                    <a:pt x="3221088" y="2090686"/>
                  </a:moveTo>
                  <a:lnTo>
                    <a:pt x="2829306" y="1944738"/>
                  </a:lnTo>
                  <a:lnTo>
                    <a:pt x="2823438" y="1960499"/>
                  </a:lnTo>
                  <a:lnTo>
                    <a:pt x="3215233" y="2106447"/>
                  </a:lnTo>
                  <a:lnTo>
                    <a:pt x="3221088" y="2090686"/>
                  </a:lnTo>
                  <a:close/>
                </a:path>
                <a:path w="16209010" h="4039870">
                  <a:moveTo>
                    <a:pt x="16208832" y="0"/>
                  </a:moveTo>
                  <a:lnTo>
                    <a:pt x="16194304" y="0"/>
                  </a:lnTo>
                  <a:lnTo>
                    <a:pt x="16194304" y="4039400"/>
                  </a:lnTo>
                  <a:lnTo>
                    <a:pt x="16208832" y="4039400"/>
                  </a:lnTo>
                  <a:lnTo>
                    <a:pt x="1620883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7658592" y="9447199"/>
              <a:ext cx="779145" cy="154305"/>
            </a:xfrm>
            <a:custGeom>
              <a:avLst/>
              <a:gdLst/>
              <a:ahLst/>
              <a:cxnLst/>
              <a:rect l="l" t="t" r="r" b="b"/>
              <a:pathLst>
                <a:path w="779144" h="154304">
                  <a:moveTo>
                    <a:pt x="778615" y="0"/>
                  </a:moveTo>
                  <a:lnTo>
                    <a:pt x="0" y="0"/>
                  </a:lnTo>
                  <a:lnTo>
                    <a:pt x="0" y="153848"/>
                  </a:lnTo>
                  <a:lnTo>
                    <a:pt x="778615" y="153848"/>
                  </a:lnTo>
                  <a:lnTo>
                    <a:pt x="778615" y="0"/>
                  </a:lnTo>
                  <a:close/>
                </a:path>
              </a:pathLst>
            </a:custGeom>
            <a:solidFill>
              <a:srgbClr val="0D54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7616740" y="2320986"/>
              <a:ext cx="847725" cy="3087370"/>
            </a:xfrm>
            <a:custGeom>
              <a:avLst/>
              <a:gdLst/>
              <a:ahLst/>
              <a:cxnLst/>
              <a:rect l="l" t="t" r="r" b="b"/>
              <a:pathLst>
                <a:path w="847725" h="3087370">
                  <a:moveTo>
                    <a:pt x="847345" y="0"/>
                  </a:moveTo>
                  <a:lnTo>
                    <a:pt x="0" y="0"/>
                  </a:lnTo>
                  <a:lnTo>
                    <a:pt x="0" y="3086806"/>
                  </a:lnTo>
                  <a:lnTo>
                    <a:pt x="847345" y="3086806"/>
                  </a:lnTo>
                  <a:lnTo>
                    <a:pt x="84734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7817813" y="5407793"/>
              <a:ext cx="14604" cy="782320"/>
            </a:xfrm>
            <a:custGeom>
              <a:avLst/>
              <a:gdLst/>
              <a:ahLst/>
              <a:cxnLst/>
              <a:rect l="l" t="t" r="r" b="b"/>
              <a:pathLst>
                <a:path w="14605" h="782320">
                  <a:moveTo>
                    <a:pt x="14523" y="0"/>
                  </a:moveTo>
                  <a:lnTo>
                    <a:pt x="0" y="0"/>
                  </a:lnTo>
                  <a:lnTo>
                    <a:pt x="0" y="781756"/>
                  </a:lnTo>
                  <a:lnTo>
                    <a:pt x="14523" y="781756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7811628" y="6161591"/>
              <a:ext cx="27305" cy="229870"/>
            </a:xfrm>
            <a:custGeom>
              <a:avLst/>
              <a:gdLst/>
              <a:ahLst/>
              <a:cxnLst/>
              <a:rect l="l" t="t" r="r" b="b"/>
              <a:pathLst>
                <a:path w="27305" h="229870">
                  <a:moveTo>
                    <a:pt x="20837" y="0"/>
                  </a:moveTo>
                  <a:lnTo>
                    <a:pt x="6052" y="0"/>
                  </a:lnTo>
                  <a:lnTo>
                    <a:pt x="0" y="6052"/>
                  </a:lnTo>
                  <a:lnTo>
                    <a:pt x="0" y="223637"/>
                  </a:lnTo>
                  <a:lnTo>
                    <a:pt x="6052" y="229689"/>
                  </a:lnTo>
                  <a:lnTo>
                    <a:pt x="13444" y="229689"/>
                  </a:lnTo>
                  <a:lnTo>
                    <a:pt x="20837" y="229689"/>
                  </a:lnTo>
                  <a:lnTo>
                    <a:pt x="26889" y="223637"/>
                  </a:lnTo>
                  <a:lnTo>
                    <a:pt x="26889" y="6052"/>
                  </a:lnTo>
                  <a:lnTo>
                    <a:pt x="20837" y="0"/>
                  </a:lnTo>
                  <a:close/>
                </a:path>
              </a:pathLst>
            </a:custGeom>
            <a:solidFill>
              <a:srgbClr val="0D54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7616742" y="2546343"/>
              <a:ext cx="847725" cy="2642235"/>
            </a:xfrm>
            <a:custGeom>
              <a:avLst/>
              <a:gdLst/>
              <a:ahLst/>
              <a:cxnLst/>
              <a:rect l="l" t="t" r="r" b="b"/>
              <a:pathLst>
                <a:path w="847725" h="2642235">
                  <a:moveTo>
                    <a:pt x="847344" y="2627299"/>
                  </a:moveTo>
                  <a:lnTo>
                    <a:pt x="0" y="2627299"/>
                  </a:lnTo>
                  <a:lnTo>
                    <a:pt x="0" y="2641816"/>
                  </a:lnTo>
                  <a:lnTo>
                    <a:pt x="847344" y="2641816"/>
                  </a:lnTo>
                  <a:lnTo>
                    <a:pt x="847344" y="2627299"/>
                  </a:lnTo>
                  <a:close/>
                </a:path>
                <a:path w="847725" h="2642235">
                  <a:moveTo>
                    <a:pt x="847344" y="0"/>
                  </a:moveTo>
                  <a:lnTo>
                    <a:pt x="0" y="0"/>
                  </a:lnTo>
                  <a:lnTo>
                    <a:pt x="0" y="14528"/>
                  </a:lnTo>
                  <a:lnTo>
                    <a:pt x="847344" y="14528"/>
                  </a:lnTo>
                  <a:lnTo>
                    <a:pt x="847344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992370" y="4238268"/>
              <a:ext cx="1171575" cy="217804"/>
            </a:xfrm>
            <a:custGeom>
              <a:avLst/>
              <a:gdLst/>
              <a:ahLst/>
              <a:cxnLst/>
              <a:rect l="l" t="t" r="r" b="b"/>
              <a:pathLst>
                <a:path w="1171575" h="217804">
                  <a:moveTo>
                    <a:pt x="1171074" y="0"/>
                  </a:moveTo>
                  <a:lnTo>
                    <a:pt x="0" y="0"/>
                  </a:lnTo>
                  <a:lnTo>
                    <a:pt x="0" y="217511"/>
                  </a:lnTo>
                  <a:lnTo>
                    <a:pt x="1171074" y="217511"/>
                  </a:lnTo>
                  <a:lnTo>
                    <a:pt x="1171074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952382" y="4455780"/>
              <a:ext cx="1292860" cy="108585"/>
            </a:xfrm>
            <a:custGeom>
              <a:avLst/>
              <a:gdLst/>
              <a:ahLst/>
              <a:cxnLst/>
              <a:rect l="l" t="t" r="r" b="b"/>
              <a:pathLst>
                <a:path w="1292860" h="108585">
                  <a:moveTo>
                    <a:pt x="1292840" y="0"/>
                  </a:moveTo>
                  <a:lnTo>
                    <a:pt x="0" y="0"/>
                  </a:lnTo>
                  <a:lnTo>
                    <a:pt x="0" y="107965"/>
                  </a:lnTo>
                  <a:lnTo>
                    <a:pt x="1292840" y="107965"/>
                  </a:lnTo>
                  <a:lnTo>
                    <a:pt x="129284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148255" y="3216839"/>
              <a:ext cx="3872865" cy="1440815"/>
            </a:xfrm>
            <a:custGeom>
              <a:avLst/>
              <a:gdLst/>
              <a:ahLst/>
              <a:cxnLst/>
              <a:rect l="l" t="t" r="r" b="b"/>
              <a:pathLst>
                <a:path w="3872865" h="1440814">
                  <a:moveTo>
                    <a:pt x="1991906" y="1021435"/>
                  </a:moveTo>
                  <a:lnTo>
                    <a:pt x="1975104" y="1021435"/>
                  </a:lnTo>
                  <a:lnTo>
                    <a:pt x="1975104" y="1238948"/>
                  </a:lnTo>
                  <a:lnTo>
                    <a:pt x="1991906" y="1238948"/>
                  </a:lnTo>
                  <a:lnTo>
                    <a:pt x="1991906" y="1021435"/>
                  </a:lnTo>
                  <a:close/>
                </a:path>
                <a:path w="3872865" h="1440814">
                  <a:moveTo>
                    <a:pt x="2060740" y="1021435"/>
                  </a:moveTo>
                  <a:lnTo>
                    <a:pt x="2043938" y="1021435"/>
                  </a:lnTo>
                  <a:lnTo>
                    <a:pt x="2043938" y="1238948"/>
                  </a:lnTo>
                  <a:lnTo>
                    <a:pt x="2060740" y="1238948"/>
                  </a:lnTo>
                  <a:lnTo>
                    <a:pt x="2060740" y="1021435"/>
                  </a:lnTo>
                  <a:close/>
                </a:path>
                <a:path w="3872865" h="1440814">
                  <a:moveTo>
                    <a:pt x="2815361" y="1021435"/>
                  </a:moveTo>
                  <a:lnTo>
                    <a:pt x="2798546" y="1021435"/>
                  </a:lnTo>
                  <a:lnTo>
                    <a:pt x="2798546" y="1238948"/>
                  </a:lnTo>
                  <a:lnTo>
                    <a:pt x="2815361" y="1238948"/>
                  </a:lnTo>
                  <a:lnTo>
                    <a:pt x="2815361" y="1021435"/>
                  </a:lnTo>
                  <a:close/>
                </a:path>
                <a:path w="3872865" h="1440814">
                  <a:moveTo>
                    <a:pt x="2884208" y="1021435"/>
                  </a:moveTo>
                  <a:lnTo>
                    <a:pt x="2867393" y="1021435"/>
                  </a:lnTo>
                  <a:lnTo>
                    <a:pt x="2867393" y="1238948"/>
                  </a:lnTo>
                  <a:lnTo>
                    <a:pt x="2884208" y="1238948"/>
                  </a:lnTo>
                  <a:lnTo>
                    <a:pt x="2884208" y="1021435"/>
                  </a:lnTo>
                  <a:close/>
                </a:path>
                <a:path w="3872865" h="1440814">
                  <a:moveTo>
                    <a:pt x="3872420" y="1346911"/>
                  </a:moveTo>
                  <a:lnTo>
                    <a:pt x="0" y="1346911"/>
                  </a:lnTo>
                  <a:lnTo>
                    <a:pt x="0" y="1440192"/>
                  </a:lnTo>
                  <a:lnTo>
                    <a:pt x="3872420" y="1440192"/>
                  </a:lnTo>
                  <a:lnTo>
                    <a:pt x="3872420" y="1346911"/>
                  </a:lnTo>
                  <a:close/>
                </a:path>
                <a:path w="3872865" h="1440814">
                  <a:moveTo>
                    <a:pt x="3872420" y="0"/>
                  </a:moveTo>
                  <a:lnTo>
                    <a:pt x="0" y="0"/>
                  </a:lnTo>
                  <a:lnTo>
                    <a:pt x="0" y="93268"/>
                  </a:lnTo>
                  <a:lnTo>
                    <a:pt x="3872420" y="93268"/>
                  </a:lnTo>
                  <a:lnTo>
                    <a:pt x="3872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2589460" y="2902560"/>
              <a:ext cx="1171575" cy="216535"/>
            </a:xfrm>
            <a:custGeom>
              <a:avLst/>
              <a:gdLst/>
              <a:ahLst/>
              <a:cxnLst/>
              <a:rect l="l" t="t" r="r" b="b"/>
              <a:pathLst>
                <a:path w="1171575" h="216535">
                  <a:moveTo>
                    <a:pt x="1171074" y="0"/>
                  </a:moveTo>
                  <a:lnTo>
                    <a:pt x="0" y="0"/>
                  </a:lnTo>
                  <a:lnTo>
                    <a:pt x="0" y="215930"/>
                  </a:lnTo>
                  <a:lnTo>
                    <a:pt x="1171074" y="215930"/>
                  </a:lnTo>
                  <a:lnTo>
                    <a:pt x="1171074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2711183" y="2902552"/>
              <a:ext cx="927735" cy="216535"/>
            </a:xfrm>
            <a:custGeom>
              <a:avLst/>
              <a:gdLst/>
              <a:ahLst/>
              <a:cxnLst/>
              <a:rect l="l" t="t" r="r" b="b"/>
              <a:pathLst>
                <a:path w="927735" h="216535">
                  <a:moveTo>
                    <a:pt x="16802" y="0"/>
                  </a:moveTo>
                  <a:lnTo>
                    <a:pt x="0" y="0"/>
                  </a:lnTo>
                  <a:lnTo>
                    <a:pt x="0" y="215938"/>
                  </a:lnTo>
                  <a:lnTo>
                    <a:pt x="16802" y="215938"/>
                  </a:lnTo>
                  <a:lnTo>
                    <a:pt x="16802" y="0"/>
                  </a:lnTo>
                  <a:close/>
                </a:path>
                <a:path w="927735" h="216535">
                  <a:moveTo>
                    <a:pt x="63703" y="0"/>
                  </a:moveTo>
                  <a:lnTo>
                    <a:pt x="46888" y="0"/>
                  </a:lnTo>
                  <a:lnTo>
                    <a:pt x="46888" y="215938"/>
                  </a:lnTo>
                  <a:lnTo>
                    <a:pt x="63703" y="215938"/>
                  </a:lnTo>
                  <a:lnTo>
                    <a:pt x="63703" y="0"/>
                  </a:lnTo>
                  <a:close/>
                </a:path>
                <a:path w="927735" h="216535">
                  <a:moveTo>
                    <a:pt x="880719" y="0"/>
                  </a:moveTo>
                  <a:lnTo>
                    <a:pt x="863917" y="0"/>
                  </a:lnTo>
                  <a:lnTo>
                    <a:pt x="863917" y="215938"/>
                  </a:lnTo>
                  <a:lnTo>
                    <a:pt x="880719" y="215938"/>
                  </a:lnTo>
                  <a:lnTo>
                    <a:pt x="880719" y="0"/>
                  </a:lnTo>
                  <a:close/>
                </a:path>
                <a:path w="927735" h="216535">
                  <a:moveTo>
                    <a:pt x="927633" y="0"/>
                  </a:moveTo>
                  <a:lnTo>
                    <a:pt x="910831" y="0"/>
                  </a:lnTo>
                  <a:lnTo>
                    <a:pt x="910831" y="215938"/>
                  </a:lnTo>
                  <a:lnTo>
                    <a:pt x="927633" y="215938"/>
                  </a:lnTo>
                  <a:lnTo>
                    <a:pt x="927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369678" y="3059906"/>
              <a:ext cx="1242695" cy="157480"/>
            </a:xfrm>
            <a:custGeom>
              <a:avLst/>
              <a:gdLst/>
              <a:ahLst/>
              <a:cxnLst/>
              <a:rect l="l" t="t" r="r" b="b"/>
              <a:pathLst>
                <a:path w="1242695" h="157480">
                  <a:moveTo>
                    <a:pt x="1242161" y="0"/>
                  </a:moveTo>
                  <a:lnTo>
                    <a:pt x="0" y="0"/>
                  </a:lnTo>
                  <a:lnTo>
                    <a:pt x="0" y="156927"/>
                  </a:lnTo>
                  <a:lnTo>
                    <a:pt x="1242161" y="156927"/>
                  </a:lnTo>
                  <a:lnTo>
                    <a:pt x="1242161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2495044" y="3118491"/>
              <a:ext cx="1404620" cy="98425"/>
            </a:xfrm>
            <a:custGeom>
              <a:avLst/>
              <a:gdLst/>
              <a:ahLst/>
              <a:cxnLst/>
              <a:rect l="l" t="t" r="r" b="b"/>
              <a:pathLst>
                <a:path w="1404620" h="98425">
                  <a:moveTo>
                    <a:pt x="1404072" y="0"/>
                  </a:moveTo>
                  <a:lnTo>
                    <a:pt x="0" y="0"/>
                  </a:lnTo>
                  <a:lnTo>
                    <a:pt x="0" y="98342"/>
                  </a:lnTo>
                  <a:lnTo>
                    <a:pt x="1404072" y="98342"/>
                  </a:lnTo>
                  <a:lnTo>
                    <a:pt x="140407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2519253" y="2714943"/>
              <a:ext cx="1410335" cy="187960"/>
            </a:xfrm>
            <a:custGeom>
              <a:avLst/>
              <a:gdLst/>
              <a:ahLst/>
              <a:cxnLst/>
              <a:rect l="l" t="t" r="r" b="b"/>
              <a:pathLst>
                <a:path w="1410335" h="187960">
                  <a:moveTo>
                    <a:pt x="1410124" y="0"/>
                  </a:moveTo>
                  <a:lnTo>
                    <a:pt x="0" y="0"/>
                  </a:lnTo>
                  <a:lnTo>
                    <a:pt x="0" y="187617"/>
                  </a:lnTo>
                  <a:lnTo>
                    <a:pt x="1410124" y="187617"/>
                  </a:lnTo>
                  <a:lnTo>
                    <a:pt x="1410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777789" y="6871193"/>
              <a:ext cx="1426845" cy="1196975"/>
            </a:xfrm>
            <a:custGeom>
              <a:avLst/>
              <a:gdLst/>
              <a:ahLst/>
              <a:cxnLst/>
              <a:rect l="l" t="t" r="r" b="b"/>
              <a:pathLst>
                <a:path w="1426845" h="1196975">
                  <a:moveTo>
                    <a:pt x="612808" y="0"/>
                  </a:moveTo>
                  <a:lnTo>
                    <a:pt x="558451" y="1693"/>
                  </a:lnTo>
                  <a:lnTo>
                    <a:pt x="502795" y="5954"/>
                  </a:lnTo>
                  <a:lnTo>
                    <a:pt x="446582" y="12598"/>
                  </a:lnTo>
                  <a:lnTo>
                    <a:pt x="390557" y="21438"/>
                  </a:lnTo>
                  <a:lnTo>
                    <a:pt x="335463" y="32289"/>
                  </a:lnTo>
                  <a:lnTo>
                    <a:pt x="282046" y="44965"/>
                  </a:lnTo>
                  <a:lnTo>
                    <a:pt x="231049" y="59281"/>
                  </a:lnTo>
                  <a:lnTo>
                    <a:pt x="183216" y="75052"/>
                  </a:lnTo>
                  <a:lnTo>
                    <a:pt x="139292" y="92091"/>
                  </a:lnTo>
                  <a:lnTo>
                    <a:pt x="100020" y="110213"/>
                  </a:lnTo>
                  <a:lnTo>
                    <a:pt x="66144" y="129233"/>
                  </a:lnTo>
                  <a:lnTo>
                    <a:pt x="17560" y="169224"/>
                  </a:lnTo>
                  <a:lnTo>
                    <a:pt x="1" y="208034"/>
                  </a:lnTo>
                  <a:lnTo>
                    <a:pt x="0" y="232465"/>
                  </a:lnTo>
                  <a:lnTo>
                    <a:pt x="4071" y="262541"/>
                  </a:lnTo>
                  <a:lnTo>
                    <a:pt x="23379" y="337327"/>
                  </a:lnTo>
                  <a:lnTo>
                    <a:pt x="38088" y="380888"/>
                  </a:lnTo>
                  <a:lnTo>
                    <a:pt x="55816" y="427794"/>
                  </a:lnTo>
                  <a:lnTo>
                    <a:pt x="76298" y="477471"/>
                  </a:lnTo>
                  <a:lnTo>
                    <a:pt x="99272" y="529344"/>
                  </a:lnTo>
                  <a:lnTo>
                    <a:pt x="124473" y="582837"/>
                  </a:lnTo>
                  <a:lnTo>
                    <a:pt x="151638" y="637377"/>
                  </a:lnTo>
                  <a:lnTo>
                    <a:pt x="180503" y="692388"/>
                  </a:lnTo>
                  <a:lnTo>
                    <a:pt x="210805" y="747296"/>
                  </a:lnTo>
                  <a:lnTo>
                    <a:pt x="242280" y="801524"/>
                  </a:lnTo>
                  <a:lnTo>
                    <a:pt x="274664" y="854500"/>
                  </a:lnTo>
                  <a:lnTo>
                    <a:pt x="307694" y="905648"/>
                  </a:lnTo>
                  <a:lnTo>
                    <a:pt x="341106" y="954392"/>
                  </a:lnTo>
                  <a:lnTo>
                    <a:pt x="374637" y="1000159"/>
                  </a:lnTo>
                  <a:lnTo>
                    <a:pt x="408022" y="1042373"/>
                  </a:lnTo>
                  <a:lnTo>
                    <a:pt x="440998" y="1080459"/>
                  </a:lnTo>
                  <a:lnTo>
                    <a:pt x="473302" y="1113844"/>
                  </a:lnTo>
                  <a:lnTo>
                    <a:pt x="504670" y="1141951"/>
                  </a:lnTo>
                  <a:lnTo>
                    <a:pt x="563542" y="1180034"/>
                  </a:lnTo>
                  <a:lnTo>
                    <a:pt x="627927" y="1194158"/>
                  </a:lnTo>
                  <a:lnTo>
                    <a:pt x="671072" y="1196650"/>
                  </a:lnTo>
                  <a:lnTo>
                    <a:pt x="719073" y="1196507"/>
                  </a:lnTo>
                  <a:lnTo>
                    <a:pt x="771044" y="1193899"/>
                  </a:lnTo>
                  <a:lnTo>
                    <a:pt x="826103" y="1188998"/>
                  </a:lnTo>
                  <a:lnTo>
                    <a:pt x="883366" y="1181974"/>
                  </a:lnTo>
                  <a:lnTo>
                    <a:pt x="941950" y="1172997"/>
                  </a:lnTo>
                  <a:lnTo>
                    <a:pt x="1000969" y="1162237"/>
                  </a:lnTo>
                  <a:lnTo>
                    <a:pt x="1059542" y="1149867"/>
                  </a:lnTo>
                  <a:lnTo>
                    <a:pt x="1116783" y="1136055"/>
                  </a:lnTo>
                  <a:lnTo>
                    <a:pt x="1171811" y="1120973"/>
                  </a:lnTo>
                  <a:lnTo>
                    <a:pt x="1223740" y="1104792"/>
                  </a:lnTo>
                  <a:lnTo>
                    <a:pt x="1271687" y="1087681"/>
                  </a:lnTo>
                  <a:lnTo>
                    <a:pt x="1314768" y="1069811"/>
                  </a:lnTo>
                  <a:lnTo>
                    <a:pt x="1352101" y="1051354"/>
                  </a:lnTo>
                  <a:lnTo>
                    <a:pt x="1405983" y="1013357"/>
                  </a:lnTo>
                  <a:lnTo>
                    <a:pt x="1426264" y="975056"/>
                  </a:lnTo>
                  <a:lnTo>
                    <a:pt x="1423285" y="938284"/>
                  </a:lnTo>
                  <a:lnTo>
                    <a:pt x="1416668" y="898580"/>
                  </a:lnTo>
                  <a:lnTo>
                    <a:pt x="1406638" y="856308"/>
                  </a:lnTo>
                  <a:lnTo>
                    <a:pt x="1393416" y="811835"/>
                  </a:lnTo>
                  <a:lnTo>
                    <a:pt x="1377227" y="765525"/>
                  </a:lnTo>
                  <a:lnTo>
                    <a:pt x="1358292" y="717744"/>
                  </a:lnTo>
                  <a:lnTo>
                    <a:pt x="1336836" y="668857"/>
                  </a:lnTo>
                  <a:lnTo>
                    <a:pt x="1313081" y="619229"/>
                  </a:lnTo>
                  <a:lnTo>
                    <a:pt x="1287250" y="569226"/>
                  </a:lnTo>
                  <a:lnTo>
                    <a:pt x="1259566" y="519214"/>
                  </a:lnTo>
                  <a:lnTo>
                    <a:pt x="1230252" y="469557"/>
                  </a:lnTo>
                  <a:lnTo>
                    <a:pt x="1199531" y="420621"/>
                  </a:lnTo>
                  <a:lnTo>
                    <a:pt x="1167627" y="372771"/>
                  </a:lnTo>
                  <a:lnTo>
                    <a:pt x="1134762" y="326373"/>
                  </a:lnTo>
                  <a:lnTo>
                    <a:pt x="1101160" y="281792"/>
                  </a:lnTo>
                  <a:lnTo>
                    <a:pt x="1067043" y="239394"/>
                  </a:lnTo>
                  <a:lnTo>
                    <a:pt x="1032634" y="199543"/>
                  </a:lnTo>
                  <a:lnTo>
                    <a:pt x="998157" y="162605"/>
                  </a:lnTo>
                  <a:lnTo>
                    <a:pt x="963834" y="128946"/>
                  </a:lnTo>
                  <a:lnTo>
                    <a:pt x="929889" y="98930"/>
                  </a:lnTo>
                  <a:lnTo>
                    <a:pt x="896545" y="72924"/>
                  </a:lnTo>
                  <a:lnTo>
                    <a:pt x="864024" y="51292"/>
                  </a:lnTo>
                  <a:lnTo>
                    <a:pt x="802346" y="22614"/>
                  </a:lnTo>
                  <a:lnTo>
                    <a:pt x="760632" y="12181"/>
                  </a:lnTo>
                  <a:lnTo>
                    <a:pt x="714642" y="5058"/>
                  </a:lnTo>
                  <a:lnTo>
                    <a:pt x="665119" y="1059"/>
                  </a:lnTo>
                  <a:lnTo>
                    <a:pt x="61280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906741" y="7024071"/>
              <a:ext cx="18144490" cy="2585720"/>
            </a:xfrm>
            <a:custGeom>
              <a:avLst/>
              <a:gdLst/>
              <a:ahLst/>
              <a:cxnLst/>
              <a:rect l="l" t="t" r="r" b="b"/>
              <a:pathLst>
                <a:path w="18144490" h="2585720">
                  <a:moveTo>
                    <a:pt x="1522260" y="962355"/>
                  </a:moveTo>
                  <a:lnTo>
                    <a:pt x="1512277" y="891832"/>
                  </a:lnTo>
                  <a:lnTo>
                    <a:pt x="1502079" y="850519"/>
                  </a:lnTo>
                  <a:lnTo>
                    <a:pt x="1488782" y="805903"/>
                  </a:lnTo>
                  <a:lnTo>
                    <a:pt x="1472641" y="758520"/>
                  </a:lnTo>
                  <a:lnTo>
                    <a:pt x="1453946" y="708952"/>
                  </a:lnTo>
                  <a:lnTo>
                    <a:pt x="1432966" y="657733"/>
                  </a:lnTo>
                  <a:lnTo>
                    <a:pt x="1409979" y="605409"/>
                  </a:lnTo>
                  <a:lnTo>
                    <a:pt x="1385252" y="552538"/>
                  </a:lnTo>
                  <a:lnTo>
                    <a:pt x="1359065" y="499694"/>
                  </a:lnTo>
                  <a:lnTo>
                    <a:pt x="1331696" y="447395"/>
                  </a:lnTo>
                  <a:lnTo>
                    <a:pt x="1303401" y="396201"/>
                  </a:lnTo>
                  <a:lnTo>
                    <a:pt x="1274470" y="346684"/>
                  </a:lnTo>
                  <a:lnTo>
                    <a:pt x="1254036" y="313436"/>
                  </a:lnTo>
                  <a:lnTo>
                    <a:pt x="1228864" y="274307"/>
                  </a:lnTo>
                  <a:lnTo>
                    <a:pt x="1199692" y="231394"/>
                  </a:lnTo>
                  <a:lnTo>
                    <a:pt x="1167244" y="186766"/>
                  </a:lnTo>
                  <a:lnTo>
                    <a:pt x="1132281" y="142532"/>
                  </a:lnTo>
                  <a:lnTo>
                    <a:pt x="1095527" y="100749"/>
                  </a:lnTo>
                  <a:lnTo>
                    <a:pt x="1057732" y="63525"/>
                  </a:lnTo>
                  <a:lnTo>
                    <a:pt x="1019657" y="32931"/>
                  </a:lnTo>
                  <a:lnTo>
                    <a:pt x="982014" y="11061"/>
                  </a:lnTo>
                  <a:lnTo>
                    <a:pt x="945553" y="0"/>
                  </a:lnTo>
                  <a:lnTo>
                    <a:pt x="943241" y="16637"/>
                  </a:lnTo>
                  <a:lnTo>
                    <a:pt x="967879" y="23266"/>
                  </a:lnTo>
                  <a:lnTo>
                    <a:pt x="994562" y="36461"/>
                  </a:lnTo>
                  <a:lnTo>
                    <a:pt x="1053325" y="81762"/>
                  </a:lnTo>
                  <a:lnTo>
                    <a:pt x="1085049" y="113487"/>
                  </a:lnTo>
                  <a:lnTo>
                    <a:pt x="1118108" y="151015"/>
                  </a:lnTo>
                  <a:lnTo>
                    <a:pt x="1152309" y="194157"/>
                  </a:lnTo>
                  <a:lnTo>
                    <a:pt x="1187488" y="242709"/>
                  </a:lnTo>
                  <a:lnTo>
                    <a:pt x="1223467" y="296494"/>
                  </a:lnTo>
                  <a:lnTo>
                    <a:pt x="1260055" y="355320"/>
                  </a:lnTo>
                  <a:lnTo>
                    <a:pt x="1293304" y="412394"/>
                  </a:lnTo>
                  <a:lnTo>
                    <a:pt x="1324927" y="470141"/>
                  </a:lnTo>
                  <a:lnTo>
                    <a:pt x="1354721" y="527989"/>
                  </a:lnTo>
                  <a:lnTo>
                    <a:pt x="1382458" y="585368"/>
                  </a:lnTo>
                  <a:lnTo>
                    <a:pt x="1407947" y="641705"/>
                  </a:lnTo>
                  <a:lnTo>
                    <a:pt x="1430959" y="696429"/>
                  </a:lnTo>
                  <a:lnTo>
                    <a:pt x="1451292" y="748957"/>
                  </a:lnTo>
                  <a:lnTo>
                    <a:pt x="1468716" y="798728"/>
                  </a:lnTo>
                  <a:lnTo>
                    <a:pt x="1483055" y="845159"/>
                  </a:lnTo>
                  <a:lnTo>
                    <a:pt x="1494066" y="887679"/>
                  </a:lnTo>
                  <a:lnTo>
                    <a:pt x="1501559" y="925728"/>
                  </a:lnTo>
                  <a:lnTo>
                    <a:pt x="1505305" y="958723"/>
                  </a:lnTo>
                  <a:lnTo>
                    <a:pt x="1505102" y="986078"/>
                  </a:lnTo>
                  <a:lnTo>
                    <a:pt x="1500733" y="1007237"/>
                  </a:lnTo>
                  <a:lnTo>
                    <a:pt x="1516532" y="1013028"/>
                  </a:lnTo>
                  <a:lnTo>
                    <a:pt x="1521498" y="990447"/>
                  </a:lnTo>
                  <a:lnTo>
                    <a:pt x="1522260" y="962355"/>
                  </a:lnTo>
                  <a:close/>
                </a:path>
                <a:path w="18144490" h="2585720">
                  <a:moveTo>
                    <a:pt x="18144071" y="2568587"/>
                  </a:moveTo>
                  <a:lnTo>
                    <a:pt x="0" y="2568587"/>
                  </a:lnTo>
                  <a:lnTo>
                    <a:pt x="0" y="2585389"/>
                  </a:lnTo>
                  <a:lnTo>
                    <a:pt x="18144071" y="2585389"/>
                  </a:lnTo>
                  <a:lnTo>
                    <a:pt x="18144071" y="2568587"/>
                  </a:lnTo>
                  <a:close/>
                </a:path>
              </a:pathLst>
            </a:custGeom>
            <a:solidFill>
              <a:srgbClr val="2C34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955">
                <a:latin typeface="Open Sans"/>
                <a:cs typeface="Open Sans"/>
              </a:rPr>
              <a:t>E</a:t>
            </a:r>
            <a:r>
              <a:rPr dirty="0" sz="1700">
                <a:latin typeface="Open Sans"/>
                <a:cs typeface="Open Sans"/>
              </a:rPr>
              <a:t>T</a:t>
            </a:r>
            <a:r>
              <a:rPr dirty="0" sz="1700" spc="-960">
                <a:latin typeface="Open Sans"/>
                <a:cs typeface="Open Sans"/>
              </a:rPr>
              <a:t>e</a:t>
            </a:r>
            <a:r>
              <a:rPr dirty="0" sz="1700">
                <a:latin typeface="Open Sans"/>
                <a:cs typeface="Open Sans"/>
              </a:rPr>
              <a:t>x</a:t>
            </a:r>
            <a:r>
              <a:rPr dirty="0" sz="1700" spc="-894">
                <a:latin typeface="Open Sans"/>
                <a:cs typeface="Open Sans"/>
              </a:rPr>
              <a:t>a</a:t>
            </a:r>
            <a:r>
              <a:rPr dirty="0" sz="1700">
                <a:latin typeface="Open Sans"/>
                <a:cs typeface="Open Sans"/>
              </a:rPr>
              <a:t>x</a:t>
            </a:r>
            <a:r>
              <a:rPr dirty="0" sz="1700" spc="-600">
                <a:latin typeface="Open Sans"/>
                <a:cs typeface="Open Sans"/>
              </a:rPr>
              <a:t>t</a:t>
            </a:r>
            <a:r>
              <a:rPr dirty="0" sz="1700" spc="-990">
                <a:latin typeface="Open Sans"/>
                <a:cs typeface="Open Sans"/>
              </a:rPr>
              <a:t>m</a:t>
            </a:r>
            <a:r>
              <a:rPr dirty="0" sz="1700" spc="-65">
                <a:latin typeface="Open Sans"/>
                <a:cs typeface="Open Sans"/>
              </a:rPr>
              <a:t>u</a:t>
            </a:r>
            <a:r>
              <a:rPr dirty="0" sz="1700" spc="-985">
                <a:latin typeface="Open Sans"/>
                <a:cs typeface="Open Sans"/>
              </a:rPr>
              <a:t>p</a:t>
            </a:r>
            <a:r>
              <a:rPr dirty="0" sz="1700">
                <a:latin typeface="Open Sans"/>
                <a:cs typeface="Open Sans"/>
              </a:rPr>
              <a:t>r</a:t>
            </a:r>
            <a:r>
              <a:rPr dirty="0" sz="1700" spc="-675">
                <a:latin typeface="Open Sans"/>
                <a:cs typeface="Open Sans"/>
              </a:rPr>
              <a:t>e</a:t>
            </a:r>
            <a:r>
              <a:rPr dirty="0" sz="1700">
                <a:latin typeface="Open Sans"/>
                <a:cs typeface="Open Sans"/>
              </a:rPr>
              <a:t>l</a:t>
            </a:r>
            <a:r>
              <a:rPr dirty="0" sz="1700" spc="-715">
                <a:latin typeface="Open Sans"/>
                <a:cs typeface="Open Sans"/>
              </a:rPr>
              <a:t>e</a:t>
            </a:r>
            <a:r>
              <a:rPr dirty="0" sz="1700" spc="5">
                <a:latin typeface="Open Sans"/>
                <a:cs typeface="Open Sans"/>
              </a:rPr>
              <a:t>s</a:t>
            </a:r>
            <a:r>
              <a:rPr dirty="0" sz="1700" spc="-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3872292" y="54993"/>
            <a:ext cx="3045460" cy="1851025"/>
            <a:chOff x="3872292" y="54993"/>
            <a:chExt cx="3045460" cy="1851025"/>
          </a:xfrm>
        </p:grpSpPr>
        <p:sp>
          <p:nvSpPr>
            <p:cNvPr id="92" name="object 92" descr=""/>
            <p:cNvSpPr/>
            <p:nvPr/>
          </p:nvSpPr>
          <p:spPr>
            <a:xfrm>
              <a:off x="5202233" y="1520992"/>
              <a:ext cx="385445" cy="385445"/>
            </a:xfrm>
            <a:custGeom>
              <a:avLst/>
              <a:gdLst/>
              <a:ahLst/>
              <a:cxnLst/>
              <a:rect l="l" t="t" r="r" b="b"/>
              <a:pathLst>
                <a:path w="385445" h="385444">
                  <a:moveTo>
                    <a:pt x="192517" y="0"/>
                  </a:moveTo>
                  <a:lnTo>
                    <a:pt x="148428" y="5092"/>
                  </a:lnTo>
                  <a:lnTo>
                    <a:pt x="107927" y="19595"/>
                  </a:lnTo>
                  <a:lnTo>
                    <a:pt x="72179" y="42342"/>
                  </a:lnTo>
                  <a:lnTo>
                    <a:pt x="42347" y="72171"/>
                  </a:lnTo>
                  <a:lnTo>
                    <a:pt x="19597" y="107915"/>
                  </a:lnTo>
                  <a:lnTo>
                    <a:pt x="5093" y="148412"/>
                  </a:lnTo>
                  <a:lnTo>
                    <a:pt x="0" y="192496"/>
                  </a:lnTo>
                  <a:lnTo>
                    <a:pt x="5093" y="236585"/>
                  </a:lnTo>
                  <a:lnTo>
                    <a:pt x="19597" y="277086"/>
                  </a:lnTo>
                  <a:lnTo>
                    <a:pt x="42347" y="312835"/>
                  </a:lnTo>
                  <a:lnTo>
                    <a:pt x="72179" y="342666"/>
                  </a:lnTo>
                  <a:lnTo>
                    <a:pt x="107927" y="365416"/>
                  </a:lnTo>
                  <a:lnTo>
                    <a:pt x="148428" y="379920"/>
                  </a:lnTo>
                  <a:lnTo>
                    <a:pt x="192517" y="385014"/>
                  </a:lnTo>
                  <a:lnTo>
                    <a:pt x="236602" y="379920"/>
                  </a:lnTo>
                  <a:lnTo>
                    <a:pt x="269305" y="368208"/>
                  </a:lnTo>
                  <a:lnTo>
                    <a:pt x="192517" y="368208"/>
                  </a:lnTo>
                  <a:lnTo>
                    <a:pt x="145861" y="361921"/>
                  </a:lnTo>
                  <a:lnTo>
                    <a:pt x="103904" y="344184"/>
                  </a:lnTo>
                  <a:lnTo>
                    <a:pt x="68334" y="316685"/>
                  </a:lnTo>
                  <a:lnTo>
                    <a:pt x="40838" y="281112"/>
                  </a:lnTo>
                  <a:lnTo>
                    <a:pt x="23102" y="239153"/>
                  </a:lnTo>
                  <a:lnTo>
                    <a:pt x="16816" y="192496"/>
                  </a:lnTo>
                  <a:lnTo>
                    <a:pt x="23102" y="145848"/>
                  </a:lnTo>
                  <a:lnTo>
                    <a:pt x="40838" y="103895"/>
                  </a:lnTo>
                  <a:lnTo>
                    <a:pt x="68334" y="68326"/>
                  </a:lnTo>
                  <a:lnTo>
                    <a:pt x="103904" y="40829"/>
                  </a:lnTo>
                  <a:lnTo>
                    <a:pt x="145861" y="23093"/>
                  </a:lnTo>
                  <a:lnTo>
                    <a:pt x="192517" y="16805"/>
                  </a:lnTo>
                  <a:lnTo>
                    <a:pt x="269311" y="16805"/>
                  </a:lnTo>
                  <a:lnTo>
                    <a:pt x="236602" y="5092"/>
                  </a:lnTo>
                  <a:lnTo>
                    <a:pt x="192517" y="0"/>
                  </a:lnTo>
                  <a:close/>
                </a:path>
                <a:path w="385445" h="385444">
                  <a:moveTo>
                    <a:pt x="269311" y="16805"/>
                  </a:moveTo>
                  <a:lnTo>
                    <a:pt x="192517" y="16805"/>
                  </a:lnTo>
                  <a:lnTo>
                    <a:pt x="239169" y="23093"/>
                  </a:lnTo>
                  <a:lnTo>
                    <a:pt x="281123" y="40829"/>
                  </a:lnTo>
                  <a:lnTo>
                    <a:pt x="316691" y="68326"/>
                  </a:lnTo>
                  <a:lnTo>
                    <a:pt x="344187" y="103895"/>
                  </a:lnTo>
                  <a:lnTo>
                    <a:pt x="361922" y="145848"/>
                  </a:lnTo>
                  <a:lnTo>
                    <a:pt x="368208" y="192496"/>
                  </a:lnTo>
                  <a:lnTo>
                    <a:pt x="361922" y="239153"/>
                  </a:lnTo>
                  <a:lnTo>
                    <a:pt x="344187" y="281112"/>
                  </a:lnTo>
                  <a:lnTo>
                    <a:pt x="316691" y="316685"/>
                  </a:lnTo>
                  <a:lnTo>
                    <a:pt x="281123" y="344184"/>
                  </a:lnTo>
                  <a:lnTo>
                    <a:pt x="239169" y="361921"/>
                  </a:lnTo>
                  <a:lnTo>
                    <a:pt x="192517" y="368208"/>
                  </a:lnTo>
                  <a:lnTo>
                    <a:pt x="269305" y="368208"/>
                  </a:lnTo>
                  <a:lnTo>
                    <a:pt x="312847" y="342666"/>
                  </a:lnTo>
                  <a:lnTo>
                    <a:pt x="342678" y="312835"/>
                  </a:lnTo>
                  <a:lnTo>
                    <a:pt x="365427" y="277086"/>
                  </a:lnTo>
                  <a:lnTo>
                    <a:pt x="379931" y="236585"/>
                  </a:lnTo>
                  <a:lnTo>
                    <a:pt x="385024" y="192496"/>
                  </a:lnTo>
                  <a:lnTo>
                    <a:pt x="379931" y="148412"/>
                  </a:lnTo>
                  <a:lnTo>
                    <a:pt x="365427" y="107915"/>
                  </a:lnTo>
                  <a:lnTo>
                    <a:pt x="342678" y="72171"/>
                  </a:lnTo>
                  <a:lnTo>
                    <a:pt x="312847" y="42342"/>
                  </a:lnTo>
                  <a:lnTo>
                    <a:pt x="277100" y="19595"/>
                  </a:lnTo>
                  <a:lnTo>
                    <a:pt x="269311" y="168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312214" y="1300962"/>
              <a:ext cx="165100" cy="412750"/>
            </a:xfrm>
            <a:custGeom>
              <a:avLst/>
              <a:gdLst/>
              <a:ahLst/>
              <a:cxnLst/>
              <a:rect l="l" t="t" r="r" b="b"/>
              <a:pathLst>
                <a:path w="165100" h="412750">
                  <a:moveTo>
                    <a:pt x="82531" y="0"/>
                  </a:moveTo>
                  <a:lnTo>
                    <a:pt x="50486" y="6512"/>
                  </a:lnTo>
                  <a:lnTo>
                    <a:pt x="24244" y="24244"/>
                  </a:lnTo>
                  <a:lnTo>
                    <a:pt x="6512" y="50486"/>
                  </a:lnTo>
                  <a:lnTo>
                    <a:pt x="0" y="82531"/>
                  </a:lnTo>
                  <a:lnTo>
                    <a:pt x="0" y="330000"/>
                  </a:lnTo>
                  <a:lnTo>
                    <a:pt x="6512" y="362045"/>
                  </a:lnTo>
                  <a:lnTo>
                    <a:pt x="24244" y="388287"/>
                  </a:lnTo>
                  <a:lnTo>
                    <a:pt x="50486" y="406019"/>
                  </a:lnTo>
                  <a:lnTo>
                    <a:pt x="82531" y="412531"/>
                  </a:lnTo>
                  <a:lnTo>
                    <a:pt x="114576" y="406019"/>
                  </a:lnTo>
                  <a:lnTo>
                    <a:pt x="140819" y="388287"/>
                  </a:lnTo>
                  <a:lnTo>
                    <a:pt x="158550" y="362045"/>
                  </a:lnTo>
                  <a:lnTo>
                    <a:pt x="165063" y="330000"/>
                  </a:lnTo>
                  <a:lnTo>
                    <a:pt x="165063" y="82531"/>
                  </a:lnTo>
                  <a:lnTo>
                    <a:pt x="158550" y="50486"/>
                  </a:lnTo>
                  <a:lnTo>
                    <a:pt x="140819" y="24244"/>
                  </a:lnTo>
                  <a:lnTo>
                    <a:pt x="114576" y="6512"/>
                  </a:lnTo>
                  <a:lnTo>
                    <a:pt x="82531" y="0"/>
                  </a:lnTo>
                  <a:close/>
                </a:path>
              </a:pathLst>
            </a:custGeom>
            <a:solidFill>
              <a:srgbClr val="3439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3872292" y="1499559"/>
              <a:ext cx="3045460" cy="271780"/>
            </a:xfrm>
            <a:custGeom>
              <a:avLst/>
              <a:gdLst/>
              <a:ahLst/>
              <a:cxnLst/>
              <a:rect l="l" t="t" r="r" b="b"/>
              <a:pathLst>
                <a:path w="3045459" h="271780">
                  <a:moveTo>
                    <a:pt x="1522456" y="0"/>
                  </a:moveTo>
                  <a:lnTo>
                    <a:pt x="1469058" y="307"/>
                  </a:lnTo>
                  <a:lnTo>
                    <a:pt x="1415878" y="1225"/>
                  </a:lnTo>
                  <a:lnTo>
                    <a:pt x="1362923" y="2750"/>
                  </a:lnTo>
                  <a:lnTo>
                    <a:pt x="1310199" y="4876"/>
                  </a:lnTo>
                  <a:lnTo>
                    <a:pt x="1257713" y="7598"/>
                  </a:lnTo>
                  <a:lnTo>
                    <a:pt x="1205474" y="10912"/>
                  </a:lnTo>
                  <a:lnTo>
                    <a:pt x="1153487" y="14812"/>
                  </a:lnTo>
                  <a:lnTo>
                    <a:pt x="1101760" y="19294"/>
                  </a:lnTo>
                  <a:lnTo>
                    <a:pt x="1050300" y="24352"/>
                  </a:lnTo>
                  <a:lnTo>
                    <a:pt x="999113" y="29982"/>
                  </a:lnTo>
                  <a:lnTo>
                    <a:pt x="948208" y="36179"/>
                  </a:lnTo>
                  <a:lnTo>
                    <a:pt x="897591" y="42938"/>
                  </a:lnTo>
                  <a:lnTo>
                    <a:pt x="847269" y="50254"/>
                  </a:lnTo>
                  <a:lnTo>
                    <a:pt x="797250" y="58122"/>
                  </a:lnTo>
                  <a:lnTo>
                    <a:pt x="747539" y="66537"/>
                  </a:lnTo>
                  <a:lnTo>
                    <a:pt x="698145" y="75494"/>
                  </a:lnTo>
                  <a:lnTo>
                    <a:pt x="649074" y="84988"/>
                  </a:lnTo>
                  <a:lnTo>
                    <a:pt x="600334" y="95014"/>
                  </a:lnTo>
                  <a:lnTo>
                    <a:pt x="551932" y="105568"/>
                  </a:lnTo>
                  <a:lnTo>
                    <a:pt x="503873" y="116644"/>
                  </a:lnTo>
                  <a:lnTo>
                    <a:pt x="456167" y="128238"/>
                  </a:lnTo>
                  <a:lnTo>
                    <a:pt x="408819" y="140344"/>
                  </a:lnTo>
                  <a:lnTo>
                    <a:pt x="361838" y="152958"/>
                  </a:lnTo>
                  <a:lnTo>
                    <a:pt x="315229" y="166074"/>
                  </a:lnTo>
                  <a:lnTo>
                    <a:pt x="269000" y="179689"/>
                  </a:lnTo>
                  <a:lnTo>
                    <a:pt x="223158" y="193796"/>
                  </a:lnTo>
                  <a:lnTo>
                    <a:pt x="177710" y="208391"/>
                  </a:lnTo>
                  <a:lnTo>
                    <a:pt x="132663" y="223469"/>
                  </a:lnTo>
                  <a:lnTo>
                    <a:pt x="88024" y="239025"/>
                  </a:lnTo>
                  <a:lnTo>
                    <a:pt x="43801" y="255054"/>
                  </a:lnTo>
                  <a:lnTo>
                    <a:pt x="0" y="271551"/>
                  </a:lnTo>
                  <a:lnTo>
                    <a:pt x="3044912" y="271551"/>
                  </a:lnTo>
                  <a:lnTo>
                    <a:pt x="3001110" y="255054"/>
                  </a:lnTo>
                  <a:lnTo>
                    <a:pt x="2956886" y="239025"/>
                  </a:lnTo>
                  <a:lnTo>
                    <a:pt x="2912246" y="223469"/>
                  </a:lnTo>
                  <a:lnTo>
                    <a:pt x="2867198" y="208391"/>
                  </a:lnTo>
                  <a:lnTo>
                    <a:pt x="2821750" y="193796"/>
                  </a:lnTo>
                  <a:lnTo>
                    <a:pt x="2775907" y="179689"/>
                  </a:lnTo>
                  <a:lnTo>
                    <a:pt x="2729677" y="166074"/>
                  </a:lnTo>
                  <a:lnTo>
                    <a:pt x="2683068" y="152958"/>
                  </a:lnTo>
                  <a:lnTo>
                    <a:pt x="2636086" y="140344"/>
                  </a:lnTo>
                  <a:lnTo>
                    <a:pt x="2588738" y="128238"/>
                  </a:lnTo>
                  <a:lnTo>
                    <a:pt x="2541031" y="116644"/>
                  </a:lnTo>
                  <a:lnTo>
                    <a:pt x="2492973" y="105568"/>
                  </a:lnTo>
                  <a:lnTo>
                    <a:pt x="2444570" y="95014"/>
                  </a:lnTo>
                  <a:lnTo>
                    <a:pt x="2395829" y="84988"/>
                  </a:lnTo>
                  <a:lnTo>
                    <a:pt x="2346759" y="75494"/>
                  </a:lnTo>
                  <a:lnTo>
                    <a:pt x="2297365" y="66537"/>
                  </a:lnTo>
                  <a:lnTo>
                    <a:pt x="2247654" y="58122"/>
                  </a:lnTo>
                  <a:lnTo>
                    <a:pt x="2197635" y="50254"/>
                  </a:lnTo>
                  <a:lnTo>
                    <a:pt x="2147313" y="42938"/>
                  </a:lnTo>
                  <a:lnTo>
                    <a:pt x="2096696" y="36179"/>
                  </a:lnTo>
                  <a:lnTo>
                    <a:pt x="2045791" y="29982"/>
                  </a:lnTo>
                  <a:lnTo>
                    <a:pt x="1994605" y="24352"/>
                  </a:lnTo>
                  <a:lnTo>
                    <a:pt x="1943146" y="19294"/>
                  </a:lnTo>
                  <a:lnTo>
                    <a:pt x="1891419" y="14812"/>
                  </a:lnTo>
                  <a:lnTo>
                    <a:pt x="1839433" y="10912"/>
                  </a:lnTo>
                  <a:lnTo>
                    <a:pt x="1787194" y="7598"/>
                  </a:lnTo>
                  <a:lnTo>
                    <a:pt x="1734709" y="4876"/>
                  </a:lnTo>
                  <a:lnTo>
                    <a:pt x="1681986" y="2750"/>
                  </a:lnTo>
                  <a:lnTo>
                    <a:pt x="1629031" y="1225"/>
                  </a:lnTo>
                  <a:lnTo>
                    <a:pt x="1575852" y="307"/>
                  </a:lnTo>
                  <a:lnTo>
                    <a:pt x="1522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386349" y="54993"/>
              <a:ext cx="17145" cy="1246505"/>
            </a:xfrm>
            <a:custGeom>
              <a:avLst/>
              <a:gdLst/>
              <a:ahLst/>
              <a:cxnLst/>
              <a:rect l="l" t="t" r="r" b="b"/>
              <a:pathLst>
                <a:path w="17145" h="1246505">
                  <a:moveTo>
                    <a:pt x="16805" y="0"/>
                  </a:moveTo>
                  <a:lnTo>
                    <a:pt x="0" y="0"/>
                  </a:lnTo>
                  <a:lnTo>
                    <a:pt x="0" y="1245962"/>
                  </a:lnTo>
                  <a:lnTo>
                    <a:pt x="16805" y="1245962"/>
                  </a:lnTo>
                  <a:lnTo>
                    <a:pt x="16805" y="0"/>
                  </a:lnTo>
                  <a:close/>
                </a:path>
              </a:pathLst>
            </a:custGeom>
            <a:solidFill>
              <a:srgbClr val="2C345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23345" y="908265"/>
            <a:ext cx="2246630" cy="7452359"/>
          </a:xfrm>
          <a:custGeom>
            <a:avLst/>
            <a:gdLst/>
            <a:ahLst/>
            <a:cxnLst/>
            <a:rect l="l" t="t" r="r" b="b"/>
            <a:pathLst>
              <a:path w="2246629" h="7452359">
                <a:moveTo>
                  <a:pt x="2246130" y="0"/>
                </a:moveTo>
                <a:lnTo>
                  <a:pt x="0" y="0"/>
                </a:lnTo>
                <a:lnTo>
                  <a:pt x="0" y="7452034"/>
                </a:lnTo>
                <a:lnTo>
                  <a:pt x="2246130" y="7452034"/>
                </a:lnTo>
                <a:lnTo>
                  <a:pt x="22461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29670" y="908265"/>
            <a:ext cx="2246630" cy="7452359"/>
          </a:xfrm>
          <a:custGeom>
            <a:avLst/>
            <a:gdLst/>
            <a:ahLst/>
            <a:cxnLst/>
            <a:rect l="l" t="t" r="r" b="b"/>
            <a:pathLst>
              <a:path w="2246629" h="7452359">
                <a:moveTo>
                  <a:pt x="2246130" y="0"/>
                </a:moveTo>
                <a:lnTo>
                  <a:pt x="0" y="0"/>
                </a:lnTo>
                <a:lnTo>
                  <a:pt x="0" y="7452034"/>
                </a:lnTo>
                <a:lnTo>
                  <a:pt x="2246130" y="7452034"/>
                </a:lnTo>
                <a:lnTo>
                  <a:pt x="22461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136005" y="908265"/>
            <a:ext cx="2246630" cy="7452359"/>
          </a:xfrm>
          <a:custGeom>
            <a:avLst/>
            <a:gdLst/>
            <a:ahLst/>
            <a:cxnLst/>
            <a:rect l="l" t="t" r="r" b="b"/>
            <a:pathLst>
              <a:path w="2246629" h="7452359">
                <a:moveTo>
                  <a:pt x="2246130" y="0"/>
                </a:moveTo>
                <a:lnTo>
                  <a:pt x="0" y="0"/>
                </a:lnTo>
                <a:lnTo>
                  <a:pt x="0" y="7452034"/>
                </a:lnTo>
                <a:lnTo>
                  <a:pt x="2246130" y="7452034"/>
                </a:lnTo>
                <a:lnTo>
                  <a:pt x="22461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542329" y="908265"/>
            <a:ext cx="2246630" cy="7452359"/>
          </a:xfrm>
          <a:custGeom>
            <a:avLst/>
            <a:gdLst/>
            <a:ahLst/>
            <a:cxnLst/>
            <a:rect l="l" t="t" r="r" b="b"/>
            <a:pathLst>
              <a:path w="2246630" h="7452359">
                <a:moveTo>
                  <a:pt x="2246130" y="0"/>
                </a:moveTo>
                <a:lnTo>
                  <a:pt x="0" y="0"/>
                </a:lnTo>
                <a:lnTo>
                  <a:pt x="0" y="7452034"/>
                </a:lnTo>
                <a:lnTo>
                  <a:pt x="2246130" y="7452034"/>
                </a:lnTo>
                <a:lnTo>
                  <a:pt x="22461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428401" y="908255"/>
            <a:ext cx="36195" cy="7452359"/>
          </a:xfrm>
          <a:custGeom>
            <a:avLst/>
            <a:gdLst/>
            <a:ahLst/>
            <a:cxnLst/>
            <a:rect l="l" t="t" r="r" b="b"/>
            <a:pathLst>
              <a:path w="36195" h="7452359">
                <a:moveTo>
                  <a:pt x="36019" y="0"/>
                </a:moveTo>
                <a:lnTo>
                  <a:pt x="0" y="0"/>
                </a:lnTo>
                <a:lnTo>
                  <a:pt x="0" y="7452034"/>
                </a:lnTo>
                <a:lnTo>
                  <a:pt x="36019" y="7452034"/>
                </a:lnTo>
                <a:lnTo>
                  <a:pt x="3601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834725" y="908255"/>
            <a:ext cx="36195" cy="7452359"/>
          </a:xfrm>
          <a:custGeom>
            <a:avLst/>
            <a:gdLst/>
            <a:ahLst/>
            <a:cxnLst/>
            <a:rect l="l" t="t" r="r" b="b"/>
            <a:pathLst>
              <a:path w="36195" h="7452359">
                <a:moveTo>
                  <a:pt x="36019" y="0"/>
                </a:moveTo>
                <a:lnTo>
                  <a:pt x="0" y="0"/>
                </a:lnTo>
                <a:lnTo>
                  <a:pt x="0" y="7452034"/>
                </a:lnTo>
                <a:lnTo>
                  <a:pt x="36019" y="7452034"/>
                </a:lnTo>
                <a:lnTo>
                  <a:pt x="3601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1241050" y="908255"/>
            <a:ext cx="36195" cy="7452359"/>
          </a:xfrm>
          <a:custGeom>
            <a:avLst/>
            <a:gdLst/>
            <a:ahLst/>
            <a:cxnLst/>
            <a:rect l="l" t="t" r="r" b="b"/>
            <a:pathLst>
              <a:path w="36195" h="7452359">
                <a:moveTo>
                  <a:pt x="36019" y="0"/>
                </a:moveTo>
                <a:lnTo>
                  <a:pt x="0" y="0"/>
                </a:lnTo>
                <a:lnTo>
                  <a:pt x="0" y="7452034"/>
                </a:lnTo>
                <a:lnTo>
                  <a:pt x="36019" y="7452034"/>
                </a:lnTo>
                <a:lnTo>
                  <a:pt x="3601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678493" y="908255"/>
            <a:ext cx="17888585" cy="7452995"/>
            <a:chOff x="1678493" y="908255"/>
            <a:chExt cx="17888585" cy="7452995"/>
          </a:xfrm>
        </p:grpSpPr>
        <p:sp>
          <p:nvSpPr>
            <p:cNvPr id="11" name="object 11" descr=""/>
            <p:cNvSpPr/>
            <p:nvPr/>
          </p:nvSpPr>
          <p:spPr>
            <a:xfrm>
              <a:off x="5323345" y="908259"/>
              <a:ext cx="9465310" cy="7452359"/>
            </a:xfrm>
            <a:custGeom>
              <a:avLst/>
              <a:gdLst/>
              <a:ahLst/>
              <a:cxnLst/>
              <a:rect l="l" t="t" r="r" b="b"/>
              <a:pathLst>
                <a:path w="9465310" h="7452359">
                  <a:moveTo>
                    <a:pt x="9465107" y="1949208"/>
                  </a:moveTo>
                  <a:lnTo>
                    <a:pt x="8360042" y="1949208"/>
                  </a:lnTo>
                  <a:lnTo>
                    <a:pt x="8360042" y="0"/>
                  </a:lnTo>
                  <a:lnTo>
                    <a:pt x="8324024" y="0"/>
                  </a:lnTo>
                  <a:lnTo>
                    <a:pt x="8324024" y="1949208"/>
                  </a:lnTo>
                  <a:lnTo>
                    <a:pt x="0" y="1949208"/>
                  </a:lnTo>
                  <a:lnTo>
                    <a:pt x="0" y="1987423"/>
                  </a:lnTo>
                  <a:lnTo>
                    <a:pt x="8324024" y="1987423"/>
                  </a:lnTo>
                  <a:lnTo>
                    <a:pt x="8324024" y="3176536"/>
                  </a:lnTo>
                  <a:lnTo>
                    <a:pt x="0" y="3176536"/>
                  </a:lnTo>
                  <a:lnTo>
                    <a:pt x="0" y="3214738"/>
                  </a:lnTo>
                  <a:lnTo>
                    <a:pt x="8324024" y="3214738"/>
                  </a:lnTo>
                  <a:lnTo>
                    <a:pt x="8324024" y="4403852"/>
                  </a:lnTo>
                  <a:lnTo>
                    <a:pt x="0" y="4403852"/>
                  </a:lnTo>
                  <a:lnTo>
                    <a:pt x="0" y="4442066"/>
                  </a:lnTo>
                  <a:lnTo>
                    <a:pt x="8324024" y="4442066"/>
                  </a:lnTo>
                  <a:lnTo>
                    <a:pt x="8324024" y="7452042"/>
                  </a:lnTo>
                  <a:lnTo>
                    <a:pt x="8360042" y="7452042"/>
                  </a:lnTo>
                  <a:lnTo>
                    <a:pt x="8360042" y="4442066"/>
                  </a:lnTo>
                  <a:lnTo>
                    <a:pt x="9465107" y="4442066"/>
                  </a:lnTo>
                  <a:lnTo>
                    <a:pt x="9465107" y="4403852"/>
                  </a:lnTo>
                  <a:lnTo>
                    <a:pt x="8360042" y="4403852"/>
                  </a:lnTo>
                  <a:lnTo>
                    <a:pt x="8360042" y="3214738"/>
                  </a:lnTo>
                  <a:lnTo>
                    <a:pt x="9465107" y="3214738"/>
                  </a:lnTo>
                  <a:lnTo>
                    <a:pt x="9465107" y="3176536"/>
                  </a:lnTo>
                  <a:lnTo>
                    <a:pt x="8360042" y="3176536"/>
                  </a:lnTo>
                  <a:lnTo>
                    <a:pt x="8360042" y="1987423"/>
                  </a:lnTo>
                  <a:lnTo>
                    <a:pt x="9465107" y="1987423"/>
                  </a:lnTo>
                  <a:lnTo>
                    <a:pt x="9465107" y="1949208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323340" y="908255"/>
              <a:ext cx="14244319" cy="7452359"/>
            </a:xfrm>
            <a:custGeom>
              <a:avLst/>
              <a:gdLst/>
              <a:ahLst/>
              <a:cxnLst/>
              <a:rect l="l" t="t" r="r" b="b"/>
              <a:pathLst>
                <a:path w="14244319" h="7452359">
                  <a:moveTo>
                    <a:pt x="9465114" y="0"/>
                  </a:moveTo>
                  <a:lnTo>
                    <a:pt x="0" y="0"/>
                  </a:lnTo>
                  <a:lnTo>
                    <a:pt x="4778577" y="7452034"/>
                  </a:lnTo>
                  <a:lnTo>
                    <a:pt x="14243691" y="7452034"/>
                  </a:lnTo>
                  <a:lnTo>
                    <a:pt x="9465114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722766" y="6220522"/>
              <a:ext cx="5411470" cy="2139950"/>
            </a:xfrm>
            <a:custGeom>
              <a:avLst/>
              <a:gdLst/>
              <a:ahLst/>
              <a:cxnLst/>
              <a:rect l="l" t="t" r="r" b="b"/>
              <a:pathLst>
                <a:path w="5411470" h="2139950">
                  <a:moveTo>
                    <a:pt x="0" y="2139767"/>
                  </a:moveTo>
                  <a:lnTo>
                    <a:pt x="5411039" y="2139767"/>
                  </a:lnTo>
                  <a:lnTo>
                    <a:pt x="5411039" y="0"/>
                  </a:lnTo>
                  <a:lnTo>
                    <a:pt x="0" y="0"/>
                  </a:lnTo>
                  <a:lnTo>
                    <a:pt x="0" y="2139767"/>
                  </a:lnTo>
                  <a:close/>
                </a:path>
              </a:pathLst>
            </a:custGeom>
            <a:solidFill>
              <a:srgbClr val="5061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722764" y="6220529"/>
              <a:ext cx="4222750" cy="2139950"/>
            </a:xfrm>
            <a:custGeom>
              <a:avLst/>
              <a:gdLst/>
              <a:ahLst/>
              <a:cxnLst/>
              <a:rect l="l" t="t" r="r" b="b"/>
              <a:pathLst>
                <a:path w="4222750" h="2139950">
                  <a:moveTo>
                    <a:pt x="4222547" y="1524342"/>
                  </a:moveTo>
                  <a:lnTo>
                    <a:pt x="4179328" y="1524342"/>
                  </a:lnTo>
                  <a:lnTo>
                    <a:pt x="4179328" y="2139772"/>
                  </a:lnTo>
                  <a:lnTo>
                    <a:pt x="4222547" y="2139772"/>
                  </a:lnTo>
                  <a:lnTo>
                    <a:pt x="4222547" y="1524342"/>
                  </a:lnTo>
                  <a:close/>
                </a:path>
                <a:path w="4222750" h="2139950">
                  <a:moveTo>
                    <a:pt x="4222547" y="0"/>
                  </a:moveTo>
                  <a:lnTo>
                    <a:pt x="4179328" y="0"/>
                  </a:lnTo>
                  <a:lnTo>
                    <a:pt x="4179328" y="676579"/>
                  </a:lnTo>
                  <a:lnTo>
                    <a:pt x="2131276" y="676579"/>
                  </a:lnTo>
                  <a:lnTo>
                    <a:pt x="2131276" y="0"/>
                  </a:lnTo>
                  <a:lnTo>
                    <a:pt x="2088045" y="0"/>
                  </a:lnTo>
                  <a:lnTo>
                    <a:pt x="2088045" y="676579"/>
                  </a:lnTo>
                  <a:lnTo>
                    <a:pt x="0" y="676579"/>
                  </a:lnTo>
                  <a:lnTo>
                    <a:pt x="0" y="722426"/>
                  </a:lnTo>
                  <a:lnTo>
                    <a:pt x="2088045" y="722426"/>
                  </a:lnTo>
                  <a:lnTo>
                    <a:pt x="2088045" y="1394294"/>
                  </a:lnTo>
                  <a:lnTo>
                    <a:pt x="0" y="1394294"/>
                  </a:lnTo>
                  <a:lnTo>
                    <a:pt x="0" y="1440141"/>
                  </a:lnTo>
                  <a:lnTo>
                    <a:pt x="2088045" y="1440141"/>
                  </a:lnTo>
                  <a:lnTo>
                    <a:pt x="2088045" y="2139772"/>
                  </a:lnTo>
                  <a:lnTo>
                    <a:pt x="2131276" y="2139772"/>
                  </a:lnTo>
                  <a:lnTo>
                    <a:pt x="2131276" y="1440141"/>
                  </a:lnTo>
                  <a:lnTo>
                    <a:pt x="3663975" y="1440141"/>
                  </a:lnTo>
                  <a:lnTo>
                    <a:pt x="3663975" y="1394294"/>
                  </a:lnTo>
                  <a:lnTo>
                    <a:pt x="2131276" y="1394294"/>
                  </a:lnTo>
                  <a:lnTo>
                    <a:pt x="2131276" y="722426"/>
                  </a:lnTo>
                  <a:lnTo>
                    <a:pt x="4179328" y="722426"/>
                  </a:lnTo>
                  <a:lnTo>
                    <a:pt x="4179328" y="1291374"/>
                  </a:lnTo>
                  <a:lnTo>
                    <a:pt x="4222547" y="1291374"/>
                  </a:lnTo>
                  <a:lnTo>
                    <a:pt x="4222547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391799" y="6220542"/>
              <a:ext cx="4515485" cy="1485900"/>
            </a:xfrm>
            <a:custGeom>
              <a:avLst/>
              <a:gdLst/>
              <a:ahLst/>
              <a:cxnLst/>
              <a:rect l="l" t="t" r="r" b="b"/>
              <a:pathLst>
                <a:path w="4515484" h="1485900">
                  <a:moveTo>
                    <a:pt x="744321" y="722414"/>
                  </a:moveTo>
                  <a:lnTo>
                    <a:pt x="0" y="722414"/>
                  </a:lnTo>
                  <a:lnTo>
                    <a:pt x="0" y="768261"/>
                  </a:lnTo>
                  <a:lnTo>
                    <a:pt x="744321" y="768261"/>
                  </a:lnTo>
                  <a:lnTo>
                    <a:pt x="744321" y="722414"/>
                  </a:lnTo>
                  <a:close/>
                </a:path>
                <a:path w="4515484" h="1485900">
                  <a:moveTo>
                    <a:pt x="744321" y="0"/>
                  </a:moveTo>
                  <a:lnTo>
                    <a:pt x="0" y="0"/>
                  </a:lnTo>
                  <a:lnTo>
                    <a:pt x="0" y="45847"/>
                  </a:lnTo>
                  <a:lnTo>
                    <a:pt x="744321" y="45847"/>
                  </a:lnTo>
                  <a:lnTo>
                    <a:pt x="744321" y="0"/>
                  </a:lnTo>
                  <a:close/>
                </a:path>
                <a:path w="4515484" h="1485900">
                  <a:moveTo>
                    <a:pt x="747026" y="1439570"/>
                  </a:moveTo>
                  <a:lnTo>
                    <a:pt x="2705" y="1439570"/>
                  </a:lnTo>
                  <a:lnTo>
                    <a:pt x="2705" y="1485430"/>
                  </a:lnTo>
                  <a:lnTo>
                    <a:pt x="747026" y="1485430"/>
                  </a:lnTo>
                  <a:lnTo>
                    <a:pt x="747026" y="1439570"/>
                  </a:lnTo>
                  <a:close/>
                </a:path>
                <a:path w="4515484" h="1485900">
                  <a:moveTo>
                    <a:pt x="2858414" y="722414"/>
                  </a:moveTo>
                  <a:lnTo>
                    <a:pt x="2114105" y="722414"/>
                  </a:lnTo>
                  <a:lnTo>
                    <a:pt x="2114105" y="768261"/>
                  </a:lnTo>
                  <a:lnTo>
                    <a:pt x="2858414" y="768261"/>
                  </a:lnTo>
                  <a:lnTo>
                    <a:pt x="2858414" y="722414"/>
                  </a:lnTo>
                  <a:close/>
                </a:path>
                <a:path w="4515484" h="1485900">
                  <a:moveTo>
                    <a:pt x="2858414" y="0"/>
                  </a:moveTo>
                  <a:lnTo>
                    <a:pt x="2114105" y="0"/>
                  </a:lnTo>
                  <a:lnTo>
                    <a:pt x="2114105" y="45847"/>
                  </a:lnTo>
                  <a:lnTo>
                    <a:pt x="2858414" y="45847"/>
                  </a:lnTo>
                  <a:lnTo>
                    <a:pt x="2858414" y="0"/>
                  </a:lnTo>
                  <a:close/>
                </a:path>
                <a:path w="4515484" h="1485900">
                  <a:moveTo>
                    <a:pt x="2861119" y="1439570"/>
                  </a:moveTo>
                  <a:lnTo>
                    <a:pt x="2116798" y="1439570"/>
                  </a:lnTo>
                  <a:lnTo>
                    <a:pt x="2116798" y="1485430"/>
                  </a:lnTo>
                  <a:lnTo>
                    <a:pt x="2861119" y="1485430"/>
                  </a:lnTo>
                  <a:lnTo>
                    <a:pt x="2861119" y="1439570"/>
                  </a:lnTo>
                  <a:close/>
                </a:path>
                <a:path w="4515484" h="1485900">
                  <a:moveTo>
                    <a:pt x="4515421" y="0"/>
                  </a:moveTo>
                  <a:lnTo>
                    <a:pt x="3771112" y="0"/>
                  </a:lnTo>
                  <a:lnTo>
                    <a:pt x="3771112" y="45847"/>
                  </a:lnTo>
                  <a:lnTo>
                    <a:pt x="4515421" y="45847"/>
                  </a:lnTo>
                  <a:lnTo>
                    <a:pt x="4515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22766" y="6082945"/>
              <a:ext cx="5411470" cy="137795"/>
            </a:xfrm>
            <a:custGeom>
              <a:avLst/>
              <a:gdLst/>
              <a:ahLst/>
              <a:cxnLst/>
              <a:rect l="l" t="t" r="r" b="b"/>
              <a:pathLst>
                <a:path w="5411470" h="137795">
                  <a:moveTo>
                    <a:pt x="5411039" y="0"/>
                  </a:moveTo>
                  <a:lnTo>
                    <a:pt x="0" y="0"/>
                  </a:lnTo>
                  <a:lnTo>
                    <a:pt x="0" y="137576"/>
                  </a:lnTo>
                  <a:lnTo>
                    <a:pt x="5411039" y="137576"/>
                  </a:lnTo>
                  <a:lnTo>
                    <a:pt x="5411039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977990" y="6220522"/>
              <a:ext cx="5411470" cy="2139950"/>
            </a:xfrm>
            <a:custGeom>
              <a:avLst/>
              <a:gdLst/>
              <a:ahLst/>
              <a:cxnLst/>
              <a:rect l="l" t="t" r="r" b="b"/>
              <a:pathLst>
                <a:path w="5411469" h="2139950">
                  <a:moveTo>
                    <a:pt x="0" y="2139767"/>
                  </a:moveTo>
                  <a:lnTo>
                    <a:pt x="5411039" y="2139767"/>
                  </a:lnTo>
                  <a:lnTo>
                    <a:pt x="5411039" y="0"/>
                  </a:lnTo>
                  <a:lnTo>
                    <a:pt x="0" y="0"/>
                  </a:lnTo>
                  <a:lnTo>
                    <a:pt x="0" y="2139767"/>
                  </a:lnTo>
                  <a:close/>
                </a:path>
              </a:pathLst>
            </a:custGeom>
            <a:solidFill>
              <a:srgbClr val="5061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226621" y="6220533"/>
              <a:ext cx="744855" cy="46355"/>
            </a:xfrm>
            <a:custGeom>
              <a:avLst/>
              <a:gdLst/>
              <a:ahLst/>
              <a:cxnLst/>
              <a:rect l="l" t="t" r="r" b="b"/>
              <a:pathLst>
                <a:path w="744854" h="46354">
                  <a:moveTo>
                    <a:pt x="744312" y="0"/>
                  </a:moveTo>
                  <a:lnTo>
                    <a:pt x="0" y="0"/>
                  </a:lnTo>
                  <a:lnTo>
                    <a:pt x="0" y="45852"/>
                  </a:lnTo>
                  <a:lnTo>
                    <a:pt x="744312" y="45852"/>
                  </a:lnTo>
                  <a:lnTo>
                    <a:pt x="744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2166486" y="6220529"/>
              <a:ext cx="4222750" cy="2139950"/>
            </a:xfrm>
            <a:custGeom>
              <a:avLst/>
              <a:gdLst/>
              <a:ahLst/>
              <a:cxnLst/>
              <a:rect l="l" t="t" r="r" b="b"/>
              <a:pathLst>
                <a:path w="4222750" h="2139950">
                  <a:moveTo>
                    <a:pt x="43218" y="1524342"/>
                  </a:moveTo>
                  <a:lnTo>
                    <a:pt x="0" y="1524342"/>
                  </a:lnTo>
                  <a:lnTo>
                    <a:pt x="0" y="2139772"/>
                  </a:lnTo>
                  <a:lnTo>
                    <a:pt x="43218" y="2139772"/>
                  </a:lnTo>
                  <a:lnTo>
                    <a:pt x="43218" y="1524342"/>
                  </a:lnTo>
                  <a:close/>
                </a:path>
                <a:path w="4222750" h="2139950">
                  <a:moveTo>
                    <a:pt x="43218" y="0"/>
                  </a:moveTo>
                  <a:lnTo>
                    <a:pt x="0" y="0"/>
                  </a:lnTo>
                  <a:lnTo>
                    <a:pt x="0" y="1291374"/>
                  </a:lnTo>
                  <a:lnTo>
                    <a:pt x="43218" y="1291374"/>
                  </a:lnTo>
                  <a:lnTo>
                    <a:pt x="43218" y="0"/>
                  </a:lnTo>
                  <a:close/>
                </a:path>
                <a:path w="4222750" h="2139950">
                  <a:moveTo>
                    <a:pt x="4222534" y="676567"/>
                  </a:moveTo>
                  <a:lnTo>
                    <a:pt x="2134501" y="676567"/>
                  </a:lnTo>
                  <a:lnTo>
                    <a:pt x="2134501" y="0"/>
                  </a:lnTo>
                  <a:lnTo>
                    <a:pt x="2091283" y="0"/>
                  </a:lnTo>
                  <a:lnTo>
                    <a:pt x="2091283" y="2139772"/>
                  </a:lnTo>
                  <a:lnTo>
                    <a:pt x="2134501" y="2139772"/>
                  </a:lnTo>
                  <a:lnTo>
                    <a:pt x="2134501" y="1440141"/>
                  </a:lnTo>
                  <a:lnTo>
                    <a:pt x="4222534" y="1440141"/>
                  </a:lnTo>
                  <a:lnTo>
                    <a:pt x="4222534" y="1394294"/>
                  </a:lnTo>
                  <a:lnTo>
                    <a:pt x="2134501" y="1394294"/>
                  </a:lnTo>
                  <a:lnTo>
                    <a:pt x="2134501" y="722414"/>
                  </a:lnTo>
                  <a:lnTo>
                    <a:pt x="4222534" y="722414"/>
                  </a:lnTo>
                  <a:lnTo>
                    <a:pt x="4222534" y="676567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979283" y="6220542"/>
              <a:ext cx="744855" cy="1486535"/>
            </a:xfrm>
            <a:custGeom>
              <a:avLst/>
              <a:gdLst/>
              <a:ahLst/>
              <a:cxnLst/>
              <a:rect l="l" t="t" r="r" b="b"/>
              <a:pathLst>
                <a:path w="744855" h="1486534">
                  <a:moveTo>
                    <a:pt x="744321" y="1440129"/>
                  </a:moveTo>
                  <a:lnTo>
                    <a:pt x="0" y="1440129"/>
                  </a:lnTo>
                  <a:lnTo>
                    <a:pt x="0" y="1485988"/>
                  </a:lnTo>
                  <a:lnTo>
                    <a:pt x="744321" y="1485988"/>
                  </a:lnTo>
                  <a:lnTo>
                    <a:pt x="744321" y="1440129"/>
                  </a:lnTo>
                  <a:close/>
                </a:path>
                <a:path w="744855" h="1486534">
                  <a:moveTo>
                    <a:pt x="744321" y="722414"/>
                  </a:moveTo>
                  <a:lnTo>
                    <a:pt x="0" y="722414"/>
                  </a:lnTo>
                  <a:lnTo>
                    <a:pt x="0" y="768261"/>
                  </a:lnTo>
                  <a:lnTo>
                    <a:pt x="744321" y="768261"/>
                  </a:lnTo>
                  <a:lnTo>
                    <a:pt x="744321" y="722414"/>
                  </a:lnTo>
                  <a:close/>
                </a:path>
                <a:path w="744855" h="1486534">
                  <a:moveTo>
                    <a:pt x="744321" y="0"/>
                  </a:moveTo>
                  <a:lnTo>
                    <a:pt x="0" y="0"/>
                  </a:lnTo>
                  <a:lnTo>
                    <a:pt x="0" y="45847"/>
                  </a:lnTo>
                  <a:lnTo>
                    <a:pt x="744321" y="45847"/>
                  </a:lnTo>
                  <a:lnTo>
                    <a:pt x="744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977990" y="6082945"/>
              <a:ext cx="5411470" cy="137795"/>
            </a:xfrm>
            <a:custGeom>
              <a:avLst/>
              <a:gdLst/>
              <a:ahLst/>
              <a:cxnLst/>
              <a:rect l="l" t="t" r="r" b="b"/>
              <a:pathLst>
                <a:path w="5411469" h="137795">
                  <a:moveTo>
                    <a:pt x="5411039" y="0"/>
                  </a:moveTo>
                  <a:lnTo>
                    <a:pt x="0" y="0"/>
                  </a:lnTo>
                  <a:lnTo>
                    <a:pt x="0" y="137576"/>
                  </a:lnTo>
                  <a:lnTo>
                    <a:pt x="5411039" y="137576"/>
                  </a:lnTo>
                  <a:lnTo>
                    <a:pt x="5411039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133805" y="6082883"/>
              <a:ext cx="1844675" cy="447040"/>
            </a:xfrm>
            <a:custGeom>
              <a:avLst/>
              <a:gdLst/>
              <a:ahLst/>
              <a:cxnLst/>
              <a:rect l="l" t="t" r="r" b="b"/>
              <a:pathLst>
                <a:path w="1844675" h="447040">
                  <a:moveTo>
                    <a:pt x="0" y="446604"/>
                  </a:moveTo>
                  <a:lnTo>
                    <a:pt x="1844184" y="446604"/>
                  </a:lnTo>
                  <a:lnTo>
                    <a:pt x="1844184" y="0"/>
                  </a:lnTo>
                  <a:lnTo>
                    <a:pt x="0" y="0"/>
                  </a:lnTo>
                  <a:lnTo>
                    <a:pt x="0" y="446604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291316" y="6216745"/>
              <a:ext cx="1529715" cy="201295"/>
            </a:xfrm>
            <a:custGeom>
              <a:avLst/>
              <a:gdLst/>
              <a:ahLst/>
              <a:cxnLst/>
              <a:rect l="l" t="t" r="r" b="b"/>
              <a:pathLst>
                <a:path w="1529715" h="201295">
                  <a:moveTo>
                    <a:pt x="1434448" y="0"/>
                  </a:moveTo>
                  <a:lnTo>
                    <a:pt x="94719" y="0"/>
                  </a:lnTo>
                  <a:lnTo>
                    <a:pt x="57850" y="7897"/>
                  </a:lnTo>
                  <a:lnTo>
                    <a:pt x="27742" y="29434"/>
                  </a:lnTo>
                  <a:lnTo>
                    <a:pt x="7443" y="61379"/>
                  </a:lnTo>
                  <a:lnTo>
                    <a:pt x="0" y="100499"/>
                  </a:lnTo>
                  <a:lnTo>
                    <a:pt x="7443" y="139619"/>
                  </a:lnTo>
                  <a:lnTo>
                    <a:pt x="27742" y="171564"/>
                  </a:lnTo>
                  <a:lnTo>
                    <a:pt x="57850" y="193101"/>
                  </a:lnTo>
                  <a:lnTo>
                    <a:pt x="94719" y="200999"/>
                  </a:lnTo>
                  <a:lnTo>
                    <a:pt x="1434448" y="200999"/>
                  </a:lnTo>
                  <a:lnTo>
                    <a:pt x="1471317" y="193101"/>
                  </a:lnTo>
                  <a:lnTo>
                    <a:pt x="1501425" y="171564"/>
                  </a:lnTo>
                  <a:lnTo>
                    <a:pt x="1521724" y="139619"/>
                  </a:lnTo>
                  <a:lnTo>
                    <a:pt x="1529168" y="100499"/>
                  </a:lnTo>
                  <a:lnTo>
                    <a:pt x="1521724" y="61379"/>
                  </a:lnTo>
                  <a:lnTo>
                    <a:pt x="1501425" y="29434"/>
                  </a:lnTo>
                  <a:lnTo>
                    <a:pt x="1471317" y="7897"/>
                  </a:lnTo>
                  <a:lnTo>
                    <a:pt x="1434448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523878" y="6274384"/>
              <a:ext cx="128270" cy="88900"/>
            </a:xfrm>
            <a:custGeom>
              <a:avLst/>
              <a:gdLst/>
              <a:ahLst/>
              <a:cxnLst/>
              <a:rect l="l" t="t" r="r" b="b"/>
              <a:pathLst>
                <a:path w="128270" h="88900">
                  <a:moveTo>
                    <a:pt x="127975" y="0"/>
                  </a:moveTo>
                  <a:lnTo>
                    <a:pt x="0" y="0"/>
                  </a:lnTo>
                  <a:lnTo>
                    <a:pt x="0" y="88510"/>
                  </a:lnTo>
                  <a:lnTo>
                    <a:pt x="127975" y="88510"/>
                  </a:lnTo>
                  <a:lnTo>
                    <a:pt x="127975" y="0"/>
                  </a:lnTo>
                  <a:close/>
                </a:path>
              </a:pathLst>
            </a:custGeom>
            <a:solidFill>
              <a:srgbClr val="71C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436644" y="6280308"/>
              <a:ext cx="312420" cy="89535"/>
            </a:xfrm>
            <a:custGeom>
              <a:avLst/>
              <a:gdLst/>
              <a:ahLst/>
              <a:cxnLst/>
              <a:rect l="l" t="t" r="r" b="b"/>
              <a:pathLst>
                <a:path w="312420" h="89535">
                  <a:moveTo>
                    <a:pt x="54483" y="71843"/>
                  </a:moveTo>
                  <a:lnTo>
                    <a:pt x="0" y="71843"/>
                  </a:lnTo>
                  <a:lnTo>
                    <a:pt x="0" y="88963"/>
                  </a:lnTo>
                  <a:lnTo>
                    <a:pt x="54483" y="88963"/>
                  </a:lnTo>
                  <a:lnTo>
                    <a:pt x="54483" y="71843"/>
                  </a:lnTo>
                  <a:close/>
                </a:path>
                <a:path w="312420" h="89535">
                  <a:moveTo>
                    <a:pt x="54483" y="35928"/>
                  </a:moveTo>
                  <a:lnTo>
                    <a:pt x="0" y="35928"/>
                  </a:lnTo>
                  <a:lnTo>
                    <a:pt x="0" y="53047"/>
                  </a:lnTo>
                  <a:lnTo>
                    <a:pt x="54483" y="53047"/>
                  </a:lnTo>
                  <a:lnTo>
                    <a:pt x="54483" y="35928"/>
                  </a:lnTo>
                  <a:close/>
                </a:path>
                <a:path w="312420" h="89535">
                  <a:moveTo>
                    <a:pt x="54483" y="0"/>
                  </a:moveTo>
                  <a:lnTo>
                    <a:pt x="0" y="0"/>
                  </a:lnTo>
                  <a:lnTo>
                    <a:pt x="0" y="17119"/>
                  </a:lnTo>
                  <a:lnTo>
                    <a:pt x="54483" y="17119"/>
                  </a:lnTo>
                  <a:lnTo>
                    <a:pt x="54483" y="0"/>
                  </a:lnTo>
                  <a:close/>
                </a:path>
                <a:path w="312420" h="89535">
                  <a:moveTo>
                    <a:pt x="312204" y="71843"/>
                  </a:moveTo>
                  <a:lnTo>
                    <a:pt x="257721" y="71843"/>
                  </a:lnTo>
                  <a:lnTo>
                    <a:pt x="257721" y="88963"/>
                  </a:lnTo>
                  <a:lnTo>
                    <a:pt x="312204" y="88963"/>
                  </a:lnTo>
                  <a:lnTo>
                    <a:pt x="312204" y="71843"/>
                  </a:lnTo>
                  <a:close/>
                </a:path>
                <a:path w="312420" h="89535">
                  <a:moveTo>
                    <a:pt x="312204" y="35928"/>
                  </a:moveTo>
                  <a:lnTo>
                    <a:pt x="257721" y="35928"/>
                  </a:lnTo>
                  <a:lnTo>
                    <a:pt x="257721" y="53047"/>
                  </a:lnTo>
                  <a:lnTo>
                    <a:pt x="312204" y="53047"/>
                  </a:lnTo>
                  <a:lnTo>
                    <a:pt x="312204" y="35928"/>
                  </a:lnTo>
                  <a:close/>
                </a:path>
                <a:path w="312420" h="89535">
                  <a:moveTo>
                    <a:pt x="312204" y="0"/>
                  </a:moveTo>
                  <a:lnTo>
                    <a:pt x="257721" y="0"/>
                  </a:lnTo>
                  <a:lnTo>
                    <a:pt x="257721" y="17119"/>
                  </a:lnTo>
                  <a:lnTo>
                    <a:pt x="312204" y="17119"/>
                  </a:lnTo>
                  <a:lnTo>
                    <a:pt x="3122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6905" y="6248998"/>
              <a:ext cx="130571" cy="13854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4892" y="6248998"/>
              <a:ext cx="130571" cy="13854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77570" y="6248998"/>
              <a:ext cx="130571" cy="13854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9133802" y="6529495"/>
              <a:ext cx="1844675" cy="1831339"/>
            </a:xfrm>
            <a:custGeom>
              <a:avLst/>
              <a:gdLst/>
              <a:ahLst/>
              <a:cxnLst/>
              <a:rect l="l" t="t" r="r" b="b"/>
              <a:pathLst>
                <a:path w="1844675" h="1831340">
                  <a:moveTo>
                    <a:pt x="1844179" y="1215377"/>
                  </a:moveTo>
                  <a:lnTo>
                    <a:pt x="0" y="1215377"/>
                  </a:lnTo>
                  <a:lnTo>
                    <a:pt x="0" y="1830806"/>
                  </a:lnTo>
                  <a:lnTo>
                    <a:pt x="1844179" y="1830806"/>
                  </a:lnTo>
                  <a:lnTo>
                    <a:pt x="1844179" y="1215377"/>
                  </a:lnTo>
                  <a:close/>
                </a:path>
                <a:path w="1844675" h="1831340">
                  <a:moveTo>
                    <a:pt x="1844179" y="0"/>
                  </a:moveTo>
                  <a:lnTo>
                    <a:pt x="0" y="0"/>
                  </a:lnTo>
                  <a:lnTo>
                    <a:pt x="0" y="982408"/>
                  </a:lnTo>
                  <a:lnTo>
                    <a:pt x="1844179" y="982408"/>
                  </a:lnTo>
                  <a:lnTo>
                    <a:pt x="1844179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346679" y="6880891"/>
              <a:ext cx="1313815" cy="1102995"/>
            </a:xfrm>
            <a:custGeom>
              <a:avLst/>
              <a:gdLst/>
              <a:ahLst/>
              <a:cxnLst/>
              <a:rect l="l" t="t" r="r" b="b"/>
              <a:pathLst>
                <a:path w="1313815" h="1102995">
                  <a:moveTo>
                    <a:pt x="1313230" y="863981"/>
                  </a:moveTo>
                  <a:lnTo>
                    <a:pt x="0" y="863981"/>
                  </a:lnTo>
                  <a:lnTo>
                    <a:pt x="0" y="1102512"/>
                  </a:lnTo>
                  <a:lnTo>
                    <a:pt x="1313230" y="1102512"/>
                  </a:lnTo>
                  <a:lnTo>
                    <a:pt x="1313230" y="863981"/>
                  </a:lnTo>
                  <a:close/>
                </a:path>
                <a:path w="1313815" h="1102995">
                  <a:moveTo>
                    <a:pt x="1313230" y="0"/>
                  </a:moveTo>
                  <a:lnTo>
                    <a:pt x="0" y="0"/>
                  </a:lnTo>
                  <a:lnTo>
                    <a:pt x="0" y="631012"/>
                  </a:lnTo>
                  <a:lnTo>
                    <a:pt x="1313230" y="631012"/>
                  </a:lnTo>
                  <a:lnTo>
                    <a:pt x="1313230" y="0"/>
                  </a:lnTo>
                  <a:close/>
                </a:path>
              </a:pathLst>
            </a:custGeom>
            <a:solidFill>
              <a:srgbClr val="29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352687" y="6529495"/>
              <a:ext cx="608965" cy="1831339"/>
            </a:xfrm>
            <a:custGeom>
              <a:avLst/>
              <a:gdLst/>
              <a:ahLst/>
              <a:cxnLst/>
              <a:rect l="l" t="t" r="r" b="b"/>
              <a:pathLst>
                <a:path w="608965" h="1831340">
                  <a:moveTo>
                    <a:pt x="370903" y="1215377"/>
                  </a:moveTo>
                  <a:lnTo>
                    <a:pt x="0" y="1215377"/>
                  </a:lnTo>
                  <a:lnTo>
                    <a:pt x="0" y="1830806"/>
                  </a:lnTo>
                  <a:lnTo>
                    <a:pt x="370903" y="1830806"/>
                  </a:lnTo>
                  <a:lnTo>
                    <a:pt x="370903" y="1215377"/>
                  </a:lnTo>
                  <a:close/>
                </a:path>
                <a:path w="608965" h="1831340">
                  <a:moveTo>
                    <a:pt x="370903" y="0"/>
                  </a:moveTo>
                  <a:lnTo>
                    <a:pt x="0" y="0"/>
                  </a:lnTo>
                  <a:lnTo>
                    <a:pt x="0" y="982408"/>
                  </a:lnTo>
                  <a:lnTo>
                    <a:pt x="370903" y="982408"/>
                  </a:lnTo>
                  <a:lnTo>
                    <a:pt x="370903" y="0"/>
                  </a:lnTo>
                  <a:close/>
                </a:path>
                <a:path w="608965" h="1831340">
                  <a:moveTo>
                    <a:pt x="608520" y="1215377"/>
                  </a:moveTo>
                  <a:lnTo>
                    <a:pt x="439521" y="1215377"/>
                  </a:lnTo>
                  <a:lnTo>
                    <a:pt x="439521" y="1830806"/>
                  </a:lnTo>
                  <a:lnTo>
                    <a:pt x="608520" y="1830806"/>
                  </a:lnTo>
                  <a:lnTo>
                    <a:pt x="608520" y="1215377"/>
                  </a:lnTo>
                  <a:close/>
                </a:path>
                <a:path w="608965" h="1831340">
                  <a:moveTo>
                    <a:pt x="608520" y="0"/>
                  </a:moveTo>
                  <a:lnTo>
                    <a:pt x="439521" y="0"/>
                  </a:lnTo>
                  <a:lnTo>
                    <a:pt x="439521" y="982408"/>
                  </a:lnTo>
                  <a:lnTo>
                    <a:pt x="608520" y="982408"/>
                  </a:lnTo>
                  <a:lnTo>
                    <a:pt x="608520" y="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381151" y="6529482"/>
              <a:ext cx="1313815" cy="134620"/>
            </a:xfrm>
            <a:custGeom>
              <a:avLst/>
              <a:gdLst/>
              <a:ahLst/>
              <a:cxnLst/>
              <a:rect l="l" t="t" r="r" b="b"/>
              <a:pathLst>
                <a:path w="1313815" h="134620">
                  <a:moveTo>
                    <a:pt x="1313227" y="0"/>
                  </a:moveTo>
                  <a:lnTo>
                    <a:pt x="0" y="0"/>
                  </a:lnTo>
                  <a:lnTo>
                    <a:pt x="0" y="61935"/>
                  </a:lnTo>
                  <a:lnTo>
                    <a:pt x="5349" y="90046"/>
                  </a:lnTo>
                  <a:lnTo>
                    <a:pt x="19939" y="113005"/>
                  </a:lnTo>
                  <a:lnTo>
                    <a:pt x="41576" y="128486"/>
                  </a:lnTo>
                  <a:lnTo>
                    <a:pt x="68071" y="134163"/>
                  </a:lnTo>
                  <a:lnTo>
                    <a:pt x="1245145" y="134163"/>
                  </a:lnTo>
                  <a:lnTo>
                    <a:pt x="1271645" y="128486"/>
                  </a:lnTo>
                  <a:lnTo>
                    <a:pt x="1293286" y="113005"/>
                  </a:lnTo>
                  <a:lnTo>
                    <a:pt x="1307876" y="90046"/>
                  </a:lnTo>
                  <a:lnTo>
                    <a:pt x="1313227" y="61935"/>
                  </a:lnTo>
                  <a:lnTo>
                    <a:pt x="1313227" y="0"/>
                  </a:lnTo>
                  <a:close/>
                </a:path>
              </a:pathLst>
            </a:custGeom>
            <a:solidFill>
              <a:srgbClr val="E8EA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678482" y="2055335"/>
              <a:ext cx="2044700" cy="6305550"/>
            </a:xfrm>
            <a:custGeom>
              <a:avLst/>
              <a:gdLst/>
              <a:ahLst/>
              <a:cxnLst/>
              <a:rect l="l" t="t" r="r" b="b"/>
              <a:pathLst>
                <a:path w="2044700" h="6305550">
                  <a:moveTo>
                    <a:pt x="204428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0" y="6250940"/>
                  </a:lnTo>
                  <a:lnTo>
                    <a:pt x="0" y="6305550"/>
                  </a:lnTo>
                  <a:lnTo>
                    <a:pt x="2044280" y="6305550"/>
                  </a:lnTo>
                  <a:lnTo>
                    <a:pt x="2044280" y="6251460"/>
                  </a:lnTo>
                  <a:lnTo>
                    <a:pt x="2044280" y="6250940"/>
                  </a:lnTo>
                  <a:lnTo>
                    <a:pt x="2044280" y="53543"/>
                  </a:lnTo>
                  <a:lnTo>
                    <a:pt x="1993861" y="53543"/>
                  </a:lnTo>
                  <a:lnTo>
                    <a:pt x="1993861" y="6250940"/>
                  </a:lnTo>
                  <a:lnTo>
                    <a:pt x="50431" y="6250940"/>
                  </a:lnTo>
                  <a:lnTo>
                    <a:pt x="50431" y="53340"/>
                  </a:lnTo>
                  <a:lnTo>
                    <a:pt x="2044280" y="53340"/>
                  </a:lnTo>
                  <a:lnTo>
                    <a:pt x="2044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78508" y="3431533"/>
              <a:ext cx="2044700" cy="3122930"/>
            </a:xfrm>
            <a:custGeom>
              <a:avLst/>
              <a:gdLst/>
              <a:ahLst/>
              <a:cxnLst/>
              <a:rect l="l" t="t" r="r" b="b"/>
              <a:pathLst>
                <a:path w="2044700" h="3122929">
                  <a:moveTo>
                    <a:pt x="1364259" y="0"/>
                  </a:moveTo>
                  <a:lnTo>
                    <a:pt x="679970" y="0"/>
                  </a:lnTo>
                  <a:lnTo>
                    <a:pt x="679970" y="438048"/>
                  </a:lnTo>
                  <a:lnTo>
                    <a:pt x="1364259" y="438048"/>
                  </a:lnTo>
                  <a:lnTo>
                    <a:pt x="1364259" y="0"/>
                  </a:lnTo>
                  <a:close/>
                </a:path>
                <a:path w="2044700" h="3122929">
                  <a:moveTo>
                    <a:pt x="1916899" y="2333002"/>
                  </a:moveTo>
                  <a:lnTo>
                    <a:pt x="1873681" y="2333002"/>
                  </a:lnTo>
                  <a:lnTo>
                    <a:pt x="1873681" y="3122701"/>
                  </a:lnTo>
                  <a:lnTo>
                    <a:pt x="1916899" y="3122701"/>
                  </a:lnTo>
                  <a:lnTo>
                    <a:pt x="1916899" y="2333002"/>
                  </a:lnTo>
                  <a:close/>
                </a:path>
                <a:path w="2044700" h="3122929">
                  <a:moveTo>
                    <a:pt x="1916899" y="1329016"/>
                  </a:moveTo>
                  <a:lnTo>
                    <a:pt x="1873681" y="1329016"/>
                  </a:lnTo>
                  <a:lnTo>
                    <a:pt x="1873681" y="2118728"/>
                  </a:lnTo>
                  <a:lnTo>
                    <a:pt x="1916899" y="2118728"/>
                  </a:lnTo>
                  <a:lnTo>
                    <a:pt x="1916899" y="1329016"/>
                  </a:lnTo>
                  <a:close/>
                </a:path>
                <a:path w="2044700" h="3122929">
                  <a:moveTo>
                    <a:pt x="2044230" y="2200338"/>
                  </a:moveTo>
                  <a:lnTo>
                    <a:pt x="0" y="2200338"/>
                  </a:lnTo>
                  <a:lnTo>
                    <a:pt x="0" y="2246198"/>
                  </a:lnTo>
                  <a:lnTo>
                    <a:pt x="2044230" y="2246198"/>
                  </a:lnTo>
                  <a:lnTo>
                    <a:pt x="2044230" y="2200338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722764" y="2437516"/>
              <a:ext cx="1298575" cy="2571750"/>
            </a:xfrm>
            <a:custGeom>
              <a:avLst/>
              <a:gdLst/>
              <a:ahLst/>
              <a:cxnLst/>
              <a:rect l="l" t="t" r="r" b="b"/>
              <a:pathLst>
                <a:path w="1298575" h="2571750">
                  <a:moveTo>
                    <a:pt x="1298181" y="2441537"/>
                  </a:moveTo>
                  <a:lnTo>
                    <a:pt x="0" y="2441537"/>
                  </a:lnTo>
                  <a:lnTo>
                    <a:pt x="0" y="2571470"/>
                  </a:lnTo>
                  <a:lnTo>
                    <a:pt x="1298181" y="2571470"/>
                  </a:lnTo>
                  <a:lnTo>
                    <a:pt x="1298181" y="2441537"/>
                  </a:lnTo>
                  <a:close/>
                </a:path>
                <a:path w="1298575" h="2571750">
                  <a:moveTo>
                    <a:pt x="1298181" y="1220762"/>
                  </a:moveTo>
                  <a:lnTo>
                    <a:pt x="0" y="1220762"/>
                  </a:lnTo>
                  <a:lnTo>
                    <a:pt x="0" y="1350695"/>
                  </a:lnTo>
                  <a:lnTo>
                    <a:pt x="1298181" y="1350695"/>
                  </a:lnTo>
                  <a:lnTo>
                    <a:pt x="1298181" y="1220762"/>
                  </a:lnTo>
                  <a:close/>
                </a:path>
                <a:path w="1298575" h="2571750">
                  <a:moveTo>
                    <a:pt x="1298181" y="0"/>
                  </a:moveTo>
                  <a:lnTo>
                    <a:pt x="0" y="0"/>
                  </a:lnTo>
                  <a:lnTo>
                    <a:pt x="0" y="129933"/>
                  </a:lnTo>
                  <a:lnTo>
                    <a:pt x="1298181" y="129933"/>
                  </a:lnTo>
                  <a:lnTo>
                    <a:pt x="129818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5857204" y="3882546"/>
              <a:ext cx="231775" cy="996950"/>
            </a:xfrm>
            <a:custGeom>
              <a:avLst/>
              <a:gdLst/>
              <a:ahLst/>
              <a:cxnLst/>
              <a:rect l="l" t="t" r="r" b="b"/>
              <a:pathLst>
                <a:path w="231775" h="996950">
                  <a:moveTo>
                    <a:pt x="159188" y="0"/>
                  </a:moveTo>
                  <a:lnTo>
                    <a:pt x="72353" y="0"/>
                  </a:lnTo>
                  <a:lnTo>
                    <a:pt x="72353" y="276263"/>
                  </a:lnTo>
                  <a:lnTo>
                    <a:pt x="43162" y="293937"/>
                  </a:lnTo>
                  <a:lnTo>
                    <a:pt x="20278" y="319312"/>
                  </a:lnTo>
                  <a:lnTo>
                    <a:pt x="5343" y="350738"/>
                  </a:lnTo>
                  <a:lnTo>
                    <a:pt x="0" y="386564"/>
                  </a:lnTo>
                  <a:lnTo>
                    <a:pt x="0" y="996493"/>
                  </a:lnTo>
                  <a:lnTo>
                    <a:pt x="231553" y="996493"/>
                  </a:lnTo>
                  <a:lnTo>
                    <a:pt x="231553" y="386564"/>
                  </a:lnTo>
                  <a:lnTo>
                    <a:pt x="226208" y="350738"/>
                  </a:lnTo>
                  <a:lnTo>
                    <a:pt x="211269" y="319312"/>
                  </a:lnTo>
                  <a:lnTo>
                    <a:pt x="188381" y="293937"/>
                  </a:lnTo>
                  <a:lnTo>
                    <a:pt x="159188" y="276263"/>
                  </a:lnTo>
                  <a:lnTo>
                    <a:pt x="159188" y="0"/>
                  </a:lnTo>
                  <a:close/>
                </a:path>
              </a:pathLst>
            </a:custGeom>
            <a:solidFill>
              <a:srgbClr val="5061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5857195" y="3882561"/>
              <a:ext cx="207010" cy="684530"/>
            </a:xfrm>
            <a:custGeom>
              <a:avLst/>
              <a:gdLst/>
              <a:ahLst/>
              <a:cxnLst/>
              <a:rect l="l" t="t" r="r" b="b"/>
              <a:pathLst>
                <a:path w="207009" h="684529">
                  <a:moveTo>
                    <a:pt x="159194" y="0"/>
                  </a:moveTo>
                  <a:lnTo>
                    <a:pt x="72351" y="0"/>
                  </a:lnTo>
                  <a:lnTo>
                    <a:pt x="72351" y="163322"/>
                  </a:lnTo>
                  <a:lnTo>
                    <a:pt x="159194" y="163322"/>
                  </a:lnTo>
                  <a:lnTo>
                    <a:pt x="159194" y="0"/>
                  </a:lnTo>
                  <a:close/>
                </a:path>
                <a:path w="207009" h="684529">
                  <a:moveTo>
                    <a:pt x="206514" y="438962"/>
                  </a:moveTo>
                  <a:lnTo>
                    <a:pt x="0" y="438962"/>
                  </a:lnTo>
                  <a:lnTo>
                    <a:pt x="0" y="684225"/>
                  </a:lnTo>
                  <a:lnTo>
                    <a:pt x="206514" y="684225"/>
                  </a:lnTo>
                  <a:lnTo>
                    <a:pt x="206514" y="438962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478051" y="3956190"/>
              <a:ext cx="214629" cy="922655"/>
            </a:xfrm>
            <a:custGeom>
              <a:avLst/>
              <a:gdLst/>
              <a:ahLst/>
              <a:cxnLst/>
              <a:rect l="l" t="t" r="r" b="b"/>
              <a:pathLst>
                <a:path w="214630" h="922654">
                  <a:moveTo>
                    <a:pt x="146937" y="0"/>
                  </a:moveTo>
                  <a:lnTo>
                    <a:pt x="66793" y="0"/>
                  </a:lnTo>
                  <a:lnTo>
                    <a:pt x="66793" y="255814"/>
                  </a:lnTo>
                  <a:lnTo>
                    <a:pt x="39730" y="272159"/>
                  </a:lnTo>
                  <a:lnTo>
                    <a:pt x="18617" y="295678"/>
                  </a:lnTo>
                  <a:lnTo>
                    <a:pt x="4894" y="324774"/>
                  </a:lnTo>
                  <a:lnTo>
                    <a:pt x="0" y="357852"/>
                  </a:lnTo>
                  <a:lnTo>
                    <a:pt x="0" y="922642"/>
                  </a:lnTo>
                  <a:lnTo>
                    <a:pt x="214401" y="922642"/>
                  </a:lnTo>
                  <a:lnTo>
                    <a:pt x="214401" y="357852"/>
                  </a:lnTo>
                  <a:lnTo>
                    <a:pt x="209401" y="324774"/>
                  </a:lnTo>
                  <a:lnTo>
                    <a:pt x="195445" y="295678"/>
                  </a:lnTo>
                  <a:lnTo>
                    <a:pt x="174101" y="272159"/>
                  </a:lnTo>
                  <a:lnTo>
                    <a:pt x="146937" y="255814"/>
                  </a:lnTo>
                  <a:lnTo>
                    <a:pt x="146937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5478049" y="3956132"/>
              <a:ext cx="214629" cy="514350"/>
            </a:xfrm>
            <a:custGeom>
              <a:avLst/>
              <a:gdLst/>
              <a:ahLst/>
              <a:cxnLst/>
              <a:rect l="l" t="t" r="r" b="b"/>
              <a:pathLst>
                <a:path w="214630" h="514350">
                  <a:moveTo>
                    <a:pt x="147129" y="0"/>
                  </a:moveTo>
                  <a:lnTo>
                    <a:pt x="66700" y="0"/>
                  </a:lnTo>
                  <a:lnTo>
                    <a:pt x="66700" y="151269"/>
                  </a:lnTo>
                  <a:lnTo>
                    <a:pt x="147129" y="151269"/>
                  </a:lnTo>
                  <a:lnTo>
                    <a:pt x="147129" y="0"/>
                  </a:lnTo>
                  <a:close/>
                </a:path>
                <a:path w="214630" h="514350">
                  <a:moveTo>
                    <a:pt x="214401" y="406819"/>
                  </a:moveTo>
                  <a:lnTo>
                    <a:pt x="0" y="406819"/>
                  </a:lnTo>
                  <a:lnTo>
                    <a:pt x="0" y="513816"/>
                  </a:lnTo>
                  <a:lnTo>
                    <a:pt x="214401" y="513816"/>
                  </a:lnTo>
                  <a:lnTo>
                    <a:pt x="214401" y="4068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6142937" y="4074929"/>
              <a:ext cx="246379" cy="804545"/>
            </a:xfrm>
            <a:custGeom>
              <a:avLst/>
              <a:gdLst/>
              <a:ahLst/>
              <a:cxnLst/>
              <a:rect l="l" t="t" r="r" b="b"/>
              <a:pathLst>
                <a:path w="246380" h="804545">
                  <a:moveTo>
                    <a:pt x="149083" y="0"/>
                  </a:moveTo>
                  <a:lnTo>
                    <a:pt x="96132" y="0"/>
                  </a:lnTo>
                  <a:lnTo>
                    <a:pt x="96132" y="96394"/>
                  </a:lnTo>
                  <a:lnTo>
                    <a:pt x="95949" y="107555"/>
                  </a:lnTo>
                  <a:lnTo>
                    <a:pt x="85862" y="188395"/>
                  </a:lnTo>
                  <a:lnTo>
                    <a:pt x="74884" y="236061"/>
                  </a:lnTo>
                  <a:lnTo>
                    <a:pt x="61040" y="284545"/>
                  </a:lnTo>
                  <a:lnTo>
                    <a:pt x="45095" y="332769"/>
                  </a:lnTo>
                  <a:lnTo>
                    <a:pt x="27816" y="379658"/>
                  </a:lnTo>
                  <a:lnTo>
                    <a:pt x="9967" y="424133"/>
                  </a:lnTo>
                  <a:lnTo>
                    <a:pt x="3715" y="465855"/>
                  </a:lnTo>
                  <a:lnTo>
                    <a:pt x="814" y="532937"/>
                  </a:lnTo>
                  <a:lnTo>
                    <a:pt x="0" y="598428"/>
                  </a:lnTo>
                  <a:lnTo>
                    <a:pt x="9" y="804111"/>
                  </a:lnTo>
                  <a:lnTo>
                    <a:pt x="245216" y="804111"/>
                  </a:lnTo>
                  <a:lnTo>
                    <a:pt x="245216" y="635373"/>
                  </a:lnTo>
                  <a:lnTo>
                    <a:pt x="245802" y="600207"/>
                  </a:lnTo>
                  <a:lnTo>
                    <a:pt x="245949" y="537681"/>
                  </a:lnTo>
                  <a:lnTo>
                    <a:pt x="243237" y="471191"/>
                  </a:lnTo>
                  <a:lnTo>
                    <a:pt x="235248" y="424133"/>
                  </a:lnTo>
                  <a:lnTo>
                    <a:pt x="219833" y="383445"/>
                  </a:lnTo>
                  <a:lnTo>
                    <a:pt x="203490" y="337977"/>
                  </a:lnTo>
                  <a:lnTo>
                    <a:pt x="187406" y="289445"/>
                  </a:lnTo>
                  <a:lnTo>
                    <a:pt x="172771" y="239565"/>
                  </a:lnTo>
                  <a:lnTo>
                    <a:pt x="160774" y="190052"/>
                  </a:lnTo>
                  <a:lnTo>
                    <a:pt x="152601" y="142623"/>
                  </a:lnTo>
                  <a:lnTo>
                    <a:pt x="149083" y="96394"/>
                  </a:lnTo>
                  <a:lnTo>
                    <a:pt x="14908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142984" y="4074940"/>
              <a:ext cx="246379" cy="759460"/>
            </a:xfrm>
            <a:custGeom>
              <a:avLst/>
              <a:gdLst/>
              <a:ahLst/>
              <a:cxnLst/>
              <a:rect l="l" t="t" r="r" b="b"/>
              <a:pathLst>
                <a:path w="246380" h="759460">
                  <a:moveTo>
                    <a:pt x="151765" y="130810"/>
                  </a:moveTo>
                  <a:lnTo>
                    <a:pt x="150495" y="130810"/>
                  </a:lnTo>
                  <a:lnTo>
                    <a:pt x="150495" y="119380"/>
                  </a:lnTo>
                  <a:lnTo>
                    <a:pt x="149606" y="119380"/>
                  </a:lnTo>
                  <a:lnTo>
                    <a:pt x="149606" y="107950"/>
                  </a:lnTo>
                  <a:lnTo>
                    <a:pt x="149148" y="107950"/>
                  </a:lnTo>
                  <a:lnTo>
                    <a:pt x="149148" y="96520"/>
                  </a:lnTo>
                  <a:lnTo>
                    <a:pt x="149034" y="0"/>
                  </a:lnTo>
                  <a:lnTo>
                    <a:pt x="96075" y="0"/>
                  </a:lnTo>
                  <a:lnTo>
                    <a:pt x="96075" y="96520"/>
                  </a:lnTo>
                  <a:lnTo>
                    <a:pt x="95986" y="107950"/>
                  </a:lnTo>
                  <a:lnTo>
                    <a:pt x="95605" y="107950"/>
                  </a:lnTo>
                  <a:lnTo>
                    <a:pt x="95605" y="119380"/>
                  </a:lnTo>
                  <a:lnTo>
                    <a:pt x="94869" y="119380"/>
                  </a:lnTo>
                  <a:lnTo>
                    <a:pt x="94869" y="130810"/>
                  </a:lnTo>
                  <a:lnTo>
                    <a:pt x="93814" y="130810"/>
                  </a:lnTo>
                  <a:lnTo>
                    <a:pt x="93814" y="142240"/>
                  </a:lnTo>
                  <a:lnTo>
                    <a:pt x="151765" y="142240"/>
                  </a:lnTo>
                  <a:lnTo>
                    <a:pt x="151765" y="130810"/>
                  </a:lnTo>
                  <a:close/>
                </a:path>
                <a:path w="246380" h="759460">
                  <a:moveTo>
                    <a:pt x="245846" y="531253"/>
                  </a:moveTo>
                  <a:lnTo>
                    <a:pt x="0" y="531253"/>
                  </a:lnTo>
                  <a:lnTo>
                    <a:pt x="0" y="759269"/>
                  </a:lnTo>
                  <a:lnTo>
                    <a:pt x="245846" y="759269"/>
                  </a:lnTo>
                  <a:lnTo>
                    <a:pt x="245846" y="531253"/>
                  </a:lnTo>
                  <a:close/>
                </a:path>
              </a:pathLst>
            </a:custGeom>
            <a:solidFill>
              <a:srgbClr val="29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5090839" y="2437516"/>
              <a:ext cx="1298575" cy="2571750"/>
            </a:xfrm>
            <a:custGeom>
              <a:avLst/>
              <a:gdLst/>
              <a:ahLst/>
              <a:cxnLst/>
              <a:rect l="l" t="t" r="r" b="b"/>
              <a:pathLst>
                <a:path w="1298575" h="2571750">
                  <a:moveTo>
                    <a:pt x="1298181" y="2441537"/>
                  </a:moveTo>
                  <a:lnTo>
                    <a:pt x="0" y="2441537"/>
                  </a:lnTo>
                  <a:lnTo>
                    <a:pt x="0" y="2571470"/>
                  </a:lnTo>
                  <a:lnTo>
                    <a:pt x="1298181" y="2571470"/>
                  </a:lnTo>
                  <a:lnTo>
                    <a:pt x="1298181" y="2441537"/>
                  </a:lnTo>
                  <a:close/>
                </a:path>
                <a:path w="1298575" h="2571750">
                  <a:moveTo>
                    <a:pt x="1298181" y="1220762"/>
                  </a:moveTo>
                  <a:lnTo>
                    <a:pt x="0" y="1220762"/>
                  </a:lnTo>
                  <a:lnTo>
                    <a:pt x="0" y="1350695"/>
                  </a:lnTo>
                  <a:lnTo>
                    <a:pt x="1298181" y="1350695"/>
                  </a:lnTo>
                  <a:lnTo>
                    <a:pt x="1298181" y="1220762"/>
                  </a:lnTo>
                  <a:close/>
                </a:path>
                <a:path w="1298575" h="2571750">
                  <a:moveTo>
                    <a:pt x="1298181" y="0"/>
                  </a:moveTo>
                  <a:lnTo>
                    <a:pt x="0" y="0"/>
                  </a:lnTo>
                  <a:lnTo>
                    <a:pt x="0" y="129933"/>
                  </a:lnTo>
                  <a:lnTo>
                    <a:pt x="1298181" y="129933"/>
                  </a:lnTo>
                  <a:lnTo>
                    <a:pt x="129818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722766" y="5258153"/>
              <a:ext cx="1413510" cy="824865"/>
            </a:xfrm>
            <a:custGeom>
              <a:avLst/>
              <a:gdLst/>
              <a:ahLst/>
              <a:cxnLst/>
              <a:rect l="l" t="t" r="r" b="b"/>
              <a:pathLst>
                <a:path w="1413510" h="824864">
                  <a:moveTo>
                    <a:pt x="1413349" y="0"/>
                  </a:moveTo>
                  <a:lnTo>
                    <a:pt x="0" y="0"/>
                  </a:lnTo>
                  <a:lnTo>
                    <a:pt x="0" y="824728"/>
                  </a:lnTo>
                  <a:lnTo>
                    <a:pt x="1413349" y="824728"/>
                  </a:lnTo>
                  <a:lnTo>
                    <a:pt x="1413349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800303" y="5368025"/>
              <a:ext cx="199390" cy="635635"/>
            </a:xfrm>
            <a:custGeom>
              <a:avLst/>
              <a:gdLst/>
              <a:ahLst/>
              <a:cxnLst/>
              <a:rect l="l" t="t" r="r" b="b"/>
              <a:pathLst>
                <a:path w="199389" h="635635">
                  <a:moveTo>
                    <a:pt x="198800" y="0"/>
                  </a:moveTo>
                  <a:lnTo>
                    <a:pt x="0" y="0"/>
                  </a:lnTo>
                  <a:lnTo>
                    <a:pt x="0" y="635216"/>
                  </a:lnTo>
                  <a:lnTo>
                    <a:pt x="198800" y="635216"/>
                  </a:lnTo>
                  <a:lnTo>
                    <a:pt x="198800" y="0"/>
                  </a:lnTo>
                  <a:close/>
                </a:path>
              </a:pathLst>
            </a:custGeom>
            <a:solidFill>
              <a:srgbClr val="29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583849" y="5258161"/>
              <a:ext cx="276860" cy="824865"/>
            </a:xfrm>
            <a:custGeom>
              <a:avLst/>
              <a:gdLst/>
              <a:ahLst/>
              <a:cxnLst/>
              <a:rect l="l" t="t" r="r" b="b"/>
              <a:pathLst>
                <a:path w="276860" h="824864">
                  <a:moveTo>
                    <a:pt x="66255" y="0"/>
                  </a:moveTo>
                  <a:lnTo>
                    <a:pt x="0" y="0"/>
                  </a:lnTo>
                  <a:lnTo>
                    <a:pt x="0" y="824725"/>
                  </a:lnTo>
                  <a:lnTo>
                    <a:pt x="66255" y="824725"/>
                  </a:lnTo>
                  <a:lnTo>
                    <a:pt x="66255" y="0"/>
                  </a:lnTo>
                  <a:close/>
                </a:path>
                <a:path w="276860" h="824864">
                  <a:moveTo>
                    <a:pt x="276809" y="0"/>
                  </a:moveTo>
                  <a:lnTo>
                    <a:pt x="115531" y="0"/>
                  </a:lnTo>
                  <a:lnTo>
                    <a:pt x="115531" y="824725"/>
                  </a:lnTo>
                  <a:lnTo>
                    <a:pt x="276809" y="824725"/>
                  </a:lnTo>
                  <a:lnTo>
                    <a:pt x="276809" y="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075949" y="5258153"/>
              <a:ext cx="24765" cy="824865"/>
            </a:xfrm>
            <a:custGeom>
              <a:avLst/>
              <a:gdLst/>
              <a:ahLst/>
              <a:cxnLst/>
              <a:rect l="l" t="t" r="r" b="b"/>
              <a:pathLst>
                <a:path w="24764" h="824864">
                  <a:moveTo>
                    <a:pt x="24407" y="0"/>
                  </a:moveTo>
                  <a:lnTo>
                    <a:pt x="0" y="0"/>
                  </a:lnTo>
                  <a:lnTo>
                    <a:pt x="0" y="824728"/>
                  </a:lnTo>
                  <a:lnTo>
                    <a:pt x="24407" y="824728"/>
                  </a:lnTo>
                  <a:lnTo>
                    <a:pt x="24407" y="0"/>
                  </a:lnTo>
                  <a:close/>
                </a:path>
              </a:pathLst>
            </a:custGeom>
            <a:solidFill>
              <a:srgbClr val="999B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821998" y="5390715"/>
              <a:ext cx="154305" cy="127635"/>
            </a:xfrm>
            <a:custGeom>
              <a:avLst/>
              <a:gdLst/>
              <a:ahLst/>
              <a:cxnLst/>
              <a:rect l="l" t="t" r="r" b="b"/>
              <a:pathLst>
                <a:path w="154304" h="127635">
                  <a:moveTo>
                    <a:pt x="153963" y="0"/>
                  </a:moveTo>
                  <a:lnTo>
                    <a:pt x="0" y="0"/>
                  </a:lnTo>
                  <a:lnTo>
                    <a:pt x="0" y="127514"/>
                  </a:lnTo>
                  <a:lnTo>
                    <a:pt x="153963" y="127514"/>
                  </a:lnTo>
                  <a:lnTo>
                    <a:pt x="153963" y="0"/>
                  </a:lnTo>
                  <a:close/>
                </a:path>
              </a:pathLst>
            </a:custGeom>
            <a:solidFill>
              <a:srgbClr val="71C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821722" y="5539606"/>
              <a:ext cx="154305" cy="202565"/>
            </a:xfrm>
            <a:custGeom>
              <a:avLst/>
              <a:gdLst/>
              <a:ahLst/>
              <a:cxnLst/>
              <a:rect l="l" t="t" r="r" b="b"/>
              <a:pathLst>
                <a:path w="154304" h="202564">
                  <a:moveTo>
                    <a:pt x="62776" y="30035"/>
                  </a:moveTo>
                  <a:lnTo>
                    <a:pt x="0" y="30035"/>
                  </a:lnTo>
                  <a:lnTo>
                    <a:pt x="0" y="44780"/>
                  </a:lnTo>
                  <a:lnTo>
                    <a:pt x="62776" y="44780"/>
                  </a:lnTo>
                  <a:lnTo>
                    <a:pt x="62776" y="30035"/>
                  </a:lnTo>
                  <a:close/>
                </a:path>
                <a:path w="154304" h="202564">
                  <a:moveTo>
                    <a:pt x="62776" y="0"/>
                  </a:moveTo>
                  <a:lnTo>
                    <a:pt x="0" y="0"/>
                  </a:lnTo>
                  <a:lnTo>
                    <a:pt x="0" y="14757"/>
                  </a:lnTo>
                  <a:lnTo>
                    <a:pt x="62776" y="14757"/>
                  </a:lnTo>
                  <a:lnTo>
                    <a:pt x="62776" y="0"/>
                  </a:lnTo>
                  <a:close/>
                </a:path>
                <a:path w="154304" h="202564">
                  <a:moveTo>
                    <a:pt x="154228" y="187464"/>
                  </a:moveTo>
                  <a:lnTo>
                    <a:pt x="88912" y="187464"/>
                  </a:lnTo>
                  <a:lnTo>
                    <a:pt x="88912" y="202209"/>
                  </a:lnTo>
                  <a:lnTo>
                    <a:pt x="154228" y="202209"/>
                  </a:lnTo>
                  <a:lnTo>
                    <a:pt x="154228" y="187464"/>
                  </a:lnTo>
                  <a:close/>
                </a:path>
                <a:path w="154304" h="202564">
                  <a:moveTo>
                    <a:pt x="154228" y="155968"/>
                  </a:moveTo>
                  <a:lnTo>
                    <a:pt x="88912" y="155968"/>
                  </a:lnTo>
                  <a:lnTo>
                    <a:pt x="88912" y="170726"/>
                  </a:lnTo>
                  <a:lnTo>
                    <a:pt x="154228" y="170726"/>
                  </a:lnTo>
                  <a:lnTo>
                    <a:pt x="154228" y="155968"/>
                  </a:lnTo>
                  <a:close/>
                </a:path>
                <a:path w="154304" h="202564">
                  <a:moveTo>
                    <a:pt x="154228" y="124485"/>
                  </a:moveTo>
                  <a:lnTo>
                    <a:pt x="88912" y="124485"/>
                  </a:lnTo>
                  <a:lnTo>
                    <a:pt x="88912" y="139242"/>
                  </a:lnTo>
                  <a:lnTo>
                    <a:pt x="154228" y="139242"/>
                  </a:lnTo>
                  <a:lnTo>
                    <a:pt x="154228" y="124485"/>
                  </a:lnTo>
                  <a:close/>
                </a:path>
                <a:path w="154304" h="202564">
                  <a:moveTo>
                    <a:pt x="154228" y="93002"/>
                  </a:moveTo>
                  <a:lnTo>
                    <a:pt x="88912" y="93002"/>
                  </a:lnTo>
                  <a:lnTo>
                    <a:pt x="88912" y="107759"/>
                  </a:lnTo>
                  <a:lnTo>
                    <a:pt x="154228" y="107759"/>
                  </a:lnTo>
                  <a:lnTo>
                    <a:pt x="154228" y="93002"/>
                  </a:lnTo>
                  <a:close/>
                </a:path>
                <a:path w="154304" h="202564">
                  <a:moveTo>
                    <a:pt x="154228" y="30035"/>
                  </a:moveTo>
                  <a:lnTo>
                    <a:pt x="88912" y="30035"/>
                  </a:lnTo>
                  <a:lnTo>
                    <a:pt x="88912" y="44780"/>
                  </a:lnTo>
                  <a:lnTo>
                    <a:pt x="154228" y="44780"/>
                  </a:lnTo>
                  <a:lnTo>
                    <a:pt x="154228" y="30035"/>
                  </a:lnTo>
                  <a:close/>
                </a:path>
                <a:path w="154304" h="202564">
                  <a:moveTo>
                    <a:pt x="154228" y="0"/>
                  </a:moveTo>
                  <a:lnTo>
                    <a:pt x="88912" y="0"/>
                  </a:lnTo>
                  <a:lnTo>
                    <a:pt x="88912" y="14757"/>
                  </a:lnTo>
                  <a:lnTo>
                    <a:pt x="154228" y="14757"/>
                  </a:lnTo>
                  <a:lnTo>
                    <a:pt x="154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100359" y="5368018"/>
              <a:ext cx="57150" cy="635635"/>
            </a:xfrm>
            <a:custGeom>
              <a:avLst/>
              <a:gdLst/>
              <a:ahLst/>
              <a:cxnLst/>
              <a:rect l="l" t="t" r="r" b="b"/>
              <a:pathLst>
                <a:path w="57150" h="635635">
                  <a:moveTo>
                    <a:pt x="9853" y="0"/>
                  </a:moveTo>
                  <a:lnTo>
                    <a:pt x="0" y="0"/>
                  </a:lnTo>
                  <a:lnTo>
                    <a:pt x="0" y="635205"/>
                  </a:lnTo>
                  <a:lnTo>
                    <a:pt x="9853" y="635205"/>
                  </a:lnTo>
                  <a:lnTo>
                    <a:pt x="28192" y="631504"/>
                  </a:lnTo>
                  <a:lnTo>
                    <a:pt x="43170" y="621409"/>
                  </a:lnTo>
                  <a:lnTo>
                    <a:pt x="53268" y="606435"/>
                  </a:lnTo>
                  <a:lnTo>
                    <a:pt x="56972" y="588097"/>
                  </a:lnTo>
                  <a:lnTo>
                    <a:pt x="56972" y="47118"/>
                  </a:lnTo>
                  <a:lnTo>
                    <a:pt x="53268" y="28779"/>
                  </a:lnTo>
                  <a:lnTo>
                    <a:pt x="43170" y="13801"/>
                  </a:lnTo>
                  <a:lnTo>
                    <a:pt x="28192" y="3703"/>
                  </a:lnTo>
                  <a:lnTo>
                    <a:pt x="9853" y="0"/>
                  </a:lnTo>
                  <a:close/>
                </a:path>
              </a:pathLst>
            </a:custGeom>
            <a:solidFill>
              <a:srgbClr val="7879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3213333" y="5483124"/>
              <a:ext cx="297815" cy="600075"/>
            </a:xfrm>
            <a:custGeom>
              <a:avLst/>
              <a:gdLst/>
              <a:ahLst/>
              <a:cxnLst/>
              <a:rect l="l" t="t" r="r" b="b"/>
              <a:pathLst>
                <a:path w="297815" h="600075">
                  <a:moveTo>
                    <a:pt x="148864" y="0"/>
                  </a:moveTo>
                  <a:lnTo>
                    <a:pt x="101863" y="8065"/>
                  </a:lnTo>
                  <a:lnTo>
                    <a:pt x="61005" y="30515"/>
                  </a:lnTo>
                  <a:lnTo>
                    <a:pt x="28760" y="64727"/>
                  </a:lnTo>
                  <a:lnTo>
                    <a:pt x="7602" y="108080"/>
                  </a:lnTo>
                  <a:lnTo>
                    <a:pt x="0" y="157953"/>
                  </a:lnTo>
                  <a:lnTo>
                    <a:pt x="0" y="408605"/>
                  </a:lnTo>
                  <a:lnTo>
                    <a:pt x="57631" y="408605"/>
                  </a:lnTo>
                  <a:lnTo>
                    <a:pt x="57631" y="157953"/>
                  </a:lnTo>
                  <a:lnTo>
                    <a:pt x="64811" y="120306"/>
                  </a:lnTo>
                  <a:lnTo>
                    <a:pt x="84380" y="89528"/>
                  </a:lnTo>
                  <a:lnTo>
                    <a:pt x="113383" y="68760"/>
                  </a:lnTo>
                  <a:lnTo>
                    <a:pt x="148864" y="61139"/>
                  </a:lnTo>
                  <a:lnTo>
                    <a:pt x="184346" y="68760"/>
                  </a:lnTo>
                  <a:lnTo>
                    <a:pt x="213353" y="89528"/>
                  </a:lnTo>
                  <a:lnTo>
                    <a:pt x="232926" y="120306"/>
                  </a:lnTo>
                  <a:lnTo>
                    <a:pt x="240107" y="157953"/>
                  </a:lnTo>
                  <a:lnTo>
                    <a:pt x="240107" y="599761"/>
                  </a:lnTo>
                  <a:lnTo>
                    <a:pt x="297729" y="599761"/>
                  </a:lnTo>
                  <a:lnTo>
                    <a:pt x="297729" y="157953"/>
                  </a:lnTo>
                  <a:lnTo>
                    <a:pt x="290127" y="108080"/>
                  </a:lnTo>
                  <a:lnTo>
                    <a:pt x="268968" y="64727"/>
                  </a:lnTo>
                  <a:lnTo>
                    <a:pt x="236724" y="30515"/>
                  </a:lnTo>
                  <a:lnTo>
                    <a:pt x="195865" y="8065"/>
                  </a:lnTo>
                  <a:lnTo>
                    <a:pt x="14886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218876" y="4354797"/>
              <a:ext cx="607695" cy="524510"/>
            </a:xfrm>
            <a:custGeom>
              <a:avLst/>
              <a:gdLst/>
              <a:ahLst/>
              <a:cxnLst/>
              <a:rect l="l" t="t" r="r" b="b"/>
              <a:pathLst>
                <a:path w="607695" h="524510">
                  <a:moveTo>
                    <a:pt x="607263" y="471830"/>
                  </a:moveTo>
                  <a:lnTo>
                    <a:pt x="0" y="471830"/>
                  </a:lnTo>
                  <a:lnTo>
                    <a:pt x="0" y="493928"/>
                  </a:lnTo>
                  <a:lnTo>
                    <a:pt x="30784" y="493928"/>
                  </a:lnTo>
                  <a:lnTo>
                    <a:pt x="33032" y="505726"/>
                  </a:lnTo>
                  <a:lnTo>
                    <a:pt x="39154" y="515366"/>
                  </a:lnTo>
                  <a:lnTo>
                    <a:pt x="48234" y="521868"/>
                  </a:lnTo>
                  <a:lnTo>
                    <a:pt x="59359" y="524243"/>
                  </a:lnTo>
                  <a:lnTo>
                    <a:pt x="547890" y="524243"/>
                  </a:lnTo>
                  <a:lnTo>
                    <a:pt x="559015" y="521868"/>
                  </a:lnTo>
                  <a:lnTo>
                    <a:pt x="568096" y="515366"/>
                  </a:lnTo>
                  <a:lnTo>
                    <a:pt x="574230" y="505726"/>
                  </a:lnTo>
                  <a:lnTo>
                    <a:pt x="576478" y="493928"/>
                  </a:lnTo>
                  <a:lnTo>
                    <a:pt x="607263" y="493928"/>
                  </a:lnTo>
                  <a:lnTo>
                    <a:pt x="607263" y="471830"/>
                  </a:lnTo>
                  <a:close/>
                </a:path>
                <a:path w="607695" h="524510">
                  <a:moveTo>
                    <a:pt x="607263" y="314553"/>
                  </a:moveTo>
                  <a:lnTo>
                    <a:pt x="0" y="314553"/>
                  </a:lnTo>
                  <a:lnTo>
                    <a:pt x="0" y="336651"/>
                  </a:lnTo>
                  <a:lnTo>
                    <a:pt x="30784" y="336651"/>
                  </a:lnTo>
                  <a:lnTo>
                    <a:pt x="33032" y="348449"/>
                  </a:lnTo>
                  <a:lnTo>
                    <a:pt x="39154" y="358089"/>
                  </a:lnTo>
                  <a:lnTo>
                    <a:pt x="48234" y="364591"/>
                  </a:lnTo>
                  <a:lnTo>
                    <a:pt x="59359" y="366966"/>
                  </a:lnTo>
                  <a:lnTo>
                    <a:pt x="0" y="366966"/>
                  </a:lnTo>
                  <a:lnTo>
                    <a:pt x="0" y="389077"/>
                  </a:lnTo>
                  <a:lnTo>
                    <a:pt x="30784" y="389077"/>
                  </a:lnTo>
                  <a:lnTo>
                    <a:pt x="33032" y="400875"/>
                  </a:lnTo>
                  <a:lnTo>
                    <a:pt x="39154" y="410514"/>
                  </a:lnTo>
                  <a:lnTo>
                    <a:pt x="48234" y="417017"/>
                  </a:lnTo>
                  <a:lnTo>
                    <a:pt x="59359" y="419392"/>
                  </a:lnTo>
                  <a:lnTo>
                    <a:pt x="0" y="419392"/>
                  </a:lnTo>
                  <a:lnTo>
                    <a:pt x="0" y="441502"/>
                  </a:lnTo>
                  <a:lnTo>
                    <a:pt x="30784" y="441502"/>
                  </a:lnTo>
                  <a:lnTo>
                    <a:pt x="33032" y="453313"/>
                  </a:lnTo>
                  <a:lnTo>
                    <a:pt x="39154" y="462940"/>
                  </a:lnTo>
                  <a:lnTo>
                    <a:pt x="48234" y="469442"/>
                  </a:lnTo>
                  <a:lnTo>
                    <a:pt x="59359" y="471817"/>
                  </a:lnTo>
                  <a:lnTo>
                    <a:pt x="547890" y="471817"/>
                  </a:lnTo>
                  <a:lnTo>
                    <a:pt x="559015" y="469442"/>
                  </a:lnTo>
                  <a:lnTo>
                    <a:pt x="568096" y="462940"/>
                  </a:lnTo>
                  <a:lnTo>
                    <a:pt x="574230" y="453313"/>
                  </a:lnTo>
                  <a:lnTo>
                    <a:pt x="576478" y="441502"/>
                  </a:lnTo>
                  <a:lnTo>
                    <a:pt x="607263" y="441502"/>
                  </a:lnTo>
                  <a:lnTo>
                    <a:pt x="607263" y="419392"/>
                  </a:lnTo>
                  <a:lnTo>
                    <a:pt x="547890" y="419392"/>
                  </a:lnTo>
                  <a:lnTo>
                    <a:pt x="559015" y="417017"/>
                  </a:lnTo>
                  <a:lnTo>
                    <a:pt x="568096" y="410514"/>
                  </a:lnTo>
                  <a:lnTo>
                    <a:pt x="574230" y="400875"/>
                  </a:lnTo>
                  <a:lnTo>
                    <a:pt x="576478" y="389077"/>
                  </a:lnTo>
                  <a:lnTo>
                    <a:pt x="607263" y="389077"/>
                  </a:lnTo>
                  <a:lnTo>
                    <a:pt x="607263" y="366966"/>
                  </a:lnTo>
                  <a:lnTo>
                    <a:pt x="547890" y="366966"/>
                  </a:lnTo>
                  <a:lnTo>
                    <a:pt x="559015" y="364591"/>
                  </a:lnTo>
                  <a:lnTo>
                    <a:pt x="568096" y="358089"/>
                  </a:lnTo>
                  <a:lnTo>
                    <a:pt x="574230" y="348449"/>
                  </a:lnTo>
                  <a:lnTo>
                    <a:pt x="576478" y="336651"/>
                  </a:lnTo>
                  <a:lnTo>
                    <a:pt x="607263" y="336651"/>
                  </a:lnTo>
                  <a:lnTo>
                    <a:pt x="607263" y="314553"/>
                  </a:lnTo>
                  <a:close/>
                </a:path>
                <a:path w="607695" h="524510">
                  <a:moveTo>
                    <a:pt x="607263" y="262128"/>
                  </a:moveTo>
                  <a:lnTo>
                    <a:pt x="0" y="262128"/>
                  </a:lnTo>
                  <a:lnTo>
                    <a:pt x="0" y="284226"/>
                  </a:lnTo>
                  <a:lnTo>
                    <a:pt x="30784" y="284226"/>
                  </a:lnTo>
                  <a:lnTo>
                    <a:pt x="33032" y="296024"/>
                  </a:lnTo>
                  <a:lnTo>
                    <a:pt x="39154" y="305663"/>
                  </a:lnTo>
                  <a:lnTo>
                    <a:pt x="48234" y="312166"/>
                  </a:lnTo>
                  <a:lnTo>
                    <a:pt x="59359" y="314540"/>
                  </a:lnTo>
                  <a:lnTo>
                    <a:pt x="547890" y="314540"/>
                  </a:lnTo>
                  <a:lnTo>
                    <a:pt x="559015" y="312166"/>
                  </a:lnTo>
                  <a:lnTo>
                    <a:pt x="568096" y="305663"/>
                  </a:lnTo>
                  <a:lnTo>
                    <a:pt x="574230" y="296024"/>
                  </a:lnTo>
                  <a:lnTo>
                    <a:pt x="576478" y="284226"/>
                  </a:lnTo>
                  <a:lnTo>
                    <a:pt x="607263" y="284226"/>
                  </a:lnTo>
                  <a:lnTo>
                    <a:pt x="607263" y="262128"/>
                  </a:lnTo>
                  <a:close/>
                </a:path>
                <a:path w="607695" h="524510">
                  <a:moveTo>
                    <a:pt x="607263" y="209702"/>
                  </a:moveTo>
                  <a:lnTo>
                    <a:pt x="0" y="209702"/>
                  </a:lnTo>
                  <a:lnTo>
                    <a:pt x="0" y="231800"/>
                  </a:lnTo>
                  <a:lnTo>
                    <a:pt x="30784" y="231800"/>
                  </a:lnTo>
                  <a:lnTo>
                    <a:pt x="33032" y="243611"/>
                  </a:lnTo>
                  <a:lnTo>
                    <a:pt x="39154" y="253238"/>
                  </a:lnTo>
                  <a:lnTo>
                    <a:pt x="48234" y="259740"/>
                  </a:lnTo>
                  <a:lnTo>
                    <a:pt x="59359" y="262115"/>
                  </a:lnTo>
                  <a:lnTo>
                    <a:pt x="547890" y="262115"/>
                  </a:lnTo>
                  <a:lnTo>
                    <a:pt x="559015" y="259740"/>
                  </a:lnTo>
                  <a:lnTo>
                    <a:pt x="568096" y="253238"/>
                  </a:lnTo>
                  <a:lnTo>
                    <a:pt x="574230" y="243611"/>
                  </a:lnTo>
                  <a:lnTo>
                    <a:pt x="576478" y="231800"/>
                  </a:lnTo>
                  <a:lnTo>
                    <a:pt x="607263" y="231800"/>
                  </a:lnTo>
                  <a:lnTo>
                    <a:pt x="607263" y="209702"/>
                  </a:lnTo>
                  <a:close/>
                </a:path>
                <a:path w="607695" h="524510">
                  <a:moveTo>
                    <a:pt x="607263" y="0"/>
                  </a:moveTo>
                  <a:lnTo>
                    <a:pt x="0" y="0"/>
                  </a:lnTo>
                  <a:lnTo>
                    <a:pt x="0" y="22098"/>
                  </a:lnTo>
                  <a:lnTo>
                    <a:pt x="30784" y="22098"/>
                  </a:lnTo>
                  <a:lnTo>
                    <a:pt x="33032" y="33896"/>
                  </a:lnTo>
                  <a:lnTo>
                    <a:pt x="39154" y="43535"/>
                  </a:lnTo>
                  <a:lnTo>
                    <a:pt x="48234" y="50038"/>
                  </a:lnTo>
                  <a:lnTo>
                    <a:pt x="59359" y="52412"/>
                  </a:lnTo>
                  <a:lnTo>
                    <a:pt x="0" y="52412"/>
                  </a:lnTo>
                  <a:lnTo>
                    <a:pt x="0" y="74523"/>
                  </a:lnTo>
                  <a:lnTo>
                    <a:pt x="30784" y="74523"/>
                  </a:lnTo>
                  <a:lnTo>
                    <a:pt x="33032" y="86321"/>
                  </a:lnTo>
                  <a:lnTo>
                    <a:pt x="39154" y="95961"/>
                  </a:lnTo>
                  <a:lnTo>
                    <a:pt x="48234" y="102463"/>
                  </a:lnTo>
                  <a:lnTo>
                    <a:pt x="59359" y="104838"/>
                  </a:lnTo>
                  <a:lnTo>
                    <a:pt x="0" y="104838"/>
                  </a:lnTo>
                  <a:lnTo>
                    <a:pt x="0" y="126949"/>
                  </a:lnTo>
                  <a:lnTo>
                    <a:pt x="30784" y="126949"/>
                  </a:lnTo>
                  <a:lnTo>
                    <a:pt x="33032" y="138747"/>
                  </a:lnTo>
                  <a:lnTo>
                    <a:pt x="39154" y="148386"/>
                  </a:lnTo>
                  <a:lnTo>
                    <a:pt x="48234" y="154889"/>
                  </a:lnTo>
                  <a:lnTo>
                    <a:pt x="59359" y="157264"/>
                  </a:lnTo>
                  <a:lnTo>
                    <a:pt x="0" y="157264"/>
                  </a:lnTo>
                  <a:lnTo>
                    <a:pt x="0" y="179374"/>
                  </a:lnTo>
                  <a:lnTo>
                    <a:pt x="30784" y="179374"/>
                  </a:lnTo>
                  <a:lnTo>
                    <a:pt x="33032" y="191173"/>
                  </a:lnTo>
                  <a:lnTo>
                    <a:pt x="39154" y="200812"/>
                  </a:lnTo>
                  <a:lnTo>
                    <a:pt x="48234" y="207314"/>
                  </a:lnTo>
                  <a:lnTo>
                    <a:pt x="59359" y="209689"/>
                  </a:lnTo>
                  <a:lnTo>
                    <a:pt x="547890" y="209689"/>
                  </a:lnTo>
                  <a:lnTo>
                    <a:pt x="559015" y="207314"/>
                  </a:lnTo>
                  <a:lnTo>
                    <a:pt x="568096" y="200812"/>
                  </a:lnTo>
                  <a:lnTo>
                    <a:pt x="574230" y="191173"/>
                  </a:lnTo>
                  <a:lnTo>
                    <a:pt x="576478" y="179374"/>
                  </a:lnTo>
                  <a:lnTo>
                    <a:pt x="607263" y="179374"/>
                  </a:lnTo>
                  <a:lnTo>
                    <a:pt x="607263" y="157264"/>
                  </a:lnTo>
                  <a:lnTo>
                    <a:pt x="547890" y="157264"/>
                  </a:lnTo>
                  <a:lnTo>
                    <a:pt x="559015" y="154889"/>
                  </a:lnTo>
                  <a:lnTo>
                    <a:pt x="568096" y="148386"/>
                  </a:lnTo>
                  <a:lnTo>
                    <a:pt x="574230" y="138747"/>
                  </a:lnTo>
                  <a:lnTo>
                    <a:pt x="576478" y="126949"/>
                  </a:lnTo>
                  <a:lnTo>
                    <a:pt x="607263" y="126949"/>
                  </a:lnTo>
                  <a:lnTo>
                    <a:pt x="607263" y="104838"/>
                  </a:lnTo>
                  <a:lnTo>
                    <a:pt x="547890" y="104838"/>
                  </a:lnTo>
                  <a:lnTo>
                    <a:pt x="559015" y="102463"/>
                  </a:lnTo>
                  <a:lnTo>
                    <a:pt x="568096" y="95961"/>
                  </a:lnTo>
                  <a:lnTo>
                    <a:pt x="574230" y="86321"/>
                  </a:lnTo>
                  <a:lnTo>
                    <a:pt x="576478" y="74523"/>
                  </a:lnTo>
                  <a:lnTo>
                    <a:pt x="607263" y="74523"/>
                  </a:lnTo>
                  <a:lnTo>
                    <a:pt x="607263" y="52412"/>
                  </a:lnTo>
                  <a:lnTo>
                    <a:pt x="547890" y="52412"/>
                  </a:lnTo>
                  <a:lnTo>
                    <a:pt x="559015" y="50038"/>
                  </a:lnTo>
                  <a:lnTo>
                    <a:pt x="568096" y="43535"/>
                  </a:lnTo>
                  <a:lnTo>
                    <a:pt x="574230" y="33896"/>
                  </a:lnTo>
                  <a:lnTo>
                    <a:pt x="576478" y="22098"/>
                  </a:lnTo>
                  <a:lnTo>
                    <a:pt x="607263" y="22098"/>
                  </a:lnTo>
                  <a:lnTo>
                    <a:pt x="607263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590498" y="5597619"/>
              <a:ext cx="454025" cy="485140"/>
            </a:xfrm>
            <a:custGeom>
              <a:avLst/>
              <a:gdLst/>
              <a:ahLst/>
              <a:cxnLst/>
              <a:rect l="l" t="t" r="r" b="b"/>
              <a:pathLst>
                <a:path w="454025" h="485139">
                  <a:moveTo>
                    <a:pt x="322995" y="0"/>
                  </a:moveTo>
                  <a:lnTo>
                    <a:pt x="130927" y="0"/>
                  </a:lnTo>
                  <a:lnTo>
                    <a:pt x="89543" y="7082"/>
                  </a:lnTo>
                  <a:lnTo>
                    <a:pt x="53602" y="26803"/>
                  </a:lnTo>
                  <a:lnTo>
                    <a:pt x="25260" y="56875"/>
                  </a:lnTo>
                  <a:lnTo>
                    <a:pt x="6674" y="95009"/>
                  </a:lnTo>
                  <a:lnTo>
                    <a:pt x="0" y="138917"/>
                  </a:lnTo>
                  <a:lnTo>
                    <a:pt x="0" y="346062"/>
                  </a:lnTo>
                  <a:lnTo>
                    <a:pt x="6674" y="389970"/>
                  </a:lnTo>
                  <a:lnTo>
                    <a:pt x="25260" y="428104"/>
                  </a:lnTo>
                  <a:lnTo>
                    <a:pt x="53602" y="458176"/>
                  </a:lnTo>
                  <a:lnTo>
                    <a:pt x="89543" y="477897"/>
                  </a:lnTo>
                  <a:lnTo>
                    <a:pt x="130927" y="484979"/>
                  </a:lnTo>
                  <a:lnTo>
                    <a:pt x="322995" y="484979"/>
                  </a:lnTo>
                  <a:lnTo>
                    <a:pt x="364379" y="477897"/>
                  </a:lnTo>
                  <a:lnTo>
                    <a:pt x="400320" y="458176"/>
                  </a:lnTo>
                  <a:lnTo>
                    <a:pt x="428662" y="428104"/>
                  </a:lnTo>
                  <a:lnTo>
                    <a:pt x="447248" y="389970"/>
                  </a:lnTo>
                  <a:lnTo>
                    <a:pt x="453923" y="346062"/>
                  </a:lnTo>
                  <a:lnTo>
                    <a:pt x="453923" y="138917"/>
                  </a:lnTo>
                  <a:lnTo>
                    <a:pt x="447248" y="95009"/>
                  </a:lnTo>
                  <a:lnTo>
                    <a:pt x="428662" y="56875"/>
                  </a:lnTo>
                  <a:lnTo>
                    <a:pt x="400320" y="26803"/>
                  </a:lnTo>
                  <a:lnTo>
                    <a:pt x="364379" y="7082"/>
                  </a:lnTo>
                  <a:lnTo>
                    <a:pt x="322995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5385" y="5150500"/>
              <a:ext cx="149786" cy="163335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5902777" y="5247065"/>
              <a:ext cx="375285" cy="836294"/>
            </a:xfrm>
            <a:custGeom>
              <a:avLst/>
              <a:gdLst/>
              <a:ahLst/>
              <a:cxnLst/>
              <a:rect l="l" t="t" r="r" b="b"/>
              <a:pathLst>
                <a:path w="375285" h="836295">
                  <a:moveTo>
                    <a:pt x="241071" y="0"/>
                  </a:moveTo>
                  <a:lnTo>
                    <a:pt x="133922" y="0"/>
                  </a:lnTo>
                  <a:lnTo>
                    <a:pt x="113934" y="3222"/>
                  </a:lnTo>
                  <a:lnTo>
                    <a:pt x="96860" y="12083"/>
                  </a:lnTo>
                  <a:lnTo>
                    <a:pt x="84468" y="25373"/>
                  </a:lnTo>
                  <a:lnTo>
                    <a:pt x="78521" y="41883"/>
                  </a:lnTo>
                  <a:lnTo>
                    <a:pt x="0" y="694031"/>
                  </a:lnTo>
                  <a:lnTo>
                    <a:pt x="1299" y="747947"/>
                  </a:lnTo>
                  <a:lnTo>
                    <a:pt x="17096" y="793180"/>
                  </a:lnTo>
                  <a:lnTo>
                    <a:pt x="44857" y="824300"/>
                  </a:lnTo>
                  <a:lnTo>
                    <a:pt x="82049" y="835880"/>
                  </a:lnTo>
                  <a:lnTo>
                    <a:pt x="292954" y="835880"/>
                  </a:lnTo>
                  <a:lnTo>
                    <a:pt x="330142" y="824300"/>
                  </a:lnTo>
                  <a:lnTo>
                    <a:pt x="357902" y="793180"/>
                  </a:lnTo>
                  <a:lnTo>
                    <a:pt x="373698" y="747947"/>
                  </a:lnTo>
                  <a:lnTo>
                    <a:pt x="374993" y="694031"/>
                  </a:lnTo>
                  <a:lnTo>
                    <a:pt x="296472" y="41883"/>
                  </a:lnTo>
                  <a:lnTo>
                    <a:pt x="290525" y="25373"/>
                  </a:lnTo>
                  <a:lnTo>
                    <a:pt x="278132" y="12083"/>
                  </a:lnTo>
                  <a:lnTo>
                    <a:pt x="261059" y="3222"/>
                  </a:lnTo>
                  <a:lnTo>
                    <a:pt x="24107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554083" y="5817445"/>
              <a:ext cx="191135" cy="265430"/>
            </a:xfrm>
            <a:custGeom>
              <a:avLst/>
              <a:gdLst/>
              <a:ahLst/>
              <a:cxnLst/>
              <a:rect l="l" t="t" r="r" b="b"/>
              <a:pathLst>
                <a:path w="191134" h="265429">
                  <a:moveTo>
                    <a:pt x="190842" y="0"/>
                  </a:moveTo>
                  <a:lnTo>
                    <a:pt x="0" y="0"/>
                  </a:lnTo>
                  <a:lnTo>
                    <a:pt x="0" y="265154"/>
                  </a:lnTo>
                  <a:lnTo>
                    <a:pt x="190842" y="265154"/>
                  </a:lnTo>
                  <a:lnTo>
                    <a:pt x="19084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689170" y="5828314"/>
              <a:ext cx="415290" cy="254635"/>
            </a:xfrm>
            <a:custGeom>
              <a:avLst/>
              <a:gdLst/>
              <a:ahLst/>
              <a:cxnLst/>
              <a:rect l="l" t="t" r="r" b="b"/>
              <a:pathLst>
                <a:path w="415289" h="254635">
                  <a:moveTo>
                    <a:pt x="373213" y="0"/>
                  </a:moveTo>
                  <a:lnTo>
                    <a:pt x="41464" y="0"/>
                  </a:lnTo>
                  <a:lnTo>
                    <a:pt x="25324" y="3457"/>
                  </a:lnTo>
                  <a:lnTo>
                    <a:pt x="12144" y="12885"/>
                  </a:lnTo>
                  <a:lnTo>
                    <a:pt x="3258" y="26871"/>
                  </a:lnTo>
                  <a:lnTo>
                    <a:pt x="0" y="43998"/>
                  </a:lnTo>
                  <a:lnTo>
                    <a:pt x="0" y="210632"/>
                  </a:lnTo>
                  <a:lnTo>
                    <a:pt x="3258" y="227759"/>
                  </a:lnTo>
                  <a:lnTo>
                    <a:pt x="12144" y="241745"/>
                  </a:lnTo>
                  <a:lnTo>
                    <a:pt x="25324" y="251173"/>
                  </a:lnTo>
                  <a:lnTo>
                    <a:pt x="41464" y="254630"/>
                  </a:lnTo>
                  <a:lnTo>
                    <a:pt x="373213" y="254630"/>
                  </a:lnTo>
                  <a:lnTo>
                    <a:pt x="389355" y="251173"/>
                  </a:lnTo>
                  <a:lnTo>
                    <a:pt x="402538" y="241745"/>
                  </a:lnTo>
                  <a:lnTo>
                    <a:pt x="411428" y="227759"/>
                  </a:lnTo>
                  <a:lnTo>
                    <a:pt x="414688" y="210632"/>
                  </a:lnTo>
                  <a:lnTo>
                    <a:pt x="414688" y="43998"/>
                  </a:lnTo>
                  <a:lnTo>
                    <a:pt x="411428" y="26871"/>
                  </a:lnTo>
                  <a:lnTo>
                    <a:pt x="402538" y="12885"/>
                  </a:lnTo>
                  <a:lnTo>
                    <a:pt x="389355" y="3457"/>
                  </a:lnTo>
                  <a:lnTo>
                    <a:pt x="373213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686093" y="5756614"/>
              <a:ext cx="417830" cy="71755"/>
            </a:xfrm>
            <a:custGeom>
              <a:avLst/>
              <a:gdLst/>
              <a:ahLst/>
              <a:cxnLst/>
              <a:rect l="l" t="t" r="r" b="b"/>
              <a:pathLst>
                <a:path w="417829" h="71754">
                  <a:moveTo>
                    <a:pt x="410395" y="0"/>
                  </a:moveTo>
                  <a:lnTo>
                    <a:pt x="401317" y="0"/>
                  </a:lnTo>
                  <a:lnTo>
                    <a:pt x="7361" y="0"/>
                  </a:lnTo>
                  <a:lnTo>
                    <a:pt x="0" y="7811"/>
                  </a:lnTo>
                  <a:lnTo>
                    <a:pt x="0" y="63893"/>
                  </a:lnTo>
                  <a:lnTo>
                    <a:pt x="7361" y="71704"/>
                  </a:lnTo>
                  <a:lnTo>
                    <a:pt x="410395" y="71704"/>
                  </a:lnTo>
                  <a:lnTo>
                    <a:pt x="417756" y="63893"/>
                  </a:lnTo>
                  <a:lnTo>
                    <a:pt x="417756" y="7811"/>
                  </a:lnTo>
                  <a:lnTo>
                    <a:pt x="410395" y="0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365462" y="1978254"/>
              <a:ext cx="205104" cy="461645"/>
            </a:xfrm>
            <a:custGeom>
              <a:avLst/>
              <a:gdLst/>
              <a:ahLst/>
              <a:cxnLst/>
              <a:rect l="l" t="t" r="r" b="b"/>
              <a:pathLst>
                <a:path w="205104" h="461644">
                  <a:moveTo>
                    <a:pt x="176183" y="0"/>
                  </a:moveTo>
                  <a:lnTo>
                    <a:pt x="28784" y="0"/>
                  </a:lnTo>
                  <a:lnTo>
                    <a:pt x="17581" y="2400"/>
                  </a:lnTo>
                  <a:lnTo>
                    <a:pt x="8431" y="8944"/>
                  </a:lnTo>
                  <a:lnTo>
                    <a:pt x="2262" y="18650"/>
                  </a:lnTo>
                  <a:lnTo>
                    <a:pt x="0" y="30533"/>
                  </a:lnTo>
                  <a:lnTo>
                    <a:pt x="0" y="461336"/>
                  </a:lnTo>
                  <a:lnTo>
                    <a:pt x="204957" y="461336"/>
                  </a:lnTo>
                  <a:lnTo>
                    <a:pt x="204957" y="30533"/>
                  </a:lnTo>
                  <a:lnTo>
                    <a:pt x="202696" y="18650"/>
                  </a:lnTo>
                  <a:lnTo>
                    <a:pt x="196530" y="8944"/>
                  </a:lnTo>
                  <a:lnTo>
                    <a:pt x="187384" y="2400"/>
                  </a:lnTo>
                  <a:lnTo>
                    <a:pt x="176183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3565" y="1897322"/>
              <a:ext cx="121587" cy="80929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4365458" y="2092742"/>
              <a:ext cx="170815" cy="219075"/>
            </a:xfrm>
            <a:custGeom>
              <a:avLst/>
              <a:gdLst/>
              <a:ahLst/>
              <a:cxnLst/>
              <a:rect l="l" t="t" r="r" b="b"/>
              <a:pathLst>
                <a:path w="170814" h="219075">
                  <a:moveTo>
                    <a:pt x="170256" y="0"/>
                  </a:moveTo>
                  <a:lnTo>
                    <a:pt x="0" y="0"/>
                  </a:lnTo>
                  <a:lnTo>
                    <a:pt x="0" y="218757"/>
                  </a:lnTo>
                  <a:lnTo>
                    <a:pt x="170256" y="218757"/>
                  </a:lnTo>
                  <a:lnTo>
                    <a:pt x="170256" y="0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70649" y="2342877"/>
              <a:ext cx="201533" cy="96719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4216518" y="2123460"/>
              <a:ext cx="168910" cy="316230"/>
            </a:xfrm>
            <a:custGeom>
              <a:avLst/>
              <a:gdLst/>
              <a:ahLst/>
              <a:cxnLst/>
              <a:rect l="l" t="t" r="r" b="b"/>
              <a:pathLst>
                <a:path w="168910" h="316230">
                  <a:moveTo>
                    <a:pt x="123912" y="0"/>
                  </a:moveTo>
                  <a:lnTo>
                    <a:pt x="44637" y="0"/>
                  </a:lnTo>
                  <a:lnTo>
                    <a:pt x="27264" y="3721"/>
                  </a:lnTo>
                  <a:lnTo>
                    <a:pt x="13075" y="13871"/>
                  </a:lnTo>
                  <a:lnTo>
                    <a:pt x="3508" y="28925"/>
                  </a:lnTo>
                  <a:lnTo>
                    <a:pt x="0" y="47359"/>
                  </a:lnTo>
                  <a:lnTo>
                    <a:pt x="0" y="316136"/>
                  </a:lnTo>
                  <a:lnTo>
                    <a:pt x="168549" y="316136"/>
                  </a:lnTo>
                  <a:lnTo>
                    <a:pt x="168549" y="47359"/>
                  </a:lnTo>
                  <a:lnTo>
                    <a:pt x="165041" y="28925"/>
                  </a:lnTo>
                  <a:lnTo>
                    <a:pt x="155474" y="13871"/>
                  </a:lnTo>
                  <a:lnTo>
                    <a:pt x="141285" y="3721"/>
                  </a:lnTo>
                  <a:lnTo>
                    <a:pt x="123912" y="0"/>
                  </a:lnTo>
                  <a:close/>
                </a:path>
              </a:pathLst>
            </a:custGeom>
            <a:solidFill>
              <a:srgbClr val="5061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263673" y="2056908"/>
              <a:ext cx="74295" cy="66675"/>
            </a:xfrm>
            <a:custGeom>
              <a:avLst/>
              <a:gdLst/>
              <a:ahLst/>
              <a:cxnLst/>
              <a:rect l="l" t="t" r="r" b="b"/>
              <a:pathLst>
                <a:path w="74295" h="66675">
                  <a:moveTo>
                    <a:pt x="68709" y="0"/>
                  </a:moveTo>
                  <a:lnTo>
                    <a:pt x="61903" y="0"/>
                  </a:lnTo>
                  <a:lnTo>
                    <a:pt x="5518" y="0"/>
                  </a:lnTo>
                  <a:lnTo>
                    <a:pt x="0" y="5863"/>
                  </a:lnTo>
                  <a:lnTo>
                    <a:pt x="0" y="66552"/>
                  </a:lnTo>
                  <a:lnTo>
                    <a:pt x="74238" y="66552"/>
                  </a:lnTo>
                  <a:lnTo>
                    <a:pt x="74238" y="5863"/>
                  </a:lnTo>
                  <a:lnTo>
                    <a:pt x="68709" y="0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216520" y="2201796"/>
              <a:ext cx="121920" cy="180340"/>
            </a:xfrm>
            <a:custGeom>
              <a:avLst/>
              <a:gdLst/>
              <a:ahLst/>
              <a:cxnLst/>
              <a:rect l="l" t="t" r="r" b="b"/>
              <a:pathLst>
                <a:path w="121920" h="180339">
                  <a:moveTo>
                    <a:pt x="121388" y="0"/>
                  </a:moveTo>
                  <a:lnTo>
                    <a:pt x="0" y="0"/>
                  </a:lnTo>
                  <a:lnTo>
                    <a:pt x="0" y="179889"/>
                  </a:lnTo>
                  <a:lnTo>
                    <a:pt x="121388" y="179889"/>
                  </a:lnTo>
                  <a:lnTo>
                    <a:pt x="121388" y="0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1561354" y="5621544"/>
              <a:ext cx="205104" cy="461645"/>
            </a:xfrm>
            <a:custGeom>
              <a:avLst/>
              <a:gdLst/>
              <a:ahLst/>
              <a:cxnLst/>
              <a:rect l="l" t="t" r="r" b="b"/>
              <a:pathLst>
                <a:path w="205104" h="461645">
                  <a:moveTo>
                    <a:pt x="176183" y="0"/>
                  </a:moveTo>
                  <a:lnTo>
                    <a:pt x="28784" y="0"/>
                  </a:lnTo>
                  <a:lnTo>
                    <a:pt x="17581" y="2400"/>
                  </a:lnTo>
                  <a:lnTo>
                    <a:pt x="8431" y="8944"/>
                  </a:lnTo>
                  <a:lnTo>
                    <a:pt x="2262" y="18650"/>
                  </a:lnTo>
                  <a:lnTo>
                    <a:pt x="0" y="30533"/>
                  </a:lnTo>
                  <a:lnTo>
                    <a:pt x="0" y="461336"/>
                  </a:lnTo>
                  <a:lnTo>
                    <a:pt x="204967" y="461336"/>
                  </a:lnTo>
                  <a:lnTo>
                    <a:pt x="204967" y="30533"/>
                  </a:lnTo>
                  <a:lnTo>
                    <a:pt x="202705" y="18650"/>
                  </a:lnTo>
                  <a:lnTo>
                    <a:pt x="196535" y="8944"/>
                  </a:lnTo>
                  <a:lnTo>
                    <a:pt x="187386" y="2400"/>
                  </a:lnTo>
                  <a:lnTo>
                    <a:pt x="176183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9460" y="5540611"/>
              <a:ext cx="121587" cy="80929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1561354" y="5736034"/>
              <a:ext cx="170815" cy="219075"/>
            </a:xfrm>
            <a:custGeom>
              <a:avLst/>
              <a:gdLst/>
              <a:ahLst/>
              <a:cxnLst/>
              <a:rect l="l" t="t" r="r" b="b"/>
              <a:pathLst>
                <a:path w="170815" h="219075">
                  <a:moveTo>
                    <a:pt x="170256" y="0"/>
                  </a:moveTo>
                  <a:lnTo>
                    <a:pt x="0" y="0"/>
                  </a:lnTo>
                  <a:lnTo>
                    <a:pt x="0" y="218757"/>
                  </a:lnTo>
                  <a:lnTo>
                    <a:pt x="170256" y="218757"/>
                  </a:lnTo>
                  <a:lnTo>
                    <a:pt x="17025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66543" y="5986157"/>
              <a:ext cx="201533" cy="96730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11412412" y="5766751"/>
              <a:ext cx="168910" cy="316230"/>
            </a:xfrm>
            <a:custGeom>
              <a:avLst/>
              <a:gdLst/>
              <a:ahLst/>
              <a:cxnLst/>
              <a:rect l="l" t="t" r="r" b="b"/>
              <a:pathLst>
                <a:path w="168909" h="316229">
                  <a:moveTo>
                    <a:pt x="123912" y="0"/>
                  </a:moveTo>
                  <a:lnTo>
                    <a:pt x="44637" y="0"/>
                  </a:lnTo>
                  <a:lnTo>
                    <a:pt x="27264" y="3721"/>
                  </a:lnTo>
                  <a:lnTo>
                    <a:pt x="13075" y="13871"/>
                  </a:lnTo>
                  <a:lnTo>
                    <a:pt x="3508" y="28925"/>
                  </a:lnTo>
                  <a:lnTo>
                    <a:pt x="0" y="47359"/>
                  </a:lnTo>
                  <a:lnTo>
                    <a:pt x="0" y="316136"/>
                  </a:lnTo>
                  <a:lnTo>
                    <a:pt x="168549" y="316136"/>
                  </a:lnTo>
                  <a:lnTo>
                    <a:pt x="168549" y="47359"/>
                  </a:lnTo>
                  <a:lnTo>
                    <a:pt x="165041" y="28925"/>
                  </a:lnTo>
                  <a:lnTo>
                    <a:pt x="155474" y="13871"/>
                  </a:lnTo>
                  <a:lnTo>
                    <a:pt x="141285" y="3721"/>
                  </a:lnTo>
                  <a:lnTo>
                    <a:pt x="123912" y="0"/>
                  </a:lnTo>
                  <a:close/>
                </a:path>
              </a:pathLst>
            </a:custGeom>
            <a:solidFill>
              <a:srgbClr val="7C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1412410" y="5700197"/>
              <a:ext cx="121920" cy="325120"/>
            </a:xfrm>
            <a:custGeom>
              <a:avLst/>
              <a:gdLst/>
              <a:ahLst/>
              <a:cxnLst/>
              <a:rect l="l" t="t" r="r" b="b"/>
              <a:pathLst>
                <a:path w="121920" h="325120">
                  <a:moveTo>
                    <a:pt x="121386" y="144894"/>
                  </a:moveTo>
                  <a:lnTo>
                    <a:pt x="0" y="144894"/>
                  </a:lnTo>
                  <a:lnTo>
                    <a:pt x="0" y="324789"/>
                  </a:lnTo>
                  <a:lnTo>
                    <a:pt x="121386" y="324789"/>
                  </a:lnTo>
                  <a:lnTo>
                    <a:pt x="121386" y="144894"/>
                  </a:lnTo>
                  <a:close/>
                </a:path>
                <a:path w="121920" h="325120">
                  <a:moveTo>
                    <a:pt x="121386" y="5867"/>
                  </a:moveTo>
                  <a:lnTo>
                    <a:pt x="115874" y="0"/>
                  </a:lnTo>
                  <a:lnTo>
                    <a:pt x="109054" y="0"/>
                  </a:lnTo>
                  <a:lnTo>
                    <a:pt x="52666" y="0"/>
                  </a:lnTo>
                  <a:lnTo>
                    <a:pt x="47155" y="5867"/>
                  </a:lnTo>
                  <a:lnTo>
                    <a:pt x="47155" y="66560"/>
                  </a:lnTo>
                  <a:lnTo>
                    <a:pt x="121386" y="66560"/>
                  </a:lnTo>
                  <a:lnTo>
                    <a:pt x="121386" y="5867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1857596" y="5036205"/>
              <a:ext cx="684530" cy="1047115"/>
            </a:xfrm>
            <a:custGeom>
              <a:avLst/>
              <a:gdLst/>
              <a:ahLst/>
              <a:cxnLst/>
              <a:rect l="l" t="t" r="r" b="b"/>
              <a:pathLst>
                <a:path w="684529" h="1047114">
                  <a:moveTo>
                    <a:pt x="382396" y="0"/>
                  </a:moveTo>
                  <a:lnTo>
                    <a:pt x="322021" y="0"/>
                  </a:lnTo>
                  <a:lnTo>
                    <a:pt x="308960" y="2797"/>
                  </a:lnTo>
                  <a:lnTo>
                    <a:pt x="298297" y="10425"/>
                  </a:lnTo>
                  <a:lnTo>
                    <a:pt x="291108" y="21738"/>
                  </a:lnTo>
                  <a:lnTo>
                    <a:pt x="288472" y="35590"/>
                  </a:lnTo>
                  <a:lnTo>
                    <a:pt x="288472" y="195774"/>
                  </a:lnTo>
                  <a:lnTo>
                    <a:pt x="63725" y="195774"/>
                  </a:lnTo>
                  <a:lnTo>
                    <a:pt x="38921" y="201087"/>
                  </a:lnTo>
                  <a:lnTo>
                    <a:pt x="18665" y="215578"/>
                  </a:lnTo>
                  <a:lnTo>
                    <a:pt x="5008" y="237072"/>
                  </a:lnTo>
                  <a:lnTo>
                    <a:pt x="0" y="263395"/>
                  </a:lnTo>
                  <a:lnTo>
                    <a:pt x="0" y="979122"/>
                  </a:lnTo>
                  <a:lnTo>
                    <a:pt x="5008" y="1005440"/>
                  </a:lnTo>
                  <a:lnTo>
                    <a:pt x="18665" y="1026934"/>
                  </a:lnTo>
                  <a:lnTo>
                    <a:pt x="38921" y="1041428"/>
                  </a:lnTo>
                  <a:lnTo>
                    <a:pt x="63725" y="1046742"/>
                  </a:lnTo>
                  <a:lnTo>
                    <a:pt x="620557" y="1046742"/>
                  </a:lnTo>
                  <a:lnTo>
                    <a:pt x="645367" y="1041428"/>
                  </a:lnTo>
                  <a:lnTo>
                    <a:pt x="665626" y="1026934"/>
                  </a:lnTo>
                  <a:lnTo>
                    <a:pt x="679284" y="1005440"/>
                  </a:lnTo>
                  <a:lnTo>
                    <a:pt x="684293" y="979122"/>
                  </a:lnTo>
                  <a:lnTo>
                    <a:pt x="684293" y="263395"/>
                  </a:lnTo>
                  <a:lnTo>
                    <a:pt x="679284" y="237072"/>
                  </a:lnTo>
                  <a:lnTo>
                    <a:pt x="665626" y="215578"/>
                  </a:lnTo>
                  <a:lnTo>
                    <a:pt x="645367" y="201087"/>
                  </a:lnTo>
                  <a:lnTo>
                    <a:pt x="620557" y="195774"/>
                  </a:lnTo>
                  <a:lnTo>
                    <a:pt x="415934" y="195774"/>
                  </a:lnTo>
                  <a:lnTo>
                    <a:pt x="415934" y="35590"/>
                  </a:lnTo>
                  <a:lnTo>
                    <a:pt x="413299" y="21738"/>
                  </a:lnTo>
                  <a:lnTo>
                    <a:pt x="406111" y="10425"/>
                  </a:lnTo>
                  <a:lnTo>
                    <a:pt x="395451" y="2797"/>
                  </a:lnTo>
                  <a:lnTo>
                    <a:pt x="382396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2189889" y="5086032"/>
              <a:ext cx="41910" cy="44450"/>
            </a:xfrm>
            <a:custGeom>
              <a:avLst/>
              <a:gdLst/>
              <a:ahLst/>
              <a:cxnLst/>
              <a:rect l="l" t="t" r="r" b="b"/>
              <a:pathLst>
                <a:path w="41909" h="44450">
                  <a:moveTo>
                    <a:pt x="20753" y="0"/>
                  </a:moveTo>
                  <a:lnTo>
                    <a:pt x="12673" y="1731"/>
                  </a:lnTo>
                  <a:lnTo>
                    <a:pt x="6077" y="6451"/>
                  </a:lnTo>
                  <a:lnTo>
                    <a:pt x="1630" y="13450"/>
                  </a:lnTo>
                  <a:lnTo>
                    <a:pt x="0" y="22020"/>
                  </a:lnTo>
                  <a:lnTo>
                    <a:pt x="1630" y="30589"/>
                  </a:lnTo>
                  <a:lnTo>
                    <a:pt x="6077" y="37589"/>
                  </a:lnTo>
                  <a:lnTo>
                    <a:pt x="12673" y="42309"/>
                  </a:lnTo>
                  <a:lnTo>
                    <a:pt x="20753" y="44040"/>
                  </a:lnTo>
                  <a:lnTo>
                    <a:pt x="28833" y="42309"/>
                  </a:lnTo>
                  <a:lnTo>
                    <a:pt x="35429" y="37589"/>
                  </a:lnTo>
                  <a:lnTo>
                    <a:pt x="39876" y="30589"/>
                  </a:lnTo>
                  <a:lnTo>
                    <a:pt x="41506" y="22020"/>
                  </a:lnTo>
                  <a:lnTo>
                    <a:pt x="39876" y="13450"/>
                  </a:lnTo>
                  <a:lnTo>
                    <a:pt x="35429" y="6451"/>
                  </a:lnTo>
                  <a:lnTo>
                    <a:pt x="28833" y="1731"/>
                  </a:lnTo>
                  <a:lnTo>
                    <a:pt x="20753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2034116" y="5385808"/>
              <a:ext cx="462915" cy="697230"/>
            </a:xfrm>
            <a:custGeom>
              <a:avLst/>
              <a:gdLst/>
              <a:ahLst/>
              <a:cxnLst/>
              <a:rect l="l" t="t" r="r" b="b"/>
              <a:pathLst>
                <a:path w="462915" h="697229">
                  <a:moveTo>
                    <a:pt x="258620" y="0"/>
                  </a:moveTo>
                  <a:lnTo>
                    <a:pt x="217783" y="0"/>
                  </a:lnTo>
                  <a:lnTo>
                    <a:pt x="208956" y="1892"/>
                  </a:lnTo>
                  <a:lnTo>
                    <a:pt x="201747" y="7053"/>
                  </a:lnTo>
                  <a:lnTo>
                    <a:pt x="196886" y="14705"/>
                  </a:lnTo>
                  <a:lnTo>
                    <a:pt x="195104" y="24072"/>
                  </a:lnTo>
                  <a:lnTo>
                    <a:pt x="195104" y="136467"/>
                  </a:lnTo>
                  <a:lnTo>
                    <a:pt x="43108" y="136467"/>
                  </a:lnTo>
                  <a:lnTo>
                    <a:pt x="26327" y="140060"/>
                  </a:lnTo>
                  <a:lnTo>
                    <a:pt x="12625" y="149860"/>
                  </a:lnTo>
                  <a:lnTo>
                    <a:pt x="3387" y="164398"/>
                  </a:lnTo>
                  <a:lnTo>
                    <a:pt x="0" y="182203"/>
                  </a:lnTo>
                  <a:lnTo>
                    <a:pt x="0" y="651404"/>
                  </a:lnTo>
                  <a:lnTo>
                    <a:pt x="3387" y="669205"/>
                  </a:lnTo>
                  <a:lnTo>
                    <a:pt x="12625" y="683743"/>
                  </a:lnTo>
                  <a:lnTo>
                    <a:pt x="26327" y="693546"/>
                  </a:lnTo>
                  <a:lnTo>
                    <a:pt x="43108" y="697141"/>
                  </a:lnTo>
                  <a:lnTo>
                    <a:pt x="419694" y="697141"/>
                  </a:lnTo>
                  <a:lnTo>
                    <a:pt x="436474" y="693546"/>
                  </a:lnTo>
                  <a:lnTo>
                    <a:pt x="450177" y="683743"/>
                  </a:lnTo>
                  <a:lnTo>
                    <a:pt x="459415" y="669205"/>
                  </a:lnTo>
                  <a:lnTo>
                    <a:pt x="462802" y="651404"/>
                  </a:lnTo>
                  <a:lnTo>
                    <a:pt x="462802" y="182203"/>
                  </a:lnTo>
                  <a:lnTo>
                    <a:pt x="459415" y="164398"/>
                  </a:lnTo>
                  <a:lnTo>
                    <a:pt x="450177" y="149860"/>
                  </a:lnTo>
                  <a:lnTo>
                    <a:pt x="436474" y="140060"/>
                  </a:lnTo>
                  <a:lnTo>
                    <a:pt x="419694" y="136467"/>
                  </a:lnTo>
                  <a:lnTo>
                    <a:pt x="281310" y="136467"/>
                  </a:lnTo>
                  <a:lnTo>
                    <a:pt x="281310" y="24072"/>
                  </a:lnTo>
                  <a:lnTo>
                    <a:pt x="279527" y="14705"/>
                  </a:lnTo>
                  <a:lnTo>
                    <a:pt x="274665" y="7053"/>
                  </a:lnTo>
                  <a:lnTo>
                    <a:pt x="267453" y="1892"/>
                  </a:lnTo>
                  <a:lnTo>
                    <a:pt x="25862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2258853" y="5419513"/>
              <a:ext cx="28575" cy="29845"/>
            </a:xfrm>
            <a:custGeom>
              <a:avLst/>
              <a:gdLst/>
              <a:ahLst/>
              <a:cxnLst/>
              <a:rect l="l" t="t" r="r" b="b"/>
              <a:pathLst>
                <a:path w="28575" h="29845">
                  <a:moveTo>
                    <a:pt x="21789" y="0"/>
                  </a:moveTo>
                  <a:lnTo>
                    <a:pt x="6282" y="0"/>
                  </a:lnTo>
                  <a:lnTo>
                    <a:pt x="0" y="6659"/>
                  </a:lnTo>
                  <a:lnTo>
                    <a:pt x="0" y="23109"/>
                  </a:lnTo>
                  <a:lnTo>
                    <a:pt x="6282" y="29779"/>
                  </a:lnTo>
                  <a:lnTo>
                    <a:pt x="21789" y="29779"/>
                  </a:lnTo>
                  <a:lnTo>
                    <a:pt x="28072" y="23109"/>
                  </a:lnTo>
                  <a:lnTo>
                    <a:pt x="28072" y="14889"/>
                  </a:lnTo>
                  <a:lnTo>
                    <a:pt x="28072" y="6659"/>
                  </a:lnTo>
                  <a:lnTo>
                    <a:pt x="21789" y="0"/>
                  </a:lnTo>
                  <a:close/>
                </a:path>
              </a:pathLst>
            </a:custGeom>
            <a:solidFill>
              <a:srgbClr val="2329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5141932" y="4430832"/>
              <a:ext cx="1160780" cy="448309"/>
            </a:xfrm>
            <a:custGeom>
              <a:avLst/>
              <a:gdLst/>
              <a:ahLst/>
              <a:cxnLst/>
              <a:rect l="l" t="t" r="r" b="b"/>
              <a:pathLst>
                <a:path w="1160780" h="448310">
                  <a:moveTo>
                    <a:pt x="1160272" y="100507"/>
                  </a:moveTo>
                  <a:lnTo>
                    <a:pt x="1157846" y="73723"/>
                  </a:lnTo>
                  <a:lnTo>
                    <a:pt x="1150912" y="47498"/>
                  </a:lnTo>
                  <a:lnTo>
                    <a:pt x="1139939" y="22644"/>
                  </a:lnTo>
                  <a:lnTo>
                    <a:pt x="1125435" y="0"/>
                  </a:lnTo>
                  <a:lnTo>
                    <a:pt x="1022604" y="0"/>
                  </a:lnTo>
                  <a:lnTo>
                    <a:pt x="1022604" y="300888"/>
                  </a:lnTo>
                  <a:lnTo>
                    <a:pt x="1022604" y="377329"/>
                  </a:lnTo>
                  <a:lnTo>
                    <a:pt x="1004646" y="418312"/>
                  </a:lnTo>
                  <a:lnTo>
                    <a:pt x="965149" y="439356"/>
                  </a:lnTo>
                  <a:lnTo>
                    <a:pt x="925652" y="447103"/>
                  </a:lnTo>
                  <a:lnTo>
                    <a:pt x="921575" y="447357"/>
                  </a:lnTo>
                  <a:lnTo>
                    <a:pt x="906424" y="447103"/>
                  </a:lnTo>
                  <a:lnTo>
                    <a:pt x="872083" y="439356"/>
                  </a:lnTo>
                  <a:lnTo>
                    <a:pt x="859421" y="418312"/>
                  </a:lnTo>
                  <a:lnTo>
                    <a:pt x="857618" y="377329"/>
                  </a:lnTo>
                  <a:lnTo>
                    <a:pt x="857618" y="301218"/>
                  </a:lnTo>
                  <a:lnTo>
                    <a:pt x="860933" y="278726"/>
                  </a:lnTo>
                  <a:lnTo>
                    <a:pt x="870280" y="258800"/>
                  </a:lnTo>
                  <a:lnTo>
                    <a:pt x="884770" y="242646"/>
                  </a:lnTo>
                  <a:lnTo>
                    <a:pt x="903541" y="231457"/>
                  </a:lnTo>
                  <a:lnTo>
                    <a:pt x="931887" y="211353"/>
                  </a:lnTo>
                  <a:lnTo>
                    <a:pt x="940460" y="198920"/>
                  </a:lnTo>
                  <a:lnTo>
                    <a:pt x="948804" y="211086"/>
                  </a:lnTo>
                  <a:lnTo>
                    <a:pt x="976947" y="231228"/>
                  </a:lnTo>
                  <a:lnTo>
                    <a:pt x="995616" y="242443"/>
                  </a:lnTo>
                  <a:lnTo>
                    <a:pt x="1010031" y="258584"/>
                  </a:lnTo>
                  <a:lnTo>
                    <a:pt x="1019314" y="278460"/>
                  </a:lnTo>
                  <a:lnTo>
                    <a:pt x="1022604" y="300888"/>
                  </a:lnTo>
                  <a:lnTo>
                    <a:pt x="1022604" y="0"/>
                  </a:lnTo>
                  <a:lnTo>
                    <a:pt x="942530" y="0"/>
                  </a:lnTo>
                  <a:lnTo>
                    <a:pt x="940498" y="3175"/>
                  </a:lnTo>
                  <a:lnTo>
                    <a:pt x="938479" y="0"/>
                  </a:lnTo>
                  <a:lnTo>
                    <a:pt x="835647" y="0"/>
                  </a:lnTo>
                  <a:lnTo>
                    <a:pt x="835647" y="300888"/>
                  </a:lnTo>
                  <a:lnTo>
                    <a:pt x="835647" y="377329"/>
                  </a:lnTo>
                  <a:lnTo>
                    <a:pt x="817689" y="418312"/>
                  </a:lnTo>
                  <a:lnTo>
                    <a:pt x="778192" y="439356"/>
                  </a:lnTo>
                  <a:lnTo>
                    <a:pt x="738695" y="447103"/>
                  </a:lnTo>
                  <a:lnTo>
                    <a:pt x="737489" y="447179"/>
                  </a:lnTo>
                  <a:lnTo>
                    <a:pt x="733018" y="447103"/>
                  </a:lnTo>
                  <a:lnTo>
                    <a:pt x="698665" y="439356"/>
                  </a:lnTo>
                  <a:lnTo>
                    <a:pt x="686015" y="418312"/>
                  </a:lnTo>
                  <a:lnTo>
                    <a:pt x="684199" y="377329"/>
                  </a:lnTo>
                  <a:lnTo>
                    <a:pt x="684199" y="301218"/>
                  </a:lnTo>
                  <a:lnTo>
                    <a:pt x="687514" y="278726"/>
                  </a:lnTo>
                  <a:lnTo>
                    <a:pt x="696861" y="258800"/>
                  </a:lnTo>
                  <a:lnTo>
                    <a:pt x="711365" y="242646"/>
                  </a:lnTo>
                  <a:lnTo>
                    <a:pt x="730123" y="231457"/>
                  </a:lnTo>
                  <a:lnTo>
                    <a:pt x="758469" y="211353"/>
                  </a:lnTo>
                  <a:lnTo>
                    <a:pt x="760247" y="208775"/>
                  </a:lnTo>
                  <a:lnTo>
                    <a:pt x="761847" y="211086"/>
                  </a:lnTo>
                  <a:lnTo>
                    <a:pt x="789990" y="231228"/>
                  </a:lnTo>
                  <a:lnTo>
                    <a:pt x="808659" y="242443"/>
                  </a:lnTo>
                  <a:lnTo>
                    <a:pt x="823074" y="258584"/>
                  </a:lnTo>
                  <a:lnTo>
                    <a:pt x="832358" y="278460"/>
                  </a:lnTo>
                  <a:lnTo>
                    <a:pt x="835647" y="300888"/>
                  </a:lnTo>
                  <a:lnTo>
                    <a:pt x="835647" y="0"/>
                  </a:lnTo>
                  <a:lnTo>
                    <a:pt x="765073" y="0"/>
                  </a:lnTo>
                  <a:lnTo>
                    <a:pt x="755561" y="0"/>
                  </a:lnTo>
                  <a:lnTo>
                    <a:pt x="662241" y="0"/>
                  </a:lnTo>
                  <a:lnTo>
                    <a:pt x="662241" y="300888"/>
                  </a:lnTo>
                  <a:lnTo>
                    <a:pt x="662241" y="377329"/>
                  </a:lnTo>
                  <a:lnTo>
                    <a:pt x="644283" y="418312"/>
                  </a:lnTo>
                  <a:lnTo>
                    <a:pt x="604786" y="439356"/>
                  </a:lnTo>
                  <a:lnTo>
                    <a:pt x="565277" y="447103"/>
                  </a:lnTo>
                  <a:lnTo>
                    <a:pt x="561200" y="447357"/>
                  </a:lnTo>
                  <a:lnTo>
                    <a:pt x="546061" y="447103"/>
                  </a:lnTo>
                  <a:lnTo>
                    <a:pt x="511708" y="439356"/>
                  </a:lnTo>
                  <a:lnTo>
                    <a:pt x="499059" y="418312"/>
                  </a:lnTo>
                  <a:lnTo>
                    <a:pt x="497243" y="377329"/>
                  </a:lnTo>
                  <a:lnTo>
                    <a:pt x="497243" y="301218"/>
                  </a:lnTo>
                  <a:lnTo>
                    <a:pt x="500557" y="278726"/>
                  </a:lnTo>
                  <a:lnTo>
                    <a:pt x="509905" y="258800"/>
                  </a:lnTo>
                  <a:lnTo>
                    <a:pt x="524408" y="242646"/>
                  </a:lnTo>
                  <a:lnTo>
                    <a:pt x="543166" y="231457"/>
                  </a:lnTo>
                  <a:lnTo>
                    <a:pt x="571512" y="211353"/>
                  </a:lnTo>
                  <a:lnTo>
                    <a:pt x="580085" y="198907"/>
                  </a:lnTo>
                  <a:lnTo>
                    <a:pt x="588441" y="211086"/>
                  </a:lnTo>
                  <a:lnTo>
                    <a:pt x="616585" y="231228"/>
                  </a:lnTo>
                  <a:lnTo>
                    <a:pt x="635241" y="242443"/>
                  </a:lnTo>
                  <a:lnTo>
                    <a:pt x="649655" y="258584"/>
                  </a:lnTo>
                  <a:lnTo>
                    <a:pt x="658939" y="278460"/>
                  </a:lnTo>
                  <a:lnTo>
                    <a:pt x="662241" y="300888"/>
                  </a:lnTo>
                  <a:lnTo>
                    <a:pt x="662241" y="0"/>
                  </a:lnTo>
                  <a:lnTo>
                    <a:pt x="582155" y="0"/>
                  </a:lnTo>
                  <a:lnTo>
                    <a:pt x="580123" y="3162"/>
                  </a:lnTo>
                  <a:lnTo>
                    <a:pt x="578116" y="0"/>
                  </a:lnTo>
                  <a:lnTo>
                    <a:pt x="475284" y="0"/>
                  </a:lnTo>
                  <a:lnTo>
                    <a:pt x="475284" y="300888"/>
                  </a:lnTo>
                  <a:lnTo>
                    <a:pt x="475284" y="377329"/>
                  </a:lnTo>
                  <a:lnTo>
                    <a:pt x="457327" y="418312"/>
                  </a:lnTo>
                  <a:lnTo>
                    <a:pt x="417830" y="439356"/>
                  </a:lnTo>
                  <a:lnTo>
                    <a:pt x="378320" y="447103"/>
                  </a:lnTo>
                  <a:lnTo>
                    <a:pt x="377113" y="447179"/>
                  </a:lnTo>
                  <a:lnTo>
                    <a:pt x="372643" y="447103"/>
                  </a:lnTo>
                  <a:lnTo>
                    <a:pt x="338289" y="439356"/>
                  </a:lnTo>
                  <a:lnTo>
                    <a:pt x="325640" y="418312"/>
                  </a:lnTo>
                  <a:lnTo>
                    <a:pt x="323837" y="377329"/>
                  </a:lnTo>
                  <a:lnTo>
                    <a:pt x="323837" y="301218"/>
                  </a:lnTo>
                  <a:lnTo>
                    <a:pt x="327139" y="278726"/>
                  </a:lnTo>
                  <a:lnTo>
                    <a:pt x="336486" y="258800"/>
                  </a:lnTo>
                  <a:lnTo>
                    <a:pt x="350989" y="242646"/>
                  </a:lnTo>
                  <a:lnTo>
                    <a:pt x="369760" y="231457"/>
                  </a:lnTo>
                  <a:lnTo>
                    <a:pt x="398106" y="211353"/>
                  </a:lnTo>
                  <a:lnTo>
                    <a:pt x="399884" y="208775"/>
                  </a:lnTo>
                  <a:lnTo>
                    <a:pt x="401472" y="211086"/>
                  </a:lnTo>
                  <a:lnTo>
                    <a:pt x="429615" y="231228"/>
                  </a:lnTo>
                  <a:lnTo>
                    <a:pt x="448284" y="242443"/>
                  </a:lnTo>
                  <a:lnTo>
                    <a:pt x="462699" y="258584"/>
                  </a:lnTo>
                  <a:lnTo>
                    <a:pt x="471982" y="278460"/>
                  </a:lnTo>
                  <a:lnTo>
                    <a:pt x="475284" y="300888"/>
                  </a:lnTo>
                  <a:lnTo>
                    <a:pt x="475284" y="0"/>
                  </a:lnTo>
                  <a:lnTo>
                    <a:pt x="404698" y="0"/>
                  </a:lnTo>
                  <a:lnTo>
                    <a:pt x="395198" y="0"/>
                  </a:lnTo>
                  <a:lnTo>
                    <a:pt x="301866" y="0"/>
                  </a:lnTo>
                  <a:lnTo>
                    <a:pt x="301866" y="300888"/>
                  </a:lnTo>
                  <a:lnTo>
                    <a:pt x="301866" y="377329"/>
                  </a:lnTo>
                  <a:lnTo>
                    <a:pt x="283908" y="418312"/>
                  </a:lnTo>
                  <a:lnTo>
                    <a:pt x="244411" y="439356"/>
                  </a:lnTo>
                  <a:lnTo>
                    <a:pt x="204914" y="447103"/>
                  </a:lnTo>
                  <a:lnTo>
                    <a:pt x="200837" y="447357"/>
                  </a:lnTo>
                  <a:lnTo>
                    <a:pt x="185686" y="447103"/>
                  </a:lnTo>
                  <a:lnTo>
                    <a:pt x="151333" y="439356"/>
                  </a:lnTo>
                  <a:lnTo>
                    <a:pt x="138684" y="418312"/>
                  </a:lnTo>
                  <a:lnTo>
                    <a:pt x="136880" y="377329"/>
                  </a:lnTo>
                  <a:lnTo>
                    <a:pt x="136880" y="301218"/>
                  </a:lnTo>
                  <a:lnTo>
                    <a:pt x="140182" y="278726"/>
                  </a:lnTo>
                  <a:lnTo>
                    <a:pt x="149529" y="258800"/>
                  </a:lnTo>
                  <a:lnTo>
                    <a:pt x="164033" y="242646"/>
                  </a:lnTo>
                  <a:lnTo>
                    <a:pt x="182803" y="231457"/>
                  </a:lnTo>
                  <a:lnTo>
                    <a:pt x="211150" y="211353"/>
                  </a:lnTo>
                  <a:lnTo>
                    <a:pt x="219722" y="198920"/>
                  </a:lnTo>
                  <a:lnTo>
                    <a:pt x="228066" y="211086"/>
                  </a:lnTo>
                  <a:lnTo>
                    <a:pt x="256209" y="231228"/>
                  </a:lnTo>
                  <a:lnTo>
                    <a:pt x="274878" y="242443"/>
                  </a:lnTo>
                  <a:lnTo>
                    <a:pt x="289293" y="258584"/>
                  </a:lnTo>
                  <a:lnTo>
                    <a:pt x="298577" y="278460"/>
                  </a:lnTo>
                  <a:lnTo>
                    <a:pt x="301866" y="300888"/>
                  </a:lnTo>
                  <a:lnTo>
                    <a:pt x="301866" y="0"/>
                  </a:lnTo>
                  <a:lnTo>
                    <a:pt x="221780" y="0"/>
                  </a:lnTo>
                  <a:lnTo>
                    <a:pt x="219760" y="3162"/>
                  </a:lnTo>
                  <a:lnTo>
                    <a:pt x="217741" y="0"/>
                  </a:lnTo>
                  <a:lnTo>
                    <a:pt x="34823" y="0"/>
                  </a:lnTo>
                  <a:lnTo>
                    <a:pt x="20332" y="22644"/>
                  </a:lnTo>
                  <a:lnTo>
                    <a:pt x="9359" y="47498"/>
                  </a:lnTo>
                  <a:lnTo>
                    <a:pt x="2425" y="73723"/>
                  </a:lnTo>
                  <a:lnTo>
                    <a:pt x="0" y="100507"/>
                  </a:lnTo>
                  <a:lnTo>
                    <a:pt x="5041" y="140576"/>
                  </a:lnTo>
                  <a:lnTo>
                    <a:pt x="19227" y="179146"/>
                  </a:lnTo>
                  <a:lnTo>
                    <a:pt x="41109" y="211086"/>
                  </a:lnTo>
                  <a:lnTo>
                    <a:pt x="69240" y="231228"/>
                  </a:lnTo>
                  <a:lnTo>
                    <a:pt x="87909" y="242443"/>
                  </a:lnTo>
                  <a:lnTo>
                    <a:pt x="102323" y="258584"/>
                  </a:lnTo>
                  <a:lnTo>
                    <a:pt x="111620" y="278460"/>
                  </a:lnTo>
                  <a:lnTo>
                    <a:pt x="114909" y="300888"/>
                  </a:lnTo>
                  <a:lnTo>
                    <a:pt x="114909" y="377329"/>
                  </a:lnTo>
                  <a:lnTo>
                    <a:pt x="96951" y="418312"/>
                  </a:lnTo>
                  <a:lnTo>
                    <a:pt x="57454" y="439356"/>
                  </a:lnTo>
                  <a:lnTo>
                    <a:pt x="17957" y="447103"/>
                  </a:lnTo>
                  <a:lnTo>
                    <a:pt x="0" y="448208"/>
                  </a:lnTo>
                  <a:lnTo>
                    <a:pt x="186956" y="448208"/>
                  </a:lnTo>
                  <a:lnTo>
                    <a:pt x="1160272" y="448208"/>
                  </a:lnTo>
                  <a:lnTo>
                    <a:pt x="1093381" y="447103"/>
                  </a:lnTo>
                  <a:lnTo>
                    <a:pt x="1059040" y="439356"/>
                  </a:lnTo>
                  <a:lnTo>
                    <a:pt x="1046378" y="418312"/>
                  </a:lnTo>
                  <a:lnTo>
                    <a:pt x="1044575" y="377329"/>
                  </a:lnTo>
                  <a:lnTo>
                    <a:pt x="1044575" y="301218"/>
                  </a:lnTo>
                  <a:lnTo>
                    <a:pt x="1047889" y="278726"/>
                  </a:lnTo>
                  <a:lnTo>
                    <a:pt x="1057236" y="258800"/>
                  </a:lnTo>
                  <a:lnTo>
                    <a:pt x="1071727" y="242646"/>
                  </a:lnTo>
                  <a:lnTo>
                    <a:pt x="1090498" y="231457"/>
                  </a:lnTo>
                  <a:lnTo>
                    <a:pt x="1118844" y="211353"/>
                  </a:lnTo>
                  <a:lnTo>
                    <a:pt x="1140891" y="179387"/>
                  </a:lnTo>
                  <a:lnTo>
                    <a:pt x="1155192" y="140728"/>
                  </a:lnTo>
                  <a:lnTo>
                    <a:pt x="1160272" y="100507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5498860" y="3222027"/>
              <a:ext cx="773430" cy="436245"/>
            </a:xfrm>
            <a:custGeom>
              <a:avLst/>
              <a:gdLst/>
              <a:ahLst/>
              <a:cxnLst/>
              <a:rect l="l" t="t" r="r" b="b"/>
              <a:pathLst>
                <a:path w="773430" h="436245">
                  <a:moveTo>
                    <a:pt x="773096" y="0"/>
                  </a:moveTo>
                  <a:lnTo>
                    <a:pt x="0" y="0"/>
                  </a:lnTo>
                  <a:lnTo>
                    <a:pt x="0" y="57129"/>
                  </a:lnTo>
                  <a:lnTo>
                    <a:pt x="2774" y="108572"/>
                  </a:lnTo>
                  <a:lnTo>
                    <a:pt x="10856" y="157912"/>
                  </a:lnTo>
                  <a:lnTo>
                    <a:pt x="23883" y="204696"/>
                  </a:lnTo>
                  <a:lnTo>
                    <a:pt x="41493" y="248475"/>
                  </a:lnTo>
                  <a:lnTo>
                    <a:pt x="63325" y="288795"/>
                  </a:lnTo>
                  <a:lnTo>
                    <a:pt x="89015" y="325204"/>
                  </a:lnTo>
                  <a:lnTo>
                    <a:pt x="118202" y="357252"/>
                  </a:lnTo>
                  <a:lnTo>
                    <a:pt x="150524" y="384486"/>
                  </a:lnTo>
                  <a:lnTo>
                    <a:pt x="185619" y="406454"/>
                  </a:lnTo>
                  <a:lnTo>
                    <a:pt x="223124" y="422705"/>
                  </a:lnTo>
                  <a:lnTo>
                    <a:pt x="262677" y="432787"/>
                  </a:lnTo>
                  <a:lnTo>
                    <a:pt x="303917" y="436248"/>
                  </a:lnTo>
                  <a:lnTo>
                    <a:pt x="469179" y="436248"/>
                  </a:lnTo>
                  <a:lnTo>
                    <a:pt x="510419" y="432787"/>
                  </a:lnTo>
                  <a:lnTo>
                    <a:pt x="549972" y="422705"/>
                  </a:lnTo>
                  <a:lnTo>
                    <a:pt x="587477" y="406454"/>
                  </a:lnTo>
                  <a:lnTo>
                    <a:pt x="622572" y="384486"/>
                  </a:lnTo>
                  <a:lnTo>
                    <a:pt x="654894" y="357252"/>
                  </a:lnTo>
                  <a:lnTo>
                    <a:pt x="684081" y="325204"/>
                  </a:lnTo>
                  <a:lnTo>
                    <a:pt x="709771" y="288795"/>
                  </a:lnTo>
                  <a:lnTo>
                    <a:pt x="731603" y="248475"/>
                  </a:lnTo>
                  <a:lnTo>
                    <a:pt x="749213" y="204696"/>
                  </a:lnTo>
                  <a:lnTo>
                    <a:pt x="762240" y="157912"/>
                  </a:lnTo>
                  <a:lnTo>
                    <a:pt x="770322" y="108572"/>
                  </a:lnTo>
                  <a:lnTo>
                    <a:pt x="773096" y="57129"/>
                  </a:lnTo>
                  <a:lnTo>
                    <a:pt x="773096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821988" y="2796914"/>
              <a:ext cx="11898630" cy="2082164"/>
            </a:xfrm>
            <a:custGeom>
              <a:avLst/>
              <a:gdLst/>
              <a:ahLst/>
              <a:cxnLst/>
              <a:rect l="l" t="t" r="r" b="b"/>
              <a:pathLst>
                <a:path w="11898630" h="2082164">
                  <a:moveTo>
                    <a:pt x="705827" y="2045017"/>
                  </a:moveTo>
                  <a:lnTo>
                    <a:pt x="37706" y="2045017"/>
                  </a:lnTo>
                  <a:lnTo>
                    <a:pt x="40449" y="2059457"/>
                  </a:lnTo>
                  <a:lnTo>
                    <a:pt x="47955" y="2071255"/>
                  </a:lnTo>
                  <a:lnTo>
                    <a:pt x="59080" y="2079218"/>
                  </a:lnTo>
                  <a:lnTo>
                    <a:pt x="72694" y="2082126"/>
                  </a:lnTo>
                  <a:lnTo>
                    <a:pt x="670852" y="2082126"/>
                  </a:lnTo>
                  <a:lnTo>
                    <a:pt x="684466" y="2079218"/>
                  </a:lnTo>
                  <a:lnTo>
                    <a:pt x="695579" y="2071255"/>
                  </a:lnTo>
                  <a:lnTo>
                    <a:pt x="703084" y="2059457"/>
                  </a:lnTo>
                  <a:lnTo>
                    <a:pt x="705827" y="2045017"/>
                  </a:lnTo>
                  <a:close/>
                </a:path>
                <a:path w="11898630" h="2082164">
                  <a:moveTo>
                    <a:pt x="705827" y="1467319"/>
                  </a:moveTo>
                  <a:lnTo>
                    <a:pt x="37706" y="1467319"/>
                  </a:lnTo>
                  <a:lnTo>
                    <a:pt x="40449" y="1481759"/>
                  </a:lnTo>
                  <a:lnTo>
                    <a:pt x="47955" y="1493558"/>
                  </a:lnTo>
                  <a:lnTo>
                    <a:pt x="59080" y="1501521"/>
                  </a:lnTo>
                  <a:lnTo>
                    <a:pt x="72694" y="1504429"/>
                  </a:lnTo>
                  <a:lnTo>
                    <a:pt x="670852" y="1504429"/>
                  </a:lnTo>
                  <a:lnTo>
                    <a:pt x="684466" y="1501521"/>
                  </a:lnTo>
                  <a:lnTo>
                    <a:pt x="695579" y="1493558"/>
                  </a:lnTo>
                  <a:lnTo>
                    <a:pt x="703084" y="1481759"/>
                  </a:lnTo>
                  <a:lnTo>
                    <a:pt x="705827" y="1467319"/>
                  </a:lnTo>
                  <a:close/>
                </a:path>
                <a:path w="11898630" h="2082164">
                  <a:moveTo>
                    <a:pt x="743534" y="1825383"/>
                  </a:moveTo>
                  <a:lnTo>
                    <a:pt x="670852" y="1825383"/>
                  </a:lnTo>
                  <a:lnTo>
                    <a:pt x="684466" y="1822462"/>
                  </a:lnTo>
                  <a:lnTo>
                    <a:pt x="695579" y="1814512"/>
                  </a:lnTo>
                  <a:lnTo>
                    <a:pt x="703084" y="1802714"/>
                  </a:lnTo>
                  <a:lnTo>
                    <a:pt x="705827" y="1788261"/>
                  </a:lnTo>
                  <a:lnTo>
                    <a:pt x="37706" y="1788261"/>
                  </a:lnTo>
                  <a:lnTo>
                    <a:pt x="40449" y="1802714"/>
                  </a:lnTo>
                  <a:lnTo>
                    <a:pt x="47955" y="1814512"/>
                  </a:lnTo>
                  <a:lnTo>
                    <a:pt x="59080" y="1822462"/>
                  </a:lnTo>
                  <a:lnTo>
                    <a:pt x="72694" y="1825383"/>
                  </a:lnTo>
                  <a:lnTo>
                    <a:pt x="0" y="1825383"/>
                  </a:lnTo>
                  <a:lnTo>
                    <a:pt x="0" y="1852447"/>
                  </a:lnTo>
                  <a:lnTo>
                    <a:pt x="37706" y="1852447"/>
                  </a:lnTo>
                  <a:lnTo>
                    <a:pt x="40449" y="1866900"/>
                  </a:lnTo>
                  <a:lnTo>
                    <a:pt x="47955" y="1878698"/>
                  </a:lnTo>
                  <a:lnTo>
                    <a:pt x="59080" y="1886648"/>
                  </a:lnTo>
                  <a:lnTo>
                    <a:pt x="72694" y="1889569"/>
                  </a:lnTo>
                  <a:lnTo>
                    <a:pt x="0" y="1889569"/>
                  </a:lnTo>
                  <a:lnTo>
                    <a:pt x="0" y="1916633"/>
                  </a:lnTo>
                  <a:lnTo>
                    <a:pt x="37706" y="1916633"/>
                  </a:lnTo>
                  <a:lnTo>
                    <a:pt x="40449" y="1931085"/>
                  </a:lnTo>
                  <a:lnTo>
                    <a:pt x="47955" y="1942884"/>
                  </a:lnTo>
                  <a:lnTo>
                    <a:pt x="59080" y="1950834"/>
                  </a:lnTo>
                  <a:lnTo>
                    <a:pt x="72694" y="1953755"/>
                  </a:lnTo>
                  <a:lnTo>
                    <a:pt x="0" y="1953755"/>
                  </a:lnTo>
                  <a:lnTo>
                    <a:pt x="0" y="1980819"/>
                  </a:lnTo>
                  <a:lnTo>
                    <a:pt x="37706" y="1980819"/>
                  </a:lnTo>
                  <a:lnTo>
                    <a:pt x="40449" y="1995271"/>
                  </a:lnTo>
                  <a:lnTo>
                    <a:pt x="47955" y="2007069"/>
                  </a:lnTo>
                  <a:lnTo>
                    <a:pt x="59080" y="2015020"/>
                  </a:lnTo>
                  <a:lnTo>
                    <a:pt x="72694" y="2017941"/>
                  </a:lnTo>
                  <a:lnTo>
                    <a:pt x="0" y="2017941"/>
                  </a:lnTo>
                  <a:lnTo>
                    <a:pt x="0" y="2045004"/>
                  </a:lnTo>
                  <a:lnTo>
                    <a:pt x="743534" y="2045004"/>
                  </a:lnTo>
                  <a:lnTo>
                    <a:pt x="743534" y="2017941"/>
                  </a:lnTo>
                  <a:lnTo>
                    <a:pt x="670852" y="2017941"/>
                  </a:lnTo>
                  <a:lnTo>
                    <a:pt x="684466" y="2015020"/>
                  </a:lnTo>
                  <a:lnTo>
                    <a:pt x="695579" y="2007069"/>
                  </a:lnTo>
                  <a:lnTo>
                    <a:pt x="703084" y="1995271"/>
                  </a:lnTo>
                  <a:lnTo>
                    <a:pt x="705827" y="1980819"/>
                  </a:lnTo>
                  <a:lnTo>
                    <a:pt x="743534" y="1980819"/>
                  </a:lnTo>
                  <a:lnTo>
                    <a:pt x="743534" y="1953755"/>
                  </a:lnTo>
                  <a:lnTo>
                    <a:pt x="670852" y="1953755"/>
                  </a:lnTo>
                  <a:lnTo>
                    <a:pt x="684466" y="1950834"/>
                  </a:lnTo>
                  <a:lnTo>
                    <a:pt x="695579" y="1942884"/>
                  </a:lnTo>
                  <a:lnTo>
                    <a:pt x="703084" y="1931085"/>
                  </a:lnTo>
                  <a:lnTo>
                    <a:pt x="705827" y="1916633"/>
                  </a:lnTo>
                  <a:lnTo>
                    <a:pt x="743534" y="1916633"/>
                  </a:lnTo>
                  <a:lnTo>
                    <a:pt x="743534" y="1889569"/>
                  </a:lnTo>
                  <a:lnTo>
                    <a:pt x="670852" y="1889569"/>
                  </a:lnTo>
                  <a:lnTo>
                    <a:pt x="684466" y="1886648"/>
                  </a:lnTo>
                  <a:lnTo>
                    <a:pt x="695579" y="1878698"/>
                  </a:lnTo>
                  <a:lnTo>
                    <a:pt x="703084" y="1866900"/>
                  </a:lnTo>
                  <a:lnTo>
                    <a:pt x="705827" y="1852447"/>
                  </a:lnTo>
                  <a:lnTo>
                    <a:pt x="743534" y="1852447"/>
                  </a:lnTo>
                  <a:lnTo>
                    <a:pt x="743534" y="1825383"/>
                  </a:lnTo>
                  <a:close/>
                </a:path>
                <a:path w="11898630" h="2082164">
                  <a:moveTo>
                    <a:pt x="743534" y="1504442"/>
                  </a:moveTo>
                  <a:lnTo>
                    <a:pt x="0" y="1504442"/>
                  </a:lnTo>
                  <a:lnTo>
                    <a:pt x="0" y="1531505"/>
                  </a:lnTo>
                  <a:lnTo>
                    <a:pt x="37706" y="1531505"/>
                  </a:lnTo>
                  <a:lnTo>
                    <a:pt x="40449" y="1545958"/>
                  </a:lnTo>
                  <a:lnTo>
                    <a:pt x="47955" y="1557756"/>
                  </a:lnTo>
                  <a:lnTo>
                    <a:pt x="59080" y="1565706"/>
                  </a:lnTo>
                  <a:lnTo>
                    <a:pt x="72694" y="1568627"/>
                  </a:lnTo>
                  <a:lnTo>
                    <a:pt x="0" y="1568627"/>
                  </a:lnTo>
                  <a:lnTo>
                    <a:pt x="0" y="1595691"/>
                  </a:lnTo>
                  <a:lnTo>
                    <a:pt x="37706" y="1595691"/>
                  </a:lnTo>
                  <a:lnTo>
                    <a:pt x="40449" y="1610144"/>
                  </a:lnTo>
                  <a:lnTo>
                    <a:pt x="47955" y="1621942"/>
                  </a:lnTo>
                  <a:lnTo>
                    <a:pt x="59080" y="1629892"/>
                  </a:lnTo>
                  <a:lnTo>
                    <a:pt x="72694" y="1632813"/>
                  </a:lnTo>
                  <a:lnTo>
                    <a:pt x="0" y="1632813"/>
                  </a:lnTo>
                  <a:lnTo>
                    <a:pt x="0" y="1659877"/>
                  </a:lnTo>
                  <a:lnTo>
                    <a:pt x="37706" y="1659877"/>
                  </a:lnTo>
                  <a:lnTo>
                    <a:pt x="40449" y="1674329"/>
                  </a:lnTo>
                  <a:lnTo>
                    <a:pt x="47955" y="1686128"/>
                  </a:lnTo>
                  <a:lnTo>
                    <a:pt x="59080" y="1694078"/>
                  </a:lnTo>
                  <a:lnTo>
                    <a:pt x="72694" y="1696999"/>
                  </a:lnTo>
                  <a:lnTo>
                    <a:pt x="0" y="1696999"/>
                  </a:lnTo>
                  <a:lnTo>
                    <a:pt x="0" y="1724063"/>
                  </a:lnTo>
                  <a:lnTo>
                    <a:pt x="37706" y="1724063"/>
                  </a:lnTo>
                  <a:lnTo>
                    <a:pt x="40449" y="1738515"/>
                  </a:lnTo>
                  <a:lnTo>
                    <a:pt x="47955" y="1750314"/>
                  </a:lnTo>
                  <a:lnTo>
                    <a:pt x="59080" y="1758276"/>
                  </a:lnTo>
                  <a:lnTo>
                    <a:pt x="72694" y="1761185"/>
                  </a:lnTo>
                  <a:lnTo>
                    <a:pt x="0" y="1761185"/>
                  </a:lnTo>
                  <a:lnTo>
                    <a:pt x="0" y="1788248"/>
                  </a:lnTo>
                  <a:lnTo>
                    <a:pt x="743534" y="1788248"/>
                  </a:lnTo>
                  <a:lnTo>
                    <a:pt x="743534" y="1761185"/>
                  </a:lnTo>
                  <a:lnTo>
                    <a:pt x="670852" y="1761185"/>
                  </a:lnTo>
                  <a:lnTo>
                    <a:pt x="684466" y="1758276"/>
                  </a:lnTo>
                  <a:lnTo>
                    <a:pt x="695579" y="1750314"/>
                  </a:lnTo>
                  <a:lnTo>
                    <a:pt x="703084" y="1738515"/>
                  </a:lnTo>
                  <a:lnTo>
                    <a:pt x="705827" y="1724063"/>
                  </a:lnTo>
                  <a:lnTo>
                    <a:pt x="743534" y="1724063"/>
                  </a:lnTo>
                  <a:lnTo>
                    <a:pt x="743534" y="1696999"/>
                  </a:lnTo>
                  <a:lnTo>
                    <a:pt x="670852" y="1696999"/>
                  </a:lnTo>
                  <a:lnTo>
                    <a:pt x="684466" y="1694078"/>
                  </a:lnTo>
                  <a:lnTo>
                    <a:pt x="695579" y="1686128"/>
                  </a:lnTo>
                  <a:lnTo>
                    <a:pt x="703084" y="1674329"/>
                  </a:lnTo>
                  <a:lnTo>
                    <a:pt x="705827" y="1659877"/>
                  </a:lnTo>
                  <a:lnTo>
                    <a:pt x="743534" y="1659877"/>
                  </a:lnTo>
                  <a:lnTo>
                    <a:pt x="743534" y="1632813"/>
                  </a:lnTo>
                  <a:lnTo>
                    <a:pt x="670852" y="1632813"/>
                  </a:lnTo>
                  <a:lnTo>
                    <a:pt x="684466" y="1629892"/>
                  </a:lnTo>
                  <a:lnTo>
                    <a:pt x="695579" y="1621942"/>
                  </a:lnTo>
                  <a:lnTo>
                    <a:pt x="703084" y="1610144"/>
                  </a:lnTo>
                  <a:lnTo>
                    <a:pt x="705827" y="1595691"/>
                  </a:lnTo>
                  <a:lnTo>
                    <a:pt x="743534" y="1595691"/>
                  </a:lnTo>
                  <a:lnTo>
                    <a:pt x="743534" y="1568627"/>
                  </a:lnTo>
                  <a:lnTo>
                    <a:pt x="670852" y="1568627"/>
                  </a:lnTo>
                  <a:lnTo>
                    <a:pt x="684466" y="1565706"/>
                  </a:lnTo>
                  <a:lnTo>
                    <a:pt x="695579" y="1557756"/>
                  </a:lnTo>
                  <a:lnTo>
                    <a:pt x="703084" y="1545958"/>
                  </a:lnTo>
                  <a:lnTo>
                    <a:pt x="705827" y="1531505"/>
                  </a:lnTo>
                  <a:lnTo>
                    <a:pt x="743534" y="1531505"/>
                  </a:lnTo>
                  <a:lnTo>
                    <a:pt x="743534" y="1504442"/>
                  </a:lnTo>
                  <a:close/>
                </a:path>
                <a:path w="11898630" h="2082164">
                  <a:moveTo>
                    <a:pt x="743534" y="1440243"/>
                  </a:moveTo>
                  <a:lnTo>
                    <a:pt x="0" y="1440243"/>
                  </a:lnTo>
                  <a:lnTo>
                    <a:pt x="0" y="1467307"/>
                  </a:lnTo>
                  <a:lnTo>
                    <a:pt x="743534" y="1467307"/>
                  </a:lnTo>
                  <a:lnTo>
                    <a:pt x="743534" y="1440243"/>
                  </a:lnTo>
                  <a:close/>
                </a:path>
                <a:path w="11898630" h="2082164">
                  <a:moveTo>
                    <a:pt x="807554" y="0"/>
                  </a:moveTo>
                  <a:lnTo>
                    <a:pt x="287274" y="0"/>
                  </a:lnTo>
                  <a:lnTo>
                    <a:pt x="287274" y="836714"/>
                  </a:lnTo>
                  <a:lnTo>
                    <a:pt x="807554" y="836714"/>
                  </a:lnTo>
                  <a:lnTo>
                    <a:pt x="807554" y="0"/>
                  </a:lnTo>
                  <a:close/>
                </a:path>
                <a:path w="11898630" h="2082164">
                  <a:moveTo>
                    <a:pt x="11898160" y="614489"/>
                  </a:moveTo>
                  <a:lnTo>
                    <a:pt x="11460645" y="614489"/>
                  </a:lnTo>
                  <a:lnTo>
                    <a:pt x="11460645" y="646811"/>
                  </a:lnTo>
                  <a:lnTo>
                    <a:pt x="11465192" y="696010"/>
                  </a:lnTo>
                  <a:lnTo>
                    <a:pt x="11478120" y="741159"/>
                  </a:lnTo>
                  <a:lnTo>
                    <a:pt x="11498428" y="780999"/>
                  </a:lnTo>
                  <a:lnTo>
                    <a:pt x="11525060" y="814222"/>
                  </a:lnTo>
                  <a:lnTo>
                    <a:pt x="11557000" y="839558"/>
                  </a:lnTo>
                  <a:lnTo>
                    <a:pt x="11593208" y="855687"/>
                  </a:lnTo>
                  <a:lnTo>
                    <a:pt x="11632641" y="861364"/>
                  </a:lnTo>
                  <a:lnTo>
                    <a:pt x="11726164" y="861364"/>
                  </a:lnTo>
                  <a:lnTo>
                    <a:pt x="11765598" y="855687"/>
                  </a:lnTo>
                  <a:lnTo>
                    <a:pt x="11801805" y="839558"/>
                  </a:lnTo>
                  <a:lnTo>
                    <a:pt x="11833746" y="814222"/>
                  </a:lnTo>
                  <a:lnTo>
                    <a:pt x="11860378" y="780999"/>
                  </a:lnTo>
                  <a:lnTo>
                    <a:pt x="11880672" y="741159"/>
                  </a:lnTo>
                  <a:lnTo>
                    <a:pt x="11893614" y="696010"/>
                  </a:lnTo>
                  <a:lnTo>
                    <a:pt x="11898160" y="646811"/>
                  </a:lnTo>
                  <a:lnTo>
                    <a:pt x="11898160" y="6144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086034" y="2772885"/>
              <a:ext cx="567055" cy="885190"/>
            </a:xfrm>
            <a:custGeom>
              <a:avLst/>
              <a:gdLst/>
              <a:ahLst/>
              <a:cxnLst/>
              <a:rect l="l" t="t" r="r" b="b"/>
              <a:pathLst>
                <a:path w="567054" h="885189">
                  <a:moveTo>
                    <a:pt x="566750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0" y="835660"/>
                  </a:lnTo>
                  <a:lnTo>
                    <a:pt x="0" y="885190"/>
                  </a:lnTo>
                  <a:lnTo>
                    <a:pt x="566750" y="885190"/>
                  </a:lnTo>
                  <a:lnTo>
                    <a:pt x="566750" y="836104"/>
                  </a:lnTo>
                  <a:lnTo>
                    <a:pt x="566750" y="835660"/>
                  </a:lnTo>
                  <a:lnTo>
                    <a:pt x="566750" y="48679"/>
                  </a:lnTo>
                  <a:lnTo>
                    <a:pt x="520293" y="48679"/>
                  </a:lnTo>
                  <a:lnTo>
                    <a:pt x="520293" y="835660"/>
                  </a:lnTo>
                  <a:lnTo>
                    <a:pt x="46456" y="835660"/>
                  </a:lnTo>
                  <a:lnTo>
                    <a:pt x="46456" y="48260"/>
                  </a:lnTo>
                  <a:lnTo>
                    <a:pt x="566750" y="48260"/>
                  </a:lnTo>
                  <a:lnTo>
                    <a:pt x="566750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205275" y="2886571"/>
              <a:ext cx="328295" cy="657860"/>
            </a:xfrm>
            <a:custGeom>
              <a:avLst/>
              <a:gdLst/>
              <a:ahLst/>
              <a:cxnLst/>
              <a:rect l="l" t="t" r="r" b="b"/>
              <a:pathLst>
                <a:path w="328295" h="657860">
                  <a:moveTo>
                    <a:pt x="328283" y="0"/>
                  </a:moveTo>
                  <a:lnTo>
                    <a:pt x="0" y="0"/>
                  </a:lnTo>
                  <a:lnTo>
                    <a:pt x="0" y="657414"/>
                  </a:lnTo>
                  <a:lnTo>
                    <a:pt x="328283" y="657414"/>
                  </a:lnTo>
                  <a:lnTo>
                    <a:pt x="328283" y="0"/>
                  </a:lnTo>
                  <a:close/>
                </a:path>
              </a:pathLst>
            </a:custGeom>
            <a:solidFill>
              <a:srgbClr val="5061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840972" y="3396325"/>
              <a:ext cx="216535" cy="180975"/>
            </a:xfrm>
            <a:custGeom>
              <a:avLst/>
              <a:gdLst/>
              <a:ahLst/>
              <a:cxnLst/>
              <a:rect l="l" t="t" r="r" b="b"/>
              <a:pathLst>
                <a:path w="216535" h="180975">
                  <a:moveTo>
                    <a:pt x="0" y="180821"/>
                  </a:moveTo>
                  <a:lnTo>
                    <a:pt x="216255" y="180821"/>
                  </a:lnTo>
                  <a:lnTo>
                    <a:pt x="216255" y="0"/>
                  </a:lnTo>
                  <a:lnTo>
                    <a:pt x="0" y="0"/>
                  </a:lnTo>
                  <a:lnTo>
                    <a:pt x="0" y="180821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840972" y="3577147"/>
              <a:ext cx="216535" cy="81280"/>
            </a:xfrm>
            <a:custGeom>
              <a:avLst/>
              <a:gdLst/>
              <a:ahLst/>
              <a:cxnLst/>
              <a:rect l="l" t="t" r="r" b="b"/>
              <a:pathLst>
                <a:path w="216535" h="81279">
                  <a:moveTo>
                    <a:pt x="216255" y="0"/>
                  </a:moveTo>
                  <a:lnTo>
                    <a:pt x="0" y="0"/>
                  </a:lnTo>
                  <a:lnTo>
                    <a:pt x="0" y="81128"/>
                  </a:lnTo>
                  <a:lnTo>
                    <a:pt x="216255" y="81128"/>
                  </a:lnTo>
                  <a:lnTo>
                    <a:pt x="2162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134376" y="3396325"/>
              <a:ext cx="216535" cy="180975"/>
            </a:xfrm>
            <a:custGeom>
              <a:avLst/>
              <a:gdLst/>
              <a:ahLst/>
              <a:cxnLst/>
              <a:rect l="l" t="t" r="r" b="b"/>
              <a:pathLst>
                <a:path w="216535" h="180975">
                  <a:moveTo>
                    <a:pt x="0" y="180821"/>
                  </a:moveTo>
                  <a:lnTo>
                    <a:pt x="216244" y="180821"/>
                  </a:lnTo>
                  <a:lnTo>
                    <a:pt x="216244" y="0"/>
                  </a:lnTo>
                  <a:lnTo>
                    <a:pt x="0" y="0"/>
                  </a:lnTo>
                  <a:lnTo>
                    <a:pt x="0" y="180821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4134376" y="3577147"/>
              <a:ext cx="216535" cy="81280"/>
            </a:xfrm>
            <a:custGeom>
              <a:avLst/>
              <a:gdLst/>
              <a:ahLst/>
              <a:cxnLst/>
              <a:rect l="l" t="t" r="r" b="b"/>
              <a:pathLst>
                <a:path w="216535" h="81279">
                  <a:moveTo>
                    <a:pt x="216244" y="0"/>
                  </a:moveTo>
                  <a:lnTo>
                    <a:pt x="0" y="0"/>
                  </a:lnTo>
                  <a:lnTo>
                    <a:pt x="0" y="81128"/>
                  </a:lnTo>
                  <a:lnTo>
                    <a:pt x="216244" y="81128"/>
                  </a:lnTo>
                  <a:lnTo>
                    <a:pt x="216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427771" y="3396325"/>
              <a:ext cx="216535" cy="180975"/>
            </a:xfrm>
            <a:custGeom>
              <a:avLst/>
              <a:gdLst/>
              <a:ahLst/>
              <a:cxnLst/>
              <a:rect l="l" t="t" r="r" b="b"/>
              <a:pathLst>
                <a:path w="216535" h="180975">
                  <a:moveTo>
                    <a:pt x="0" y="180821"/>
                  </a:moveTo>
                  <a:lnTo>
                    <a:pt x="216244" y="180821"/>
                  </a:lnTo>
                  <a:lnTo>
                    <a:pt x="216244" y="0"/>
                  </a:lnTo>
                  <a:lnTo>
                    <a:pt x="0" y="0"/>
                  </a:lnTo>
                  <a:lnTo>
                    <a:pt x="0" y="180821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427771" y="3577147"/>
              <a:ext cx="216535" cy="81280"/>
            </a:xfrm>
            <a:custGeom>
              <a:avLst/>
              <a:gdLst/>
              <a:ahLst/>
              <a:cxnLst/>
              <a:rect l="l" t="t" r="r" b="b"/>
              <a:pathLst>
                <a:path w="216535" h="81279">
                  <a:moveTo>
                    <a:pt x="216244" y="0"/>
                  </a:moveTo>
                  <a:lnTo>
                    <a:pt x="0" y="0"/>
                  </a:lnTo>
                  <a:lnTo>
                    <a:pt x="0" y="81128"/>
                  </a:lnTo>
                  <a:lnTo>
                    <a:pt x="216244" y="81128"/>
                  </a:lnTo>
                  <a:lnTo>
                    <a:pt x="216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721165" y="3396325"/>
              <a:ext cx="216535" cy="180975"/>
            </a:xfrm>
            <a:custGeom>
              <a:avLst/>
              <a:gdLst/>
              <a:ahLst/>
              <a:cxnLst/>
              <a:rect l="l" t="t" r="r" b="b"/>
              <a:pathLst>
                <a:path w="216535" h="180975">
                  <a:moveTo>
                    <a:pt x="0" y="180821"/>
                  </a:moveTo>
                  <a:lnTo>
                    <a:pt x="216255" y="180821"/>
                  </a:lnTo>
                  <a:lnTo>
                    <a:pt x="216255" y="0"/>
                  </a:lnTo>
                  <a:lnTo>
                    <a:pt x="0" y="0"/>
                  </a:lnTo>
                  <a:lnTo>
                    <a:pt x="0" y="180821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721165" y="3577147"/>
              <a:ext cx="216535" cy="81280"/>
            </a:xfrm>
            <a:custGeom>
              <a:avLst/>
              <a:gdLst/>
              <a:ahLst/>
              <a:cxnLst/>
              <a:rect l="l" t="t" r="r" b="b"/>
              <a:pathLst>
                <a:path w="216535" h="81279">
                  <a:moveTo>
                    <a:pt x="216255" y="0"/>
                  </a:moveTo>
                  <a:lnTo>
                    <a:pt x="0" y="0"/>
                  </a:lnTo>
                  <a:lnTo>
                    <a:pt x="0" y="81128"/>
                  </a:lnTo>
                  <a:lnTo>
                    <a:pt x="216255" y="81128"/>
                  </a:lnTo>
                  <a:lnTo>
                    <a:pt x="2162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6064731" y="2159677"/>
              <a:ext cx="320040" cy="278130"/>
            </a:xfrm>
            <a:custGeom>
              <a:avLst/>
              <a:gdLst/>
              <a:ahLst/>
              <a:cxnLst/>
              <a:rect l="l" t="t" r="r" b="b"/>
              <a:pathLst>
                <a:path w="320040" h="278130">
                  <a:moveTo>
                    <a:pt x="227783" y="0"/>
                  </a:moveTo>
                  <a:lnTo>
                    <a:pt x="0" y="0"/>
                  </a:lnTo>
                  <a:lnTo>
                    <a:pt x="0" y="208360"/>
                  </a:lnTo>
                  <a:lnTo>
                    <a:pt x="6507" y="239684"/>
                  </a:lnTo>
                  <a:lnTo>
                    <a:pt x="24255" y="261287"/>
                  </a:lnTo>
                  <a:lnTo>
                    <a:pt x="50579" y="273793"/>
                  </a:lnTo>
                  <a:lnTo>
                    <a:pt x="82814" y="277824"/>
                  </a:lnTo>
                  <a:lnTo>
                    <a:pt x="144969" y="277824"/>
                  </a:lnTo>
                  <a:lnTo>
                    <a:pt x="177007" y="273877"/>
                  </a:lnTo>
                  <a:lnTo>
                    <a:pt x="203220" y="261587"/>
                  </a:lnTo>
                  <a:lnTo>
                    <a:pt x="221000" y="240280"/>
                  </a:lnTo>
                  <a:lnTo>
                    <a:pt x="227741" y="209281"/>
                  </a:lnTo>
                  <a:lnTo>
                    <a:pt x="271834" y="209281"/>
                  </a:lnTo>
                  <a:lnTo>
                    <a:pt x="290517" y="205270"/>
                  </a:lnTo>
                  <a:lnTo>
                    <a:pt x="305789" y="194339"/>
                  </a:lnTo>
                  <a:lnTo>
                    <a:pt x="315999" y="178287"/>
                  </a:lnTo>
                  <a:lnTo>
                    <a:pt x="227783" y="178287"/>
                  </a:lnTo>
                  <a:lnTo>
                    <a:pt x="227783" y="71202"/>
                  </a:lnTo>
                  <a:lnTo>
                    <a:pt x="315989" y="71202"/>
                  </a:lnTo>
                  <a:lnTo>
                    <a:pt x="305789" y="55164"/>
                  </a:lnTo>
                  <a:lnTo>
                    <a:pt x="290517" y="44230"/>
                  </a:lnTo>
                  <a:lnTo>
                    <a:pt x="271834" y="40218"/>
                  </a:lnTo>
                  <a:lnTo>
                    <a:pt x="227783" y="40218"/>
                  </a:lnTo>
                  <a:lnTo>
                    <a:pt x="227783" y="0"/>
                  </a:lnTo>
                  <a:close/>
                </a:path>
                <a:path w="320040" h="278130">
                  <a:moveTo>
                    <a:pt x="315989" y="71202"/>
                  </a:moveTo>
                  <a:lnTo>
                    <a:pt x="271834" y="71202"/>
                  </a:lnTo>
                  <a:lnTo>
                    <a:pt x="279160" y="72774"/>
                  </a:lnTo>
                  <a:lnTo>
                    <a:pt x="285148" y="77060"/>
                  </a:lnTo>
                  <a:lnTo>
                    <a:pt x="289189" y="83411"/>
                  </a:lnTo>
                  <a:lnTo>
                    <a:pt x="290671" y="91180"/>
                  </a:lnTo>
                  <a:lnTo>
                    <a:pt x="290671" y="158319"/>
                  </a:lnTo>
                  <a:lnTo>
                    <a:pt x="289189" y="166086"/>
                  </a:lnTo>
                  <a:lnTo>
                    <a:pt x="285148" y="172434"/>
                  </a:lnTo>
                  <a:lnTo>
                    <a:pt x="279160" y="176716"/>
                  </a:lnTo>
                  <a:lnTo>
                    <a:pt x="271834" y="178287"/>
                  </a:lnTo>
                  <a:lnTo>
                    <a:pt x="315999" y="178287"/>
                  </a:lnTo>
                  <a:lnTo>
                    <a:pt x="316094" y="178138"/>
                  </a:lnTo>
                  <a:lnTo>
                    <a:pt x="319875" y="158319"/>
                  </a:lnTo>
                  <a:lnTo>
                    <a:pt x="319875" y="91180"/>
                  </a:lnTo>
                  <a:lnTo>
                    <a:pt x="316094" y="71365"/>
                  </a:lnTo>
                  <a:lnTo>
                    <a:pt x="315989" y="71202"/>
                  </a:lnTo>
                  <a:close/>
                </a:path>
              </a:pathLst>
            </a:custGeom>
            <a:solidFill>
              <a:srgbClr val="5061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7128224" y="3007835"/>
              <a:ext cx="1123950" cy="2051050"/>
            </a:xfrm>
            <a:custGeom>
              <a:avLst/>
              <a:gdLst/>
              <a:ahLst/>
              <a:cxnLst/>
              <a:rect l="l" t="t" r="r" b="b"/>
              <a:pathLst>
                <a:path w="1123950" h="2051050">
                  <a:moveTo>
                    <a:pt x="1123670" y="65024"/>
                  </a:moveTo>
                  <a:lnTo>
                    <a:pt x="1062786" y="65024"/>
                  </a:lnTo>
                  <a:lnTo>
                    <a:pt x="1062786" y="1986203"/>
                  </a:lnTo>
                  <a:lnTo>
                    <a:pt x="1123670" y="1986203"/>
                  </a:lnTo>
                  <a:lnTo>
                    <a:pt x="1123670" y="65024"/>
                  </a:lnTo>
                  <a:close/>
                </a:path>
                <a:path w="1123950" h="2051050">
                  <a:moveTo>
                    <a:pt x="1123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0" y="1986280"/>
                  </a:lnTo>
                  <a:lnTo>
                    <a:pt x="0" y="2051050"/>
                  </a:lnTo>
                  <a:lnTo>
                    <a:pt x="1123670" y="2051050"/>
                  </a:lnTo>
                  <a:lnTo>
                    <a:pt x="1123670" y="1986280"/>
                  </a:lnTo>
                  <a:lnTo>
                    <a:pt x="60883" y="1986280"/>
                  </a:lnTo>
                  <a:lnTo>
                    <a:pt x="60883" y="64770"/>
                  </a:lnTo>
                  <a:lnTo>
                    <a:pt x="1123670" y="64770"/>
                  </a:lnTo>
                  <a:lnTo>
                    <a:pt x="11236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7322048" y="3216970"/>
              <a:ext cx="758825" cy="1633220"/>
            </a:xfrm>
            <a:custGeom>
              <a:avLst/>
              <a:gdLst/>
              <a:ahLst/>
              <a:cxnLst/>
              <a:rect l="l" t="t" r="r" b="b"/>
              <a:pathLst>
                <a:path w="758825" h="1633220">
                  <a:moveTo>
                    <a:pt x="758720" y="0"/>
                  </a:moveTo>
                  <a:lnTo>
                    <a:pt x="0" y="0"/>
                  </a:lnTo>
                  <a:lnTo>
                    <a:pt x="0" y="1632945"/>
                  </a:lnTo>
                  <a:lnTo>
                    <a:pt x="758720" y="1632945"/>
                  </a:lnTo>
                  <a:lnTo>
                    <a:pt x="758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33545" y="4569324"/>
              <a:ext cx="1092824" cy="1513059"/>
            </a:xfrm>
            <a:prstGeom prst="rect">
              <a:avLst/>
            </a:prstGeom>
          </p:spPr>
        </p:pic>
      </p:grpSp>
      <p:sp>
        <p:nvSpPr>
          <p:cNvPr id="92" name="object 92" descr=""/>
          <p:cNvSpPr/>
          <p:nvPr/>
        </p:nvSpPr>
        <p:spPr>
          <a:xfrm>
            <a:off x="16985250" y="8666638"/>
            <a:ext cx="1251585" cy="259715"/>
          </a:xfrm>
          <a:custGeom>
            <a:avLst/>
            <a:gdLst/>
            <a:ahLst/>
            <a:cxnLst/>
            <a:rect l="l" t="t" r="r" b="b"/>
            <a:pathLst>
              <a:path w="1251584" h="259715">
                <a:moveTo>
                  <a:pt x="625603" y="0"/>
                </a:moveTo>
                <a:lnTo>
                  <a:pt x="552646" y="872"/>
                </a:lnTo>
                <a:lnTo>
                  <a:pt x="482159" y="3424"/>
                </a:lnTo>
                <a:lnTo>
                  <a:pt x="414615" y="7558"/>
                </a:lnTo>
                <a:lnTo>
                  <a:pt x="350480" y="13178"/>
                </a:lnTo>
                <a:lnTo>
                  <a:pt x="290226" y="20186"/>
                </a:lnTo>
                <a:lnTo>
                  <a:pt x="234322" y="28484"/>
                </a:lnTo>
                <a:lnTo>
                  <a:pt x="183236" y="37975"/>
                </a:lnTo>
                <a:lnTo>
                  <a:pt x="137439" y="48562"/>
                </a:lnTo>
                <a:lnTo>
                  <a:pt x="97399" y="60148"/>
                </a:lnTo>
                <a:lnTo>
                  <a:pt x="36472" y="85926"/>
                </a:lnTo>
                <a:lnTo>
                  <a:pt x="4208" y="114531"/>
                </a:lnTo>
                <a:lnTo>
                  <a:pt x="0" y="129650"/>
                </a:lnTo>
                <a:lnTo>
                  <a:pt x="4208" y="144771"/>
                </a:lnTo>
                <a:lnTo>
                  <a:pt x="36472" y="173378"/>
                </a:lnTo>
                <a:lnTo>
                  <a:pt x="97399" y="199157"/>
                </a:lnTo>
                <a:lnTo>
                  <a:pt x="137439" y="210742"/>
                </a:lnTo>
                <a:lnTo>
                  <a:pt x="183236" y="221329"/>
                </a:lnTo>
                <a:lnTo>
                  <a:pt x="234322" y="230820"/>
                </a:lnTo>
                <a:lnTo>
                  <a:pt x="290226" y="239117"/>
                </a:lnTo>
                <a:lnTo>
                  <a:pt x="350480" y="246124"/>
                </a:lnTo>
                <a:lnTo>
                  <a:pt x="414615" y="251743"/>
                </a:lnTo>
                <a:lnTo>
                  <a:pt x="482159" y="255877"/>
                </a:lnTo>
                <a:lnTo>
                  <a:pt x="552646" y="258428"/>
                </a:lnTo>
                <a:lnTo>
                  <a:pt x="625603" y="259301"/>
                </a:lnTo>
                <a:lnTo>
                  <a:pt x="698561" y="258428"/>
                </a:lnTo>
                <a:lnTo>
                  <a:pt x="769047" y="255877"/>
                </a:lnTo>
                <a:lnTo>
                  <a:pt x="836591" y="251743"/>
                </a:lnTo>
                <a:lnTo>
                  <a:pt x="900725" y="246124"/>
                </a:lnTo>
                <a:lnTo>
                  <a:pt x="960978" y="239117"/>
                </a:lnTo>
                <a:lnTo>
                  <a:pt x="1016881" y="230820"/>
                </a:lnTo>
                <a:lnTo>
                  <a:pt x="1067966" y="221329"/>
                </a:lnTo>
                <a:lnTo>
                  <a:pt x="1113762" y="210742"/>
                </a:lnTo>
                <a:lnTo>
                  <a:pt x="1153800" y="199157"/>
                </a:lnTo>
                <a:lnTo>
                  <a:pt x="1214726" y="173378"/>
                </a:lnTo>
                <a:lnTo>
                  <a:pt x="1246988" y="144771"/>
                </a:lnTo>
                <a:lnTo>
                  <a:pt x="1251197" y="129650"/>
                </a:lnTo>
                <a:lnTo>
                  <a:pt x="1246988" y="114531"/>
                </a:lnTo>
                <a:lnTo>
                  <a:pt x="1214726" y="85926"/>
                </a:lnTo>
                <a:lnTo>
                  <a:pt x="1153800" y="60148"/>
                </a:lnTo>
                <a:lnTo>
                  <a:pt x="1113762" y="48562"/>
                </a:lnTo>
                <a:lnTo>
                  <a:pt x="1067966" y="37975"/>
                </a:lnTo>
                <a:lnTo>
                  <a:pt x="1016881" y="28484"/>
                </a:lnTo>
                <a:lnTo>
                  <a:pt x="960978" y="20186"/>
                </a:lnTo>
                <a:lnTo>
                  <a:pt x="900725" y="13178"/>
                </a:lnTo>
                <a:lnTo>
                  <a:pt x="836591" y="7558"/>
                </a:lnTo>
                <a:lnTo>
                  <a:pt x="769047" y="3424"/>
                </a:lnTo>
                <a:lnTo>
                  <a:pt x="698561" y="872"/>
                </a:lnTo>
                <a:lnTo>
                  <a:pt x="625603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16701758" y="6862717"/>
            <a:ext cx="487680" cy="417830"/>
          </a:xfrm>
          <a:custGeom>
            <a:avLst/>
            <a:gdLst/>
            <a:ahLst/>
            <a:cxnLst/>
            <a:rect l="l" t="t" r="r" b="b"/>
            <a:pathLst>
              <a:path w="487680" h="417829">
                <a:moveTo>
                  <a:pt x="359194" y="374827"/>
                </a:moveTo>
                <a:lnTo>
                  <a:pt x="348627" y="324485"/>
                </a:lnTo>
                <a:lnTo>
                  <a:pt x="333044" y="276352"/>
                </a:lnTo>
                <a:lnTo>
                  <a:pt x="312826" y="230416"/>
                </a:lnTo>
                <a:lnTo>
                  <a:pt x="288353" y="186651"/>
                </a:lnTo>
                <a:lnTo>
                  <a:pt x="260007" y="145046"/>
                </a:lnTo>
                <a:lnTo>
                  <a:pt x="228180" y="105600"/>
                </a:lnTo>
                <a:lnTo>
                  <a:pt x="193243" y="68287"/>
                </a:lnTo>
                <a:lnTo>
                  <a:pt x="155600" y="33083"/>
                </a:lnTo>
                <a:lnTo>
                  <a:pt x="115608" y="0"/>
                </a:lnTo>
                <a:lnTo>
                  <a:pt x="108292" y="13322"/>
                </a:lnTo>
                <a:lnTo>
                  <a:pt x="105308" y="28371"/>
                </a:lnTo>
                <a:lnTo>
                  <a:pt x="105549" y="44221"/>
                </a:lnTo>
                <a:lnTo>
                  <a:pt x="122415" y="109080"/>
                </a:lnTo>
                <a:lnTo>
                  <a:pt x="144310" y="155498"/>
                </a:lnTo>
                <a:lnTo>
                  <a:pt x="172224" y="198882"/>
                </a:lnTo>
                <a:lnTo>
                  <a:pt x="204774" y="238963"/>
                </a:lnTo>
                <a:lnTo>
                  <a:pt x="240639" y="275805"/>
                </a:lnTo>
                <a:lnTo>
                  <a:pt x="278879" y="310222"/>
                </a:lnTo>
                <a:lnTo>
                  <a:pt x="318681" y="342963"/>
                </a:lnTo>
                <a:lnTo>
                  <a:pt x="359194" y="374827"/>
                </a:lnTo>
                <a:close/>
              </a:path>
              <a:path w="487680" h="417829">
                <a:moveTo>
                  <a:pt x="487083" y="89255"/>
                </a:moveTo>
                <a:lnTo>
                  <a:pt x="485559" y="49123"/>
                </a:lnTo>
                <a:lnTo>
                  <a:pt x="474916" y="10604"/>
                </a:lnTo>
                <a:lnTo>
                  <a:pt x="436372" y="43370"/>
                </a:lnTo>
                <a:lnTo>
                  <a:pt x="405523" y="83604"/>
                </a:lnTo>
                <a:lnTo>
                  <a:pt x="382371" y="129159"/>
                </a:lnTo>
                <a:lnTo>
                  <a:pt x="366915" y="177927"/>
                </a:lnTo>
                <a:lnTo>
                  <a:pt x="358635" y="228053"/>
                </a:lnTo>
                <a:lnTo>
                  <a:pt x="356209" y="278866"/>
                </a:lnTo>
                <a:lnTo>
                  <a:pt x="358419" y="329895"/>
                </a:lnTo>
                <a:lnTo>
                  <a:pt x="364058" y="380669"/>
                </a:lnTo>
                <a:lnTo>
                  <a:pt x="364070" y="380898"/>
                </a:lnTo>
                <a:lnTo>
                  <a:pt x="320929" y="356501"/>
                </a:lnTo>
                <a:lnTo>
                  <a:pt x="274421" y="335597"/>
                </a:lnTo>
                <a:lnTo>
                  <a:pt x="226199" y="318998"/>
                </a:lnTo>
                <a:lnTo>
                  <a:pt x="176669" y="306857"/>
                </a:lnTo>
                <a:lnTo>
                  <a:pt x="126238" y="299300"/>
                </a:lnTo>
                <a:lnTo>
                  <a:pt x="96494" y="297522"/>
                </a:lnTo>
                <a:lnTo>
                  <a:pt x="66789" y="299313"/>
                </a:lnTo>
                <a:lnTo>
                  <a:pt x="38544" y="306298"/>
                </a:lnTo>
                <a:lnTo>
                  <a:pt x="13144" y="320103"/>
                </a:lnTo>
                <a:lnTo>
                  <a:pt x="6489" y="325120"/>
                </a:lnTo>
                <a:lnTo>
                  <a:pt x="0" y="332549"/>
                </a:lnTo>
                <a:lnTo>
                  <a:pt x="2590" y="346773"/>
                </a:lnTo>
                <a:lnTo>
                  <a:pt x="51206" y="379666"/>
                </a:lnTo>
                <a:lnTo>
                  <a:pt x="93484" y="398360"/>
                </a:lnTo>
                <a:lnTo>
                  <a:pt x="138366" y="410933"/>
                </a:lnTo>
                <a:lnTo>
                  <a:pt x="184797" y="417385"/>
                </a:lnTo>
                <a:lnTo>
                  <a:pt x="231749" y="417703"/>
                </a:lnTo>
                <a:lnTo>
                  <a:pt x="278180" y="411848"/>
                </a:lnTo>
                <a:lnTo>
                  <a:pt x="323062" y="399821"/>
                </a:lnTo>
                <a:lnTo>
                  <a:pt x="364147" y="382117"/>
                </a:lnTo>
                <a:lnTo>
                  <a:pt x="364972" y="395033"/>
                </a:lnTo>
                <a:lnTo>
                  <a:pt x="392163" y="352920"/>
                </a:lnTo>
                <a:lnTo>
                  <a:pt x="416560" y="309130"/>
                </a:lnTo>
                <a:lnTo>
                  <a:pt x="438073" y="263842"/>
                </a:lnTo>
                <a:lnTo>
                  <a:pt x="456603" y="217258"/>
                </a:lnTo>
                <a:lnTo>
                  <a:pt x="472059" y="169570"/>
                </a:lnTo>
                <a:lnTo>
                  <a:pt x="481825" y="129806"/>
                </a:lnTo>
                <a:lnTo>
                  <a:pt x="487083" y="8925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16885057" y="7046855"/>
            <a:ext cx="584200" cy="858519"/>
          </a:xfrm>
          <a:custGeom>
            <a:avLst/>
            <a:gdLst/>
            <a:ahLst/>
            <a:cxnLst/>
            <a:rect l="l" t="t" r="r" b="b"/>
            <a:pathLst>
              <a:path w="584200" h="858520">
                <a:moveTo>
                  <a:pt x="301434" y="412762"/>
                </a:moveTo>
                <a:lnTo>
                  <a:pt x="248259" y="424713"/>
                </a:lnTo>
                <a:lnTo>
                  <a:pt x="198602" y="446049"/>
                </a:lnTo>
                <a:lnTo>
                  <a:pt x="152412" y="474992"/>
                </a:lnTo>
                <a:lnTo>
                  <a:pt x="109689" y="509803"/>
                </a:lnTo>
                <a:lnTo>
                  <a:pt x="71742" y="549986"/>
                </a:lnTo>
                <a:lnTo>
                  <a:pt x="40373" y="595503"/>
                </a:lnTo>
                <a:lnTo>
                  <a:pt x="16243" y="645248"/>
                </a:lnTo>
                <a:lnTo>
                  <a:pt x="0" y="698080"/>
                </a:lnTo>
                <a:lnTo>
                  <a:pt x="51765" y="686701"/>
                </a:lnTo>
                <a:lnTo>
                  <a:pt x="98882" y="661758"/>
                </a:lnTo>
                <a:lnTo>
                  <a:pt x="140817" y="626986"/>
                </a:lnTo>
                <a:lnTo>
                  <a:pt x="177025" y="586155"/>
                </a:lnTo>
                <a:lnTo>
                  <a:pt x="208127" y="542747"/>
                </a:lnTo>
                <a:lnTo>
                  <a:pt x="237096" y="498640"/>
                </a:lnTo>
                <a:lnTo>
                  <a:pt x="266877" y="455218"/>
                </a:lnTo>
                <a:lnTo>
                  <a:pt x="301434" y="412762"/>
                </a:lnTo>
                <a:close/>
              </a:path>
              <a:path w="584200" h="858520">
                <a:moveTo>
                  <a:pt x="404634" y="152793"/>
                </a:moveTo>
                <a:lnTo>
                  <a:pt x="401523" y="101206"/>
                </a:lnTo>
                <a:lnTo>
                  <a:pt x="394030" y="50114"/>
                </a:lnTo>
                <a:lnTo>
                  <a:pt x="382244" y="0"/>
                </a:lnTo>
                <a:lnTo>
                  <a:pt x="356704" y="39433"/>
                </a:lnTo>
                <a:lnTo>
                  <a:pt x="335483" y="81292"/>
                </a:lnTo>
                <a:lnTo>
                  <a:pt x="318630" y="125107"/>
                </a:lnTo>
                <a:lnTo>
                  <a:pt x="306184" y="170421"/>
                </a:lnTo>
                <a:lnTo>
                  <a:pt x="298234" y="216750"/>
                </a:lnTo>
                <a:lnTo>
                  <a:pt x="294805" y="263626"/>
                </a:lnTo>
                <a:lnTo>
                  <a:pt x="295986" y="310603"/>
                </a:lnTo>
                <a:lnTo>
                  <a:pt x="301802" y="357187"/>
                </a:lnTo>
                <a:lnTo>
                  <a:pt x="312343" y="402920"/>
                </a:lnTo>
                <a:lnTo>
                  <a:pt x="327634" y="447344"/>
                </a:lnTo>
                <a:lnTo>
                  <a:pt x="352221" y="402323"/>
                </a:lnTo>
                <a:lnTo>
                  <a:pt x="372008" y="355079"/>
                </a:lnTo>
                <a:lnTo>
                  <a:pt x="387070" y="306031"/>
                </a:lnTo>
                <a:lnTo>
                  <a:pt x="397484" y="255676"/>
                </a:lnTo>
                <a:lnTo>
                  <a:pt x="403313" y="204431"/>
                </a:lnTo>
                <a:lnTo>
                  <a:pt x="404634" y="152793"/>
                </a:lnTo>
                <a:close/>
              </a:path>
              <a:path w="584200" h="858520">
                <a:moveTo>
                  <a:pt x="488518" y="637006"/>
                </a:moveTo>
                <a:lnTo>
                  <a:pt x="487083" y="637184"/>
                </a:lnTo>
                <a:lnTo>
                  <a:pt x="437184" y="637794"/>
                </a:lnTo>
                <a:lnTo>
                  <a:pt x="387896" y="645655"/>
                </a:lnTo>
                <a:lnTo>
                  <a:pt x="340258" y="660514"/>
                </a:lnTo>
                <a:lnTo>
                  <a:pt x="295287" y="682129"/>
                </a:lnTo>
                <a:lnTo>
                  <a:pt x="254000" y="710158"/>
                </a:lnTo>
                <a:lnTo>
                  <a:pt x="217233" y="743889"/>
                </a:lnTo>
                <a:lnTo>
                  <a:pt x="185686" y="782561"/>
                </a:lnTo>
                <a:lnTo>
                  <a:pt x="160108" y="825398"/>
                </a:lnTo>
                <a:lnTo>
                  <a:pt x="155384" y="845121"/>
                </a:lnTo>
                <a:lnTo>
                  <a:pt x="157899" y="851052"/>
                </a:lnTo>
                <a:lnTo>
                  <a:pt x="162610" y="857351"/>
                </a:lnTo>
                <a:lnTo>
                  <a:pt x="171729" y="857935"/>
                </a:lnTo>
                <a:lnTo>
                  <a:pt x="179578" y="857427"/>
                </a:lnTo>
                <a:lnTo>
                  <a:pt x="226491" y="848271"/>
                </a:lnTo>
                <a:lnTo>
                  <a:pt x="270408" y="828865"/>
                </a:lnTo>
                <a:lnTo>
                  <a:pt x="311086" y="801979"/>
                </a:lnTo>
                <a:lnTo>
                  <a:pt x="348259" y="770331"/>
                </a:lnTo>
                <a:lnTo>
                  <a:pt x="382727" y="736244"/>
                </a:lnTo>
                <a:lnTo>
                  <a:pt x="416534" y="701421"/>
                </a:lnTo>
                <a:lnTo>
                  <a:pt x="451256" y="667727"/>
                </a:lnTo>
                <a:lnTo>
                  <a:pt x="488518" y="637006"/>
                </a:lnTo>
                <a:close/>
              </a:path>
              <a:path w="584200" h="858520">
                <a:moveTo>
                  <a:pt x="583742" y="280035"/>
                </a:moveTo>
                <a:lnTo>
                  <a:pt x="581152" y="230022"/>
                </a:lnTo>
                <a:lnTo>
                  <a:pt x="566635" y="182435"/>
                </a:lnTo>
                <a:lnTo>
                  <a:pt x="555993" y="172935"/>
                </a:lnTo>
                <a:lnTo>
                  <a:pt x="551967" y="174498"/>
                </a:lnTo>
                <a:lnTo>
                  <a:pt x="501523" y="222745"/>
                </a:lnTo>
                <a:lnTo>
                  <a:pt x="475907" y="286677"/>
                </a:lnTo>
                <a:lnTo>
                  <a:pt x="464896" y="334670"/>
                </a:lnTo>
                <a:lnTo>
                  <a:pt x="457847" y="383413"/>
                </a:lnTo>
                <a:lnTo>
                  <a:pt x="454761" y="432562"/>
                </a:lnTo>
                <a:lnTo>
                  <a:pt x="455650" y="481812"/>
                </a:lnTo>
                <a:lnTo>
                  <a:pt x="460476" y="530821"/>
                </a:lnTo>
                <a:lnTo>
                  <a:pt x="469265" y="579272"/>
                </a:lnTo>
                <a:lnTo>
                  <a:pt x="481990" y="626846"/>
                </a:lnTo>
                <a:lnTo>
                  <a:pt x="482688" y="623557"/>
                </a:lnTo>
                <a:lnTo>
                  <a:pt x="486117" y="616534"/>
                </a:lnTo>
                <a:lnTo>
                  <a:pt x="504685" y="575322"/>
                </a:lnTo>
                <a:lnTo>
                  <a:pt x="515797" y="556183"/>
                </a:lnTo>
                <a:lnTo>
                  <a:pt x="536206" y="514997"/>
                </a:lnTo>
                <a:lnTo>
                  <a:pt x="549770" y="470623"/>
                </a:lnTo>
                <a:lnTo>
                  <a:pt x="559511" y="424688"/>
                </a:lnTo>
                <a:lnTo>
                  <a:pt x="568464" y="378828"/>
                </a:lnTo>
                <a:lnTo>
                  <a:pt x="573544" y="354304"/>
                </a:lnTo>
                <a:lnTo>
                  <a:pt x="578129" y="329692"/>
                </a:lnTo>
                <a:lnTo>
                  <a:pt x="581710" y="304939"/>
                </a:lnTo>
                <a:lnTo>
                  <a:pt x="583742" y="28003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17777372" y="7361904"/>
            <a:ext cx="480695" cy="415290"/>
          </a:xfrm>
          <a:custGeom>
            <a:avLst/>
            <a:gdLst/>
            <a:ahLst/>
            <a:cxnLst/>
            <a:rect l="l" t="t" r="r" b="b"/>
            <a:pathLst>
              <a:path w="480694" h="415290">
                <a:moveTo>
                  <a:pt x="127203" y="33528"/>
                </a:moveTo>
                <a:lnTo>
                  <a:pt x="126796" y="22618"/>
                </a:lnTo>
                <a:lnTo>
                  <a:pt x="124231" y="12052"/>
                </a:lnTo>
                <a:lnTo>
                  <a:pt x="118973" y="3835"/>
                </a:lnTo>
                <a:lnTo>
                  <a:pt x="110439" y="0"/>
                </a:lnTo>
                <a:lnTo>
                  <a:pt x="104000" y="838"/>
                </a:lnTo>
                <a:lnTo>
                  <a:pt x="62484" y="52654"/>
                </a:lnTo>
                <a:lnTo>
                  <a:pt x="40563" y="94805"/>
                </a:lnTo>
                <a:lnTo>
                  <a:pt x="23088" y="139636"/>
                </a:lnTo>
                <a:lnTo>
                  <a:pt x="10325" y="186321"/>
                </a:lnTo>
                <a:lnTo>
                  <a:pt x="2540" y="234022"/>
                </a:lnTo>
                <a:lnTo>
                  <a:pt x="0" y="281863"/>
                </a:lnTo>
                <a:lnTo>
                  <a:pt x="2971" y="329044"/>
                </a:lnTo>
                <a:lnTo>
                  <a:pt x="11722" y="374688"/>
                </a:lnTo>
                <a:lnTo>
                  <a:pt x="39725" y="330733"/>
                </a:lnTo>
                <a:lnTo>
                  <a:pt x="64071" y="284645"/>
                </a:lnTo>
                <a:lnTo>
                  <a:pt x="84658" y="236766"/>
                </a:lnTo>
                <a:lnTo>
                  <a:pt x="101371" y="187388"/>
                </a:lnTo>
                <a:lnTo>
                  <a:pt x="114109" y="136842"/>
                </a:lnTo>
                <a:lnTo>
                  <a:pt x="122758" y="85445"/>
                </a:lnTo>
                <a:lnTo>
                  <a:pt x="127203" y="33528"/>
                </a:lnTo>
                <a:close/>
              </a:path>
              <a:path w="480694" h="415290">
                <a:moveTo>
                  <a:pt x="472541" y="95592"/>
                </a:moveTo>
                <a:lnTo>
                  <a:pt x="426224" y="100253"/>
                </a:lnTo>
                <a:lnTo>
                  <a:pt x="380314" y="109423"/>
                </a:lnTo>
                <a:lnTo>
                  <a:pt x="335280" y="122910"/>
                </a:lnTo>
                <a:lnTo>
                  <a:pt x="291553" y="140500"/>
                </a:lnTo>
                <a:lnTo>
                  <a:pt x="249580" y="162001"/>
                </a:lnTo>
                <a:lnTo>
                  <a:pt x="209816" y="187236"/>
                </a:lnTo>
                <a:lnTo>
                  <a:pt x="172720" y="216001"/>
                </a:lnTo>
                <a:lnTo>
                  <a:pt x="138734" y="248094"/>
                </a:lnTo>
                <a:lnTo>
                  <a:pt x="108292" y="283324"/>
                </a:lnTo>
                <a:lnTo>
                  <a:pt x="81864" y="321500"/>
                </a:lnTo>
                <a:lnTo>
                  <a:pt x="96951" y="309257"/>
                </a:lnTo>
                <a:lnTo>
                  <a:pt x="116255" y="301066"/>
                </a:lnTo>
                <a:lnTo>
                  <a:pt x="137198" y="295656"/>
                </a:lnTo>
                <a:lnTo>
                  <a:pt x="205397" y="282041"/>
                </a:lnTo>
                <a:lnTo>
                  <a:pt x="253187" y="270700"/>
                </a:lnTo>
                <a:lnTo>
                  <a:pt x="299885" y="256146"/>
                </a:lnTo>
                <a:lnTo>
                  <a:pt x="344766" y="236867"/>
                </a:lnTo>
                <a:lnTo>
                  <a:pt x="386829" y="211188"/>
                </a:lnTo>
                <a:lnTo>
                  <a:pt x="423837" y="178739"/>
                </a:lnTo>
                <a:lnTo>
                  <a:pt x="453263" y="140042"/>
                </a:lnTo>
                <a:lnTo>
                  <a:pt x="472541" y="95592"/>
                </a:lnTo>
                <a:close/>
              </a:path>
              <a:path w="480694" h="415290">
                <a:moveTo>
                  <a:pt x="480237" y="313143"/>
                </a:moveTo>
                <a:lnTo>
                  <a:pt x="436130" y="294601"/>
                </a:lnTo>
                <a:lnTo>
                  <a:pt x="389864" y="282359"/>
                </a:lnTo>
                <a:lnTo>
                  <a:pt x="342353" y="276517"/>
                </a:lnTo>
                <a:lnTo>
                  <a:pt x="294500" y="277215"/>
                </a:lnTo>
                <a:lnTo>
                  <a:pt x="247218" y="284543"/>
                </a:lnTo>
                <a:lnTo>
                  <a:pt x="201434" y="297370"/>
                </a:lnTo>
                <a:lnTo>
                  <a:pt x="158038" y="314845"/>
                </a:lnTo>
                <a:lnTo>
                  <a:pt x="117779" y="337515"/>
                </a:lnTo>
                <a:lnTo>
                  <a:pt x="81445" y="365950"/>
                </a:lnTo>
                <a:lnTo>
                  <a:pt x="49771" y="400697"/>
                </a:lnTo>
                <a:lnTo>
                  <a:pt x="98640" y="410514"/>
                </a:lnTo>
                <a:lnTo>
                  <a:pt x="148526" y="415023"/>
                </a:lnTo>
                <a:lnTo>
                  <a:pt x="198894" y="414401"/>
                </a:lnTo>
                <a:lnTo>
                  <a:pt x="249186" y="408825"/>
                </a:lnTo>
                <a:lnTo>
                  <a:pt x="298843" y="398487"/>
                </a:lnTo>
                <a:lnTo>
                  <a:pt x="347332" y="383578"/>
                </a:lnTo>
                <a:lnTo>
                  <a:pt x="394093" y="364261"/>
                </a:lnTo>
                <a:lnTo>
                  <a:pt x="438581" y="340715"/>
                </a:lnTo>
                <a:lnTo>
                  <a:pt x="480237" y="313143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17741137" y="6843985"/>
            <a:ext cx="107950" cy="463550"/>
          </a:xfrm>
          <a:custGeom>
            <a:avLst/>
            <a:gdLst/>
            <a:ahLst/>
            <a:cxnLst/>
            <a:rect l="l" t="t" r="r" b="b"/>
            <a:pathLst>
              <a:path w="107950" h="463550">
                <a:moveTo>
                  <a:pt x="60403" y="0"/>
                </a:moveTo>
                <a:lnTo>
                  <a:pt x="39778" y="44575"/>
                </a:lnTo>
                <a:lnTo>
                  <a:pt x="23327" y="90330"/>
                </a:lnTo>
                <a:lnTo>
                  <a:pt x="11149" y="136965"/>
                </a:lnTo>
                <a:lnTo>
                  <a:pt x="3340" y="184181"/>
                </a:lnTo>
                <a:lnTo>
                  <a:pt x="0" y="231681"/>
                </a:lnTo>
                <a:lnTo>
                  <a:pt x="1224" y="279165"/>
                </a:lnTo>
                <a:lnTo>
                  <a:pt x="7112" y="326334"/>
                </a:lnTo>
                <a:lnTo>
                  <a:pt x="17761" y="372891"/>
                </a:lnTo>
                <a:lnTo>
                  <a:pt x="33269" y="418535"/>
                </a:lnTo>
                <a:lnTo>
                  <a:pt x="53733" y="462970"/>
                </a:lnTo>
                <a:lnTo>
                  <a:pt x="56006" y="455127"/>
                </a:lnTo>
                <a:lnTo>
                  <a:pt x="69040" y="409988"/>
                </a:lnTo>
                <a:lnTo>
                  <a:pt x="81328" y="364614"/>
                </a:lnTo>
                <a:lnTo>
                  <a:pt x="92095" y="318929"/>
                </a:lnTo>
                <a:lnTo>
                  <a:pt x="100568" y="272859"/>
                </a:lnTo>
                <a:lnTo>
                  <a:pt x="105973" y="226328"/>
                </a:lnTo>
                <a:lnTo>
                  <a:pt x="107431" y="179268"/>
                </a:lnTo>
                <a:lnTo>
                  <a:pt x="104189" y="132246"/>
                </a:lnTo>
                <a:lnTo>
                  <a:pt x="95661" y="86120"/>
                </a:lnTo>
                <a:lnTo>
                  <a:pt x="81261" y="41752"/>
                </a:lnTo>
                <a:lnTo>
                  <a:pt x="6040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17833646" y="6589197"/>
            <a:ext cx="676910" cy="894715"/>
          </a:xfrm>
          <a:custGeom>
            <a:avLst/>
            <a:gdLst/>
            <a:ahLst/>
            <a:cxnLst/>
            <a:rect l="l" t="t" r="r" b="b"/>
            <a:pathLst>
              <a:path w="676909" h="894715">
                <a:moveTo>
                  <a:pt x="426402" y="268439"/>
                </a:moveTo>
                <a:lnTo>
                  <a:pt x="368223" y="211416"/>
                </a:lnTo>
                <a:lnTo>
                  <a:pt x="326034" y="186766"/>
                </a:lnTo>
                <a:lnTo>
                  <a:pt x="282371" y="166497"/>
                </a:lnTo>
                <a:lnTo>
                  <a:pt x="237426" y="150774"/>
                </a:lnTo>
                <a:lnTo>
                  <a:pt x="191376" y="139788"/>
                </a:lnTo>
                <a:lnTo>
                  <a:pt x="144424" y="133705"/>
                </a:lnTo>
                <a:lnTo>
                  <a:pt x="96748" y="132727"/>
                </a:lnTo>
                <a:lnTo>
                  <a:pt x="48539" y="137007"/>
                </a:lnTo>
                <a:lnTo>
                  <a:pt x="0" y="146735"/>
                </a:lnTo>
                <a:lnTo>
                  <a:pt x="37287" y="178269"/>
                </a:lnTo>
                <a:lnTo>
                  <a:pt x="77419" y="206057"/>
                </a:lnTo>
                <a:lnTo>
                  <a:pt x="120002" y="229958"/>
                </a:lnTo>
                <a:lnTo>
                  <a:pt x="164617" y="249847"/>
                </a:lnTo>
                <a:lnTo>
                  <a:pt x="210870" y="265582"/>
                </a:lnTo>
                <a:lnTo>
                  <a:pt x="258356" y="277037"/>
                </a:lnTo>
                <a:lnTo>
                  <a:pt x="306679" y="284048"/>
                </a:lnTo>
                <a:lnTo>
                  <a:pt x="355434" y="286512"/>
                </a:lnTo>
                <a:lnTo>
                  <a:pt x="404215" y="284264"/>
                </a:lnTo>
                <a:lnTo>
                  <a:pt x="410857" y="283629"/>
                </a:lnTo>
                <a:lnTo>
                  <a:pt x="418096" y="282575"/>
                </a:lnTo>
                <a:lnTo>
                  <a:pt x="422617" y="277647"/>
                </a:lnTo>
                <a:lnTo>
                  <a:pt x="426402" y="268439"/>
                </a:lnTo>
                <a:close/>
              </a:path>
              <a:path w="676909" h="894715">
                <a:moveTo>
                  <a:pt x="459917" y="880008"/>
                </a:moveTo>
                <a:lnTo>
                  <a:pt x="415734" y="823429"/>
                </a:lnTo>
                <a:lnTo>
                  <a:pt x="374992" y="792302"/>
                </a:lnTo>
                <a:lnTo>
                  <a:pt x="330212" y="766737"/>
                </a:lnTo>
                <a:lnTo>
                  <a:pt x="282829" y="746328"/>
                </a:lnTo>
                <a:lnTo>
                  <a:pt x="235762" y="728065"/>
                </a:lnTo>
                <a:lnTo>
                  <a:pt x="189128" y="711720"/>
                </a:lnTo>
                <a:lnTo>
                  <a:pt x="140169" y="701014"/>
                </a:lnTo>
                <a:lnTo>
                  <a:pt x="86093" y="699706"/>
                </a:lnTo>
                <a:lnTo>
                  <a:pt x="86093" y="705243"/>
                </a:lnTo>
                <a:lnTo>
                  <a:pt x="105308" y="712914"/>
                </a:lnTo>
                <a:lnTo>
                  <a:pt x="120269" y="722960"/>
                </a:lnTo>
                <a:lnTo>
                  <a:pt x="149783" y="749376"/>
                </a:lnTo>
                <a:lnTo>
                  <a:pt x="191160" y="781926"/>
                </a:lnTo>
                <a:lnTo>
                  <a:pt x="234937" y="811187"/>
                </a:lnTo>
                <a:lnTo>
                  <a:pt x="280809" y="837006"/>
                </a:lnTo>
                <a:lnTo>
                  <a:pt x="328536" y="859269"/>
                </a:lnTo>
                <a:lnTo>
                  <a:pt x="377812" y="877811"/>
                </a:lnTo>
                <a:lnTo>
                  <a:pt x="428371" y="892492"/>
                </a:lnTo>
                <a:lnTo>
                  <a:pt x="445325" y="894130"/>
                </a:lnTo>
                <a:lnTo>
                  <a:pt x="452856" y="891921"/>
                </a:lnTo>
                <a:lnTo>
                  <a:pt x="458254" y="886561"/>
                </a:lnTo>
                <a:lnTo>
                  <a:pt x="459917" y="880008"/>
                </a:lnTo>
                <a:close/>
              </a:path>
              <a:path w="676909" h="894715">
                <a:moveTo>
                  <a:pt x="606475" y="26149"/>
                </a:moveTo>
                <a:lnTo>
                  <a:pt x="559968" y="13271"/>
                </a:lnTo>
                <a:lnTo>
                  <a:pt x="512546" y="4660"/>
                </a:lnTo>
                <a:lnTo>
                  <a:pt x="464527" y="254"/>
                </a:lnTo>
                <a:lnTo>
                  <a:pt x="416293" y="0"/>
                </a:lnTo>
                <a:lnTo>
                  <a:pt x="368185" y="3835"/>
                </a:lnTo>
                <a:lnTo>
                  <a:pt x="320560" y="11684"/>
                </a:lnTo>
                <a:lnTo>
                  <a:pt x="273773" y="23520"/>
                </a:lnTo>
                <a:lnTo>
                  <a:pt x="228168" y="39255"/>
                </a:lnTo>
                <a:lnTo>
                  <a:pt x="184124" y="58851"/>
                </a:lnTo>
                <a:lnTo>
                  <a:pt x="141973" y="82245"/>
                </a:lnTo>
                <a:lnTo>
                  <a:pt x="102082" y="109372"/>
                </a:lnTo>
                <a:lnTo>
                  <a:pt x="154241" y="120916"/>
                </a:lnTo>
                <a:lnTo>
                  <a:pt x="206844" y="129260"/>
                </a:lnTo>
                <a:lnTo>
                  <a:pt x="259765" y="134061"/>
                </a:lnTo>
                <a:lnTo>
                  <a:pt x="312889" y="134988"/>
                </a:lnTo>
                <a:lnTo>
                  <a:pt x="366115" y="131673"/>
                </a:lnTo>
                <a:lnTo>
                  <a:pt x="419074" y="123151"/>
                </a:lnTo>
                <a:lnTo>
                  <a:pt x="470738" y="108572"/>
                </a:lnTo>
                <a:lnTo>
                  <a:pt x="519963" y="87680"/>
                </a:lnTo>
                <a:lnTo>
                  <a:pt x="565594" y="60274"/>
                </a:lnTo>
                <a:lnTo>
                  <a:pt x="606475" y="26149"/>
                </a:lnTo>
                <a:close/>
              </a:path>
              <a:path w="676909" h="894715">
                <a:moveTo>
                  <a:pt x="669277" y="274269"/>
                </a:moveTo>
                <a:lnTo>
                  <a:pt x="623747" y="281025"/>
                </a:lnTo>
                <a:lnTo>
                  <a:pt x="578624" y="292100"/>
                </a:lnTo>
                <a:lnTo>
                  <a:pt x="534212" y="307238"/>
                </a:lnTo>
                <a:lnTo>
                  <a:pt x="490816" y="326161"/>
                </a:lnTo>
                <a:lnTo>
                  <a:pt x="448767" y="348589"/>
                </a:lnTo>
                <a:lnTo>
                  <a:pt x="408355" y="374269"/>
                </a:lnTo>
                <a:lnTo>
                  <a:pt x="369912" y="402920"/>
                </a:lnTo>
                <a:lnTo>
                  <a:pt x="333743" y="434276"/>
                </a:lnTo>
                <a:lnTo>
                  <a:pt x="300151" y="468058"/>
                </a:lnTo>
                <a:lnTo>
                  <a:pt x="269455" y="503999"/>
                </a:lnTo>
                <a:lnTo>
                  <a:pt x="241973" y="541832"/>
                </a:lnTo>
                <a:lnTo>
                  <a:pt x="218008" y="581279"/>
                </a:lnTo>
                <a:lnTo>
                  <a:pt x="265214" y="579374"/>
                </a:lnTo>
                <a:lnTo>
                  <a:pt x="312127" y="572020"/>
                </a:lnTo>
                <a:lnTo>
                  <a:pt x="358305" y="559549"/>
                </a:lnTo>
                <a:lnTo>
                  <a:pt x="403301" y="542315"/>
                </a:lnTo>
                <a:lnTo>
                  <a:pt x="446709" y="520661"/>
                </a:lnTo>
                <a:lnTo>
                  <a:pt x="488073" y="494931"/>
                </a:lnTo>
                <a:lnTo>
                  <a:pt x="526973" y="465467"/>
                </a:lnTo>
                <a:lnTo>
                  <a:pt x="562965" y="432625"/>
                </a:lnTo>
                <a:lnTo>
                  <a:pt x="595630" y="396735"/>
                </a:lnTo>
                <a:lnTo>
                  <a:pt x="624522" y="358152"/>
                </a:lnTo>
                <a:lnTo>
                  <a:pt x="649224" y="317207"/>
                </a:lnTo>
                <a:lnTo>
                  <a:pt x="669277" y="274269"/>
                </a:lnTo>
                <a:close/>
              </a:path>
              <a:path w="676909" h="894715">
                <a:moveTo>
                  <a:pt x="676490" y="716076"/>
                </a:moveTo>
                <a:lnTo>
                  <a:pt x="653542" y="668997"/>
                </a:lnTo>
                <a:lnTo>
                  <a:pt x="609536" y="639584"/>
                </a:lnTo>
                <a:lnTo>
                  <a:pt x="548132" y="615772"/>
                </a:lnTo>
                <a:lnTo>
                  <a:pt x="502437" y="603008"/>
                </a:lnTo>
                <a:lnTo>
                  <a:pt x="456222" y="593979"/>
                </a:lnTo>
                <a:lnTo>
                  <a:pt x="409600" y="588505"/>
                </a:lnTo>
                <a:lnTo>
                  <a:pt x="362648" y="586435"/>
                </a:lnTo>
                <a:lnTo>
                  <a:pt x="315493" y="587603"/>
                </a:lnTo>
                <a:lnTo>
                  <a:pt x="268224" y="591870"/>
                </a:lnTo>
                <a:lnTo>
                  <a:pt x="220941" y="599059"/>
                </a:lnTo>
                <a:lnTo>
                  <a:pt x="173736" y="609015"/>
                </a:lnTo>
                <a:lnTo>
                  <a:pt x="162394" y="612762"/>
                </a:lnTo>
                <a:lnTo>
                  <a:pt x="210972" y="623112"/>
                </a:lnTo>
                <a:lnTo>
                  <a:pt x="258089" y="638327"/>
                </a:lnTo>
                <a:lnTo>
                  <a:pt x="304088" y="657288"/>
                </a:lnTo>
                <a:lnTo>
                  <a:pt x="349326" y="678827"/>
                </a:lnTo>
                <a:lnTo>
                  <a:pt x="394157" y="701814"/>
                </a:lnTo>
                <a:lnTo>
                  <a:pt x="438937" y="725119"/>
                </a:lnTo>
                <a:lnTo>
                  <a:pt x="484022" y="747598"/>
                </a:lnTo>
                <a:lnTo>
                  <a:pt x="529780" y="768108"/>
                </a:lnTo>
                <a:lnTo>
                  <a:pt x="549897" y="775716"/>
                </a:lnTo>
                <a:lnTo>
                  <a:pt x="570585" y="781545"/>
                </a:lnTo>
                <a:lnTo>
                  <a:pt x="591629" y="784631"/>
                </a:lnTo>
                <a:lnTo>
                  <a:pt x="612838" y="784009"/>
                </a:lnTo>
                <a:lnTo>
                  <a:pt x="633641" y="778471"/>
                </a:lnTo>
                <a:lnTo>
                  <a:pt x="652322" y="767803"/>
                </a:lnTo>
                <a:lnTo>
                  <a:pt x="666889" y="752627"/>
                </a:lnTo>
                <a:lnTo>
                  <a:pt x="675360" y="733526"/>
                </a:lnTo>
                <a:lnTo>
                  <a:pt x="676490" y="716076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17827333" y="6082163"/>
            <a:ext cx="735965" cy="448309"/>
          </a:xfrm>
          <a:custGeom>
            <a:avLst/>
            <a:gdLst/>
            <a:ahLst/>
            <a:cxnLst/>
            <a:rect l="l" t="t" r="r" b="b"/>
            <a:pathLst>
              <a:path w="735965" h="448309">
                <a:moveTo>
                  <a:pt x="318490" y="0"/>
                </a:moveTo>
                <a:lnTo>
                  <a:pt x="278333" y="4711"/>
                </a:lnTo>
                <a:lnTo>
                  <a:pt x="240461" y="19253"/>
                </a:lnTo>
                <a:lnTo>
                  <a:pt x="206184" y="41757"/>
                </a:lnTo>
                <a:lnTo>
                  <a:pt x="176745" y="70383"/>
                </a:lnTo>
                <a:lnTo>
                  <a:pt x="152717" y="103225"/>
                </a:lnTo>
                <a:lnTo>
                  <a:pt x="133223" y="139026"/>
                </a:lnTo>
                <a:lnTo>
                  <a:pt x="117436" y="176847"/>
                </a:lnTo>
                <a:lnTo>
                  <a:pt x="104495" y="215760"/>
                </a:lnTo>
                <a:lnTo>
                  <a:pt x="93383" y="255117"/>
                </a:lnTo>
                <a:lnTo>
                  <a:pt x="82905" y="294652"/>
                </a:lnTo>
                <a:lnTo>
                  <a:pt x="71920" y="334022"/>
                </a:lnTo>
                <a:lnTo>
                  <a:pt x="61709" y="263029"/>
                </a:lnTo>
                <a:lnTo>
                  <a:pt x="60655" y="217043"/>
                </a:lnTo>
                <a:lnTo>
                  <a:pt x="60121" y="171462"/>
                </a:lnTo>
                <a:lnTo>
                  <a:pt x="59486" y="125412"/>
                </a:lnTo>
                <a:lnTo>
                  <a:pt x="58153" y="77990"/>
                </a:lnTo>
                <a:lnTo>
                  <a:pt x="55486" y="28333"/>
                </a:lnTo>
                <a:lnTo>
                  <a:pt x="35026" y="3746"/>
                </a:lnTo>
                <a:lnTo>
                  <a:pt x="27343" y="8953"/>
                </a:lnTo>
                <a:lnTo>
                  <a:pt x="21221" y="17424"/>
                </a:lnTo>
                <a:lnTo>
                  <a:pt x="17068" y="27051"/>
                </a:lnTo>
                <a:lnTo>
                  <a:pt x="5245" y="74980"/>
                </a:lnTo>
                <a:lnTo>
                  <a:pt x="0" y="124053"/>
                </a:lnTo>
                <a:lnTo>
                  <a:pt x="1181" y="173418"/>
                </a:lnTo>
                <a:lnTo>
                  <a:pt x="8661" y="222262"/>
                </a:lnTo>
                <a:lnTo>
                  <a:pt x="22313" y="269709"/>
                </a:lnTo>
                <a:lnTo>
                  <a:pt x="42024" y="314960"/>
                </a:lnTo>
                <a:lnTo>
                  <a:pt x="65519" y="353682"/>
                </a:lnTo>
                <a:lnTo>
                  <a:pt x="59283" y="372872"/>
                </a:lnTo>
                <a:lnTo>
                  <a:pt x="105232" y="341249"/>
                </a:lnTo>
                <a:lnTo>
                  <a:pt x="147116" y="306146"/>
                </a:lnTo>
                <a:lnTo>
                  <a:pt x="185661" y="267766"/>
                </a:lnTo>
                <a:lnTo>
                  <a:pt x="221640" y="226288"/>
                </a:lnTo>
                <a:lnTo>
                  <a:pt x="255778" y="181889"/>
                </a:lnTo>
                <a:lnTo>
                  <a:pt x="283184" y="140233"/>
                </a:lnTo>
                <a:lnTo>
                  <a:pt x="304990" y="95478"/>
                </a:lnTo>
                <a:lnTo>
                  <a:pt x="317868" y="48450"/>
                </a:lnTo>
                <a:lnTo>
                  <a:pt x="318490" y="0"/>
                </a:lnTo>
                <a:close/>
              </a:path>
              <a:path w="735965" h="448309">
                <a:moveTo>
                  <a:pt x="652983" y="335584"/>
                </a:moveTo>
                <a:lnTo>
                  <a:pt x="622287" y="311378"/>
                </a:lnTo>
                <a:lnTo>
                  <a:pt x="577557" y="301955"/>
                </a:lnTo>
                <a:lnTo>
                  <a:pt x="532091" y="298069"/>
                </a:lnTo>
                <a:lnTo>
                  <a:pt x="486308" y="299199"/>
                </a:lnTo>
                <a:lnTo>
                  <a:pt x="440651" y="304838"/>
                </a:lnTo>
                <a:lnTo>
                  <a:pt x="395541" y="314464"/>
                </a:lnTo>
                <a:lnTo>
                  <a:pt x="351396" y="327571"/>
                </a:lnTo>
                <a:lnTo>
                  <a:pt x="300875" y="345884"/>
                </a:lnTo>
                <a:lnTo>
                  <a:pt x="252984" y="365785"/>
                </a:lnTo>
                <a:lnTo>
                  <a:pt x="206552" y="387553"/>
                </a:lnTo>
                <a:lnTo>
                  <a:pt x="160464" y="411454"/>
                </a:lnTo>
                <a:lnTo>
                  <a:pt x="113563" y="437769"/>
                </a:lnTo>
                <a:lnTo>
                  <a:pt x="167259" y="443064"/>
                </a:lnTo>
                <a:lnTo>
                  <a:pt x="221132" y="446709"/>
                </a:lnTo>
                <a:lnTo>
                  <a:pt x="275005" y="447814"/>
                </a:lnTo>
                <a:lnTo>
                  <a:pt x="328714" y="445566"/>
                </a:lnTo>
                <a:lnTo>
                  <a:pt x="382079" y="439077"/>
                </a:lnTo>
                <a:lnTo>
                  <a:pt x="433768" y="428117"/>
                </a:lnTo>
                <a:lnTo>
                  <a:pt x="484492" y="413334"/>
                </a:lnTo>
                <a:lnTo>
                  <a:pt x="534441" y="395706"/>
                </a:lnTo>
                <a:lnTo>
                  <a:pt x="583793" y="376199"/>
                </a:lnTo>
                <a:lnTo>
                  <a:pt x="639483" y="352945"/>
                </a:lnTo>
                <a:lnTo>
                  <a:pt x="652983" y="335584"/>
                </a:lnTo>
                <a:close/>
              </a:path>
              <a:path w="735965" h="448309">
                <a:moveTo>
                  <a:pt x="735901" y="34099"/>
                </a:moveTo>
                <a:lnTo>
                  <a:pt x="691273" y="23190"/>
                </a:lnTo>
                <a:lnTo>
                  <a:pt x="645071" y="23622"/>
                </a:lnTo>
                <a:lnTo>
                  <a:pt x="598868" y="32778"/>
                </a:lnTo>
                <a:lnTo>
                  <a:pt x="554253" y="48069"/>
                </a:lnTo>
                <a:lnTo>
                  <a:pt x="505942" y="69761"/>
                </a:lnTo>
                <a:lnTo>
                  <a:pt x="460121" y="94881"/>
                </a:lnTo>
                <a:lnTo>
                  <a:pt x="417004" y="123456"/>
                </a:lnTo>
                <a:lnTo>
                  <a:pt x="376821" y="155460"/>
                </a:lnTo>
                <a:lnTo>
                  <a:pt x="339788" y="190919"/>
                </a:lnTo>
                <a:lnTo>
                  <a:pt x="306133" y="229806"/>
                </a:lnTo>
                <a:lnTo>
                  <a:pt x="276059" y="272148"/>
                </a:lnTo>
                <a:lnTo>
                  <a:pt x="249809" y="317944"/>
                </a:lnTo>
                <a:lnTo>
                  <a:pt x="252336" y="319239"/>
                </a:lnTo>
                <a:lnTo>
                  <a:pt x="300151" y="300659"/>
                </a:lnTo>
                <a:lnTo>
                  <a:pt x="347345" y="280530"/>
                </a:lnTo>
                <a:lnTo>
                  <a:pt x="393852" y="258876"/>
                </a:lnTo>
                <a:lnTo>
                  <a:pt x="439635" y="235724"/>
                </a:lnTo>
                <a:lnTo>
                  <a:pt x="484644" y="211112"/>
                </a:lnTo>
                <a:lnTo>
                  <a:pt x="528840" y="185051"/>
                </a:lnTo>
                <a:lnTo>
                  <a:pt x="572173" y="157581"/>
                </a:lnTo>
                <a:lnTo>
                  <a:pt x="614578" y="128714"/>
                </a:lnTo>
                <a:lnTo>
                  <a:pt x="656043" y="98501"/>
                </a:lnTo>
                <a:lnTo>
                  <a:pt x="696493" y="66954"/>
                </a:lnTo>
                <a:lnTo>
                  <a:pt x="735901" y="34099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17386451" y="6346881"/>
            <a:ext cx="78105" cy="399415"/>
          </a:xfrm>
          <a:custGeom>
            <a:avLst/>
            <a:gdLst/>
            <a:ahLst/>
            <a:cxnLst/>
            <a:rect l="l" t="t" r="r" b="b"/>
            <a:pathLst>
              <a:path w="78105" h="399415">
                <a:moveTo>
                  <a:pt x="40400" y="0"/>
                </a:moveTo>
                <a:lnTo>
                  <a:pt x="22982" y="48228"/>
                </a:lnTo>
                <a:lnTo>
                  <a:pt x="10316" y="97589"/>
                </a:lnTo>
                <a:lnTo>
                  <a:pt x="2592" y="147648"/>
                </a:lnTo>
                <a:lnTo>
                  <a:pt x="0" y="197966"/>
                </a:lnTo>
                <a:lnTo>
                  <a:pt x="2728" y="248107"/>
                </a:lnTo>
                <a:lnTo>
                  <a:pt x="10967" y="297634"/>
                </a:lnTo>
                <a:lnTo>
                  <a:pt x="24906" y="346110"/>
                </a:lnTo>
                <a:lnTo>
                  <a:pt x="44735" y="393097"/>
                </a:lnTo>
                <a:lnTo>
                  <a:pt x="46641" y="399202"/>
                </a:lnTo>
                <a:lnTo>
                  <a:pt x="50709" y="348344"/>
                </a:lnTo>
                <a:lnTo>
                  <a:pt x="58871" y="297208"/>
                </a:lnTo>
                <a:lnTo>
                  <a:pt x="68053" y="246130"/>
                </a:lnTo>
                <a:lnTo>
                  <a:pt x="75184" y="195449"/>
                </a:lnTo>
                <a:lnTo>
                  <a:pt x="77816" y="144512"/>
                </a:lnTo>
                <a:lnTo>
                  <a:pt x="74221" y="93700"/>
                </a:lnTo>
                <a:lnTo>
                  <a:pt x="62412" y="44899"/>
                </a:lnTo>
                <a:lnTo>
                  <a:pt x="4040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16641052" y="6100857"/>
            <a:ext cx="634365" cy="694055"/>
          </a:xfrm>
          <a:custGeom>
            <a:avLst/>
            <a:gdLst/>
            <a:ahLst/>
            <a:cxnLst/>
            <a:rect l="l" t="t" r="r" b="b"/>
            <a:pathLst>
              <a:path w="634365" h="694054">
                <a:moveTo>
                  <a:pt x="383260" y="461708"/>
                </a:moveTo>
                <a:lnTo>
                  <a:pt x="327952" y="457136"/>
                </a:lnTo>
                <a:lnTo>
                  <a:pt x="273443" y="454571"/>
                </a:lnTo>
                <a:lnTo>
                  <a:pt x="219468" y="457250"/>
                </a:lnTo>
                <a:lnTo>
                  <a:pt x="165773" y="468388"/>
                </a:lnTo>
                <a:lnTo>
                  <a:pt x="123863" y="484809"/>
                </a:lnTo>
                <a:lnTo>
                  <a:pt x="84912" y="507492"/>
                </a:lnTo>
                <a:lnTo>
                  <a:pt x="50342" y="536028"/>
                </a:lnTo>
                <a:lnTo>
                  <a:pt x="21564" y="569976"/>
                </a:lnTo>
                <a:lnTo>
                  <a:pt x="0" y="608939"/>
                </a:lnTo>
                <a:lnTo>
                  <a:pt x="52247" y="610298"/>
                </a:lnTo>
                <a:lnTo>
                  <a:pt x="104127" y="603478"/>
                </a:lnTo>
                <a:lnTo>
                  <a:pt x="154927" y="589749"/>
                </a:lnTo>
                <a:lnTo>
                  <a:pt x="203898" y="570445"/>
                </a:lnTo>
                <a:lnTo>
                  <a:pt x="250723" y="546862"/>
                </a:lnTo>
                <a:lnTo>
                  <a:pt x="295897" y="520166"/>
                </a:lnTo>
                <a:lnTo>
                  <a:pt x="339902" y="491426"/>
                </a:lnTo>
                <a:lnTo>
                  <a:pt x="383260" y="461708"/>
                </a:lnTo>
                <a:close/>
              </a:path>
              <a:path w="634365" h="694054">
                <a:moveTo>
                  <a:pt x="553694" y="520661"/>
                </a:moveTo>
                <a:lnTo>
                  <a:pt x="546836" y="516420"/>
                </a:lnTo>
                <a:lnTo>
                  <a:pt x="496214" y="517931"/>
                </a:lnTo>
                <a:lnTo>
                  <a:pt x="445985" y="524281"/>
                </a:lnTo>
                <a:lnTo>
                  <a:pt x="396570" y="535317"/>
                </a:lnTo>
                <a:lnTo>
                  <a:pt x="348348" y="550837"/>
                </a:lnTo>
                <a:lnTo>
                  <a:pt x="301739" y="570699"/>
                </a:lnTo>
                <a:lnTo>
                  <a:pt x="257149" y="594702"/>
                </a:lnTo>
                <a:lnTo>
                  <a:pt x="214960" y="622706"/>
                </a:lnTo>
                <a:lnTo>
                  <a:pt x="175577" y="654519"/>
                </a:lnTo>
                <a:lnTo>
                  <a:pt x="139420" y="689978"/>
                </a:lnTo>
                <a:lnTo>
                  <a:pt x="185140" y="693483"/>
                </a:lnTo>
                <a:lnTo>
                  <a:pt x="230847" y="690270"/>
                </a:lnTo>
                <a:lnTo>
                  <a:pt x="276021" y="681164"/>
                </a:lnTo>
                <a:lnTo>
                  <a:pt x="320090" y="667004"/>
                </a:lnTo>
                <a:lnTo>
                  <a:pt x="362508" y="648614"/>
                </a:lnTo>
                <a:lnTo>
                  <a:pt x="403072" y="626872"/>
                </a:lnTo>
                <a:lnTo>
                  <a:pt x="442112" y="602538"/>
                </a:lnTo>
                <a:lnTo>
                  <a:pt x="480009" y="576275"/>
                </a:lnTo>
                <a:lnTo>
                  <a:pt x="517080" y="548767"/>
                </a:lnTo>
                <a:lnTo>
                  <a:pt x="553694" y="520661"/>
                </a:lnTo>
                <a:close/>
              </a:path>
              <a:path w="634365" h="694054">
                <a:moveTo>
                  <a:pt x="633806" y="476389"/>
                </a:moveTo>
                <a:lnTo>
                  <a:pt x="626046" y="465099"/>
                </a:lnTo>
                <a:lnTo>
                  <a:pt x="629627" y="418846"/>
                </a:lnTo>
                <a:lnTo>
                  <a:pt x="629945" y="369811"/>
                </a:lnTo>
                <a:lnTo>
                  <a:pt x="626833" y="320865"/>
                </a:lnTo>
                <a:lnTo>
                  <a:pt x="620382" y="272249"/>
                </a:lnTo>
                <a:lnTo>
                  <a:pt x="610616" y="224167"/>
                </a:lnTo>
                <a:lnTo>
                  <a:pt x="597598" y="176872"/>
                </a:lnTo>
                <a:lnTo>
                  <a:pt x="581380" y="130581"/>
                </a:lnTo>
                <a:lnTo>
                  <a:pt x="562025" y="85521"/>
                </a:lnTo>
                <a:lnTo>
                  <a:pt x="539572" y="41922"/>
                </a:lnTo>
                <a:lnTo>
                  <a:pt x="514096" y="0"/>
                </a:lnTo>
                <a:lnTo>
                  <a:pt x="502958" y="47396"/>
                </a:lnTo>
                <a:lnTo>
                  <a:pt x="497065" y="96850"/>
                </a:lnTo>
                <a:lnTo>
                  <a:pt x="496316" y="147548"/>
                </a:lnTo>
                <a:lnTo>
                  <a:pt x="500595" y="198653"/>
                </a:lnTo>
                <a:lnTo>
                  <a:pt x="509803" y="249351"/>
                </a:lnTo>
                <a:lnTo>
                  <a:pt x="523836" y="298805"/>
                </a:lnTo>
                <a:lnTo>
                  <a:pt x="542556" y="346202"/>
                </a:lnTo>
                <a:lnTo>
                  <a:pt x="565873" y="390715"/>
                </a:lnTo>
                <a:lnTo>
                  <a:pt x="593674" y="431507"/>
                </a:lnTo>
                <a:lnTo>
                  <a:pt x="618998" y="460057"/>
                </a:lnTo>
                <a:lnTo>
                  <a:pt x="585012" y="438035"/>
                </a:lnTo>
                <a:lnTo>
                  <a:pt x="543801" y="412965"/>
                </a:lnTo>
                <a:lnTo>
                  <a:pt x="501446" y="390321"/>
                </a:lnTo>
                <a:lnTo>
                  <a:pt x="457593" y="371411"/>
                </a:lnTo>
                <a:lnTo>
                  <a:pt x="411886" y="357555"/>
                </a:lnTo>
                <a:lnTo>
                  <a:pt x="364045" y="350558"/>
                </a:lnTo>
                <a:lnTo>
                  <a:pt x="315544" y="351802"/>
                </a:lnTo>
                <a:lnTo>
                  <a:pt x="268706" y="361937"/>
                </a:lnTo>
                <a:lnTo>
                  <a:pt x="225869" y="381635"/>
                </a:lnTo>
                <a:lnTo>
                  <a:pt x="189344" y="411543"/>
                </a:lnTo>
                <a:lnTo>
                  <a:pt x="238912" y="433616"/>
                </a:lnTo>
                <a:lnTo>
                  <a:pt x="291934" y="446112"/>
                </a:lnTo>
                <a:lnTo>
                  <a:pt x="346849" y="451637"/>
                </a:lnTo>
                <a:lnTo>
                  <a:pt x="402082" y="452869"/>
                </a:lnTo>
                <a:lnTo>
                  <a:pt x="447636" y="452945"/>
                </a:lnTo>
                <a:lnTo>
                  <a:pt x="495388" y="454101"/>
                </a:lnTo>
                <a:lnTo>
                  <a:pt x="543509" y="457555"/>
                </a:lnTo>
                <a:lnTo>
                  <a:pt x="590245" y="464566"/>
                </a:lnTo>
                <a:lnTo>
                  <a:pt x="633806" y="476389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17581488" y="5881160"/>
            <a:ext cx="278130" cy="370205"/>
          </a:xfrm>
          <a:custGeom>
            <a:avLst/>
            <a:gdLst/>
            <a:ahLst/>
            <a:cxnLst/>
            <a:rect l="l" t="t" r="r" b="b"/>
            <a:pathLst>
              <a:path w="278130" h="370204">
                <a:moveTo>
                  <a:pt x="277792" y="0"/>
                </a:moveTo>
                <a:lnTo>
                  <a:pt x="237790" y="6913"/>
                </a:lnTo>
                <a:lnTo>
                  <a:pt x="200212" y="22529"/>
                </a:lnTo>
                <a:lnTo>
                  <a:pt x="166001" y="45238"/>
                </a:lnTo>
                <a:lnTo>
                  <a:pt x="136100" y="73432"/>
                </a:lnTo>
                <a:lnTo>
                  <a:pt x="110893" y="105520"/>
                </a:lnTo>
                <a:lnTo>
                  <a:pt x="89646" y="140414"/>
                </a:lnTo>
                <a:lnTo>
                  <a:pt x="71627" y="177279"/>
                </a:lnTo>
                <a:lnTo>
                  <a:pt x="56103" y="215281"/>
                </a:lnTo>
                <a:lnTo>
                  <a:pt x="42206" y="253808"/>
                </a:lnTo>
                <a:lnTo>
                  <a:pt x="28883" y="292548"/>
                </a:lnTo>
                <a:lnTo>
                  <a:pt x="15144" y="331120"/>
                </a:lnTo>
                <a:lnTo>
                  <a:pt x="0" y="369140"/>
                </a:lnTo>
                <a:lnTo>
                  <a:pt x="2795" y="369946"/>
                </a:lnTo>
                <a:lnTo>
                  <a:pt x="43152" y="344991"/>
                </a:lnTo>
                <a:lnTo>
                  <a:pt x="81181" y="316650"/>
                </a:lnTo>
                <a:lnTo>
                  <a:pt x="116682" y="285189"/>
                </a:lnTo>
                <a:lnTo>
                  <a:pt x="149459" y="250875"/>
                </a:lnTo>
                <a:lnTo>
                  <a:pt x="179312" y="213975"/>
                </a:lnTo>
                <a:lnTo>
                  <a:pt x="206044" y="174754"/>
                </a:lnTo>
                <a:lnTo>
                  <a:pt x="229456" y="133479"/>
                </a:lnTo>
                <a:lnTo>
                  <a:pt x="249350" y="90418"/>
                </a:lnTo>
                <a:lnTo>
                  <a:pt x="265528" y="45836"/>
                </a:lnTo>
                <a:lnTo>
                  <a:pt x="27779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2" name="object 102" descr=""/>
          <p:cNvGrpSpPr/>
          <p:nvPr/>
        </p:nvGrpSpPr>
        <p:grpSpPr>
          <a:xfrm>
            <a:off x="16949748" y="5393991"/>
            <a:ext cx="1296670" cy="3416300"/>
            <a:chOff x="16949748" y="5393991"/>
            <a:chExt cx="1296670" cy="3416300"/>
          </a:xfrm>
        </p:grpSpPr>
        <p:sp>
          <p:nvSpPr>
            <p:cNvPr id="103" name="object 103" descr=""/>
            <p:cNvSpPr/>
            <p:nvPr/>
          </p:nvSpPr>
          <p:spPr>
            <a:xfrm>
              <a:off x="17228618" y="5394000"/>
              <a:ext cx="1017905" cy="2973705"/>
            </a:xfrm>
            <a:custGeom>
              <a:avLst/>
              <a:gdLst/>
              <a:ahLst/>
              <a:cxnLst/>
              <a:rect l="l" t="t" r="r" b="b"/>
              <a:pathLst>
                <a:path w="1017905" h="2973704">
                  <a:moveTo>
                    <a:pt x="295935" y="922629"/>
                  </a:moveTo>
                  <a:lnTo>
                    <a:pt x="268097" y="883221"/>
                  </a:lnTo>
                  <a:lnTo>
                    <a:pt x="238010" y="841679"/>
                  </a:lnTo>
                  <a:lnTo>
                    <a:pt x="205549" y="802487"/>
                  </a:lnTo>
                  <a:lnTo>
                    <a:pt x="170561" y="770089"/>
                  </a:lnTo>
                  <a:lnTo>
                    <a:pt x="131787" y="745642"/>
                  </a:lnTo>
                  <a:lnTo>
                    <a:pt x="89281" y="728649"/>
                  </a:lnTo>
                  <a:lnTo>
                    <a:pt x="44767" y="721194"/>
                  </a:lnTo>
                  <a:lnTo>
                    <a:pt x="0" y="725297"/>
                  </a:lnTo>
                  <a:lnTo>
                    <a:pt x="24955" y="764044"/>
                  </a:lnTo>
                  <a:lnTo>
                    <a:pt x="54394" y="799465"/>
                  </a:lnTo>
                  <a:lnTo>
                    <a:pt x="87807" y="831202"/>
                  </a:lnTo>
                  <a:lnTo>
                    <a:pt x="124650" y="858939"/>
                  </a:lnTo>
                  <a:lnTo>
                    <a:pt x="164414" y="882294"/>
                  </a:lnTo>
                  <a:lnTo>
                    <a:pt x="206565" y="900925"/>
                  </a:lnTo>
                  <a:lnTo>
                    <a:pt x="250583" y="914488"/>
                  </a:lnTo>
                  <a:lnTo>
                    <a:pt x="295935" y="922629"/>
                  </a:lnTo>
                  <a:close/>
                </a:path>
                <a:path w="1017905" h="2973704">
                  <a:moveTo>
                    <a:pt x="340118" y="721575"/>
                  </a:moveTo>
                  <a:lnTo>
                    <a:pt x="338061" y="674839"/>
                  </a:lnTo>
                  <a:lnTo>
                    <a:pt x="330619" y="628357"/>
                  </a:lnTo>
                  <a:lnTo>
                    <a:pt x="318147" y="582256"/>
                  </a:lnTo>
                  <a:lnTo>
                    <a:pt x="300990" y="536676"/>
                  </a:lnTo>
                  <a:lnTo>
                    <a:pt x="279488" y="491782"/>
                  </a:lnTo>
                  <a:lnTo>
                    <a:pt x="260057" y="535190"/>
                  </a:lnTo>
                  <a:lnTo>
                    <a:pt x="249516" y="581672"/>
                  </a:lnTo>
                  <a:lnTo>
                    <a:pt x="246824" y="629678"/>
                  </a:lnTo>
                  <a:lnTo>
                    <a:pt x="250888" y="677633"/>
                  </a:lnTo>
                  <a:lnTo>
                    <a:pt x="260413" y="724484"/>
                  </a:lnTo>
                  <a:lnTo>
                    <a:pt x="273875" y="770420"/>
                  </a:lnTo>
                  <a:lnTo>
                    <a:pt x="289966" y="815644"/>
                  </a:lnTo>
                  <a:lnTo>
                    <a:pt x="307327" y="860399"/>
                  </a:lnTo>
                  <a:lnTo>
                    <a:pt x="310527" y="861745"/>
                  </a:lnTo>
                  <a:lnTo>
                    <a:pt x="326694" y="815162"/>
                  </a:lnTo>
                  <a:lnTo>
                    <a:pt x="336448" y="768388"/>
                  </a:lnTo>
                  <a:lnTo>
                    <a:pt x="340118" y="721575"/>
                  </a:lnTo>
                  <a:close/>
                </a:path>
                <a:path w="1017905" h="2973704">
                  <a:moveTo>
                    <a:pt x="1017485" y="857326"/>
                  </a:moveTo>
                  <a:lnTo>
                    <a:pt x="1017295" y="857110"/>
                  </a:lnTo>
                  <a:lnTo>
                    <a:pt x="1017104" y="856894"/>
                  </a:lnTo>
                  <a:lnTo>
                    <a:pt x="1014653" y="858685"/>
                  </a:lnTo>
                  <a:lnTo>
                    <a:pt x="920496" y="938669"/>
                  </a:lnTo>
                  <a:lnTo>
                    <a:pt x="816978" y="1028877"/>
                  </a:lnTo>
                  <a:lnTo>
                    <a:pt x="690753" y="1140002"/>
                  </a:lnTo>
                  <a:lnTo>
                    <a:pt x="647242" y="1179398"/>
                  </a:lnTo>
                  <a:lnTo>
                    <a:pt x="606183" y="1217904"/>
                  </a:lnTo>
                  <a:lnTo>
                    <a:pt x="567867" y="1255064"/>
                  </a:lnTo>
                  <a:lnTo>
                    <a:pt x="532625" y="1290472"/>
                  </a:lnTo>
                  <a:lnTo>
                    <a:pt x="500761" y="1323670"/>
                  </a:lnTo>
                  <a:lnTo>
                    <a:pt x="472617" y="1354226"/>
                  </a:lnTo>
                  <a:lnTo>
                    <a:pt x="437769" y="1393913"/>
                  </a:lnTo>
                  <a:lnTo>
                    <a:pt x="405485" y="1433156"/>
                  </a:lnTo>
                  <a:lnTo>
                    <a:pt x="398513" y="1442669"/>
                  </a:lnTo>
                  <a:lnTo>
                    <a:pt x="393141" y="1447025"/>
                  </a:lnTo>
                  <a:lnTo>
                    <a:pt x="362140" y="1487309"/>
                  </a:lnTo>
                  <a:lnTo>
                    <a:pt x="356882" y="1499984"/>
                  </a:lnTo>
                  <a:lnTo>
                    <a:pt x="356882" y="1216710"/>
                  </a:lnTo>
                  <a:lnTo>
                    <a:pt x="354914" y="579247"/>
                  </a:lnTo>
                  <a:lnTo>
                    <a:pt x="354114" y="491553"/>
                  </a:lnTo>
                  <a:lnTo>
                    <a:pt x="401751" y="475195"/>
                  </a:lnTo>
                  <a:lnTo>
                    <a:pt x="449008" y="455815"/>
                  </a:lnTo>
                  <a:lnTo>
                    <a:pt x="495071" y="433755"/>
                  </a:lnTo>
                  <a:lnTo>
                    <a:pt x="539775" y="409067"/>
                  </a:lnTo>
                  <a:lnTo>
                    <a:pt x="582993" y="381838"/>
                  </a:lnTo>
                  <a:lnTo>
                    <a:pt x="624573" y="352171"/>
                  </a:lnTo>
                  <a:lnTo>
                    <a:pt x="664337" y="320128"/>
                  </a:lnTo>
                  <a:lnTo>
                    <a:pt x="691807" y="283451"/>
                  </a:lnTo>
                  <a:lnTo>
                    <a:pt x="692188" y="268871"/>
                  </a:lnTo>
                  <a:lnTo>
                    <a:pt x="687743" y="258432"/>
                  </a:lnTo>
                  <a:lnTo>
                    <a:pt x="679945" y="250075"/>
                  </a:lnTo>
                  <a:lnTo>
                    <a:pt x="669874" y="244106"/>
                  </a:lnTo>
                  <a:lnTo>
                    <a:pt x="658622" y="240868"/>
                  </a:lnTo>
                  <a:lnTo>
                    <a:pt x="647115" y="240220"/>
                  </a:lnTo>
                  <a:lnTo>
                    <a:pt x="635622" y="241503"/>
                  </a:lnTo>
                  <a:lnTo>
                    <a:pt x="570001" y="264769"/>
                  </a:lnTo>
                  <a:lnTo>
                    <a:pt x="528447" y="286054"/>
                  </a:lnTo>
                  <a:lnTo>
                    <a:pt x="489204" y="311365"/>
                  </a:lnTo>
                  <a:lnTo>
                    <a:pt x="452983" y="340512"/>
                  </a:lnTo>
                  <a:lnTo>
                    <a:pt x="420560" y="373316"/>
                  </a:lnTo>
                  <a:lnTo>
                    <a:pt x="392658" y="409587"/>
                  </a:lnTo>
                  <a:lnTo>
                    <a:pt x="370039" y="449135"/>
                  </a:lnTo>
                  <a:lnTo>
                    <a:pt x="354101" y="490080"/>
                  </a:lnTo>
                  <a:lnTo>
                    <a:pt x="353669" y="441833"/>
                  </a:lnTo>
                  <a:lnTo>
                    <a:pt x="353136" y="420598"/>
                  </a:lnTo>
                  <a:lnTo>
                    <a:pt x="353072" y="420014"/>
                  </a:lnTo>
                  <a:lnTo>
                    <a:pt x="370255" y="377659"/>
                  </a:lnTo>
                  <a:lnTo>
                    <a:pt x="391972" y="336765"/>
                  </a:lnTo>
                  <a:lnTo>
                    <a:pt x="416445" y="297129"/>
                  </a:lnTo>
                  <a:lnTo>
                    <a:pt x="442074" y="258064"/>
                  </a:lnTo>
                  <a:lnTo>
                    <a:pt x="467283" y="218821"/>
                  </a:lnTo>
                  <a:lnTo>
                    <a:pt x="490601" y="178092"/>
                  </a:lnTo>
                  <a:lnTo>
                    <a:pt x="510400" y="135369"/>
                  </a:lnTo>
                  <a:lnTo>
                    <a:pt x="524814" y="91135"/>
                  </a:lnTo>
                  <a:lnTo>
                    <a:pt x="532003" y="45847"/>
                  </a:lnTo>
                  <a:lnTo>
                    <a:pt x="530098" y="0"/>
                  </a:lnTo>
                  <a:lnTo>
                    <a:pt x="491185" y="22936"/>
                  </a:lnTo>
                  <a:lnTo>
                    <a:pt x="457530" y="52997"/>
                  </a:lnTo>
                  <a:lnTo>
                    <a:pt x="429183" y="88671"/>
                  </a:lnTo>
                  <a:lnTo>
                    <a:pt x="406209" y="128435"/>
                  </a:lnTo>
                  <a:lnTo>
                    <a:pt x="388658" y="170789"/>
                  </a:lnTo>
                  <a:lnTo>
                    <a:pt x="376085" y="214477"/>
                  </a:lnTo>
                  <a:lnTo>
                    <a:pt x="367360" y="259105"/>
                  </a:lnTo>
                  <a:lnTo>
                    <a:pt x="361518" y="304342"/>
                  </a:lnTo>
                  <a:lnTo>
                    <a:pt x="357619" y="349923"/>
                  </a:lnTo>
                  <a:lnTo>
                    <a:pt x="354723" y="395528"/>
                  </a:lnTo>
                  <a:lnTo>
                    <a:pt x="352971" y="418973"/>
                  </a:lnTo>
                  <a:lnTo>
                    <a:pt x="352869" y="417880"/>
                  </a:lnTo>
                  <a:lnTo>
                    <a:pt x="352590" y="420598"/>
                  </a:lnTo>
                  <a:lnTo>
                    <a:pt x="352069" y="441833"/>
                  </a:lnTo>
                  <a:lnTo>
                    <a:pt x="352031" y="444893"/>
                  </a:lnTo>
                  <a:lnTo>
                    <a:pt x="340017" y="403212"/>
                  </a:lnTo>
                  <a:lnTo>
                    <a:pt x="329488" y="356400"/>
                  </a:lnTo>
                  <a:lnTo>
                    <a:pt x="319201" y="308914"/>
                  </a:lnTo>
                  <a:lnTo>
                    <a:pt x="307086" y="262343"/>
                  </a:lnTo>
                  <a:lnTo>
                    <a:pt x="291071" y="218300"/>
                  </a:lnTo>
                  <a:lnTo>
                    <a:pt x="269062" y="178346"/>
                  </a:lnTo>
                  <a:lnTo>
                    <a:pt x="238848" y="141732"/>
                  </a:lnTo>
                  <a:lnTo>
                    <a:pt x="205041" y="107950"/>
                  </a:lnTo>
                  <a:lnTo>
                    <a:pt x="172173" y="73583"/>
                  </a:lnTo>
                  <a:lnTo>
                    <a:pt x="144741" y="35217"/>
                  </a:lnTo>
                  <a:lnTo>
                    <a:pt x="134188" y="75196"/>
                  </a:lnTo>
                  <a:lnTo>
                    <a:pt x="132600" y="116611"/>
                  </a:lnTo>
                  <a:lnTo>
                    <a:pt x="138887" y="157949"/>
                  </a:lnTo>
                  <a:lnTo>
                    <a:pt x="151980" y="197700"/>
                  </a:lnTo>
                  <a:lnTo>
                    <a:pt x="170548" y="234886"/>
                  </a:lnTo>
                  <a:lnTo>
                    <a:pt x="193294" y="269722"/>
                  </a:lnTo>
                  <a:lnTo>
                    <a:pt x="219125" y="302552"/>
                  </a:lnTo>
                  <a:lnTo>
                    <a:pt x="246989" y="333717"/>
                  </a:lnTo>
                  <a:lnTo>
                    <a:pt x="274599" y="362623"/>
                  </a:lnTo>
                  <a:lnTo>
                    <a:pt x="300926" y="389864"/>
                  </a:lnTo>
                  <a:lnTo>
                    <a:pt x="326758" y="417537"/>
                  </a:lnTo>
                  <a:lnTo>
                    <a:pt x="352018" y="446786"/>
                  </a:lnTo>
                  <a:lnTo>
                    <a:pt x="351104" y="542798"/>
                  </a:lnTo>
                  <a:lnTo>
                    <a:pt x="349402" y="1073594"/>
                  </a:lnTo>
                  <a:lnTo>
                    <a:pt x="349427" y="2174633"/>
                  </a:lnTo>
                  <a:lnTo>
                    <a:pt x="351396" y="2812072"/>
                  </a:lnTo>
                  <a:lnTo>
                    <a:pt x="352640" y="2949498"/>
                  </a:lnTo>
                  <a:lnTo>
                    <a:pt x="353441" y="2973451"/>
                  </a:lnTo>
                  <a:lnTo>
                    <a:pt x="353707" y="2970733"/>
                  </a:lnTo>
                  <a:lnTo>
                    <a:pt x="354241" y="2949498"/>
                  </a:lnTo>
                  <a:lnTo>
                    <a:pt x="355193" y="2848521"/>
                  </a:lnTo>
                  <a:lnTo>
                    <a:pt x="356908" y="2317724"/>
                  </a:lnTo>
                  <a:lnTo>
                    <a:pt x="356882" y="1508086"/>
                  </a:lnTo>
                  <a:lnTo>
                    <a:pt x="360311" y="1499984"/>
                  </a:lnTo>
                  <a:lnTo>
                    <a:pt x="383743" y="1464246"/>
                  </a:lnTo>
                  <a:lnTo>
                    <a:pt x="431927" y="1427060"/>
                  </a:lnTo>
                  <a:lnTo>
                    <a:pt x="475627" y="1404607"/>
                  </a:lnTo>
                  <a:lnTo>
                    <a:pt x="525716" y="1382649"/>
                  </a:lnTo>
                  <a:lnTo>
                    <a:pt x="579793" y="1359827"/>
                  </a:lnTo>
                  <a:lnTo>
                    <a:pt x="634314" y="1338084"/>
                  </a:lnTo>
                  <a:lnTo>
                    <a:pt x="685444" y="1318704"/>
                  </a:lnTo>
                  <a:lnTo>
                    <a:pt x="731964" y="1301864"/>
                  </a:lnTo>
                  <a:lnTo>
                    <a:pt x="772706" y="1287703"/>
                  </a:lnTo>
                  <a:lnTo>
                    <a:pt x="845908" y="1263040"/>
                  </a:lnTo>
                  <a:lnTo>
                    <a:pt x="853567" y="1260208"/>
                  </a:lnTo>
                  <a:lnTo>
                    <a:pt x="853414" y="1259649"/>
                  </a:lnTo>
                  <a:lnTo>
                    <a:pt x="853262" y="1259103"/>
                  </a:lnTo>
                  <a:lnTo>
                    <a:pt x="845273" y="1260906"/>
                  </a:lnTo>
                  <a:lnTo>
                    <a:pt x="805040" y="1271879"/>
                  </a:lnTo>
                  <a:lnTo>
                    <a:pt x="729742" y="1295374"/>
                  </a:lnTo>
                  <a:lnTo>
                    <a:pt x="682840" y="1311541"/>
                  </a:lnTo>
                  <a:lnTo>
                    <a:pt x="631405" y="1330528"/>
                  </a:lnTo>
                  <a:lnTo>
                    <a:pt x="576656" y="1352181"/>
                  </a:lnTo>
                  <a:lnTo>
                    <a:pt x="522452" y="1375168"/>
                  </a:lnTo>
                  <a:lnTo>
                    <a:pt x="472452" y="1397762"/>
                  </a:lnTo>
                  <a:lnTo>
                    <a:pt x="428358" y="1421155"/>
                  </a:lnTo>
                  <a:lnTo>
                    <a:pt x="406806" y="1435925"/>
                  </a:lnTo>
                  <a:lnTo>
                    <a:pt x="441248" y="1396961"/>
                  </a:lnTo>
                  <a:lnTo>
                    <a:pt x="476923" y="1358188"/>
                  </a:lnTo>
                  <a:lnTo>
                    <a:pt x="505498" y="1328191"/>
                  </a:lnTo>
                  <a:lnTo>
                    <a:pt x="537692" y="1295488"/>
                  </a:lnTo>
                  <a:lnTo>
                    <a:pt x="573189" y="1260525"/>
                  </a:lnTo>
                  <a:lnTo>
                    <a:pt x="611657" y="1223695"/>
                  </a:lnTo>
                  <a:lnTo>
                    <a:pt x="652792" y="1185430"/>
                  </a:lnTo>
                  <a:lnTo>
                    <a:pt x="696252" y="1146162"/>
                  </a:lnTo>
                  <a:lnTo>
                    <a:pt x="924369" y="943051"/>
                  </a:lnTo>
                  <a:lnTo>
                    <a:pt x="992911" y="880795"/>
                  </a:lnTo>
                  <a:lnTo>
                    <a:pt x="1011262" y="863549"/>
                  </a:lnTo>
                  <a:lnTo>
                    <a:pt x="1017485" y="857326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28749" y="6422677"/>
              <a:ext cx="64812" cy="198077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16949738" y="6548913"/>
              <a:ext cx="633730" cy="419100"/>
            </a:xfrm>
            <a:custGeom>
              <a:avLst/>
              <a:gdLst/>
              <a:ahLst/>
              <a:cxnLst/>
              <a:rect l="l" t="t" r="r" b="b"/>
              <a:pathLst>
                <a:path w="633730" h="419100">
                  <a:moveTo>
                    <a:pt x="471462" y="114960"/>
                  </a:moveTo>
                  <a:lnTo>
                    <a:pt x="470547" y="104749"/>
                  </a:lnTo>
                  <a:lnTo>
                    <a:pt x="470420" y="104736"/>
                  </a:lnTo>
                  <a:lnTo>
                    <a:pt x="466890" y="104444"/>
                  </a:lnTo>
                  <a:lnTo>
                    <a:pt x="466356" y="111252"/>
                  </a:lnTo>
                  <a:lnTo>
                    <a:pt x="466394" y="114947"/>
                  </a:lnTo>
                  <a:lnTo>
                    <a:pt x="467766" y="114960"/>
                  </a:lnTo>
                  <a:lnTo>
                    <a:pt x="471462" y="114960"/>
                  </a:lnTo>
                  <a:close/>
                </a:path>
                <a:path w="633730" h="419100">
                  <a:moveTo>
                    <a:pt x="633298" y="417804"/>
                  </a:moveTo>
                  <a:lnTo>
                    <a:pt x="598728" y="367588"/>
                  </a:lnTo>
                  <a:lnTo>
                    <a:pt x="565264" y="321792"/>
                  </a:lnTo>
                  <a:lnTo>
                    <a:pt x="538035" y="285546"/>
                  </a:lnTo>
                  <a:lnTo>
                    <a:pt x="508127" y="246557"/>
                  </a:lnTo>
                  <a:lnTo>
                    <a:pt x="497713" y="224231"/>
                  </a:lnTo>
                  <a:lnTo>
                    <a:pt x="478472" y="162826"/>
                  </a:lnTo>
                  <a:lnTo>
                    <a:pt x="471855" y="119354"/>
                  </a:lnTo>
                  <a:lnTo>
                    <a:pt x="471487" y="115163"/>
                  </a:lnTo>
                  <a:lnTo>
                    <a:pt x="467702" y="115163"/>
                  </a:lnTo>
                  <a:lnTo>
                    <a:pt x="466483" y="115163"/>
                  </a:lnTo>
                  <a:lnTo>
                    <a:pt x="466318" y="119608"/>
                  </a:lnTo>
                  <a:lnTo>
                    <a:pt x="467321" y="139979"/>
                  </a:lnTo>
                  <a:lnTo>
                    <a:pt x="470700" y="164388"/>
                  </a:lnTo>
                  <a:lnTo>
                    <a:pt x="477291" y="191427"/>
                  </a:lnTo>
                  <a:lnTo>
                    <a:pt x="488645" y="221716"/>
                  </a:lnTo>
                  <a:lnTo>
                    <a:pt x="474345" y="203492"/>
                  </a:lnTo>
                  <a:lnTo>
                    <a:pt x="440651" y="161544"/>
                  </a:lnTo>
                  <a:lnTo>
                    <a:pt x="408863" y="122809"/>
                  </a:lnTo>
                  <a:lnTo>
                    <a:pt x="379742" y="88061"/>
                  </a:lnTo>
                  <a:lnTo>
                    <a:pt x="354037" y="58064"/>
                  </a:lnTo>
                  <a:lnTo>
                    <a:pt x="306946" y="5321"/>
                  </a:lnTo>
                  <a:lnTo>
                    <a:pt x="301675" y="0"/>
                  </a:lnTo>
                  <a:lnTo>
                    <a:pt x="300812" y="762"/>
                  </a:lnTo>
                  <a:lnTo>
                    <a:pt x="305244" y="6781"/>
                  </a:lnTo>
                  <a:lnTo>
                    <a:pt x="313651" y="17360"/>
                  </a:lnTo>
                  <a:lnTo>
                    <a:pt x="341350" y="51638"/>
                  </a:lnTo>
                  <a:lnTo>
                    <a:pt x="329399" y="45237"/>
                  </a:lnTo>
                  <a:lnTo>
                    <a:pt x="275882" y="23952"/>
                  </a:lnTo>
                  <a:lnTo>
                    <a:pt x="213182" y="9182"/>
                  </a:lnTo>
                  <a:lnTo>
                    <a:pt x="140716" y="3657"/>
                  </a:lnTo>
                  <a:lnTo>
                    <a:pt x="106908" y="5168"/>
                  </a:lnTo>
                  <a:lnTo>
                    <a:pt x="50304" y="13728"/>
                  </a:lnTo>
                  <a:lnTo>
                    <a:pt x="4635" y="27216"/>
                  </a:lnTo>
                  <a:lnTo>
                    <a:pt x="0" y="29159"/>
                  </a:lnTo>
                  <a:lnTo>
                    <a:pt x="177" y="29705"/>
                  </a:lnTo>
                  <a:lnTo>
                    <a:pt x="3924" y="29476"/>
                  </a:lnTo>
                  <a:lnTo>
                    <a:pt x="30137" y="23647"/>
                  </a:lnTo>
                  <a:lnTo>
                    <a:pt x="51447" y="19469"/>
                  </a:lnTo>
                  <a:lnTo>
                    <a:pt x="77444" y="15544"/>
                  </a:lnTo>
                  <a:lnTo>
                    <a:pt x="107467" y="12776"/>
                  </a:lnTo>
                  <a:lnTo>
                    <a:pt x="140728" y="11760"/>
                  </a:lnTo>
                  <a:lnTo>
                    <a:pt x="176453" y="13106"/>
                  </a:lnTo>
                  <a:lnTo>
                    <a:pt x="244665" y="23228"/>
                  </a:lnTo>
                  <a:lnTo>
                    <a:pt x="299008" y="38341"/>
                  </a:lnTo>
                  <a:lnTo>
                    <a:pt x="344411" y="55422"/>
                  </a:lnTo>
                  <a:lnTo>
                    <a:pt x="368693" y="85432"/>
                  </a:lnTo>
                  <a:lnTo>
                    <a:pt x="366052" y="83248"/>
                  </a:lnTo>
                  <a:lnTo>
                    <a:pt x="351815" y="75323"/>
                  </a:lnTo>
                  <a:lnTo>
                    <a:pt x="333159" y="69024"/>
                  </a:lnTo>
                  <a:lnTo>
                    <a:pt x="311010" y="65379"/>
                  </a:lnTo>
                  <a:lnTo>
                    <a:pt x="286296" y="64223"/>
                  </a:lnTo>
                  <a:lnTo>
                    <a:pt x="259969" y="65430"/>
                  </a:lnTo>
                  <a:lnTo>
                    <a:pt x="209588" y="72301"/>
                  </a:lnTo>
                  <a:lnTo>
                    <a:pt x="169379" y="82499"/>
                  </a:lnTo>
                  <a:lnTo>
                    <a:pt x="134061" y="96989"/>
                  </a:lnTo>
                  <a:lnTo>
                    <a:pt x="136817" y="96875"/>
                  </a:lnTo>
                  <a:lnTo>
                    <a:pt x="170954" y="88138"/>
                  </a:lnTo>
                  <a:lnTo>
                    <a:pt x="189522" y="83896"/>
                  </a:lnTo>
                  <a:lnTo>
                    <a:pt x="210985" y="79794"/>
                  </a:lnTo>
                  <a:lnTo>
                    <a:pt x="234835" y="76238"/>
                  </a:lnTo>
                  <a:lnTo>
                    <a:pt x="260604" y="73660"/>
                  </a:lnTo>
                  <a:lnTo>
                    <a:pt x="286423" y="72326"/>
                  </a:lnTo>
                  <a:lnTo>
                    <a:pt x="310337" y="72961"/>
                  </a:lnTo>
                  <a:lnTo>
                    <a:pt x="349631" y="80746"/>
                  </a:lnTo>
                  <a:lnTo>
                    <a:pt x="434352" y="166624"/>
                  </a:lnTo>
                  <a:lnTo>
                    <a:pt x="467855" y="208622"/>
                  </a:lnTo>
                  <a:lnTo>
                    <a:pt x="501154" y="250786"/>
                  </a:lnTo>
                  <a:lnTo>
                    <a:pt x="517626" y="271995"/>
                  </a:lnTo>
                  <a:lnTo>
                    <a:pt x="518160" y="272529"/>
                  </a:lnTo>
                  <a:lnTo>
                    <a:pt x="532003" y="290195"/>
                  </a:lnTo>
                  <a:lnTo>
                    <a:pt x="583958" y="357136"/>
                  </a:lnTo>
                  <a:lnTo>
                    <a:pt x="627507" y="412788"/>
                  </a:lnTo>
                  <a:lnTo>
                    <a:pt x="632383" y="418477"/>
                  </a:lnTo>
                  <a:lnTo>
                    <a:pt x="632841" y="418134"/>
                  </a:lnTo>
                  <a:lnTo>
                    <a:pt x="633298" y="417804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485613" y="6171746"/>
              <a:ext cx="98154" cy="250934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17057701" y="7107459"/>
              <a:ext cx="1122680" cy="1703070"/>
            </a:xfrm>
            <a:custGeom>
              <a:avLst/>
              <a:gdLst/>
              <a:ahLst/>
              <a:cxnLst/>
              <a:rect l="l" t="t" r="r" b="b"/>
              <a:pathLst>
                <a:path w="1122680" h="1703070">
                  <a:moveTo>
                    <a:pt x="918349" y="1036980"/>
                  </a:moveTo>
                  <a:lnTo>
                    <a:pt x="129209" y="1036980"/>
                  </a:lnTo>
                  <a:lnTo>
                    <a:pt x="132664" y="1083894"/>
                  </a:lnTo>
                  <a:lnTo>
                    <a:pt x="137718" y="1130909"/>
                  </a:lnTo>
                  <a:lnTo>
                    <a:pt x="144335" y="1178039"/>
                  </a:lnTo>
                  <a:lnTo>
                    <a:pt x="152476" y="1225270"/>
                  </a:lnTo>
                  <a:lnTo>
                    <a:pt x="162090" y="1272616"/>
                  </a:lnTo>
                  <a:lnTo>
                    <a:pt x="173151" y="1320050"/>
                  </a:lnTo>
                  <a:lnTo>
                    <a:pt x="185610" y="1367586"/>
                  </a:lnTo>
                  <a:lnTo>
                    <a:pt x="199428" y="1415211"/>
                  </a:lnTo>
                  <a:lnTo>
                    <a:pt x="214579" y="1462925"/>
                  </a:lnTo>
                  <a:lnTo>
                    <a:pt x="231000" y="1510741"/>
                  </a:lnTo>
                  <a:lnTo>
                    <a:pt x="248678" y="1558632"/>
                  </a:lnTo>
                  <a:lnTo>
                    <a:pt x="267550" y="1606613"/>
                  </a:lnTo>
                  <a:lnTo>
                    <a:pt x="287591" y="1654670"/>
                  </a:lnTo>
                  <a:lnTo>
                    <a:pt x="308762" y="1702803"/>
                  </a:lnTo>
                  <a:lnTo>
                    <a:pt x="749465" y="1702803"/>
                  </a:lnTo>
                  <a:lnTo>
                    <a:pt x="769632" y="1655114"/>
                  </a:lnTo>
                  <a:lnTo>
                    <a:pt x="788682" y="1607451"/>
                  </a:lnTo>
                  <a:lnTo>
                    <a:pt x="806589" y="1559801"/>
                  </a:lnTo>
                  <a:lnTo>
                    <a:pt x="823302" y="1512163"/>
                  </a:lnTo>
                  <a:lnTo>
                    <a:pt x="838822" y="1464551"/>
                  </a:lnTo>
                  <a:lnTo>
                    <a:pt x="853084" y="1416951"/>
                  </a:lnTo>
                  <a:lnTo>
                    <a:pt x="866063" y="1369377"/>
                  </a:lnTo>
                  <a:lnTo>
                    <a:pt x="877735" y="1321828"/>
                  </a:lnTo>
                  <a:lnTo>
                    <a:pt x="888060" y="1274305"/>
                  </a:lnTo>
                  <a:lnTo>
                    <a:pt x="897013" y="1226794"/>
                  </a:lnTo>
                  <a:lnTo>
                    <a:pt x="904544" y="1179296"/>
                  </a:lnTo>
                  <a:lnTo>
                    <a:pt x="910640" y="1131836"/>
                  </a:lnTo>
                  <a:lnTo>
                    <a:pt x="915250" y="1084402"/>
                  </a:lnTo>
                  <a:lnTo>
                    <a:pt x="918349" y="1036980"/>
                  </a:lnTo>
                  <a:close/>
                </a:path>
                <a:path w="1122680" h="1703070">
                  <a:moveTo>
                    <a:pt x="984986" y="610247"/>
                  </a:moveTo>
                  <a:lnTo>
                    <a:pt x="981430" y="609714"/>
                  </a:lnTo>
                  <a:lnTo>
                    <a:pt x="971346" y="609727"/>
                  </a:lnTo>
                  <a:lnTo>
                    <a:pt x="955421" y="610374"/>
                  </a:lnTo>
                  <a:lnTo>
                    <a:pt x="908862" y="614045"/>
                  </a:lnTo>
                  <a:lnTo>
                    <a:pt x="847610" y="623900"/>
                  </a:lnTo>
                  <a:lnTo>
                    <a:pt x="780884" y="645693"/>
                  </a:lnTo>
                  <a:lnTo>
                    <a:pt x="726668" y="676338"/>
                  </a:lnTo>
                  <a:lnTo>
                    <a:pt x="712774" y="687108"/>
                  </a:lnTo>
                  <a:lnTo>
                    <a:pt x="745363" y="646607"/>
                  </a:lnTo>
                  <a:lnTo>
                    <a:pt x="789012" y="595464"/>
                  </a:lnTo>
                  <a:lnTo>
                    <a:pt x="831481" y="550735"/>
                  </a:lnTo>
                  <a:lnTo>
                    <a:pt x="872020" y="513867"/>
                  </a:lnTo>
                  <a:lnTo>
                    <a:pt x="908926" y="485470"/>
                  </a:lnTo>
                  <a:lnTo>
                    <a:pt x="952474" y="457987"/>
                  </a:lnTo>
                  <a:lnTo>
                    <a:pt x="974712" y="445871"/>
                  </a:lnTo>
                  <a:lnTo>
                    <a:pt x="976147" y="444703"/>
                  </a:lnTo>
                  <a:lnTo>
                    <a:pt x="976033" y="444436"/>
                  </a:lnTo>
                  <a:lnTo>
                    <a:pt x="973734" y="445223"/>
                  </a:lnTo>
                  <a:lnTo>
                    <a:pt x="965225" y="448779"/>
                  </a:lnTo>
                  <a:lnTo>
                    <a:pt x="958824" y="451205"/>
                  </a:lnTo>
                  <a:lnTo>
                    <a:pt x="922883" y="470471"/>
                  </a:lnTo>
                  <a:lnTo>
                    <a:pt x="887552" y="493915"/>
                  </a:lnTo>
                  <a:lnTo>
                    <a:pt x="847534" y="526161"/>
                  </a:lnTo>
                  <a:lnTo>
                    <a:pt x="804900" y="566889"/>
                  </a:lnTo>
                  <a:lnTo>
                    <a:pt x="761174" y="615073"/>
                  </a:lnTo>
                  <a:lnTo>
                    <a:pt x="716711" y="668832"/>
                  </a:lnTo>
                  <a:lnTo>
                    <a:pt x="715302" y="670598"/>
                  </a:lnTo>
                  <a:lnTo>
                    <a:pt x="718121" y="665480"/>
                  </a:lnTo>
                  <a:lnTo>
                    <a:pt x="738276" y="614997"/>
                  </a:lnTo>
                  <a:lnTo>
                    <a:pt x="747204" y="569455"/>
                  </a:lnTo>
                  <a:lnTo>
                    <a:pt x="748715" y="549897"/>
                  </a:lnTo>
                  <a:lnTo>
                    <a:pt x="748626" y="544537"/>
                  </a:lnTo>
                  <a:lnTo>
                    <a:pt x="748042" y="542607"/>
                  </a:lnTo>
                  <a:lnTo>
                    <a:pt x="745477" y="549465"/>
                  </a:lnTo>
                  <a:lnTo>
                    <a:pt x="741489" y="568528"/>
                  </a:lnTo>
                  <a:lnTo>
                    <a:pt x="734974" y="596455"/>
                  </a:lnTo>
                  <a:lnTo>
                    <a:pt x="711238" y="662089"/>
                  </a:lnTo>
                  <a:lnTo>
                    <a:pt x="693191" y="698360"/>
                  </a:lnTo>
                  <a:lnTo>
                    <a:pt x="648627" y="754303"/>
                  </a:lnTo>
                  <a:lnTo>
                    <a:pt x="618337" y="793673"/>
                  </a:lnTo>
                  <a:lnTo>
                    <a:pt x="591743" y="830440"/>
                  </a:lnTo>
                  <a:lnTo>
                    <a:pt x="569734" y="864362"/>
                  </a:lnTo>
                  <a:lnTo>
                    <a:pt x="548665" y="901090"/>
                  </a:lnTo>
                  <a:lnTo>
                    <a:pt x="530707" y="937641"/>
                  </a:lnTo>
                  <a:lnTo>
                    <a:pt x="524535" y="953770"/>
                  </a:lnTo>
                  <a:lnTo>
                    <a:pt x="524344" y="951484"/>
                  </a:lnTo>
                  <a:lnTo>
                    <a:pt x="513232" y="895756"/>
                  </a:lnTo>
                  <a:lnTo>
                    <a:pt x="495401" y="844918"/>
                  </a:lnTo>
                  <a:lnTo>
                    <a:pt x="463880" y="778916"/>
                  </a:lnTo>
                  <a:lnTo>
                    <a:pt x="441540" y="740219"/>
                  </a:lnTo>
                  <a:lnTo>
                    <a:pt x="415607" y="699655"/>
                  </a:lnTo>
                  <a:lnTo>
                    <a:pt x="386295" y="657631"/>
                  </a:lnTo>
                  <a:lnTo>
                    <a:pt x="353847" y="614527"/>
                  </a:lnTo>
                  <a:lnTo>
                    <a:pt x="318503" y="570750"/>
                  </a:lnTo>
                  <a:lnTo>
                    <a:pt x="280479" y="526681"/>
                  </a:lnTo>
                  <a:lnTo>
                    <a:pt x="214096" y="451269"/>
                  </a:lnTo>
                  <a:lnTo>
                    <a:pt x="182892" y="415188"/>
                  </a:lnTo>
                  <a:lnTo>
                    <a:pt x="153670" y="380047"/>
                  </a:lnTo>
                  <a:lnTo>
                    <a:pt x="126796" y="345909"/>
                  </a:lnTo>
                  <a:lnTo>
                    <a:pt x="102514" y="312902"/>
                  </a:lnTo>
                  <a:lnTo>
                    <a:pt x="80975" y="281317"/>
                  </a:lnTo>
                  <a:lnTo>
                    <a:pt x="46494" y="223520"/>
                  </a:lnTo>
                  <a:lnTo>
                    <a:pt x="22796" y="175615"/>
                  </a:lnTo>
                  <a:lnTo>
                    <a:pt x="1498" y="122250"/>
                  </a:lnTo>
                  <a:lnTo>
                    <a:pt x="266" y="119938"/>
                  </a:lnTo>
                  <a:lnTo>
                    <a:pt x="11582" y="157518"/>
                  </a:lnTo>
                  <a:lnTo>
                    <a:pt x="29197" y="200113"/>
                  </a:lnTo>
                  <a:lnTo>
                    <a:pt x="57264" y="254342"/>
                  </a:lnTo>
                  <a:lnTo>
                    <a:pt x="96901" y="316839"/>
                  </a:lnTo>
                  <a:lnTo>
                    <a:pt x="120992" y="350291"/>
                  </a:lnTo>
                  <a:lnTo>
                    <a:pt x="147726" y="384822"/>
                  </a:lnTo>
                  <a:lnTo>
                    <a:pt x="176860" y="420281"/>
                  </a:lnTo>
                  <a:lnTo>
                    <a:pt x="208000" y="456603"/>
                  </a:lnTo>
                  <a:lnTo>
                    <a:pt x="274256" y="532117"/>
                  </a:lnTo>
                  <a:lnTo>
                    <a:pt x="312191" y="576008"/>
                  </a:lnTo>
                  <a:lnTo>
                    <a:pt x="347522" y="619506"/>
                  </a:lnTo>
                  <a:lnTo>
                    <a:pt x="380022" y="662228"/>
                  </a:lnTo>
                  <a:lnTo>
                    <a:pt x="409448" y="703808"/>
                  </a:lnTo>
                  <a:lnTo>
                    <a:pt x="435584" y="743864"/>
                  </a:lnTo>
                  <a:lnTo>
                    <a:pt x="458216" y="782015"/>
                  </a:lnTo>
                  <a:lnTo>
                    <a:pt x="477100" y="817905"/>
                  </a:lnTo>
                  <a:lnTo>
                    <a:pt x="501269" y="873429"/>
                  </a:lnTo>
                  <a:lnTo>
                    <a:pt x="515327" y="916952"/>
                  </a:lnTo>
                  <a:lnTo>
                    <a:pt x="523481" y="952538"/>
                  </a:lnTo>
                  <a:lnTo>
                    <a:pt x="524205" y="954608"/>
                  </a:lnTo>
                  <a:lnTo>
                    <a:pt x="524103" y="954887"/>
                  </a:lnTo>
                  <a:lnTo>
                    <a:pt x="524357" y="955014"/>
                  </a:lnTo>
                  <a:lnTo>
                    <a:pt x="524637" y="954963"/>
                  </a:lnTo>
                  <a:lnTo>
                    <a:pt x="524611" y="954697"/>
                  </a:lnTo>
                  <a:lnTo>
                    <a:pt x="525500" y="953566"/>
                  </a:lnTo>
                  <a:lnTo>
                    <a:pt x="544233" y="918362"/>
                  </a:lnTo>
                  <a:lnTo>
                    <a:pt x="574675" y="867486"/>
                  </a:lnTo>
                  <a:lnTo>
                    <a:pt x="597204" y="834275"/>
                  </a:lnTo>
                  <a:lnTo>
                    <a:pt x="624205" y="798106"/>
                  </a:lnTo>
                  <a:lnTo>
                    <a:pt x="654786" y="759180"/>
                  </a:lnTo>
                  <a:lnTo>
                    <a:pt x="694994" y="709206"/>
                  </a:lnTo>
                  <a:lnTo>
                    <a:pt x="730516" y="682015"/>
                  </a:lnTo>
                  <a:lnTo>
                    <a:pt x="784161" y="653097"/>
                  </a:lnTo>
                  <a:lnTo>
                    <a:pt x="849426" y="631799"/>
                  </a:lnTo>
                  <a:lnTo>
                    <a:pt x="909713" y="620852"/>
                  </a:lnTo>
                  <a:lnTo>
                    <a:pt x="971613" y="612940"/>
                  </a:lnTo>
                  <a:lnTo>
                    <a:pt x="981570" y="611365"/>
                  </a:lnTo>
                  <a:lnTo>
                    <a:pt x="984986" y="610247"/>
                  </a:lnTo>
                  <a:close/>
                </a:path>
                <a:path w="1122680" h="1703070">
                  <a:moveTo>
                    <a:pt x="1122578" y="520"/>
                  </a:moveTo>
                  <a:lnTo>
                    <a:pt x="1122476" y="254"/>
                  </a:lnTo>
                  <a:lnTo>
                    <a:pt x="1122362" y="0"/>
                  </a:lnTo>
                  <a:lnTo>
                    <a:pt x="1119403" y="927"/>
                  </a:lnTo>
                  <a:lnTo>
                    <a:pt x="1072299" y="19215"/>
                  </a:lnTo>
                  <a:lnTo>
                    <a:pt x="1028890" y="39395"/>
                  </a:lnTo>
                  <a:lnTo>
                    <a:pt x="968489" y="71983"/>
                  </a:lnTo>
                  <a:lnTo>
                    <a:pt x="931113" y="95199"/>
                  </a:lnTo>
                  <a:lnTo>
                    <a:pt x="883780" y="127927"/>
                  </a:lnTo>
                  <a:lnTo>
                    <a:pt x="851433" y="152971"/>
                  </a:lnTo>
                  <a:lnTo>
                    <a:pt x="818667" y="180289"/>
                  </a:lnTo>
                  <a:lnTo>
                    <a:pt x="788212" y="207746"/>
                  </a:lnTo>
                  <a:lnTo>
                    <a:pt x="784567" y="210553"/>
                  </a:lnTo>
                  <a:lnTo>
                    <a:pt x="779145" y="216458"/>
                  </a:lnTo>
                  <a:lnTo>
                    <a:pt x="753338" y="241782"/>
                  </a:lnTo>
                  <a:lnTo>
                    <a:pt x="729716" y="267576"/>
                  </a:lnTo>
                  <a:lnTo>
                    <a:pt x="742162" y="222758"/>
                  </a:lnTo>
                  <a:lnTo>
                    <a:pt x="743165" y="206654"/>
                  </a:lnTo>
                  <a:lnTo>
                    <a:pt x="742594" y="191655"/>
                  </a:lnTo>
                  <a:lnTo>
                    <a:pt x="740829" y="178206"/>
                  </a:lnTo>
                  <a:lnTo>
                    <a:pt x="738200" y="166700"/>
                  </a:lnTo>
                  <a:lnTo>
                    <a:pt x="734314" y="152781"/>
                  </a:lnTo>
                  <a:lnTo>
                    <a:pt x="729818" y="145021"/>
                  </a:lnTo>
                  <a:lnTo>
                    <a:pt x="728916" y="145389"/>
                  </a:lnTo>
                  <a:lnTo>
                    <a:pt x="729386" y="151676"/>
                  </a:lnTo>
                  <a:lnTo>
                    <a:pt x="732472" y="167995"/>
                  </a:lnTo>
                  <a:lnTo>
                    <a:pt x="735037" y="192112"/>
                  </a:lnTo>
                  <a:lnTo>
                    <a:pt x="728179" y="250913"/>
                  </a:lnTo>
                  <a:lnTo>
                    <a:pt x="694093" y="309194"/>
                  </a:lnTo>
                  <a:lnTo>
                    <a:pt x="667905" y="342887"/>
                  </a:lnTo>
                  <a:lnTo>
                    <a:pt x="643978" y="376072"/>
                  </a:lnTo>
                  <a:lnTo>
                    <a:pt x="622731" y="408673"/>
                  </a:lnTo>
                  <a:lnTo>
                    <a:pt x="590956" y="462648"/>
                  </a:lnTo>
                  <a:lnTo>
                    <a:pt x="566242" y="511403"/>
                  </a:lnTo>
                  <a:lnTo>
                    <a:pt x="545744" y="558266"/>
                  </a:lnTo>
                  <a:lnTo>
                    <a:pt x="524268" y="618896"/>
                  </a:lnTo>
                  <a:lnTo>
                    <a:pt x="524814" y="619074"/>
                  </a:lnTo>
                  <a:lnTo>
                    <a:pt x="526173" y="616267"/>
                  </a:lnTo>
                  <a:lnTo>
                    <a:pt x="545414" y="569696"/>
                  </a:lnTo>
                  <a:lnTo>
                    <a:pt x="549694" y="559930"/>
                  </a:lnTo>
                  <a:lnTo>
                    <a:pt x="571233" y="513829"/>
                  </a:lnTo>
                  <a:lnTo>
                    <a:pt x="596646" y="465797"/>
                  </a:lnTo>
                  <a:lnTo>
                    <a:pt x="618909" y="428180"/>
                  </a:lnTo>
                  <a:lnTo>
                    <a:pt x="650252" y="380390"/>
                  </a:lnTo>
                  <a:lnTo>
                    <a:pt x="674217" y="347611"/>
                  </a:lnTo>
                  <a:lnTo>
                    <a:pt x="700379" y="314312"/>
                  </a:lnTo>
                  <a:lnTo>
                    <a:pt x="728726" y="280822"/>
                  </a:lnTo>
                  <a:lnTo>
                    <a:pt x="759282" y="247535"/>
                  </a:lnTo>
                  <a:lnTo>
                    <a:pt x="791514" y="215861"/>
                  </a:lnTo>
                  <a:lnTo>
                    <a:pt x="840981" y="191122"/>
                  </a:lnTo>
                  <a:lnTo>
                    <a:pt x="864057" y="188417"/>
                  </a:lnTo>
                  <a:lnTo>
                    <a:pt x="887425" y="189293"/>
                  </a:lnTo>
                  <a:lnTo>
                    <a:pt x="909066" y="192532"/>
                  </a:lnTo>
                  <a:lnTo>
                    <a:pt x="928484" y="197104"/>
                  </a:lnTo>
                  <a:lnTo>
                    <a:pt x="945222" y="201968"/>
                  </a:lnTo>
                  <a:lnTo>
                    <a:pt x="969416" y="209702"/>
                  </a:lnTo>
                  <a:lnTo>
                    <a:pt x="976109" y="211620"/>
                  </a:lnTo>
                  <a:lnTo>
                    <a:pt x="978662" y="211759"/>
                  </a:lnTo>
                  <a:lnTo>
                    <a:pt x="976744" y="210070"/>
                  </a:lnTo>
                  <a:lnTo>
                    <a:pt x="970622" y="206717"/>
                  </a:lnTo>
                  <a:lnTo>
                    <a:pt x="930427" y="190525"/>
                  </a:lnTo>
                  <a:lnTo>
                    <a:pt x="888288" y="181241"/>
                  </a:lnTo>
                  <a:lnTo>
                    <a:pt x="863777" y="180162"/>
                  </a:lnTo>
                  <a:lnTo>
                    <a:pt x="839304" y="183197"/>
                  </a:lnTo>
                  <a:lnTo>
                    <a:pt x="821347" y="188798"/>
                  </a:lnTo>
                  <a:lnTo>
                    <a:pt x="823988" y="186397"/>
                  </a:lnTo>
                  <a:lnTo>
                    <a:pt x="856373" y="159131"/>
                  </a:lnTo>
                  <a:lnTo>
                    <a:pt x="888314" y="134061"/>
                  </a:lnTo>
                  <a:lnTo>
                    <a:pt x="919746" y="111569"/>
                  </a:lnTo>
                  <a:lnTo>
                    <a:pt x="971829" y="77558"/>
                  </a:lnTo>
                  <a:lnTo>
                    <a:pt x="1018959" y="50533"/>
                  </a:lnTo>
                  <a:lnTo>
                    <a:pt x="1064310" y="27419"/>
                  </a:lnTo>
                  <a:lnTo>
                    <a:pt x="1114463" y="4521"/>
                  </a:lnTo>
                  <a:lnTo>
                    <a:pt x="1122578" y="52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7263187" y="8494439"/>
              <a:ext cx="635000" cy="86995"/>
            </a:xfrm>
            <a:custGeom>
              <a:avLst/>
              <a:gdLst/>
              <a:ahLst/>
              <a:cxnLst/>
              <a:rect l="l" t="t" r="r" b="b"/>
              <a:pathLst>
                <a:path w="635000" h="86995">
                  <a:moveTo>
                    <a:pt x="625322" y="81749"/>
                  </a:moveTo>
                  <a:lnTo>
                    <a:pt x="595757" y="81749"/>
                  </a:lnTo>
                  <a:lnTo>
                    <a:pt x="595757" y="80479"/>
                  </a:lnTo>
                  <a:lnTo>
                    <a:pt x="518756" y="80479"/>
                  </a:lnTo>
                  <a:lnTo>
                    <a:pt x="518756" y="79209"/>
                  </a:lnTo>
                  <a:lnTo>
                    <a:pt x="136817" y="79209"/>
                  </a:lnTo>
                  <a:lnTo>
                    <a:pt x="136817" y="80479"/>
                  </a:lnTo>
                  <a:lnTo>
                    <a:pt x="59829" y="80479"/>
                  </a:lnTo>
                  <a:lnTo>
                    <a:pt x="59829" y="81749"/>
                  </a:lnTo>
                  <a:lnTo>
                    <a:pt x="30264" y="81749"/>
                  </a:lnTo>
                  <a:lnTo>
                    <a:pt x="30264" y="83019"/>
                  </a:lnTo>
                  <a:lnTo>
                    <a:pt x="30264" y="84289"/>
                  </a:lnTo>
                  <a:lnTo>
                    <a:pt x="59829" y="84289"/>
                  </a:lnTo>
                  <a:lnTo>
                    <a:pt x="59829" y="85559"/>
                  </a:lnTo>
                  <a:lnTo>
                    <a:pt x="136817" y="85559"/>
                  </a:lnTo>
                  <a:lnTo>
                    <a:pt x="136817" y="86829"/>
                  </a:lnTo>
                  <a:lnTo>
                    <a:pt x="518756" y="86829"/>
                  </a:lnTo>
                  <a:lnTo>
                    <a:pt x="518756" y="85559"/>
                  </a:lnTo>
                  <a:lnTo>
                    <a:pt x="595757" y="85559"/>
                  </a:lnTo>
                  <a:lnTo>
                    <a:pt x="595757" y="84289"/>
                  </a:lnTo>
                  <a:lnTo>
                    <a:pt x="625322" y="84289"/>
                  </a:lnTo>
                  <a:lnTo>
                    <a:pt x="625322" y="83019"/>
                  </a:lnTo>
                  <a:lnTo>
                    <a:pt x="625322" y="81749"/>
                  </a:lnTo>
                  <a:close/>
                </a:path>
                <a:path w="635000" h="86995">
                  <a:moveTo>
                    <a:pt x="634758" y="2540"/>
                  </a:moveTo>
                  <a:lnTo>
                    <a:pt x="603211" y="2540"/>
                  </a:lnTo>
                  <a:lnTo>
                    <a:pt x="603211" y="1270"/>
                  </a:lnTo>
                  <a:lnTo>
                    <a:pt x="521081" y="1270"/>
                  </a:lnTo>
                  <a:lnTo>
                    <a:pt x="521081" y="0"/>
                  </a:lnTo>
                  <a:lnTo>
                    <a:pt x="113665" y="0"/>
                  </a:lnTo>
                  <a:lnTo>
                    <a:pt x="113665" y="1270"/>
                  </a:lnTo>
                  <a:lnTo>
                    <a:pt x="31534" y="1270"/>
                  </a:lnTo>
                  <a:lnTo>
                    <a:pt x="31534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31534" y="5080"/>
                  </a:lnTo>
                  <a:lnTo>
                    <a:pt x="31534" y="6350"/>
                  </a:lnTo>
                  <a:lnTo>
                    <a:pt x="113665" y="6350"/>
                  </a:lnTo>
                  <a:lnTo>
                    <a:pt x="113665" y="7620"/>
                  </a:lnTo>
                  <a:lnTo>
                    <a:pt x="521081" y="7620"/>
                  </a:lnTo>
                  <a:lnTo>
                    <a:pt x="521081" y="6350"/>
                  </a:lnTo>
                  <a:lnTo>
                    <a:pt x="603211" y="6350"/>
                  </a:lnTo>
                  <a:lnTo>
                    <a:pt x="603211" y="5080"/>
                  </a:lnTo>
                  <a:lnTo>
                    <a:pt x="634758" y="5080"/>
                  </a:lnTo>
                  <a:lnTo>
                    <a:pt x="634758" y="3810"/>
                  </a:lnTo>
                  <a:lnTo>
                    <a:pt x="634758" y="254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7373581" y="8286212"/>
              <a:ext cx="457834" cy="214629"/>
            </a:xfrm>
            <a:custGeom>
              <a:avLst/>
              <a:gdLst/>
              <a:ahLst/>
              <a:cxnLst/>
              <a:rect l="l" t="t" r="r" b="b"/>
              <a:pathLst>
                <a:path w="457834" h="214629">
                  <a:moveTo>
                    <a:pt x="0" y="1781"/>
                  </a:moveTo>
                  <a:lnTo>
                    <a:pt x="0" y="204801"/>
                  </a:lnTo>
                </a:path>
                <a:path w="457834" h="214629">
                  <a:moveTo>
                    <a:pt x="236125" y="1781"/>
                  </a:moveTo>
                  <a:lnTo>
                    <a:pt x="236125" y="212026"/>
                  </a:lnTo>
                </a:path>
                <a:path w="457834" h="214629">
                  <a:moveTo>
                    <a:pt x="457792" y="0"/>
                  </a:moveTo>
                  <a:lnTo>
                    <a:pt x="457792" y="214433"/>
                  </a:lnTo>
                </a:path>
              </a:pathLst>
            </a:custGeom>
            <a:ln w="8271">
              <a:solidFill>
                <a:srgbClr val="FAFAF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7207764" y="8284190"/>
              <a:ext cx="748665" cy="7620"/>
            </a:xfrm>
            <a:custGeom>
              <a:avLst/>
              <a:gdLst/>
              <a:ahLst/>
              <a:cxnLst/>
              <a:rect l="l" t="t" r="r" b="b"/>
              <a:pathLst>
                <a:path w="748665" h="7620">
                  <a:moveTo>
                    <a:pt x="748411" y="2540"/>
                  </a:moveTo>
                  <a:lnTo>
                    <a:pt x="709676" y="2540"/>
                  </a:lnTo>
                  <a:lnTo>
                    <a:pt x="709676" y="1270"/>
                  </a:lnTo>
                  <a:lnTo>
                    <a:pt x="608774" y="1270"/>
                  </a:lnTo>
                  <a:lnTo>
                    <a:pt x="608774" y="0"/>
                  </a:lnTo>
                  <a:lnTo>
                    <a:pt x="139636" y="0"/>
                  </a:lnTo>
                  <a:lnTo>
                    <a:pt x="139636" y="1270"/>
                  </a:lnTo>
                  <a:lnTo>
                    <a:pt x="38735" y="1270"/>
                  </a:lnTo>
                  <a:lnTo>
                    <a:pt x="38735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38735" y="5080"/>
                  </a:lnTo>
                  <a:lnTo>
                    <a:pt x="38735" y="6350"/>
                  </a:lnTo>
                  <a:lnTo>
                    <a:pt x="139636" y="6350"/>
                  </a:lnTo>
                  <a:lnTo>
                    <a:pt x="139636" y="7620"/>
                  </a:lnTo>
                  <a:lnTo>
                    <a:pt x="608774" y="7620"/>
                  </a:lnTo>
                  <a:lnTo>
                    <a:pt x="608774" y="6350"/>
                  </a:lnTo>
                  <a:lnTo>
                    <a:pt x="709676" y="6350"/>
                  </a:lnTo>
                  <a:lnTo>
                    <a:pt x="709676" y="5080"/>
                  </a:lnTo>
                  <a:lnTo>
                    <a:pt x="748411" y="5080"/>
                  </a:lnTo>
                  <a:lnTo>
                    <a:pt x="748411" y="3810"/>
                  </a:lnTo>
                  <a:lnTo>
                    <a:pt x="748411" y="254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" name="object 111" descr=""/>
          <p:cNvSpPr/>
          <p:nvPr/>
        </p:nvSpPr>
        <p:spPr>
          <a:xfrm>
            <a:off x="5230335" y="10285663"/>
            <a:ext cx="9471025" cy="473709"/>
          </a:xfrm>
          <a:custGeom>
            <a:avLst/>
            <a:gdLst/>
            <a:ahLst/>
            <a:cxnLst/>
            <a:rect l="l" t="t" r="r" b="b"/>
            <a:pathLst>
              <a:path w="9471025" h="473709">
                <a:moveTo>
                  <a:pt x="4898125" y="0"/>
                </a:moveTo>
                <a:lnTo>
                  <a:pt x="4572538" y="0"/>
                </a:lnTo>
                <a:lnTo>
                  <a:pt x="4251172" y="1084"/>
                </a:lnTo>
                <a:lnTo>
                  <a:pt x="3936021" y="3220"/>
                </a:lnTo>
                <a:lnTo>
                  <a:pt x="3627792" y="6372"/>
                </a:lnTo>
                <a:lnTo>
                  <a:pt x="3327189" y="10504"/>
                </a:lnTo>
                <a:lnTo>
                  <a:pt x="3034918" y="15582"/>
                </a:lnTo>
                <a:lnTo>
                  <a:pt x="2751684" y="21569"/>
                </a:lnTo>
                <a:lnTo>
                  <a:pt x="2478192" y="28431"/>
                </a:lnTo>
                <a:lnTo>
                  <a:pt x="2279890" y="34131"/>
                </a:lnTo>
                <a:lnTo>
                  <a:pt x="2087763" y="40288"/>
                </a:lnTo>
                <a:lnTo>
                  <a:pt x="1902108" y="46888"/>
                </a:lnTo>
                <a:lnTo>
                  <a:pt x="1723221" y="53915"/>
                </a:lnTo>
                <a:lnTo>
                  <a:pt x="1551402" y="61355"/>
                </a:lnTo>
                <a:lnTo>
                  <a:pt x="1386947" y="69193"/>
                </a:lnTo>
                <a:lnTo>
                  <a:pt x="1230154" y="77413"/>
                </a:lnTo>
                <a:lnTo>
                  <a:pt x="1081320" y="86002"/>
                </a:lnTo>
                <a:lnTo>
                  <a:pt x="940743" y="94945"/>
                </a:lnTo>
                <a:lnTo>
                  <a:pt x="808720" y="104225"/>
                </a:lnTo>
                <a:lnTo>
                  <a:pt x="725605" y="110593"/>
                </a:lnTo>
                <a:lnTo>
                  <a:pt x="646512" y="117100"/>
                </a:lnTo>
                <a:lnTo>
                  <a:pt x="571529" y="123743"/>
                </a:lnTo>
                <a:lnTo>
                  <a:pt x="500745" y="130515"/>
                </a:lnTo>
                <a:lnTo>
                  <a:pt x="434248" y="137414"/>
                </a:lnTo>
                <a:lnTo>
                  <a:pt x="372126" y="144435"/>
                </a:lnTo>
                <a:lnTo>
                  <a:pt x="314467" y="151573"/>
                </a:lnTo>
                <a:lnTo>
                  <a:pt x="261359" y="158824"/>
                </a:lnTo>
                <a:lnTo>
                  <a:pt x="212891" y="166184"/>
                </a:lnTo>
                <a:lnTo>
                  <a:pt x="169150" y="173647"/>
                </a:lnTo>
                <a:lnTo>
                  <a:pt x="130225" y="181211"/>
                </a:lnTo>
                <a:lnTo>
                  <a:pt x="81061" y="192733"/>
                </a:lnTo>
                <a:lnTo>
                  <a:pt x="43228" y="204456"/>
                </a:lnTo>
                <a:lnTo>
                  <a:pt x="6161" y="224396"/>
                </a:lnTo>
                <a:lnTo>
                  <a:pt x="0" y="236578"/>
                </a:lnTo>
                <a:lnTo>
                  <a:pt x="688" y="240655"/>
                </a:lnTo>
                <a:lnTo>
                  <a:pt x="33186" y="264750"/>
                </a:lnTo>
                <a:lnTo>
                  <a:pt x="81061" y="280422"/>
                </a:lnTo>
                <a:lnTo>
                  <a:pt x="130225" y="291944"/>
                </a:lnTo>
                <a:lnTo>
                  <a:pt x="169150" y="299508"/>
                </a:lnTo>
                <a:lnTo>
                  <a:pt x="212891" y="306971"/>
                </a:lnTo>
                <a:lnTo>
                  <a:pt x="261359" y="314331"/>
                </a:lnTo>
                <a:lnTo>
                  <a:pt x="314467" y="321582"/>
                </a:lnTo>
                <a:lnTo>
                  <a:pt x="372126" y="328720"/>
                </a:lnTo>
                <a:lnTo>
                  <a:pt x="434248" y="335741"/>
                </a:lnTo>
                <a:lnTo>
                  <a:pt x="500745" y="342640"/>
                </a:lnTo>
                <a:lnTo>
                  <a:pt x="571529" y="349412"/>
                </a:lnTo>
                <a:lnTo>
                  <a:pt x="646512" y="356055"/>
                </a:lnTo>
                <a:lnTo>
                  <a:pt x="725605" y="362562"/>
                </a:lnTo>
                <a:lnTo>
                  <a:pt x="808720" y="368930"/>
                </a:lnTo>
                <a:lnTo>
                  <a:pt x="940743" y="378210"/>
                </a:lnTo>
                <a:lnTo>
                  <a:pt x="1081320" y="387153"/>
                </a:lnTo>
                <a:lnTo>
                  <a:pt x="1230154" y="395742"/>
                </a:lnTo>
                <a:lnTo>
                  <a:pt x="1386947" y="403963"/>
                </a:lnTo>
                <a:lnTo>
                  <a:pt x="1551402" y="411800"/>
                </a:lnTo>
                <a:lnTo>
                  <a:pt x="1723221" y="419240"/>
                </a:lnTo>
                <a:lnTo>
                  <a:pt x="1902108" y="426267"/>
                </a:lnTo>
                <a:lnTo>
                  <a:pt x="2087763" y="432867"/>
                </a:lnTo>
                <a:lnTo>
                  <a:pt x="2279890" y="439024"/>
                </a:lnTo>
                <a:lnTo>
                  <a:pt x="2478192" y="444724"/>
                </a:lnTo>
                <a:lnTo>
                  <a:pt x="2751684" y="451586"/>
                </a:lnTo>
                <a:lnTo>
                  <a:pt x="3034918" y="457574"/>
                </a:lnTo>
                <a:lnTo>
                  <a:pt x="3327189" y="462651"/>
                </a:lnTo>
                <a:lnTo>
                  <a:pt x="3627792" y="466783"/>
                </a:lnTo>
                <a:lnTo>
                  <a:pt x="3936021" y="469935"/>
                </a:lnTo>
                <a:lnTo>
                  <a:pt x="4251172" y="472071"/>
                </a:lnTo>
                <a:lnTo>
                  <a:pt x="4572538" y="473156"/>
                </a:lnTo>
                <a:lnTo>
                  <a:pt x="4898125" y="473156"/>
                </a:lnTo>
                <a:lnTo>
                  <a:pt x="5219492" y="472071"/>
                </a:lnTo>
                <a:lnTo>
                  <a:pt x="5534642" y="469935"/>
                </a:lnTo>
                <a:lnTo>
                  <a:pt x="5842871" y="466783"/>
                </a:lnTo>
                <a:lnTo>
                  <a:pt x="6143474" y="462651"/>
                </a:lnTo>
                <a:lnTo>
                  <a:pt x="6435745" y="457574"/>
                </a:lnTo>
                <a:lnTo>
                  <a:pt x="6718980" y="451586"/>
                </a:lnTo>
                <a:lnTo>
                  <a:pt x="6992472" y="444724"/>
                </a:lnTo>
                <a:lnTo>
                  <a:pt x="7190773" y="439024"/>
                </a:lnTo>
                <a:lnTo>
                  <a:pt x="7382900" y="432867"/>
                </a:lnTo>
                <a:lnTo>
                  <a:pt x="7568556" y="426267"/>
                </a:lnTo>
                <a:lnTo>
                  <a:pt x="7747442" y="419240"/>
                </a:lnTo>
                <a:lnTo>
                  <a:pt x="7919262" y="411800"/>
                </a:lnTo>
                <a:lnTo>
                  <a:pt x="8083717" y="403963"/>
                </a:lnTo>
                <a:lnTo>
                  <a:pt x="8240510" y="395742"/>
                </a:lnTo>
                <a:lnTo>
                  <a:pt x="8389344" y="387153"/>
                </a:lnTo>
                <a:lnTo>
                  <a:pt x="8529921" y="378210"/>
                </a:lnTo>
                <a:lnTo>
                  <a:pt x="8661943" y="368930"/>
                </a:lnTo>
                <a:lnTo>
                  <a:pt x="8745059" y="362562"/>
                </a:lnTo>
                <a:lnTo>
                  <a:pt x="8824152" y="356055"/>
                </a:lnTo>
                <a:lnTo>
                  <a:pt x="8899135" y="349412"/>
                </a:lnTo>
                <a:lnTo>
                  <a:pt x="8969919" y="342640"/>
                </a:lnTo>
                <a:lnTo>
                  <a:pt x="9036416" y="335741"/>
                </a:lnTo>
                <a:lnTo>
                  <a:pt x="9098538" y="328720"/>
                </a:lnTo>
                <a:lnTo>
                  <a:pt x="9156197" y="321582"/>
                </a:lnTo>
                <a:lnTo>
                  <a:pt x="9209305" y="314331"/>
                </a:lnTo>
                <a:lnTo>
                  <a:pt x="9257773" y="306971"/>
                </a:lnTo>
                <a:lnTo>
                  <a:pt x="9301513" y="299508"/>
                </a:lnTo>
                <a:lnTo>
                  <a:pt x="9340438" y="291944"/>
                </a:lnTo>
                <a:lnTo>
                  <a:pt x="9389603" y="280422"/>
                </a:lnTo>
                <a:lnTo>
                  <a:pt x="9427436" y="268700"/>
                </a:lnTo>
                <a:lnTo>
                  <a:pt x="9464502" y="248759"/>
                </a:lnTo>
                <a:lnTo>
                  <a:pt x="9470664" y="236578"/>
                </a:lnTo>
                <a:lnTo>
                  <a:pt x="9469976" y="232500"/>
                </a:lnTo>
                <a:lnTo>
                  <a:pt x="9437478" y="208405"/>
                </a:lnTo>
                <a:lnTo>
                  <a:pt x="9389603" y="192733"/>
                </a:lnTo>
                <a:lnTo>
                  <a:pt x="9340438" y="181211"/>
                </a:lnTo>
                <a:lnTo>
                  <a:pt x="9301513" y="173647"/>
                </a:lnTo>
                <a:lnTo>
                  <a:pt x="9257773" y="166184"/>
                </a:lnTo>
                <a:lnTo>
                  <a:pt x="9209305" y="158824"/>
                </a:lnTo>
                <a:lnTo>
                  <a:pt x="9156197" y="151573"/>
                </a:lnTo>
                <a:lnTo>
                  <a:pt x="9098538" y="144435"/>
                </a:lnTo>
                <a:lnTo>
                  <a:pt x="9036416" y="137414"/>
                </a:lnTo>
                <a:lnTo>
                  <a:pt x="8969919" y="130515"/>
                </a:lnTo>
                <a:lnTo>
                  <a:pt x="8899135" y="123743"/>
                </a:lnTo>
                <a:lnTo>
                  <a:pt x="8824152" y="117100"/>
                </a:lnTo>
                <a:lnTo>
                  <a:pt x="8745059" y="110593"/>
                </a:lnTo>
                <a:lnTo>
                  <a:pt x="8661943" y="104225"/>
                </a:lnTo>
                <a:lnTo>
                  <a:pt x="8529921" y="94945"/>
                </a:lnTo>
                <a:lnTo>
                  <a:pt x="8389344" y="86002"/>
                </a:lnTo>
                <a:lnTo>
                  <a:pt x="8240510" y="77413"/>
                </a:lnTo>
                <a:lnTo>
                  <a:pt x="8083717" y="69193"/>
                </a:lnTo>
                <a:lnTo>
                  <a:pt x="7919262" y="61355"/>
                </a:lnTo>
                <a:lnTo>
                  <a:pt x="7747442" y="53915"/>
                </a:lnTo>
                <a:lnTo>
                  <a:pt x="7568556" y="46888"/>
                </a:lnTo>
                <a:lnTo>
                  <a:pt x="7382900" y="40288"/>
                </a:lnTo>
                <a:lnTo>
                  <a:pt x="7190773" y="34131"/>
                </a:lnTo>
                <a:lnTo>
                  <a:pt x="6992472" y="28431"/>
                </a:lnTo>
                <a:lnTo>
                  <a:pt x="6718980" y="21569"/>
                </a:lnTo>
                <a:lnTo>
                  <a:pt x="6435745" y="15582"/>
                </a:lnTo>
                <a:lnTo>
                  <a:pt x="6143474" y="10504"/>
                </a:lnTo>
                <a:lnTo>
                  <a:pt x="5842871" y="6372"/>
                </a:lnTo>
                <a:lnTo>
                  <a:pt x="5534642" y="3220"/>
                </a:lnTo>
                <a:lnTo>
                  <a:pt x="5219492" y="1084"/>
                </a:lnTo>
                <a:lnTo>
                  <a:pt x="4898125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2" name="object 112" descr=""/>
          <p:cNvGrpSpPr/>
          <p:nvPr/>
        </p:nvGrpSpPr>
        <p:grpSpPr>
          <a:xfrm>
            <a:off x="5245941" y="6924595"/>
            <a:ext cx="9627870" cy="3604895"/>
            <a:chOff x="5245941" y="6924595"/>
            <a:chExt cx="9627870" cy="3604895"/>
          </a:xfrm>
        </p:grpSpPr>
        <p:sp>
          <p:nvSpPr>
            <p:cNvPr id="113" name="object 113" descr=""/>
            <p:cNvSpPr/>
            <p:nvPr/>
          </p:nvSpPr>
          <p:spPr>
            <a:xfrm>
              <a:off x="7386739" y="7511903"/>
              <a:ext cx="5228590" cy="3014345"/>
            </a:xfrm>
            <a:custGeom>
              <a:avLst/>
              <a:gdLst/>
              <a:ahLst/>
              <a:cxnLst/>
              <a:rect l="l" t="t" r="r" b="b"/>
              <a:pathLst>
                <a:path w="5228590" h="3014345">
                  <a:moveTo>
                    <a:pt x="5228031" y="0"/>
                  </a:moveTo>
                  <a:lnTo>
                    <a:pt x="0" y="0"/>
                  </a:lnTo>
                  <a:lnTo>
                    <a:pt x="0" y="232968"/>
                  </a:lnTo>
                  <a:lnTo>
                    <a:pt x="361607" y="232968"/>
                  </a:lnTo>
                  <a:lnTo>
                    <a:pt x="361607" y="3014040"/>
                  </a:lnTo>
                  <a:lnTo>
                    <a:pt x="567423" y="3014040"/>
                  </a:lnTo>
                  <a:lnTo>
                    <a:pt x="567423" y="232968"/>
                  </a:lnTo>
                  <a:lnTo>
                    <a:pt x="4636744" y="232968"/>
                  </a:lnTo>
                  <a:lnTo>
                    <a:pt x="4636744" y="3014040"/>
                  </a:lnTo>
                  <a:lnTo>
                    <a:pt x="4842561" y="3014040"/>
                  </a:lnTo>
                  <a:lnTo>
                    <a:pt x="4842561" y="232968"/>
                  </a:lnTo>
                  <a:lnTo>
                    <a:pt x="5228031" y="232968"/>
                  </a:lnTo>
                  <a:lnTo>
                    <a:pt x="522803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252728" y="6924595"/>
              <a:ext cx="2252345" cy="1905000"/>
            </a:xfrm>
            <a:custGeom>
              <a:avLst/>
              <a:gdLst/>
              <a:ahLst/>
              <a:cxnLst/>
              <a:rect l="l" t="t" r="r" b="b"/>
              <a:pathLst>
                <a:path w="2252345" h="1905000">
                  <a:moveTo>
                    <a:pt x="181546" y="0"/>
                  </a:moveTo>
                  <a:lnTo>
                    <a:pt x="133855" y="5855"/>
                  </a:lnTo>
                  <a:lnTo>
                    <a:pt x="89397" y="24096"/>
                  </a:lnTo>
                  <a:lnTo>
                    <a:pt x="52563" y="52395"/>
                  </a:lnTo>
                  <a:lnTo>
                    <a:pt x="24572" y="88667"/>
                  </a:lnTo>
                  <a:lnTo>
                    <a:pt x="6644" y="130831"/>
                  </a:lnTo>
                  <a:lnTo>
                    <a:pt x="0" y="176802"/>
                  </a:lnTo>
                  <a:lnTo>
                    <a:pt x="5859" y="224497"/>
                  </a:lnTo>
                  <a:lnTo>
                    <a:pt x="445238" y="1904760"/>
                  </a:lnTo>
                  <a:lnTo>
                    <a:pt x="445395" y="1904729"/>
                  </a:lnTo>
                  <a:lnTo>
                    <a:pt x="2082532" y="1904729"/>
                  </a:lnTo>
                  <a:lnTo>
                    <a:pt x="2127468" y="1898691"/>
                  </a:lnTo>
                  <a:lnTo>
                    <a:pt x="2168056" y="1881563"/>
                  </a:lnTo>
                  <a:lnTo>
                    <a:pt x="2202444" y="1854996"/>
                  </a:lnTo>
                  <a:lnTo>
                    <a:pt x="2229012" y="1820610"/>
                  </a:lnTo>
                  <a:lnTo>
                    <a:pt x="2246140" y="1780024"/>
                  </a:lnTo>
                  <a:lnTo>
                    <a:pt x="2252209" y="1734859"/>
                  </a:lnTo>
                  <a:lnTo>
                    <a:pt x="2246140" y="1689690"/>
                  </a:lnTo>
                  <a:lnTo>
                    <a:pt x="2229012" y="1649102"/>
                  </a:lnTo>
                  <a:lnTo>
                    <a:pt x="2202444" y="1614714"/>
                  </a:lnTo>
                  <a:lnTo>
                    <a:pt x="2168056" y="1588146"/>
                  </a:lnTo>
                  <a:lnTo>
                    <a:pt x="2127468" y="1571018"/>
                  </a:lnTo>
                  <a:lnTo>
                    <a:pt x="2082298" y="1564948"/>
                  </a:lnTo>
                  <a:lnTo>
                    <a:pt x="726717" y="1564948"/>
                  </a:lnTo>
                  <a:lnTo>
                    <a:pt x="352487" y="133851"/>
                  </a:lnTo>
                  <a:lnTo>
                    <a:pt x="334250" y="89397"/>
                  </a:lnTo>
                  <a:lnTo>
                    <a:pt x="305952" y="52566"/>
                  </a:lnTo>
                  <a:lnTo>
                    <a:pt x="269679" y="24575"/>
                  </a:lnTo>
                  <a:lnTo>
                    <a:pt x="227516" y="6646"/>
                  </a:lnTo>
                  <a:lnTo>
                    <a:pt x="181546" y="0"/>
                  </a:lnTo>
                  <a:close/>
                </a:path>
                <a:path w="2252345" h="1905000">
                  <a:moveTo>
                    <a:pt x="2082532" y="1904729"/>
                  </a:moveTo>
                  <a:lnTo>
                    <a:pt x="445395" y="1904729"/>
                  </a:lnTo>
                  <a:lnTo>
                    <a:pt x="2082298" y="1904760"/>
                  </a:lnTo>
                  <a:lnTo>
                    <a:pt x="2082532" y="1904729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258700" y="6931705"/>
              <a:ext cx="2240280" cy="1899285"/>
            </a:xfrm>
            <a:custGeom>
              <a:avLst/>
              <a:gdLst/>
              <a:ahLst/>
              <a:cxnLst/>
              <a:rect l="l" t="t" r="r" b="b"/>
              <a:pathLst>
                <a:path w="2240279" h="1899284">
                  <a:moveTo>
                    <a:pt x="135443" y="0"/>
                  </a:moveTo>
                  <a:lnTo>
                    <a:pt x="134909" y="136"/>
                  </a:lnTo>
                  <a:lnTo>
                    <a:pt x="134375" y="240"/>
                  </a:lnTo>
                  <a:lnTo>
                    <a:pt x="133851" y="376"/>
                  </a:lnTo>
                  <a:lnTo>
                    <a:pt x="89394" y="18618"/>
                  </a:lnTo>
                  <a:lnTo>
                    <a:pt x="52562" y="46916"/>
                  </a:lnTo>
                  <a:lnTo>
                    <a:pt x="24572" y="83188"/>
                  </a:lnTo>
                  <a:lnTo>
                    <a:pt x="6645" y="125350"/>
                  </a:lnTo>
                  <a:lnTo>
                    <a:pt x="0" y="171318"/>
                  </a:lnTo>
                  <a:lnTo>
                    <a:pt x="5855" y="219009"/>
                  </a:lnTo>
                  <a:lnTo>
                    <a:pt x="445235" y="1899282"/>
                  </a:lnTo>
                  <a:lnTo>
                    <a:pt x="445392" y="1899240"/>
                  </a:lnTo>
                  <a:lnTo>
                    <a:pt x="2082566" y="1899240"/>
                  </a:lnTo>
                  <a:lnTo>
                    <a:pt x="2133742" y="1891349"/>
                  </a:lnTo>
                  <a:lnTo>
                    <a:pt x="2178841" y="1869182"/>
                  </a:lnTo>
                  <a:lnTo>
                    <a:pt x="2215161" y="1835225"/>
                  </a:lnTo>
                  <a:lnTo>
                    <a:pt x="2237895" y="1796018"/>
                  </a:lnTo>
                  <a:lnTo>
                    <a:pt x="566184" y="1796018"/>
                  </a:lnTo>
                  <a:lnTo>
                    <a:pt x="126804" y="115745"/>
                  </a:lnTo>
                  <a:lnTo>
                    <a:pt x="121609" y="85732"/>
                  </a:lnTo>
                  <a:lnTo>
                    <a:pt x="121523" y="56097"/>
                  </a:lnTo>
                  <a:lnTo>
                    <a:pt x="126238" y="27349"/>
                  </a:lnTo>
                  <a:lnTo>
                    <a:pt x="135443" y="0"/>
                  </a:lnTo>
                  <a:close/>
                </a:path>
                <a:path w="2240279" h="1899284">
                  <a:moveTo>
                    <a:pt x="2082566" y="1899240"/>
                  </a:moveTo>
                  <a:lnTo>
                    <a:pt x="445392" y="1899240"/>
                  </a:lnTo>
                  <a:lnTo>
                    <a:pt x="2082295" y="1899282"/>
                  </a:lnTo>
                  <a:lnTo>
                    <a:pt x="2082566" y="1899240"/>
                  </a:lnTo>
                  <a:close/>
                </a:path>
                <a:path w="2240279" h="1899284">
                  <a:moveTo>
                    <a:pt x="566341" y="1795976"/>
                  </a:moveTo>
                  <a:lnTo>
                    <a:pt x="566184" y="1796018"/>
                  </a:lnTo>
                  <a:lnTo>
                    <a:pt x="566341" y="1796018"/>
                  </a:lnTo>
                  <a:close/>
                </a:path>
                <a:path w="2240279" h="1899284">
                  <a:moveTo>
                    <a:pt x="2240269" y="1791924"/>
                  </a:moveTo>
                  <a:lnTo>
                    <a:pt x="2231241" y="1793681"/>
                  </a:lnTo>
                  <a:lnTo>
                    <a:pt x="2222055" y="1794964"/>
                  </a:lnTo>
                  <a:lnTo>
                    <a:pt x="2212719" y="1795751"/>
                  </a:lnTo>
                  <a:lnTo>
                    <a:pt x="2203244" y="1796018"/>
                  </a:lnTo>
                  <a:lnTo>
                    <a:pt x="2237895" y="1796018"/>
                  </a:lnTo>
                  <a:lnTo>
                    <a:pt x="2240269" y="1791924"/>
                  </a:lnTo>
                  <a:close/>
                </a:path>
              </a:pathLst>
            </a:custGeom>
            <a:solidFill>
              <a:srgbClr val="FAFAF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5245938" y="7314444"/>
              <a:ext cx="2081530" cy="3215005"/>
            </a:xfrm>
            <a:custGeom>
              <a:avLst/>
              <a:gdLst/>
              <a:ahLst/>
              <a:cxnLst/>
              <a:rect l="l" t="t" r="r" b="b"/>
              <a:pathLst>
                <a:path w="2081529" h="3215004">
                  <a:moveTo>
                    <a:pt x="2081263" y="1514919"/>
                  </a:moveTo>
                  <a:lnTo>
                    <a:pt x="1960321" y="1514919"/>
                  </a:lnTo>
                  <a:lnTo>
                    <a:pt x="1960321" y="1579905"/>
                  </a:lnTo>
                  <a:lnTo>
                    <a:pt x="1960321" y="1932063"/>
                  </a:lnTo>
                  <a:lnTo>
                    <a:pt x="531164" y="1932063"/>
                  </a:lnTo>
                  <a:lnTo>
                    <a:pt x="531164" y="1579905"/>
                  </a:lnTo>
                  <a:lnTo>
                    <a:pt x="1960321" y="1579905"/>
                  </a:lnTo>
                  <a:lnTo>
                    <a:pt x="1960321" y="1514919"/>
                  </a:lnTo>
                  <a:lnTo>
                    <a:pt x="450786" y="1514919"/>
                  </a:lnTo>
                  <a:lnTo>
                    <a:pt x="62953" y="0"/>
                  </a:lnTo>
                  <a:lnTo>
                    <a:pt x="0" y="16116"/>
                  </a:lnTo>
                  <a:lnTo>
                    <a:pt x="404025" y="1594319"/>
                  </a:lnTo>
                  <a:lnTo>
                    <a:pt x="410222" y="1592745"/>
                  </a:lnTo>
                  <a:lnTo>
                    <a:pt x="410222" y="1932063"/>
                  </a:lnTo>
                  <a:lnTo>
                    <a:pt x="410210" y="1997062"/>
                  </a:lnTo>
                  <a:lnTo>
                    <a:pt x="410222" y="3214954"/>
                  </a:lnTo>
                  <a:lnTo>
                    <a:pt x="531164" y="3214954"/>
                  </a:lnTo>
                  <a:lnTo>
                    <a:pt x="531164" y="1997062"/>
                  </a:lnTo>
                  <a:lnTo>
                    <a:pt x="1960321" y="1997062"/>
                  </a:lnTo>
                  <a:lnTo>
                    <a:pt x="1960321" y="3214954"/>
                  </a:lnTo>
                  <a:lnTo>
                    <a:pt x="2081263" y="3214954"/>
                  </a:lnTo>
                  <a:lnTo>
                    <a:pt x="2081263" y="1997062"/>
                  </a:lnTo>
                  <a:lnTo>
                    <a:pt x="2081263" y="1932063"/>
                  </a:lnTo>
                  <a:lnTo>
                    <a:pt x="2081263" y="1579905"/>
                  </a:lnTo>
                  <a:lnTo>
                    <a:pt x="2081263" y="1547418"/>
                  </a:lnTo>
                  <a:lnTo>
                    <a:pt x="2081263" y="1514919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2614774" y="6924595"/>
              <a:ext cx="2252345" cy="1905000"/>
            </a:xfrm>
            <a:custGeom>
              <a:avLst/>
              <a:gdLst/>
              <a:ahLst/>
              <a:cxnLst/>
              <a:rect l="l" t="t" r="r" b="b"/>
              <a:pathLst>
                <a:path w="2252344" h="1905000">
                  <a:moveTo>
                    <a:pt x="2070663" y="0"/>
                  </a:moveTo>
                  <a:lnTo>
                    <a:pt x="2024693" y="6646"/>
                  </a:lnTo>
                  <a:lnTo>
                    <a:pt x="1982529" y="24575"/>
                  </a:lnTo>
                  <a:lnTo>
                    <a:pt x="1946257" y="52566"/>
                  </a:lnTo>
                  <a:lnTo>
                    <a:pt x="1917959" y="89397"/>
                  </a:lnTo>
                  <a:lnTo>
                    <a:pt x="1899722" y="133851"/>
                  </a:lnTo>
                  <a:lnTo>
                    <a:pt x="1525492" y="1564948"/>
                  </a:lnTo>
                  <a:lnTo>
                    <a:pt x="169911" y="1564948"/>
                  </a:lnTo>
                  <a:lnTo>
                    <a:pt x="124741" y="1571018"/>
                  </a:lnTo>
                  <a:lnTo>
                    <a:pt x="84153" y="1588146"/>
                  </a:lnTo>
                  <a:lnTo>
                    <a:pt x="49765" y="1614714"/>
                  </a:lnTo>
                  <a:lnTo>
                    <a:pt x="23197" y="1649102"/>
                  </a:lnTo>
                  <a:lnTo>
                    <a:pt x="6069" y="1689690"/>
                  </a:lnTo>
                  <a:lnTo>
                    <a:pt x="0" y="1734859"/>
                  </a:lnTo>
                  <a:lnTo>
                    <a:pt x="6069" y="1780024"/>
                  </a:lnTo>
                  <a:lnTo>
                    <a:pt x="23197" y="1820610"/>
                  </a:lnTo>
                  <a:lnTo>
                    <a:pt x="49765" y="1854996"/>
                  </a:lnTo>
                  <a:lnTo>
                    <a:pt x="84153" y="1881563"/>
                  </a:lnTo>
                  <a:lnTo>
                    <a:pt x="124741" y="1898691"/>
                  </a:lnTo>
                  <a:lnTo>
                    <a:pt x="169911" y="1904760"/>
                  </a:lnTo>
                  <a:lnTo>
                    <a:pt x="1806814" y="1904760"/>
                  </a:lnTo>
                  <a:lnTo>
                    <a:pt x="1806979" y="1904729"/>
                  </a:lnTo>
                  <a:lnTo>
                    <a:pt x="2246350" y="224497"/>
                  </a:lnTo>
                  <a:lnTo>
                    <a:pt x="2252206" y="176802"/>
                  </a:lnTo>
                  <a:lnTo>
                    <a:pt x="2245560" y="130831"/>
                  </a:lnTo>
                  <a:lnTo>
                    <a:pt x="2227633" y="88667"/>
                  </a:lnTo>
                  <a:lnTo>
                    <a:pt x="2199644" y="52395"/>
                  </a:lnTo>
                  <a:lnTo>
                    <a:pt x="2162811" y="24096"/>
                  </a:lnTo>
                  <a:lnTo>
                    <a:pt x="2118354" y="5855"/>
                  </a:lnTo>
                  <a:lnTo>
                    <a:pt x="2070663" y="0"/>
                  </a:lnTo>
                  <a:close/>
                </a:path>
                <a:path w="2252344" h="1905000">
                  <a:moveTo>
                    <a:pt x="1806979" y="1904729"/>
                  </a:moveTo>
                  <a:lnTo>
                    <a:pt x="1806814" y="1904729"/>
                  </a:lnTo>
                  <a:lnTo>
                    <a:pt x="1806971" y="190476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2620741" y="6931705"/>
              <a:ext cx="2240280" cy="1899285"/>
            </a:xfrm>
            <a:custGeom>
              <a:avLst/>
              <a:gdLst/>
              <a:ahLst/>
              <a:cxnLst/>
              <a:rect l="l" t="t" r="r" b="b"/>
              <a:pathLst>
                <a:path w="2240280" h="1899284">
                  <a:moveTo>
                    <a:pt x="0" y="1791924"/>
                  </a:moveTo>
                  <a:lnTo>
                    <a:pt x="25107" y="1835225"/>
                  </a:lnTo>
                  <a:lnTo>
                    <a:pt x="61427" y="1869182"/>
                  </a:lnTo>
                  <a:lnTo>
                    <a:pt x="106527" y="1891349"/>
                  </a:lnTo>
                  <a:lnTo>
                    <a:pt x="157974" y="1899282"/>
                  </a:lnTo>
                  <a:lnTo>
                    <a:pt x="1794877" y="1899282"/>
                  </a:lnTo>
                  <a:lnTo>
                    <a:pt x="1795045" y="1899240"/>
                  </a:lnTo>
                  <a:lnTo>
                    <a:pt x="1822037" y="1796018"/>
                  </a:lnTo>
                  <a:lnTo>
                    <a:pt x="37025" y="1796018"/>
                  </a:lnTo>
                  <a:lnTo>
                    <a:pt x="27549" y="1795751"/>
                  </a:lnTo>
                  <a:lnTo>
                    <a:pt x="18214" y="1794964"/>
                  </a:lnTo>
                  <a:lnTo>
                    <a:pt x="9027" y="1793681"/>
                  </a:lnTo>
                  <a:lnTo>
                    <a:pt x="0" y="1791924"/>
                  </a:lnTo>
                  <a:close/>
                </a:path>
                <a:path w="2240280" h="1899284">
                  <a:moveTo>
                    <a:pt x="1795045" y="1899240"/>
                  </a:moveTo>
                  <a:lnTo>
                    <a:pt x="1794877" y="1899240"/>
                  </a:lnTo>
                  <a:lnTo>
                    <a:pt x="1795034" y="1899282"/>
                  </a:lnTo>
                  <a:close/>
                </a:path>
                <a:path w="2240280" h="1899284">
                  <a:moveTo>
                    <a:pt x="1673928" y="1795976"/>
                  </a:moveTo>
                  <a:lnTo>
                    <a:pt x="1674085" y="1796018"/>
                  </a:lnTo>
                  <a:lnTo>
                    <a:pt x="1673928" y="1795976"/>
                  </a:lnTo>
                  <a:close/>
                </a:path>
                <a:path w="2240280" h="1899284">
                  <a:moveTo>
                    <a:pt x="2104825" y="0"/>
                  </a:moveTo>
                  <a:lnTo>
                    <a:pt x="2114031" y="27349"/>
                  </a:lnTo>
                  <a:lnTo>
                    <a:pt x="2118745" y="56097"/>
                  </a:lnTo>
                  <a:lnTo>
                    <a:pt x="2118659" y="85732"/>
                  </a:lnTo>
                  <a:lnTo>
                    <a:pt x="2113464" y="115745"/>
                  </a:lnTo>
                  <a:lnTo>
                    <a:pt x="1674085" y="1796018"/>
                  </a:lnTo>
                  <a:lnTo>
                    <a:pt x="1822037" y="1796018"/>
                  </a:lnTo>
                  <a:lnTo>
                    <a:pt x="2234413" y="219009"/>
                  </a:lnTo>
                  <a:lnTo>
                    <a:pt x="2240269" y="171318"/>
                  </a:lnTo>
                  <a:lnTo>
                    <a:pt x="2233624" y="125350"/>
                  </a:lnTo>
                  <a:lnTo>
                    <a:pt x="2215696" y="83188"/>
                  </a:lnTo>
                  <a:lnTo>
                    <a:pt x="2187707" y="46916"/>
                  </a:lnTo>
                  <a:lnTo>
                    <a:pt x="2150874" y="18618"/>
                  </a:lnTo>
                  <a:lnTo>
                    <a:pt x="2106417" y="376"/>
                  </a:lnTo>
                  <a:lnTo>
                    <a:pt x="2105359" y="136"/>
                  </a:lnTo>
                  <a:lnTo>
                    <a:pt x="2104825" y="0"/>
                  </a:lnTo>
                  <a:close/>
                </a:path>
              </a:pathLst>
            </a:custGeom>
            <a:solidFill>
              <a:srgbClr val="FAFAF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2792494" y="7314444"/>
              <a:ext cx="2081530" cy="3215005"/>
            </a:xfrm>
            <a:custGeom>
              <a:avLst/>
              <a:gdLst/>
              <a:ahLst/>
              <a:cxnLst/>
              <a:rect l="l" t="t" r="r" b="b"/>
              <a:pathLst>
                <a:path w="2081530" h="3215004">
                  <a:moveTo>
                    <a:pt x="2081263" y="16116"/>
                  </a:moveTo>
                  <a:lnTo>
                    <a:pt x="2018309" y="0"/>
                  </a:lnTo>
                  <a:lnTo>
                    <a:pt x="1630464" y="1514919"/>
                  </a:lnTo>
                  <a:lnTo>
                    <a:pt x="1550098" y="1514919"/>
                  </a:lnTo>
                  <a:lnTo>
                    <a:pt x="1550098" y="1579905"/>
                  </a:lnTo>
                  <a:lnTo>
                    <a:pt x="1550098" y="1932063"/>
                  </a:lnTo>
                  <a:lnTo>
                    <a:pt x="120954" y="1932063"/>
                  </a:lnTo>
                  <a:lnTo>
                    <a:pt x="120954" y="1579905"/>
                  </a:lnTo>
                  <a:lnTo>
                    <a:pt x="1550098" y="1579905"/>
                  </a:lnTo>
                  <a:lnTo>
                    <a:pt x="1550098" y="1514919"/>
                  </a:lnTo>
                  <a:lnTo>
                    <a:pt x="0" y="1514919"/>
                  </a:lnTo>
                  <a:lnTo>
                    <a:pt x="0" y="1547418"/>
                  </a:lnTo>
                  <a:lnTo>
                    <a:pt x="0" y="1579905"/>
                  </a:lnTo>
                  <a:lnTo>
                    <a:pt x="0" y="1932063"/>
                  </a:lnTo>
                  <a:lnTo>
                    <a:pt x="0" y="1997062"/>
                  </a:lnTo>
                  <a:lnTo>
                    <a:pt x="0" y="3214954"/>
                  </a:lnTo>
                  <a:lnTo>
                    <a:pt x="120954" y="3214954"/>
                  </a:lnTo>
                  <a:lnTo>
                    <a:pt x="120954" y="1997062"/>
                  </a:lnTo>
                  <a:lnTo>
                    <a:pt x="1550098" y="1997062"/>
                  </a:lnTo>
                  <a:lnTo>
                    <a:pt x="1550098" y="3214954"/>
                  </a:lnTo>
                  <a:lnTo>
                    <a:pt x="1671053" y="3214954"/>
                  </a:lnTo>
                  <a:lnTo>
                    <a:pt x="1671053" y="1997062"/>
                  </a:lnTo>
                  <a:lnTo>
                    <a:pt x="1671053" y="1932063"/>
                  </a:lnTo>
                  <a:lnTo>
                    <a:pt x="1671053" y="1592745"/>
                  </a:lnTo>
                  <a:lnTo>
                    <a:pt x="1677238" y="1594319"/>
                  </a:lnTo>
                  <a:lnTo>
                    <a:pt x="2081263" y="16116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120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67662" y="8907087"/>
            <a:ext cx="17390110" cy="1363345"/>
            <a:chOff x="1367662" y="8907087"/>
            <a:chExt cx="17390110" cy="1363345"/>
          </a:xfrm>
        </p:grpSpPr>
        <p:sp>
          <p:nvSpPr>
            <p:cNvPr id="3" name="object 3" descr=""/>
            <p:cNvSpPr/>
            <p:nvPr/>
          </p:nvSpPr>
          <p:spPr>
            <a:xfrm>
              <a:off x="1578825" y="8907087"/>
              <a:ext cx="17178655" cy="1363345"/>
            </a:xfrm>
            <a:custGeom>
              <a:avLst/>
              <a:gdLst/>
              <a:ahLst/>
              <a:cxnLst/>
              <a:rect l="l" t="t" r="r" b="b"/>
              <a:pathLst>
                <a:path w="17178655" h="1363345">
                  <a:moveTo>
                    <a:pt x="15479340" y="0"/>
                  </a:moveTo>
                  <a:lnTo>
                    <a:pt x="2279605" y="0"/>
                  </a:lnTo>
                  <a:lnTo>
                    <a:pt x="0" y="1362806"/>
                  </a:lnTo>
                  <a:lnTo>
                    <a:pt x="17178503" y="1362806"/>
                  </a:lnTo>
                  <a:lnTo>
                    <a:pt x="15479340" y="0"/>
                  </a:lnTo>
                  <a:close/>
                </a:path>
              </a:pathLst>
            </a:custGeom>
            <a:solidFill>
              <a:srgbClr val="FADFE1">
                <a:alpha val="28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67650" y="8907100"/>
              <a:ext cx="17070070" cy="1363345"/>
            </a:xfrm>
            <a:custGeom>
              <a:avLst/>
              <a:gdLst/>
              <a:ahLst/>
              <a:cxnLst/>
              <a:rect l="l" t="t" r="r" b="b"/>
              <a:pathLst>
                <a:path w="17070070" h="1363345">
                  <a:moveTo>
                    <a:pt x="17069575" y="1106055"/>
                  </a:moveTo>
                  <a:lnTo>
                    <a:pt x="17037914" y="1080706"/>
                  </a:lnTo>
                  <a:lnTo>
                    <a:pt x="16930154" y="1080706"/>
                  </a:lnTo>
                  <a:lnTo>
                    <a:pt x="16930154" y="994257"/>
                  </a:lnTo>
                  <a:lnTo>
                    <a:pt x="16907548" y="976096"/>
                  </a:lnTo>
                  <a:lnTo>
                    <a:pt x="16907548" y="1080706"/>
                  </a:lnTo>
                  <a:lnTo>
                    <a:pt x="16610737" y="1080706"/>
                  </a:lnTo>
                  <a:lnTo>
                    <a:pt x="16610737" y="836587"/>
                  </a:lnTo>
                  <a:lnTo>
                    <a:pt x="16733571" y="836587"/>
                  </a:lnTo>
                  <a:lnTo>
                    <a:pt x="16701961" y="811225"/>
                  </a:lnTo>
                  <a:lnTo>
                    <a:pt x="16610737" y="811225"/>
                  </a:lnTo>
                  <a:lnTo>
                    <a:pt x="16610737" y="738073"/>
                  </a:lnTo>
                  <a:lnTo>
                    <a:pt x="16588131" y="719924"/>
                  </a:lnTo>
                  <a:lnTo>
                    <a:pt x="16588131" y="811225"/>
                  </a:lnTo>
                  <a:lnTo>
                    <a:pt x="16588131" y="836587"/>
                  </a:lnTo>
                  <a:lnTo>
                    <a:pt x="16588131" y="1080706"/>
                  </a:lnTo>
                  <a:lnTo>
                    <a:pt x="16291332" y="1080706"/>
                  </a:lnTo>
                  <a:lnTo>
                    <a:pt x="16291332" y="836587"/>
                  </a:lnTo>
                  <a:lnTo>
                    <a:pt x="16588131" y="836587"/>
                  </a:lnTo>
                  <a:lnTo>
                    <a:pt x="16588131" y="811225"/>
                  </a:lnTo>
                  <a:lnTo>
                    <a:pt x="16291332" y="811225"/>
                  </a:lnTo>
                  <a:lnTo>
                    <a:pt x="16291332" y="567169"/>
                  </a:lnTo>
                  <a:lnTo>
                    <a:pt x="16397694" y="567169"/>
                  </a:lnTo>
                  <a:lnTo>
                    <a:pt x="16366046" y="541807"/>
                  </a:lnTo>
                  <a:lnTo>
                    <a:pt x="16291332" y="541807"/>
                  </a:lnTo>
                  <a:lnTo>
                    <a:pt x="16291332" y="481901"/>
                  </a:lnTo>
                  <a:lnTo>
                    <a:pt x="16268726" y="463740"/>
                  </a:lnTo>
                  <a:lnTo>
                    <a:pt x="16268726" y="1080706"/>
                  </a:lnTo>
                  <a:lnTo>
                    <a:pt x="15971927" y="1080706"/>
                  </a:lnTo>
                  <a:lnTo>
                    <a:pt x="15971927" y="836587"/>
                  </a:lnTo>
                  <a:lnTo>
                    <a:pt x="16268726" y="836587"/>
                  </a:lnTo>
                  <a:lnTo>
                    <a:pt x="16268726" y="811225"/>
                  </a:lnTo>
                  <a:lnTo>
                    <a:pt x="15971927" y="811225"/>
                  </a:lnTo>
                  <a:lnTo>
                    <a:pt x="15971927" y="567169"/>
                  </a:lnTo>
                  <a:lnTo>
                    <a:pt x="16268726" y="567169"/>
                  </a:lnTo>
                  <a:lnTo>
                    <a:pt x="16268726" y="541807"/>
                  </a:lnTo>
                  <a:lnTo>
                    <a:pt x="15971927" y="541807"/>
                  </a:lnTo>
                  <a:lnTo>
                    <a:pt x="15971927" y="297751"/>
                  </a:lnTo>
                  <a:lnTo>
                    <a:pt x="16061792" y="297751"/>
                  </a:lnTo>
                  <a:lnTo>
                    <a:pt x="16030131" y="272389"/>
                  </a:lnTo>
                  <a:lnTo>
                    <a:pt x="15971927" y="272389"/>
                  </a:lnTo>
                  <a:lnTo>
                    <a:pt x="15971927" y="225666"/>
                  </a:lnTo>
                  <a:lnTo>
                    <a:pt x="15949321" y="207556"/>
                  </a:lnTo>
                  <a:lnTo>
                    <a:pt x="15949321" y="1080706"/>
                  </a:lnTo>
                  <a:lnTo>
                    <a:pt x="15652522" y="1080706"/>
                  </a:lnTo>
                  <a:lnTo>
                    <a:pt x="15652522" y="836587"/>
                  </a:lnTo>
                  <a:lnTo>
                    <a:pt x="15949321" y="836587"/>
                  </a:lnTo>
                  <a:lnTo>
                    <a:pt x="15949321" y="811225"/>
                  </a:lnTo>
                  <a:lnTo>
                    <a:pt x="15652522" y="811225"/>
                  </a:lnTo>
                  <a:lnTo>
                    <a:pt x="15652522" y="567169"/>
                  </a:lnTo>
                  <a:lnTo>
                    <a:pt x="15949321" y="567169"/>
                  </a:lnTo>
                  <a:lnTo>
                    <a:pt x="15949321" y="541807"/>
                  </a:lnTo>
                  <a:lnTo>
                    <a:pt x="15652522" y="541807"/>
                  </a:lnTo>
                  <a:lnTo>
                    <a:pt x="15652522" y="297751"/>
                  </a:lnTo>
                  <a:lnTo>
                    <a:pt x="15949321" y="297751"/>
                  </a:lnTo>
                  <a:lnTo>
                    <a:pt x="15949321" y="272389"/>
                  </a:lnTo>
                  <a:lnTo>
                    <a:pt x="15652522" y="272389"/>
                  </a:lnTo>
                  <a:lnTo>
                    <a:pt x="15652522" y="0"/>
                  </a:lnTo>
                  <a:lnTo>
                    <a:pt x="15629916" y="0"/>
                  </a:lnTo>
                  <a:lnTo>
                    <a:pt x="15629916" y="1080706"/>
                  </a:lnTo>
                  <a:lnTo>
                    <a:pt x="15333129" y="1080706"/>
                  </a:lnTo>
                  <a:lnTo>
                    <a:pt x="15333129" y="836587"/>
                  </a:lnTo>
                  <a:lnTo>
                    <a:pt x="15629916" y="836587"/>
                  </a:lnTo>
                  <a:lnTo>
                    <a:pt x="15629916" y="811225"/>
                  </a:lnTo>
                  <a:lnTo>
                    <a:pt x="15333129" y="811225"/>
                  </a:lnTo>
                  <a:lnTo>
                    <a:pt x="15333129" y="567169"/>
                  </a:lnTo>
                  <a:lnTo>
                    <a:pt x="15629916" y="567169"/>
                  </a:lnTo>
                  <a:lnTo>
                    <a:pt x="15629916" y="541807"/>
                  </a:lnTo>
                  <a:lnTo>
                    <a:pt x="15333129" y="541807"/>
                  </a:lnTo>
                  <a:lnTo>
                    <a:pt x="15333129" y="297751"/>
                  </a:lnTo>
                  <a:lnTo>
                    <a:pt x="15629916" y="297751"/>
                  </a:lnTo>
                  <a:lnTo>
                    <a:pt x="15629916" y="272389"/>
                  </a:lnTo>
                  <a:lnTo>
                    <a:pt x="15333129" y="272389"/>
                  </a:lnTo>
                  <a:lnTo>
                    <a:pt x="15333129" y="0"/>
                  </a:lnTo>
                  <a:lnTo>
                    <a:pt x="15310511" y="0"/>
                  </a:lnTo>
                  <a:lnTo>
                    <a:pt x="15310511" y="1080706"/>
                  </a:lnTo>
                  <a:lnTo>
                    <a:pt x="15013724" y="1080706"/>
                  </a:lnTo>
                  <a:lnTo>
                    <a:pt x="15013724" y="836587"/>
                  </a:lnTo>
                  <a:lnTo>
                    <a:pt x="15310511" y="836587"/>
                  </a:lnTo>
                  <a:lnTo>
                    <a:pt x="15310511" y="811225"/>
                  </a:lnTo>
                  <a:lnTo>
                    <a:pt x="15013724" y="811225"/>
                  </a:lnTo>
                  <a:lnTo>
                    <a:pt x="15013724" y="567169"/>
                  </a:lnTo>
                  <a:lnTo>
                    <a:pt x="15310511" y="567169"/>
                  </a:lnTo>
                  <a:lnTo>
                    <a:pt x="15310511" y="541807"/>
                  </a:lnTo>
                  <a:lnTo>
                    <a:pt x="15013724" y="541807"/>
                  </a:lnTo>
                  <a:lnTo>
                    <a:pt x="15013724" y="297751"/>
                  </a:lnTo>
                  <a:lnTo>
                    <a:pt x="15310511" y="297751"/>
                  </a:lnTo>
                  <a:lnTo>
                    <a:pt x="15310511" y="272389"/>
                  </a:lnTo>
                  <a:lnTo>
                    <a:pt x="15013724" y="272389"/>
                  </a:lnTo>
                  <a:lnTo>
                    <a:pt x="15013724" y="0"/>
                  </a:lnTo>
                  <a:lnTo>
                    <a:pt x="14991118" y="0"/>
                  </a:lnTo>
                  <a:lnTo>
                    <a:pt x="14991118" y="1080706"/>
                  </a:lnTo>
                  <a:lnTo>
                    <a:pt x="14694319" y="1080706"/>
                  </a:lnTo>
                  <a:lnTo>
                    <a:pt x="14694319" y="836587"/>
                  </a:lnTo>
                  <a:lnTo>
                    <a:pt x="14991118" y="836587"/>
                  </a:lnTo>
                  <a:lnTo>
                    <a:pt x="14991118" y="811225"/>
                  </a:lnTo>
                  <a:lnTo>
                    <a:pt x="14694319" y="811225"/>
                  </a:lnTo>
                  <a:lnTo>
                    <a:pt x="14694319" y="567169"/>
                  </a:lnTo>
                  <a:lnTo>
                    <a:pt x="14991118" y="567169"/>
                  </a:lnTo>
                  <a:lnTo>
                    <a:pt x="14991118" y="541807"/>
                  </a:lnTo>
                  <a:lnTo>
                    <a:pt x="14694319" y="541807"/>
                  </a:lnTo>
                  <a:lnTo>
                    <a:pt x="14694319" y="297751"/>
                  </a:lnTo>
                  <a:lnTo>
                    <a:pt x="14991118" y="297751"/>
                  </a:lnTo>
                  <a:lnTo>
                    <a:pt x="14991118" y="272389"/>
                  </a:lnTo>
                  <a:lnTo>
                    <a:pt x="14694319" y="272389"/>
                  </a:lnTo>
                  <a:lnTo>
                    <a:pt x="14694319" y="0"/>
                  </a:lnTo>
                  <a:lnTo>
                    <a:pt x="14671701" y="0"/>
                  </a:lnTo>
                  <a:lnTo>
                    <a:pt x="14671701" y="1080706"/>
                  </a:lnTo>
                  <a:lnTo>
                    <a:pt x="14374914" y="1080706"/>
                  </a:lnTo>
                  <a:lnTo>
                    <a:pt x="14374914" y="836587"/>
                  </a:lnTo>
                  <a:lnTo>
                    <a:pt x="14671701" y="836587"/>
                  </a:lnTo>
                  <a:lnTo>
                    <a:pt x="14671701" y="811225"/>
                  </a:lnTo>
                  <a:lnTo>
                    <a:pt x="14374914" y="811225"/>
                  </a:lnTo>
                  <a:lnTo>
                    <a:pt x="14374914" y="567169"/>
                  </a:lnTo>
                  <a:lnTo>
                    <a:pt x="14671701" y="567169"/>
                  </a:lnTo>
                  <a:lnTo>
                    <a:pt x="14671701" y="541807"/>
                  </a:lnTo>
                  <a:lnTo>
                    <a:pt x="14374914" y="541807"/>
                  </a:lnTo>
                  <a:lnTo>
                    <a:pt x="14374914" y="297751"/>
                  </a:lnTo>
                  <a:lnTo>
                    <a:pt x="14671701" y="297751"/>
                  </a:lnTo>
                  <a:lnTo>
                    <a:pt x="14671701" y="272389"/>
                  </a:lnTo>
                  <a:lnTo>
                    <a:pt x="14374914" y="272389"/>
                  </a:lnTo>
                  <a:lnTo>
                    <a:pt x="14374914" y="0"/>
                  </a:lnTo>
                  <a:lnTo>
                    <a:pt x="14352308" y="0"/>
                  </a:lnTo>
                  <a:lnTo>
                    <a:pt x="14352308" y="1080706"/>
                  </a:lnTo>
                  <a:lnTo>
                    <a:pt x="14055509" y="1080706"/>
                  </a:lnTo>
                  <a:lnTo>
                    <a:pt x="14055509" y="836587"/>
                  </a:lnTo>
                  <a:lnTo>
                    <a:pt x="14352308" y="836587"/>
                  </a:lnTo>
                  <a:lnTo>
                    <a:pt x="14352308" y="811225"/>
                  </a:lnTo>
                  <a:lnTo>
                    <a:pt x="14055509" y="811225"/>
                  </a:lnTo>
                  <a:lnTo>
                    <a:pt x="14055509" y="567169"/>
                  </a:lnTo>
                  <a:lnTo>
                    <a:pt x="14352308" y="567169"/>
                  </a:lnTo>
                  <a:lnTo>
                    <a:pt x="14352308" y="541807"/>
                  </a:lnTo>
                  <a:lnTo>
                    <a:pt x="14055509" y="541807"/>
                  </a:lnTo>
                  <a:lnTo>
                    <a:pt x="14055509" y="297751"/>
                  </a:lnTo>
                  <a:lnTo>
                    <a:pt x="14352308" y="297751"/>
                  </a:lnTo>
                  <a:lnTo>
                    <a:pt x="14352308" y="272389"/>
                  </a:lnTo>
                  <a:lnTo>
                    <a:pt x="14055509" y="272389"/>
                  </a:lnTo>
                  <a:lnTo>
                    <a:pt x="14055509" y="0"/>
                  </a:lnTo>
                  <a:lnTo>
                    <a:pt x="14032903" y="0"/>
                  </a:lnTo>
                  <a:lnTo>
                    <a:pt x="14032903" y="1080706"/>
                  </a:lnTo>
                  <a:lnTo>
                    <a:pt x="13736104" y="1080706"/>
                  </a:lnTo>
                  <a:lnTo>
                    <a:pt x="13736104" y="836587"/>
                  </a:lnTo>
                  <a:lnTo>
                    <a:pt x="14032903" y="836587"/>
                  </a:lnTo>
                  <a:lnTo>
                    <a:pt x="14032903" y="811225"/>
                  </a:lnTo>
                  <a:lnTo>
                    <a:pt x="13736104" y="811225"/>
                  </a:lnTo>
                  <a:lnTo>
                    <a:pt x="13736104" y="567169"/>
                  </a:lnTo>
                  <a:lnTo>
                    <a:pt x="14032903" y="567169"/>
                  </a:lnTo>
                  <a:lnTo>
                    <a:pt x="14032903" y="541807"/>
                  </a:lnTo>
                  <a:lnTo>
                    <a:pt x="13736104" y="541807"/>
                  </a:lnTo>
                  <a:lnTo>
                    <a:pt x="13736104" y="297751"/>
                  </a:lnTo>
                  <a:lnTo>
                    <a:pt x="14032903" y="297751"/>
                  </a:lnTo>
                  <a:lnTo>
                    <a:pt x="14032903" y="272389"/>
                  </a:lnTo>
                  <a:lnTo>
                    <a:pt x="13736104" y="272389"/>
                  </a:lnTo>
                  <a:lnTo>
                    <a:pt x="13736104" y="0"/>
                  </a:lnTo>
                  <a:lnTo>
                    <a:pt x="13713498" y="0"/>
                  </a:lnTo>
                  <a:lnTo>
                    <a:pt x="13713498" y="1080706"/>
                  </a:lnTo>
                  <a:lnTo>
                    <a:pt x="13416699" y="1080706"/>
                  </a:lnTo>
                  <a:lnTo>
                    <a:pt x="13416699" y="836587"/>
                  </a:lnTo>
                  <a:lnTo>
                    <a:pt x="13713498" y="836587"/>
                  </a:lnTo>
                  <a:lnTo>
                    <a:pt x="13713498" y="811225"/>
                  </a:lnTo>
                  <a:lnTo>
                    <a:pt x="13416699" y="811225"/>
                  </a:lnTo>
                  <a:lnTo>
                    <a:pt x="13416699" y="567169"/>
                  </a:lnTo>
                  <a:lnTo>
                    <a:pt x="13713498" y="567169"/>
                  </a:lnTo>
                  <a:lnTo>
                    <a:pt x="13713498" y="541807"/>
                  </a:lnTo>
                  <a:lnTo>
                    <a:pt x="13416699" y="541807"/>
                  </a:lnTo>
                  <a:lnTo>
                    <a:pt x="13416699" y="297751"/>
                  </a:lnTo>
                  <a:lnTo>
                    <a:pt x="13713498" y="297751"/>
                  </a:lnTo>
                  <a:lnTo>
                    <a:pt x="13713498" y="272389"/>
                  </a:lnTo>
                  <a:lnTo>
                    <a:pt x="13416699" y="272389"/>
                  </a:lnTo>
                  <a:lnTo>
                    <a:pt x="13416699" y="0"/>
                  </a:lnTo>
                  <a:lnTo>
                    <a:pt x="13394093" y="0"/>
                  </a:lnTo>
                  <a:lnTo>
                    <a:pt x="13394093" y="1080706"/>
                  </a:lnTo>
                  <a:lnTo>
                    <a:pt x="13097294" y="1080706"/>
                  </a:lnTo>
                  <a:lnTo>
                    <a:pt x="13097294" y="836587"/>
                  </a:lnTo>
                  <a:lnTo>
                    <a:pt x="13394093" y="836587"/>
                  </a:lnTo>
                  <a:lnTo>
                    <a:pt x="13394093" y="811225"/>
                  </a:lnTo>
                  <a:lnTo>
                    <a:pt x="13097294" y="811225"/>
                  </a:lnTo>
                  <a:lnTo>
                    <a:pt x="13097294" y="567169"/>
                  </a:lnTo>
                  <a:lnTo>
                    <a:pt x="13394093" y="567169"/>
                  </a:lnTo>
                  <a:lnTo>
                    <a:pt x="13394093" y="541807"/>
                  </a:lnTo>
                  <a:lnTo>
                    <a:pt x="13097294" y="541807"/>
                  </a:lnTo>
                  <a:lnTo>
                    <a:pt x="13097294" y="297751"/>
                  </a:lnTo>
                  <a:lnTo>
                    <a:pt x="13394093" y="297751"/>
                  </a:lnTo>
                  <a:lnTo>
                    <a:pt x="13394093" y="272389"/>
                  </a:lnTo>
                  <a:lnTo>
                    <a:pt x="13097294" y="272389"/>
                  </a:lnTo>
                  <a:lnTo>
                    <a:pt x="13097294" y="0"/>
                  </a:lnTo>
                  <a:lnTo>
                    <a:pt x="13074688" y="0"/>
                  </a:lnTo>
                  <a:lnTo>
                    <a:pt x="13074688" y="1080706"/>
                  </a:lnTo>
                  <a:lnTo>
                    <a:pt x="12777889" y="1080706"/>
                  </a:lnTo>
                  <a:lnTo>
                    <a:pt x="12777889" y="836587"/>
                  </a:lnTo>
                  <a:lnTo>
                    <a:pt x="13074688" y="836587"/>
                  </a:lnTo>
                  <a:lnTo>
                    <a:pt x="13074688" y="811225"/>
                  </a:lnTo>
                  <a:lnTo>
                    <a:pt x="12777889" y="811225"/>
                  </a:lnTo>
                  <a:lnTo>
                    <a:pt x="12777889" y="567169"/>
                  </a:lnTo>
                  <a:lnTo>
                    <a:pt x="13074688" y="567169"/>
                  </a:lnTo>
                  <a:lnTo>
                    <a:pt x="13074688" y="541807"/>
                  </a:lnTo>
                  <a:lnTo>
                    <a:pt x="12777889" y="541807"/>
                  </a:lnTo>
                  <a:lnTo>
                    <a:pt x="12777889" y="297751"/>
                  </a:lnTo>
                  <a:lnTo>
                    <a:pt x="13074688" y="297751"/>
                  </a:lnTo>
                  <a:lnTo>
                    <a:pt x="13074688" y="272389"/>
                  </a:lnTo>
                  <a:lnTo>
                    <a:pt x="12777889" y="272389"/>
                  </a:lnTo>
                  <a:lnTo>
                    <a:pt x="12777889" y="0"/>
                  </a:lnTo>
                  <a:lnTo>
                    <a:pt x="12755283" y="0"/>
                  </a:lnTo>
                  <a:lnTo>
                    <a:pt x="12755283" y="1080706"/>
                  </a:lnTo>
                  <a:lnTo>
                    <a:pt x="12458484" y="1080706"/>
                  </a:lnTo>
                  <a:lnTo>
                    <a:pt x="12458484" y="836587"/>
                  </a:lnTo>
                  <a:lnTo>
                    <a:pt x="12755283" y="836587"/>
                  </a:lnTo>
                  <a:lnTo>
                    <a:pt x="12755283" y="811225"/>
                  </a:lnTo>
                  <a:lnTo>
                    <a:pt x="12458484" y="811225"/>
                  </a:lnTo>
                  <a:lnTo>
                    <a:pt x="12458484" y="567169"/>
                  </a:lnTo>
                  <a:lnTo>
                    <a:pt x="12755283" y="567169"/>
                  </a:lnTo>
                  <a:lnTo>
                    <a:pt x="12755283" y="541807"/>
                  </a:lnTo>
                  <a:lnTo>
                    <a:pt x="12458484" y="541807"/>
                  </a:lnTo>
                  <a:lnTo>
                    <a:pt x="12458484" y="297751"/>
                  </a:lnTo>
                  <a:lnTo>
                    <a:pt x="12755283" y="297751"/>
                  </a:lnTo>
                  <a:lnTo>
                    <a:pt x="12755283" y="272389"/>
                  </a:lnTo>
                  <a:lnTo>
                    <a:pt x="12458484" y="272389"/>
                  </a:lnTo>
                  <a:lnTo>
                    <a:pt x="12458484" y="0"/>
                  </a:lnTo>
                  <a:lnTo>
                    <a:pt x="12435878" y="0"/>
                  </a:lnTo>
                  <a:lnTo>
                    <a:pt x="12435878" y="1080706"/>
                  </a:lnTo>
                  <a:lnTo>
                    <a:pt x="12139079" y="1080706"/>
                  </a:lnTo>
                  <a:lnTo>
                    <a:pt x="12139079" y="836587"/>
                  </a:lnTo>
                  <a:lnTo>
                    <a:pt x="12435878" y="836587"/>
                  </a:lnTo>
                  <a:lnTo>
                    <a:pt x="12435878" y="811225"/>
                  </a:lnTo>
                  <a:lnTo>
                    <a:pt x="12139079" y="811225"/>
                  </a:lnTo>
                  <a:lnTo>
                    <a:pt x="12139079" y="567169"/>
                  </a:lnTo>
                  <a:lnTo>
                    <a:pt x="12435878" y="567169"/>
                  </a:lnTo>
                  <a:lnTo>
                    <a:pt x="12435878" y="541807"/>
                  </a:lnTo>
                  <a:lnTo>
                    <a:pt x="12139079" y="541807"/>
                  </a:lnTo>
                  <a:lnTo>
                    <a:pt x="12139079" y="297751"/>
                  </a:lnTo>
                  <a:lnTo>
                    <a:pt x="12435878" y="297751"/>
                  </a:lnTo>
                  <a:lnTo>
                    <a:pt x="12435878" y="272389"/>
                  </a:lnTo>
                  <a:lnTo>
                    <a:pt x="12139079" y="272389"/>
                  </a:lnTo>
                  <a:lnTo>
                    <a:pt x="12139079" y="0"/>
                  </a:lnTo>
                  <a:lnTo>
                    <a:pt x="12116473" y="0"/>
                  </a:lnTo>
                  <a:lnTo>
                    <a:pt x="12116473" y="1080706"/>
                  </a:lnTo>
                  <a:lnTo>
                    <a:pt x="11819674" y="1080706"/>
                  </a:lnTo>
                  <a:lnTo>
                    <a:pt x="11819674" y="836587"/>
                  </a:lnTo>
                  <a:lnTo>
                    <a:pt x="12116473" y="836587"/>
                  </a:lnTo>
                  <a:lnTo>
                    <a:pt x="12116473" y="811225"/>
                  </a:lnTo>
                  <a:lnTo>
                    <a:pt x="11819674" y="811225"/>
                  </a:lnTo>
                  <a:lnTo>
                    <a:pt x="11819674" y="567169"/>
                  </a:lnTo>
                  <a:lnTo>
                    <a:pt x="12116473" y="567169"/>
                  </a:lnTo>
                  <a:lnTo>
                    <a:pt x="12116473" y="541807"/>
                  </a:lnTo>
                  <a:lnTo>
                    <a:pt x="11819674" y="541807"/>
                  </a:lnTo>
                  <a:lnTo>
                    <a:pt x="11819674" y="297751"/>
                  </a:lnTo>
                  <a:lnTo>
                    <a:pt x="12116473" y="297751"/>
                  </a:lnTo>
                  <a:lnTo>
                    <a:pt x="12116473" y="272389"/>
                  </a:lnTo>
                  <a:lnTo>
                    <a:pt x="11819674" y="272389"/>
                  </a:lnTo>
                  <a:lnTo>
                    <a:pt x="11819674" y="0"/>
                  </a:lnTo>
                  <a:lnTo>
                    <a:pt x="11797068" y="0"/>
                  </a:lnTo>
                  <a:lnTo>
                    <a:pt x="11797068" y="1080706"/>
                  </a:lnTo>
                  <a:lnTo>
                    <a:pt x="11500282" y="1080706"/>
                  </a:lnTo>
                  <a:lnTo>
                    <a:pt x="11500282" y="836587"/>
                  </a:lnTo>
                  <a:lnTo>
                    <a:pt x="11797068" y="836587"/>
                  </a:lnTo>
                  <a:lnTo>
                    <a:pt x="11797068" y="811225"/>
                  </a:lnTo>
                  <a:lnTo>
                    <a:pt x="11500282" y="811225"/>
                  </a:lnTo>
                  <a:lnTo>
                    <a:pt x="11500282" y="567169"/>
                  </a:lnTo>
                  <a:lnTo>
                    <a:pt x="11797068" y="567169"/>
                  </a:lnTo>
                  <a:lnTo>
                    <a:pt x="11797068" y="541807"/>
                  </a:lnTo>
                  <a:lnTo>
                    <a:pt x="11500282" y="541807"/>
                  </a:lnTo>
                  <a:lnTo>
                    <a:pt x="11500282" y="297751"/>
                  </a:lnTo>
                  <a:lnTo>
                    <a:pt x="11797068" y="297751"/>
                  </a:lnTo>
                  <a:lnTo>
                    <a:pt x="11797068" y="272389"/>
                  </a:lnTo>
                  <a:lnTo>
                    <a:pt x="11500282" y="272389"/>
                  </a:lnTo>
                  <a:lnTo>
                    <a:pt x="11500282" y="0"/>
                  </a:lnTo>
                  <a:lnTo>
                    <a:pt x="11477676" y="0"/>
                  </a:lnTo>
                  <a:lnTo>
                    <a:pt x="11477676" y="1080706"/>
                  </a:lnTo>
                  <a:lnTo>
                    <a:pt x="11180864" y="1080706"/>
                  </a:lnTo>
                  <a:lnTo>
                    <a:pt x="11180864" y="836587"/>
                  </a:lnTo>
                  <a:lnTo>
                    <a:pt x="11477676" y="836587"/>
                  </a:lnTo>
                  <a:lnTo>
                    <a:pt x="11477676" y="811225"/>
                  </a:lnTo>
                  <a:lnTo>
                    <a:pt x="11180864" y="811225"/>
                  </a:lnTo>
                  <a:lnTo>
                    <a:pt x="11180864" y="567169"/>
                  </a:lnTo>
                  <a:lnTo>
                    <a:pt x="11477676" y="567169"/>
                  </a:lnTo>
                  <a:lnTo>
                    <a:pt x="11477676" y="541807"/>
                  </a:lnTo>
                  <a:lnTo>
                    <a:pt x="11180864" y="541807"/>
                  </a:lnTo>
                  <a:lnTo>
                    <a:pt x="11180864" y="297751"/>
                  </a:lnTo>
                  <a:lnTo>
                    <a:pt x="11477676" y="297751"/>
                  </a:lnTo>
                  <a:lnTo>
                    <a:pt x="11477676" y="272389"/>
                  </a:lnTo>
                  <a:lnTo>
                    <a:pt x="11180864" y="272389"/>
                  </a:lnTo>
                  <a:lnTo>
                    <a:pt x="11180864" y="0"/>
                  </a:lnTo>
                  <a:lnTo>
                    <a:pt x="11158258" y="0"/>
                  </a:lnTo>
                  <a:lnTo>
                    <a:pt x="11158258" y="1080706"/>
                  </a:lnTo>
                  <a:lnTo>
                    <a:pt x="10861472" y="1080706"/>
                  </a:lnTo>
                  <a:lnTo>
                    <a:pt x="10861472" y="836587"/>
                  </a:lnTo>
                  <a:lnTo>
                    <a:pt x="11158258" y="836587"/>
                  </a:lnTo>
                  <a:lnTo>
                    <a:pt x="11158258" y="811225"/>
                  </a:lnTo>
                  <a:lnTo>
                    <a:pt x="10861472" y="811225"/>
                  </a:lnTo>
                  <a:lnTo>
                    <a:pt x="10861472" y="567169"/>
                  </a:lnTo>
                  <a:lnTo>
                    <a:pt x="11158258" y="567169"/>
                  </a:lnTo>
                  <a:lnTo>
                    <a:pt x="11158258" y="541807"/>
                  </a:lnTo>
                  <a:lnTo>
                    <a:pt x="10861472" y="541807"/>
                  </a:lnTo>
                  <a:lnTo>
                    <a:pt x="10861472" y="297751"/>
                  </a:lnTo>
                  <a:lnTo>
                    <a:pt x="11158258" y="297751"/>
                  </a:lnTo>
                  <a:lnTo>
                    <a:pt x="11158258" y="272389"/>
                  </a:lnTo>
                  <a:lnTo>
                    <a:pt x="10861472" y="272389"/>
                  </a:lnTo>
                  <a:lnTo>
                    <a:pt x="10861472" y="0"/>
                  </a:lnTo>
                  <a:lnTo>
                    <a:pt x="10838866" y="0"/>
                  </a:lnTo>
                  <a:lnTo>
                    <a:pt x="10838866" y="1080706"/>
                  </a:lnTo>
                  <a:lnTo>
                    <a:pt x="10542054" y="1080706"/>
                  </a:lnTo>
                  <a:lnTo>
                    <a:pt x="10542054" y="836587"/>
                  </a:lnTo>
                  <a:lnTo>
                    <a:pt x="10838866" y="836587"/>
                  </a:lnTo>
                  <a:lnTo>
                    <a:pt x="10838866" y="811225"/>
                  </a:lnTo>
                  <a:lnTo>
                    <a:pt x="10542054" y="811225"/>
                  </a:lnTo>
                  <a:lnTo>
                    <a:pt x="10542054" y="567169"/>
                  </a:lnTo>
                  <a:lnTo>
                    <a:pt x="10838866" y="567169"/>
                  </a:lnTo>
                  <a:lnTo>
                    <a:pt x="10838866" y="541807"/>
                  </a:lnTo>
                  <a:lnTo>
                    <a:pt x="10542054" y="541807"/>
                  </a:lnTo>
                  <a:lnTo>
                    <a:pt x="10542054" y="297751"/>
                  </a:lnTo>
                  <a:lnTo>
                    <a:pt x="10838866" y="297751"/>
                  </a:lnTo>
                  <a:lnTo>
                    <a:pt x="10838866" y="272389"/>
                  </a:lnTo>
                  <a:lnTo>
                    <a:pt x="10542054" y="272389"/>
                  </a:lnTo>
                  <a:lnTo>
                    <a:pt x="10542054" y="0"/>
                  </a:lnTo>
                  <a:lnTo>
                    <a:pt x="10519448" y="0"/>
                  </a:lnTo>
                  <a:lnTo>
                    <a:pt x="10519448" y="1080706"/>
                  </a:lnTo>
                  <a:lnTo>
                    <a:pt x="10222662" y="1080706"/>
                  </a:lnTo>
                  <a:lnTo>
                    <a:pt x="10222662" y="836587"/>
                  </a:lnTo>
                  <a:lnTo>
                    <a:pt x="10519448" y="836587"/>
                  </a:lnTo>
                  <a:lnTo>
                    <a:pt x="10519448" y="811225"/>
                  </a:lnTo>
                  <a:lnTo>
                    <a:pt x="10222662" y="811225"/>
                  </a:lnTo>
                  <a:lnTo>
                    <a:pt x="10222662" y="567169"/>
                  </a:lnTo>
                  <a:lnTo>
                    <a:pt x="10519448" y="567169"/>
                  </a:lnTo>
                  <a:lnTo>
                    <a:pt x="10519448" y="541807"/>
                  </a:lnTo>
                  <a:lnTo>
                    <a:pt x="10222662" y="541807"/>
                  </a:lnTo>
                  <a:lnTo>
                    <a:pt x="10222662" y="297751"/>
                  </a:lnTo>
                  <a:lnTo>
                    <a:pt x="10519448" y="297751"/>
                  </a:lnTo>
                  <a:lnTo>
                    <a:pt x="10519448" y="272389"/>
                  </a:lnTo>
                  <a:lnTo>
                    <a:pt x="10222662" y="272389"/>
                  </a:lnTo>
                  <a:lnTo>
                    <a:pt x="10222662" y="0"/>
                  </a:lnTo>
                  <a:lnTo>
                    <a:pt x="10200056" y="0"/>
                  </a:lnTo>
                  <a:lnTo>
                    <a:pt x="10200056" y="1080706"/>
                  </a:lnTo>
                  <a:lnTo>
                    <a:pt x="9903244" y="1080706"/>
                  </a:lnTo>
                  <a:lnTo>
                    <a:pt x="9903244" y="836587"/>
                  </a:lnTo>
                  <a:lnTo>
                    <a:pt x="10200056" y="836587"/>
                  </a:lnTo>
                  <a:lnTo>
                    <a:pt x="10200056" y="811225"/>
                  </a:lnTo>
                  <a:lnTo>
                    <a:pt x="9903244" y="811225"/>
                  </a:lnTo>
                  <a:lnTo>
                    <a:pt x="9903244" y="567169"/>
                  </a:lnTo>
                  <a:lnTo>
                    <a:pt x="10200056" y="567169"/>
                  </a:lnTo>
                  <a:lnTo>
                    <a:pt x="10200056" y="541807"/>
                  </a:lnTo>
                  <a:lnTo>
                    <a:pt x="9903244" y="541807"/>
                  </a:lnTo>
                  <a:lnTo>
                    <a:pt x="9903244" y="297751"/>
                  </a:lnTo>
                  <a:lnTo>
                    <a:pt x="10200056" y="297751"/>
                  </a:lnTo>
                  <a:lnTo>
                    <a:pt x="10200056" y="272389"/>
                  </a:lnTo>
                  <a:lnTo>
                    <a:pt x="9903244" y="272389"/>
                  </a:lnTo>
                  <a:lnTo>
                    <a:pt x="9903244" y="0"/>
                  </a:lnTo>
                  <a:lnTo>
                    <a:pt x="9880638" y="0"/>
                  </a:lnTo>
                  <a:lnTo>
                    <a:pt x="9880638" y="1080706"/>
                  </a:lnTo>
                  <a:lnTo>
                    <a:pt x="9583852" y="1080706"/>
                  </a:lnTo>
                  <a:lnTo>
                    <a:pt x="9583852" y="836587"/>
                  </a:lnTo>
                  <a:lnTo>
                    <a:pt x="9880638" y="836587"/>
                  </a:lnTo>
                  <a:lnTo>
                    <a:pt x="9880638" y="811225"/>
                  </a:lnTo>
                  <a:lnTo>
                    <a:pt x="9583852" y="811225"/>
                  </a:lnTo>
                  <a:lnTo>
                    <a:pt x="9583852" y="567169"/>
                  </a:lnTo>
                  <a:lnTo>
                    <a:pt x="9880638" y="567169"/>
                  </a:lnTo>
                  <a:lnTo>
                    <a:pt x="9880638" y="541807"/>
                  </a:lnTo>
                  <a:lnTo>
                    <a:pt x="9583852" y="541807"/>
                  </a:lnTo>
                  <a:lnTo>
                    <a:pt x="9583852" y="297751"/>
                  </a:lnTo>
                  <a:lnTo>
                    <a:pt x="9880638" y="297751"/>
                  </a:lnTo>
                  <a:lnTo>
                    <a:pt x="9880638" y="272389"/>
                  </a:lnTo>
                  <a:lnTo>
                    <a:pt x="9583852" y="272389"/>
                  </a:lnTo>
                  <a:lnTo>
                    <a:pt x="9583852" y="0"/>
                  </a:lnTo>
                  <a:lnTo>
                    <a:pt x="9561233" y="0"/>
                  </a:lnTo>
                  <a:lnTo>
                    <a:pt x="9561233" y="1080706"/>
                  </a:lnTo>
                  <a:lnTo>
                    <a:pt x="9264434" y="1080706"/>
                  </a:lnTo>
                  <a:lnTo>
                    <a:pt x="9264434" y="836587"/>
                  </a:lnTo>
                  <a:lnTo>
                    <a:pt x="9561233" y="836587"/>
                  </a:lnTo>
                  <a:lnTo>
                    <a:pt x="9561233" y="811225"/>
                  </a:lnTo>
                  <a:lnTo>
                    <a:pt x="9264434" y="811225"/>
                  </a:lnTo>
                  <a:lnTo>
                    <a:pt x="9264434" y="567169"/>
                  </a:lnTo>
                  <a:lnTo>
                    <a:pt x="9561233" y="567169"/>
                  </a:lnTo>
                  <a:lnTo>
                    <a:pt x="9561233" y="541807"/>
                  </a:lnTo>
                  <a:lnTo>
                    <a:pt x="9264434" y="541807"/>
                  </a:lnTo>
                  <a:lnTo>
                    <a:pt x="9264434" y="297751"/>
                  </a:lnTo>
                  <a:lnTo>
                    <a:pt x="9561233" y="297751"/>
                  </a:lnTo>
                  <a:lnTo>
                    <a:pt x="9561233" y="272389"/>
                  </a:lnTo>
                  <a:lnTo>
                    <a:pt x="9264434" y="272389"/>
                  </a:lnTo>
                  <a:lnTo>
                    <a:pt x="9264434" y="0"/>
                  </a:lnTo>
                  <a:lnTo>
                    <a:pt x="9241828" y="0"/>
                  </a:lnTo>
                  <a:lnTo>
                    <a:pt x="9241828" y="1080706"/>
                  </a:lnTo>
                  <a:lnTo>
                    <a:pt x="8945042" y="1080706"/>
                  </a:lnTo>
                  <a:lnTo>
                    <a:pt x="8945042" y="836587"/>
                  </a:lnTo>
                  <a:lnTo>
                    <a:pt x="9241828" y="836587"/>
                  </a:lnTo>
                  <a:lnTo>
                    <a:pt x="9241828" y="811225"/>
                  </a:lnTo>
                  <a:lnTo>
                    <a:pt x="8945042" y="811225"/>
                  </a:lnTo>
                  <a:lnTo>
                    <a:pt x="8945042" y="567169"/>
                  </a:lnTo>
                  <a:lnTo>
                    <a:pt x="9241828" y="567169"/>
                  </a:lnTo>
                  <a:lnTo>
                    <a:pt x="9241828" y="541807"/>
                  </a:lnTo>
                  <a:lnTo>
                    <a:pt x="8945042" y="541807"/>
                  </a:lnTo>
                  <a:lnTo>
                    <a:pt x="8945042" y="297751"/>
                  </a:lnTo>
                  <a:lnTo>
                    <a:pt x="9241828" y="297751"/>
                  </a:lnTo>
                  <a:lnTo>
                    <a:pt x="9241828" y="272389"/>
                  </a:lnTo>
                  <a:lnTo>
                    <a:pt x="8945042" y="272389"/>
                  </a:lnTo>
                  <a:lnTo>
                    <a:pt x="8945042" y="0"/>
                  </a:lnTo>
                  <a:lnTo>
                    <a:pt x="8922436" y="0"/>
                  </a:lnTo>
                  <a:lnTo>
                    <a:pt x="8922436" y="1080706"/>
                  </a:lnTo>
                  <a:lnTo>
                    <a:pt x="8625637" y="1080706"/>
                  </a:lnTo>
                  <a:lnTo>
                    <a:pt x="8625637" y="836587"/>
                  </a:lnTo>
                  <a:lnTo>
                    <a:pt x="8922436" y="836587"/>
                  </a:lnTo>
                  <a:lnTo>
                    <a:pt x="8922436" y="811225"/>
                  </a:lnTo>
                  <a:lnTo>
                    <a:pt x="8625637" y="811225"/>
                  </a:lnTo>
                  <a:lnTo>
                    <a:pt x="8625637" y="567169"/>
                  </a:lnTo>
                  <a:lnTo>
                    <a:pt x="8922436" y="567169"/>
                  </a:lnTo>
                  <a:lnTo>
                    <a:pt x="8922436" y="541807"/>
                  </a:lnTo>
                  <a:lnTo>
                    <a:pt x="8625637" y="541807"/>
                  </a:lnTo>
                  <a:lnTo>
                    <a:pt x="8625637" y="297751"/>
                  </a:lnTo>
                  <a:lnTo>
                    <a:pt x="8922436" y="297751"/>
                  </a:lnTo>
                  <a:lnTo>
                    <a:pt x="8922436" y="272389"/>
                  </a:lnTo>
                  <a:lnTo>
                    <a:pt x="8625637" y="272389"/>
                  </a:lnTo>
                  <a:lnTo>
                    <a:pt x="8625637" y="0"/>
                  </a:lnTo>
                  <a:lnTo>
                    <a:pt x="8603018" y="0"/>
                  </a:lnTo>
                  <a:lnTo>
                    <a:pt x="8603018" y="1080706"/>
                  </a:lnTo>
                  <a:lnTo>
                    <a:pt x="8306232" y="1080706"/>
                  </a:lnTo>
                  <a:lnTo>
                    <a:pt x="8306232" y="836587"/>
                  </a:lnTo>
                  <a:lnTo>
                    <a:pt x="8603018" y="836587"/>
                  </a:lnTo>
                  <a:lnTo>
                    <a:pt x="8603018" y="811225"/>
                  </a:lnTo>
                  <a:lnTo>
                    <a:pt x="8306232" y="811225"/>
                  </a:lnTo>
                  <a:lnTo>
                    <a:pt x="8306232" y="567169"/>
                  </a:lnTo>
                  <a:lnTo>
                    <a:pt x="8603018" y="567169"/>
                  </a:lnTo>
                  <a:lnTo>
                    <a:pt x="8603018" y="541807"/>
                  </a:lnTo>
                  <a:lnTo>
                    <a:pt x="8306232" y="541807"/>
                  </a:lnTo>
                  <a:lnTo>
                    <a:pt x="8306232" y="297751"/>
                  </a:lnTo>
                  <a:lnTo>
                    <a:pt x="8603018" y="297751"/>
                  </a:lnTo>
                  <a:lnTo>
                    <a:pt x="8603018" y="272389"/>
                  </a:lnTo>
                  <a:lnTo>
                    <a:pt x="8306232" y="272389"/>
                  </a:lnTo>
                  <a:lnTo>
                    <a:pt x="8306232" y="0"/>
                  </a:lnTo>
                  <a:lnTo>
                    <a:pt x="8283626" y="0"/>
                  </a:lnTo>
                  <a:lnTo>
                    <a:pt x="8283626" y="1080706"/>
                  </a:lnTo>
                  <a:lnTo>
                    <a:pt x="7986827" y="1080706"/>
                  </a:lnTo>
                  <a:lnTo>
                    <a:pt x="7986827" y="836587"/>
                  </a:lnTo>
                  <a:lnTo>
                    <a:pt x="8283626" y="836587"/>
                  </a:lnTo>
                  <a:lnTo>
                    <a:pt x="8283626" y="811225"/>
                  </a:lnTo>
                  <a:lnTo>
                    <a:pt x="7986827" y="811225"/>
                  </a:lnTo>
                  <a:lnTo>
                    <a:pt x="7986827" y="567169"/>
                  </a:lnTo>
                  <a:lnTo>
                    <a:pt x="8283626" y="567169"/>
                  </a:lnTo>
                  <a:lnTo>
                    <a:pt x="8283626" y="541807"/>
                  </a:lnTo>
                  <a:lnTo>
                    <a:pt x="7986827" y="541807"/>
                  </a:lnTo>
                  <a:lnTo>
                    <a:pt x="7986827" y="297751"/>
                  </a:lnTo>
                  <a:lnTo>
                    <a:pt x="8283626" y="297751"/>
                  </a:lnTo>
                  <a:lnTo>
                    <a:pt x="8283626" y="272389"/>
                  </a:lnTo>
                  <a:lnTo>
                    <a:pt x="7986827" y="272389"/>
                  </a:lnTo>
                  <a:lnTo>
                    <a:pt x="7986827" y="0"/>
                  </a:lnTo>
                  <a:lnTo>
                    <a:pt x="7964221" y="0"/>
                  </a:lnTo>
                  <a:lnTo>
                    <a:pt x="7964221" y="1080706"/>
                  </a:lnTo>
                  <a:lnTo>
                    <a:pt x="7667422" y="1080706"/>
                  </a:lnTo>
                  <a:lnTo>
                    <a:pt x="7667422" y="836587"/>
                  </a:lnTo>
                  <a:lnTo>
                    <a:pt x="7964221" y="836587"/>
                  </a:lnTo>
                  <a:lnTo>
                    <a:pt x="7964221" y="811225"/>
                  </a:lnTo>
                  <a:lnTo>
                    <a:pt x="7667422" y="811225"/>
                  </a:lnTo>
                  <a:lnTo>
                    <a:pt x="7667422" y="567169"/>
                  </a:lnTo>
                  <a:lnTo>
                    <a:pt x="7964221" y="567169"/>
                  </a:lnTo>
                  <a:lnTo>
                    <a:pt x="7964221" y="541807"/>
                  </a:lnTo>
                  <a:lnTo>
                    <a:pt x="7667422" y="541807"/>
                  </a:lnTo>
                  <a:lnTo>
                    <a:pt x="7667422" y="297751"/>
                  </a:lnTo>
                  <a:lnTo>
                    <a:pt x="7964221" y="297751"/>
                  </a:lnTo>
                  <a:lnTo>
                    <a:pt x="7964221" y="272389"/>
                  </a:lnTo>
                  <a:lnTo>
                    <a:pt x="7667422" y="272389"/>
                  </a:lnTo>
                  <a:lnTo>
                    <a:pt x="7667422" y="0"/>
                  </a:lnTo>
                  <a:lnTo>
                    <a:pt x="7644816" y="0"/>
                  </a:lnTo>
                  <a:lnTo>
                    <a:pt x="7644816" y="1080706"/>
                  </a:lnTo>
                  <a:lnTo>
                    <a:pt x="7348017" y="1080706"/>
                  </a:lnTo>
                  <a:lnTo>
                    <a:pt x="7348017" y="836587"/>
                  </a:lnTo>
                  <a:lnTo>
                    <a:pt x="7644816" y="836587"/>
                  </a:lnTo>
                  <a:lnTo>
                    <a:pt x="7644816" y="811225"/>
                  </a:lnTo>
                  <a:lnTo>
                    <a:pt x="7348017" y="811225"/>
                  </a:lnTo>
                  <a:lnTo>
                    <a:pt x="7348017" y="567169"/>
                  </a:lnTo>
                  <a:lnTo>
                    <a:pt x="7644816" y="567169"/>
                  </a:lnTo>
                  <a:lnTo>
                    <a:pt x="7644816" y="541807"/>
                  </a:lnTo>
                  <a:lnTo>
                    <a:pt x="7348017" y="541807"/>
                  </a:lnTo>
                  <a:lnTo>
                    <a:pt x="7348017" y="297751"/>
                  </a:lnTo>
                  <a:lnTo>
                    <a:pt x="7644816" y="297751"/>
                  </a:lnTo>
                  <a:lnTo>
                    <a:pt x="7644816" y="272389"/>
                  </a:lnTo>
                  <a:lnTo>
                    <a:pt x="7348017" y="272389"/>
                  </a:lnTo>
                  <a:lnTo>
                    <a:pt x="7348017" y="0"/>
                  </a:lnTo>
                  <a:lnTo>
                    <a:pt x="7325411" y="0"/>
                  </a:lnTo>
                  <a:lnTo>
                    <a:pt x="7325411" y="1080706"/>
                  </a:lnTo>
                  <a:lnTo>
                    <a:pt x="7028612" y="1080706"/>
                  </a:lnTo>
                  <a:lnTo>
                    <a:pt x="7028612" y="836587"/>
                  </a:lnTo>
                  <a:lnTo>
                    <a:pt x="7325411" y="836587"/>
                  </a:lnTo>
                  <a:lnTo>
                    <a:pt x="7325411" y="811225"/>
                  </a:lnTo>
                  <a:lnTo>
                    <a:pt x="7028612" y="811225"/>
                  </a:lnTo>
                  <a:lnTo>
                    <a:pt x="7028612" y="567169"/>
                  </a:lnTo>
                  <a:lnTo>
                    <a:pt x="7325411" y="567169"/>
                  </a:lnTo>
                  <a:lnTo>
                    <a:pt x="7325411" y="541807"/>
                  </a:lnTo>
                  <a:lnTo>
                    <a:pt x="7028612" y="541807"/>
                  </a:lnTo>
                  <a:lnTo>
                    <a:pt x="7028612" y="297751"/>
                  </a:lnTo>
                  <a:lnTo>
                    <a:pt x="7325411" y="297751"/>
                  </a:lnTo>
                  <a:lnTo>
                    <a:pt x="7325411" y="272389"/>
                  </a:lnTo>
                  <a:lnTo>
                    <a:pt x="7028612" y="272389"/>
                  </a:lnTo>
                  <a:lnTo>
                    <a:pt x="7028612" y="0"/>
                  </a:lnTo>
                  <a:lnTo>
                    <a:pt x="7006006" y="0"/>
                  </a:lnTo>
                  <a:lnTo>
                    <a:pt x="7006006" y="1080706"/>
                  </a:lnTo>
                  <a:lnTo>
                    <a:pt x="6709207" y="1080706"/>
                  </a:lnTo>
                  <a:lnTo>
                    <a:pt x="6709207" y="836587"/>
                  </a:lnTo>
                  <a:lnTo>
                    <a:pt x="7006006" y="836587"/>
                  </a:lnTo>
                  <a:lnTo>
                    <a:pt x="7006006" y="811225"/>
                  </a:lnTo>
                  <a:lnTo>
                    <a:pt x="6709207" y="811225"/>
                  </a:lnTo>
                  <a:lnTo>
                    <a:pt x="6709207" y="567169"/>
                  </a:lnTo>
                  <a:lnTo>
                    <a:pt x="7006006" y="567169"/>
                  </a:lnTo>
                  <a:lnTo>
                    <a:pt x="7006006" y="541807"/>
                  </a:lnTo>
                  <a:lnTo>
                    <a:pt x="6709207" y="541807"/>
                  </a:lnTo>
                  <a:lnTo>
                    <a:pt x="6709207" y="297751"/>
                  </a:lnTo>
                  <a:lnTo>
                    <a:pt x="7006006" y="297751"/>
                  </a:lnTo>
                  <a:lnTo>
                    <a:pt x="7006006" y="272389"/>
                  </a:lnTo>
                  <a:lnTo>
                    <a:pt x="6709207" y="272389"/>
                  </a:lnTo>
                  <a:lnTo>
                    <a:pt x="6709207" y="0"/>
                  </a:lnTo>
                  <a:lnTo>
                    <a:pt x="6686601" y="0"/>
                  </a:lnTo>
                  <a:lnTo>
                    <a:pt x="6686601" y="1080706"/>
                  </a:lnTo>
                  <a:lnTo>
                    <a:pt x="6389802" y="1080706"/>
                  </a:lnTo>
                  <a:lnTo>
                    <a:pt x="6389802" y="836587"/>
                  </a:lnTo>
                  <a:lnTo>
                    <a:pt x="6686601" y="836587"/>
                  </a:lnTo>
                  <a:lnTo>
                    <a:pt x="6686601" y="811225"/>
                  </a:lnTo>
                  <a:lnTo>
                    <a:pt x="6389802" y="811225"/>
                  </a:lnTo>
                  <a:lnTo>
                    <a:pt x="6389802" y="567169"/>
                  </a:lnTo>
                  <a:lnTo>
                    <a:pt x="6686601" y="567169"/>
                  </a:lnTo>
                  <a:lnTo>
                    <a:pt x="6686601" y="541807"/>
                  </a:lnTo>
                  <a:lnTo>
                    <a:pt x="6389802" y="541807"/>
                  </a:lnTo>
                  <a:lnTo>
                    <a:pt x="6389802" y="297751"/>
                  </a:lnTo>
                  <a:lnTo>
                    <a:pt x="6686601" y="297751"/>
                  </a:lnTo>
                  <a:lnTo>
                    <a:pt x="6686601" y="272389"/>
                  </a:lnTo>
                  <a:lnTo>
                    <a:pt x="6389802" y="272389"/>
                  </a:lnTo>
                  <a:lnTo>
                    <a:pt x="6389802" y="0"/>
                  </a:lnTo>
                  <a:lnTo>
                    <a:pt x="6367196" y="0"/>
                  </a:lnTo>
                  <a:lnTo>
                    <a:pt x="6367196" y="1080706"/>
                  </a:lnTo>
                  <a:lnTo>
                    <a:pt x="6070397" y="1080706"/>
                  </a:lnTo>
                  <a:lnTo>
                    <a:pt x="6070397" y="836587"/>
                  </a:lnTo>
                  <a:lnTo>
                    <a:pt x="6367196" y="836587"/>
                  </a:lnTo>
                  <a:lnTo>
                    <a:pt x="6367196" y="811225"/>
                  </a:lnTo>
                  <a:lnTo>
                    <a:pt x="6070397" y="811225"/>
                  </a:lnTo>
                  <a:lnTo>
                    <a:pt x="6070397" y="567169"/>
                  </a:lnTo>
                  <a:lnTo>
                    <a:pt x="6367196" y="567169"/>
                  </a:lnTo>
                  <a:lnTo>
                    <a:pt x="6367196" y="541807"/>
                  </a:lnTo>
                  <a:lnTo>
                    <a:pt x="6070397" y="541807"/>
                  </a:lnTo>
                  <a:lnTo>
                    <a:pt x="6070397" y="297751"/>
                  </a:lnTo>
                  <a:lnTo>
                    <a:pt x="6367196" y="297751"/>
                  </a:lnTo>
                  <a:lnTo>
                    <a:pt x="6367196" y="272389"/>
                  </a:lnTo>
                  <a:lnTo>
                    <a:pt x="6070397" y="272389"/>
                  </a:lnTo>
                  <a:lnTo>
                    <a:pt x="6070397" y="0"/>
                  </a:lnTo>
                  <a:lnTo>
                    <a:pt x="6047791" y="0"/>
                  </a:lnTo>
                  <a:lnTo>
                    <a:pt x="6047791" y="1080706"/>
                  </a:lnTo>
                  <a:lnTo>
                    <a:pt x="5750992" y="1080706"/>
                  </a:lnTo>
                  <a:lnTo>
                    <a:pt x="5750992" y="836587"/>
                  </a:lnTo>
                  <a:lnTo>
                    <a:pt x="6047791" y="836587"/>
                  </a:lnTo>
                  <a:lnTo>
                    <a:pt x="6047791" y="811225"/>
                  </a:lnTo>
                  <a:lnTo>
                    <a:pt x="5750992" y="811225"/>
                  </a:lnTo>
                  <a:lnTo>
                    <a:pt x="5750992" y="567169"/>
                  </a:lnTo>
                  <a:lnTo>
                    <a:pt x="6047791" y="567169"/>
                  </a:lnTo>
                  <a:lnTo>
                    <a:pt x="6047791" y="541807"/>
                  </a:lnTo>
                  <a:lnTo>
                    <a:pt x="5750992" y="541807"/>
                  </a:lnTo>
                  <a:lnTo>
                    <a:pt x="5750992" y="297751"/>
                  </a:lnTo>
                  <a:lnTo>
                    <a:pt x="6047791" y="297751"/>
                  </a:lnTo>
                  <a:lnTo>
                    <a:pt x="6047791" y="272389"/>
                  </a:lnTo>
                  <a:lnTo>
                    <a:pt x="5750992" y="272389"/>
                  </a:lnTo>
                  <a:lnTo>
                    <a:pt x="5750992" y="0"/>
                  </a:lnTo>
                  <a:lnTo>
                    <a:pt x="5728386" y="0"/>
                  </a:lnTo>
                  <a:lnTo>
                    <a:pt x="5728386" y="1080706"/>
                  </a:lnTo>
                  <a:lnTo>
                    <a:pt x="5431587" y="1080706"/>
                  </a:lnTo>
                  <a:lnTo>
                    <a:pt x="5431587" y="836587"/>
                  </a:lnTo>
                  <a:lnTo>
                    <a:pt x="5728386" y="836587"/>
                  </a:lnTo>
                  <a:lnTo>
                    <a:pt x="5728386" y="811225"/>
                  </a:lnTo>
                  <a:lnTo>
                    <a:pt x="5431587" y="811225"/>
                  </a:lnTo>
                  <a:lnTo>
                    <a:pt x="5431587" y="567169"/>
                  </a:lnTo>
                  <a:lnTo>
                    <a:pt x="5728386" y="567169"/>
                  </a:lnTo>
                  <a:lnTo>
                    <a:pt x="5728386" y="541807"/>
                  </a:lnTo>
                  <a:lnTo>
                    <a:pt x="5431587" y="541807"/>
                  </a:lnTo>
                  <a:lnTo>
                    <a:pt x="5431587" y="297751"/>
                  </a:lnTo>
                  <a:lnTo>
                    <a:pt x="5728386" y="297751"/>
                  </a:lnTo>
                  <a:lnTo>
                    <a:pt x="5728386" y="272389"/>
                  </a:lnTo>
                  <a:lnTo>
                    <a:pt x="5431587" y="272389"/>
                  </a:lnTo>
                  <a:lnTo>
                    <a:pt x="5431587" y="0"/>
                  </a:lnTo>
                  <a:lnTo>
                    <a:pt x="5408981" y="0"/>
                  </a:lnTo>
                  <a:lnTo>
                    <a:pt x="5408981" y="1080706"/>
                  </a:lnTo>
                  <a:lnTo>
                    <a:pt x="5112182" y="1080706"/>
                  </a:lnTo>
                  <a:lnTo>
                    <a:pt x="5112182" y="836587"/>
                  </a:lnTo>
                  <a:lnTo>
                    <a:pt x="5408981" y="836587"/>
                  </a:lnTo>
                  <a:lnTo>
                    <a:pt x="5408981" y="811225"/>
                  </a:lnTo>
                  <a:lnTo>
                    <a:pt x="5112182" y="811225"/>
                  </a:lnTo>
                  <a:lnTo>
                    <a:pt x="5112182" y="567169"/>
                  </a:lnTo>
                  <a:lnTo>
                    <a:pt x="5408981" y="567169"/>
                  </a:lnTo>
                  <a:lnTo>
                    <a:pt x="5408981" y="541807"/>
                  </a:lnTo>
                  <a:lnTo>
                    <a:pt x="5112182" y="541807"/>
                  </a:lnTo>
                  <a:lnTo>
                    <a:pt x="5112182" y="297751"/>
                  </a:lnTo>
                  <a:lnTo>
                    <a:pt x="5408981" y="297751"/>
                  </a:lnTo>
                  <a:lnTo>
                    <a:pt x="5408981" y="272389"/>
                  </a:lnTo>
                  <a:lnTo>
                    <a:pt x="5112182" y="272389"/>
                  </a:lnTo>
                  <a:lnTo>
                    <a:pt x="5112182" y="0"/>
                  </a:lnTo>
                  <a:lnTo>
                    <a:pt x="5089576" y="0"/>
                  </a:lnTo>
                  <a:lnTo>
                    <a:pt x="5089576" y="1080706"/>
                  </a:lnTo>
                  <a:lnTo>
                    <a:pt x="4792789" y="1080706"/>
                  </a:lnTo>
                  <a:lnTo>
                    <a:pt x="4792789" y="836587"/>
                  </a:lnTo>
                  <a:lnTo>
                    <a:pt x="5089576" y="836587"/>
                  </a:lnTo>
                  <a:lnTo>
                    <a:pt x="5089576" y="811225"/>
                  </a:lnTo>
                  <a:lnTo>
                    <a:pt x="4792789" y="811225"/>
                  </a:lnTo>
                  <a:lnTo>
                    <a:pt x="4792789" y="567169"/>
                  </a:lnTo>
                  <a:lnTo>
                    <a:pt x="5089576" y="567169"/>
                  </a:lnTo>
                  <a:lnTo>
                    <a:pt x="5089576" y="541807"/>
                  </a:lnTo>
                  <a:lnTo>
                    <a:pt x="4792789" y="541807"/>
                  </a:lnTo>
                  <a:lnTo>
                    <a:pt x="4792789" y="297751"/>
                  </a:lnTo>
                  <a:lnTo>
                    <a:pt x="5089576" y="297751"/>
                  </a:lnTo>
                  <a:lnTo>
                    <a:pt x="5089576" y="272389"/>
                  </a:lnTo>
                  <a:lnTo>
                    <a:pt x="4792789" y="272389"/>
                  </a:lnTo>
                  <a:lnTo>
                    <a:pt x="4792789" y="0"/>
                  </a:lnTo>
                  <a:lnTo>
                    <a:pt x="4770183" y="0"/>
                  </a:lnTo>
                  <a:lnTo>
                    <a:pt x="4770183" y="1080706"/>
                  </a:lnTo>
                  <a:lnTo>
                    <a:pt x="4473384" y="1080706"/>
                  </a:lnTo>
                  <a:lnTo>
                    <a:pt x="4473384" y="836587"/>
                  </a:lnTo>
                  <a:lnTo>
                    <a:pt x="4770183" y="836587"/>
                  </a:lnTo>
                  <a:lnTo>
                    <a:pt x="4770183" y="811225"/>
                  </a:lnTo>
                  <a:lnTo>
                    <a:pt x="4473384" y="811225"/>
                  </a:lnTo>
                  <a:lnTo>
                    <a:pt x="4473384" y="567169"/>
                  </a:lnTo>
                  <a:lnTo>
                    <a:pt x="4770183" y="567169"/>
                  </a:lnTo>
                  <a:lnTo>
                    <a:pt x="4770183" y="541807"/>
                  </a:lnTo>
                  <a:lnTo>
                    <a:pt x="4473384" y="541807"/>
                  </a:lnTo>
                  <a:lnTo>
                    <a:pt x="4473384" y="297751"/>
                  </a:lnTo>
                  <a:lnTo>
                    <a:pt x="4770183" y="297751"/>
                  </a:lnTo>
                  <a:lnTo>
                    <a:pt x="4770183" y="272389"/>
                  </a:lnTo>
                  <a:lnTo>
                    <a:pt x="4473384" y="272389"/>
                  </a:lnTo>
                  <a:lnTo>
                    <a:pt x="4473384" y="0"/>
                  </a:lnTo>
                  <a:lnTo>
                    <a:pt x="4450778" y="0"/>
                  </a:lnTo>
                  <a:lnTo>
                    <a:pt x="4450778" y="1080706"/>
                  </a:lnTo>
                  <a:lnTo>
                    <a:pt x="4153979" y="1080706"/>
                  </a:lnTo>
                  <a:lnTo>
                    <a:pt x="4153979" y="836587"/>
                  </a:lnTo>
                  <a:lnTo>
                    <a:pt x="4450778" y="836587"/>
                  </a:lnTo>
                  <a:lnTo>
                    <a:pt x="4450778" y="811225"/>
                  </a:lnTo>
                  <a:lnTo>
                    <a:pt x="4153979" y="811225"/>
                  </a:lnTo>
                  <a:lnTo>
                    <a:pt x="4153979" y="567169"/>
                  </a:lnTo>
                  <a:lnTo>
                    <a:pt x="4450778" y="567169"/>
                  </a:lnTo>
                  <a:lnTo>
                    <a:pt x="4450778" y="541807"/>
                  </a:lnTo>
                  <a:lnTo>
                    <a:pt x="4153979" y="541807"/>
                  </a:lnTo>
                  <a:lnTo>
                    <a:pt x="4153979" y="297751"/>
                  </a:lnTo>
                  <a:lnTo>
                    <a:pt x="4450778" y="297751"/>
                  </a:lnTo>
                  <a:lnTo>
                    <a:pt x="4450778" y="272389"/>
                  </a:lnTo>
                  <a:lnTo>
                    <a:pt x="4153979" y="272389"/>
                  </a:lnTo>
                  <a:lnTo>
                    <a:pt x="4153979" y="0"/>
                  </a:lnTo>
                  <a:lnTo>
                    <a:pt x="4131373" y="0"/>
                  </a:lnTo>
                  <a:lnTo>
                    <a:pt x="4131373" y="1080706"/>
                  </a:lnTo>
                  <a:lnTo>
                    <a:pt x="3834574" y="1080706"/>
                  </a:lnTo>
                  <a:lnTo>
                    <a:pt x="3834574" y="836587"/>
                  </a:lnTo>
                  <a:lnTo>
                    <a:pt x="4131373" y="836587"/>
                  </a:lnTo>
                  <a:lnTo>
                    <a:pt x="4131373" y="811225"/>
                  </a:lnTo>
                  <a:lnTo>
                    <a:pt x="3834574" y="811225"/>
                  </a:lnTo>
                  <a:lnTo>
                    <a:pt x="3834574" y="567169"/>
                  </a:lnTo>
                  <a:lnTo>
                    <a:pt x="4131373" y="567169"/>
                  </a:lnTo>
                  <a:lnTo>
                    <a:pt x="4131373" y="541807"/>
                  </a:lnTo>
                  <a:lnTo>
                    <a:pt x="3834574" y="541807"/>
                  </a:lnTo>
                  <a:lnTo>
                    <a:pt x="3834574" y="297751"/>
                  </a:lnTo>
                  <a:lnTo>
                    <a:pt x="4131373" y="297751"/>
                  </a:lnTo>
                  <a:lnTo>
                    <a:pt x="4131373" y="272389"/>
                  </a:lnTo>
                  <a:lnTo>
                    <a:pt x="3834574" y="272389"/>
                  </a:lnTo>
                  <a:lnTo>
                    <a:pt x="3834574" y="0"/>
                  </a:lnTo>
                  <a:lnTo>
                    <a:pt x="3811968" y="0"/>
                  </a:lnTo>
                  <a:lnTo>
                    <a:pt x="3811968" y="1080706"/>
                  </a:lnTo>
                  <a:lnTo>
                    <a:pt x="3515169" y="1080706"/>
                  </a:lnTo>
                  <a:lnTo>
                    <a:pt x="3515169" y="836587"/>
                  </a:lnTo>
                  <a:lnTo>
                    <a:pt x="3811968" y="836587"/>
                  </a:lnTo>
                  <a:lnTo>
                    <a:pt x="3811968" y="811225"/>
                  </a:lnTo>
                  <a:lnTo>
                    <a:pt x="3515169" y="811225"/>
                  </a:lnTo>
                  <a:lnTo>
                    <a:pt x="3515169" y="567169"/>
                  </a:lnTo>
                  <a:lnTo>
                    <a:pt x="3811968" y="567169"/>
                  </a:lnTo>
                  <a:lnTo>
                    <a:pt x="3811968" y="541807"/>
                  </a:lnTo>
                  <a:lnTo>
                    <a:pt x="3515169" y="541807"/>
                  </a:lnTo>
                  <a:lnTo>
                    <a:pt x="3515169" y="297751"/>
                  </a:lnTo>
                  <a:lnTo>
                    <a:pt x="3811968" y="297751"/>
                  </a:lnTo>
                  <a:lnTo>
                    <a:pt x="3811968" y="272389"/>
                  </a:lnTo>
                  <a:lnTo>
                    <a:pt x="3515169" y="272389"/>
                  </a:lnTo>
                  <a:lnTo>
                    <a:pt x="3515169" y="0"/>
                  </a:lnTo>
                  <a:lnTo>
                    <a:pt x="3492563" y="0"/>
                  </a:lnTo>
                  <a:lnTo>
                    <a:pt x="3492563" y="1080706"/>
                  </a:lnTo>
                  <a:lnTo>
                    <a:pt x="3195764" y="1080706"/>
                  </a:lnTo>
                  <a:lnTo>
                    <a:pt x="3195764" y="836587"/>
                  </a:lnTo>
                  <a:lnTo>
                    <a:pt x="3492563" y="836587"/>
                  </a:lnTo>
                  <a:lnTo>
                    <a:pt x="3492563" y="811225"/>
                  </a:lnTo>
                  <a:lnTo>
                    <a:pt x="3195764" y="811225"/>
                  </a:lnTo>
                  <a:lnTo>
                    <a:pt x="3195764" y="567169"/>
                  </a:lnTo>
                  <a:lnTo>
                    <a:pt x="3492563" y="567169"/>
                  </a:lnTo>
                  <a:lnTo>
                    <a:pt x="3492563" y="541807"/>
                  </a:lnTo>
                  <a:lnTo>
                    <a:pt x="3195764" y="541807"/>
                  </a:lnTo>
                  <a:lnTo>
                    <a:pt x="3195764" y="297751"/>
                  </a:lnTo>
                  <a:lnTo>
                    <a:pt x="3492563" y="297751"/>
                  </a:lnTo>
                  <a:lnTo>
                    <a:pt x="3492563" y="272389"/>
                  </a:lnTo>
                  <a:lnTo>
                    <a:pt x="3195764" y="272389"/>
                  </a:lnTo>
                  <a:lnTo>
                    <a:pt x="3195764" y="0"/>
                  </a:lnTo>
                  <a:lnTo>
                    <a:pt x="3173158" y="0"/>
                  </a:lnTo>
                  <a:lnTo>
                    <a:pt x="3173158" y="1080706"/>
                  </a:lnTo>
                  <a:lnTo>
                    <a:pt x="2876359" y="1080706"/>
                  </a:lnTo>
                  <a:lnTo>
                    <a:pt x="2876359" y="836587"/>
                  </a:lnTo>
                  <a:lnTo>
                    <a:pt x="3173158" y="836587"/>
                  </a:lnTo>
                  <a:lnTo>
                    <a:pt x="3173158" y="811225"/>
                  </a:lnTo>
                  <a:lnTo>
                    <a:pt x="2876359" y="811225"/>
                  </a:lnTo>
                  <a:lnTo>
                    <a:pt x="2876359" y="567169"/>
                  </a:lnTo>
                  <a:lnTo>
                    <a:pt x="3173158" y="567169"/>
                  </a:lnTo>
                  <a:lnTo>
                    <a:pt x="3173158" y="541807"/>
                  </a:lnTo>
                  <a:lnTo>
                    <a:pt x="2876359" y="541807"/>
                  </a:lnTo>
                  <a:lnTo>
                    <a:pt x="2876359" y="297751"/>
                  </a:lnTo>
                  <a:lnTo>
                    <a:pt x="3173158" y="297751"/>
                  </a:lnTo>
                  <a:lnTo>
                    <a:pt x="3173158" y="272389"/>
                  </a:lnTo>
                  <a:lnTo>
                    <a:pt x="2876359" y="272389"/>
                  </a:lnTo>
                  <a:lnTo>
                    <a:pt x="2876359" y="0"/>
                  </a:lnTo>
                  <a:lnTo>
                    <a:pt x="2853753" y="0"/>
                  </a:lnTo>
                  <a:lnTo>
                    <a:pt x="2853753" y="1080706"/>
                  </a:lnTo>
                  <a:lnTo>
                    <a:pt x="2556954" y="1080706"/>
                  </a:lnTo>
                  <a:lnTo>
                    <a:pt x="2556954" y="836587"/>
                  </a:lnTo>
                  <a:lnTo>
                    <a:pt x="2853753" y="836587"/>
                  </a:lnTo>
                  <a:lnTo>
                    <a:pt x="2853753" y="811225"/>
                  </a:lnTo>
                  <a:lnTo>
                    <a:pt x="2556954" y="811225"/>
                  </a:lnTo>
                  <a:lnTo>
                    <a:pt x="2556954" y="567169"/>
                  </a:lnTo>
                  <a:lnTo>
                    <a:pt x="2853753" y="567169"/>
                  </a:lnTo>
                  <a:lnTo>
                    <a:pt x="2853753" y="541807"/>
                  </a:lnTo>
                  <a:lnTo>
                    <a:pt x="2556954" y="541807"/>
                  </a:lnTo>
                  <a:lnTo>
                    <a:pt x="2556954" y="297751"/>
                  </a:lnTo>
                  <a:lnTo>
                    <a:pt x="2853753" y="297751"/>
                  </a:lnTo>
                  <a:lnTo>
                    <a:pt x="2853753" y="272389"/>
                  </a:lnTo>
                  <a:lnTo>
                    <a:pt x="2556954" y="272389"/>
                  </a:lnTo>
                  <a:lnTo>
                    <a:pt x="2556954" y="0"/>
                  </a:lnTo>
                  <a:lnTo>
                    <a:pt x="2534348" y="0"/>
                  </a:lnTo>
                  <a:lnTo>
                    <a:pt x="2534348" y="1080706"/>
                  </a:lnTo>
                  <a:lnTo>
                    <a:pt x="2237524" y="1080706"/>
                  </a:lnTo>
                  <a:lnTo>
                    <a:pt x="2237524" y="836587"/>
                  </a:lnTo>
                  <a:lnTo>
                    <a:pt x="2534348" y="836587"/>
                  </a:lnTo>
                  <a:lnTo>
                    <a:pt x="2534348" y="811225"/>
                  </a:lnTo>
                  <a:lnTo>
                    <a:pt x="2237524" y="811225"/>
                  </a:lnTo>
                  <a:lnTo>
                    <a:pt x="2237524" y="567169"/>
                  </a:lnTo>
                  <a:lnTo>
                    <a:pt x="2534348" y="567169"/>
                  </a:lnTo>
                  <a:lnTo>
                    <a:pt x="2534348" y="541807"/>
                  </a:lnTo>
                  <a:lnTo>
                    <a:pt x="2237524" y="541807"/>
                  </a:lnTo>
                  <a:lnTo>
                    <a:pt x="2237524" y="297751"/>
                  </a:lnTo>
                  <a:lnTo>
                    <a:pt x="2534348" y="297751"/>
                  </a:lnTo>
                  <a:lnTo>
                    <a:pt x="2534348" y="272389"/>
                  </a:lnTo>
                  <a:lnTo>
                    <a:pt x="2237524" y="272389"/>
                  </a:lnTo>
                  <a:lnTo>
                    <a:pt x="2237524" y="112445"/>
                  </a:lnTo>
                  <a:lnTo>
                    <a:pt x="2214918" y="122478"/>
                  </a:lnTo>
                  <a:lnTo>
                    <a:pt x="2214918" y="1080706"/>
                  </a:lnTo>
                  <a:lnTo>
                    <a:pt x="1918169" y="1080706"/>
                  </a:lnTo>
                  <a:lnTo>
                    <a:pt x="1918169" y="836587"/>
                  </a:lnTo>
                  <a:lnTo>
                    <a:pt x="2214918" y="836587"/>
                  </a:lnTo>
                  <a:lnTo>
                    <a:pt x="2214918" y="811225"/>
                  </a:lnTo>
                  <a:lnTo>
                    <a:pt x="1918169" y="811225"/>
                  </a:lnTo>
                  <a:lnTo>
                    <a:pt x="1918169" y="567169"/>
                  </a:lnTo>
                  <a:lnTo>
                    <a:pt x="2214918" y="567169"/>
                  </a:lnTo>
                  <a:lnTo>
                    <a:pt x="2214918" y="541807"/>
                  </a:lnTo>
                  <a:lnTo>
                    <a:pt x="1918169" y="541807"/>
                  </a:lnTo>
                  <a:lnTo>
                    <a:pt x="1918169" y="297751"/>
                  </a:lnTo>
                  <a:lnTo>
                    <a:pt x="2214918" y="297751"/>
                  </a:lnTo>
                  <a:lnTo>
                    <a:pt x="2214918" y="272389"/>
                  </a:lnTo>
                  <a:lnTo>
                    <a:pt x="1918169" y="272389"/>
                  </a:lnTo>
                  <a:lnTo>
                    <a:pt x="1918169" y="254279"/>
                  </a:lnTo>
                  <a:lnTo>
                    <a:pt x="1895563" y="264325"/>
                  </a:lnTo>
                  <a:lnTo>
                    <a:pt x="1895563" y="1080706"/>
                  </a:lnTo>
                  <a:lnTo>
                    <a:pt x="1598764" y="1080706"/>
                  </a:lnTo>
                  <a:lnTo>
                    <a:pt x="1598764" y="836587"/>
                  </a:lnTo>
                  <a:lnTo>
                    <a:pt x="1895563" y="836587"/>
                  </a:lnTo>
                  <a:lnTo>
                    <a:pt x="1895563" y="811225"/>
                  </a:lnTo>
                  <a:lnTo>
                    <a:pt x="1598764" y="811225"/>
                  </a:lnTo>
                  <a:lnTo>
                    <a:pt x="1598764" y="567169"/>
                  </a:lnTo>
                  <a:lnTo>
                    <a:pt x="1895563" y="567169"/>
                  </a:lnTo>
                  <a:lnTo>
                    <a:pt x="1895563" y="541807"/>
                  </a:lnTo>
                  <a:lnTo>
                    <a:pt x="1598764" y="541807"/>
                  </a:lnTo>
                  <a:lnTo>
                    <a:pt x="1598764" y="396113"/>
                  </a:lnTo>
                  <a:lnTo>
                    <a:pt x="1576158" y="406158"/>
                  </a:lnTo>
                  <a:lnTo>
                    <a:pt x="1576158" y="1080706"/>
                  </a:lnTo>
                  <a:lnTo>
                    <a:pt x="1279347" y="1080706"/>
                  </a:lnTo>
                  <a:lnTo>
                    <a:pt x="1279347" y="836587"/>
                  </a:lnTo>
                  <a:lnTo>
                    <a:pt x="1576158" y="836587"/>
                  </a:lnTo>
                  <a:lnTo>
                    <a:pt x="1576158" y="811225"/>
                  </a:lnTo>
                  <a:lnTo>
                    <a:pt x="1279347" y="811225"/>
                  </a:lnTo>
                  <a:lnTo>
                    <a:pt x="1279347" y="567169"/>
                  </a:lnTo>
                  <a:lnTo>
                    <a:pt x="1576158" y="567169"/>
                  </a:lnTo>
                  <a:lnTo>
                    <a:pt x="1576158" y="541807"/>
                  </a:lnTo>
                  <a:lnTo>
                    <a:pt x="1279347" y="541807"/>
                  </a:lnTo>
                  <a:lnTo>
                    <a:pt x="1279347" y="537946"/>
                  </a:lnTo>
                  <a:lnTo>
                    <a:pt x="1270673" y="541807"/>
                  </a:lnTo>
                  <a:lnTo>
                    <a:pt x="1256741" y="547992"/>
                  </a:lnTo>
                  <a:lnTo>
                    <a:pt x="1213548" y="567169"/>
                  </a:lnTo>
                  <a:lnTo>
                    <a:pt x="1256741" y="567169"/>
                  </a:lnTo>
                  <a:lnTo>
                    <a:pt x="1256741" y="811225"/>
                  </a:lnTo>
                  <a:lnTo>
                    <a:pt x="1256741" y="836587"/>
                  </a:lnTo>
                  <a:lnTo>
                    <a:pt x="1256741" y="1080706"/>
                  </a:lnTo>
                  <a:lnTo>
                    <a:pt x="959942" y="1080706"/>
                  </a:lnTo>
                  <a:lnTo>
                    <a:pt x="959942" y="836587"/>
                  </a:lnTo>
                  <a:lnTo>
                    <a:pt x="1256741" y="836587"/>
                  </a:lnTo>
                  <a:lnTo>
                    <a:pt x="1256741" y="811225"/>
                  </a:lnTo>
                  <a:lnTo>
                    <a:pt x="959942" y="811225"/>
                  </a:lnTo>
                  <a:lnTo>
                    <a:pt x="959942" y="679792"/>
                  </a:lnTo>
                  <a:lnTo>
                    <a:pt x="937336" y="689825"/>
                  </a:lnTo>
                  <a:lnTo>
                    <a:pt x="937336" y="811225"/>
                  </a:lnTo>
                  <a:lnTo>
                    <a:pt x="937336" y="836587"/>
                  </a:lnTo>
                  <a:lnTo>
                    <a:pt x="937336" y="1080706"/>
                  </a:lnTo>
                  <a:lnTo>
                    <a:pt x="640537" y="1080706"/>
                  </a:lnTo>
                  <a:lnTo>
                    <a:pt x="640537" y="836587"/>
                  </a:lnTo>
                  <a:lnTo>
                    <a:pt x="937336" y="836587"/>
                  </a:lnTo>
                  <a:lnTo>
                    <a:pt x="937336" y="811225"/>
                  </a:lnTo>
                  <a:lnTo>
                    <a:pt x="663956" y="811225"/>
                  </a:lnTo>
                  <a:lnTo>
                    <a:pt x="640537" y="821626"/>
                  </a:lnTo>
                  <a:lnTo>
                    <a:pt x="637235" y="823099"/>
                  </a:lnTo>
                  <a:lnTo>
                    <a:pt x="617931" y="831672"/>
                  </a:lnTo>
                  <a:lnTo>
                    <a:pt x="606856" y="836587"/>
                  </a:lnTo>
                  <a:lnTo>
                    <a:pt x="617931" y="836587"/>
                  </a:lnTo>
                  <a:lnTo>
                    <a:pt x="617931" y="1080706"/>
                  </a:lnTo>
                  <a:lnTo>
                    <a:pt x="321132" y="1080706"/>
                  </a:lnTo>
                  <a:lnTo>
                    <a:pt x="321132" y="963460"/>
                  </a:lnTo>
                  <a:lnTo>
                    <a:pt x="298526" y="973505"/>
                  </a:lnTo>
                  <a:lnTo>
                    <a:pt x="298526" y="1080706"/>
                  </a:lnTo>
                  <a:lnTo>
                    <a:pt x="57124" y="1080706"/>
                  </a:lnTo>
                  <a:lnTo>
                    <a:pt x="0" y="1106055"/>
                  </a:lnTo>
                  <a:lnTo>
                    <a:pt x="298526" y="1106055"/>
                  </a:lnTo>
                  <a:lnTo>
                    <a:pt x="298526" y="1362798"/>
                  </a:lnTo>
                  <a:lnTo>
                    <a:pt x="321132" y="1362798"/>
                  </a:lnTo>
                  <a:lnTo>
                    <a:pt x="321132" y="1106055"/>
                  </a:lnTo>
                  <a:lnTo>
                    <a:pt x="617931" y="1106055"/>
                  </a:lnTo>
                  <a:lnTo>
                    <a:pt x="617931" y="1362798"/>
                  </a:lnTo>
                  <a:lnTo>
                    <a:pt x="640537" y="1362798"/>
                  </a:lnTo>
                  <a:lnTo>
                    <a:pt x="640537" y="1106055"/>
                  </a:lnTo>
                  <a:lnTo>
                    <a:pt x="937336" y="1106055"/>
                  </a:lnTo>
                  <a:lnTo>
                    <a:pt x="937336" y="1362798"/>
                  </a:lnTo>
                  <a:lnTo>
                    <a:pt x="959942" y="1362798"/>
                  </a:lnTo>
                  <a:lnTo>
                    <a:pt x="959942" y="1106055"/>
                  </a:lnTo>
                  <a:lnTo>
                    <a:pt x="1256741" y="1106055"/>
                  </a:lnTo>
                  <a:lnTo>
                    <a:pt x="1256741" y="1362798"/>
                  </a:lnTo>
                  <a:lnTo>
                    <a:pt x="1279347" y="1362798"/>
                  </a:lnTo>
                  <a:lnTo>
                    <a:pt x="1279347" y="1106055"/>
                  </a:lnTo>
                  <a:lnTo>
                    <a:pt x="1576158" y="1106055"/>
                  </a:lnTo>
                  <a:lnTo>
                    <a:pt x="1576158" y="1362798"/>
                  </a:lnTo>
                  <a:lnTo>
                    <a:pt x="1598764" y="1362798"/>
                  </a:lnTo>
                  <a:lnTo>
                    <a:pt x="1598764" y="1106055"/>
                  </a:lnTo>
                  <a:lnTo>
                    <a:pt x="1895563" y="1106055"/>
                  </a:lnTo>
                  <a:lnTo>
                    <a:pt x="1895563" y="1362798"/>
                  </a:lnTo>
                  <a:lnTo>
                    <a:pt x="1918169" y="1362798"/>
                  </a:lnTo>
                  <a:lnTo>
                    <a:pt x="1918169" y="1106055"/>
                  </a:lnTo>
                  <a:lnTo>
                    <a:pt x="2214918" y="1106055"/>
                  </a:lnTo>
                  <a:lnTo>
                    <a:pt x="2214918" y="1362798"/>
                  </a:lnTo>
                  <a:lnTo>
                    <a:pt x="2237524" y="1362798"/>
                  </a:lnTo>
                  <a:lnTo>
                    <a:pt x="2237524" y="1106055"/>
                  </a:lnTo>
                  <a:lnTo>
                    <a:pt x="2534348" y="1106055"/>
                  </a:lnTo>
                  <a:lnTo>
                    <a:pt x="2534348" y="1362798"/>
                  </a:lnTo>
                  <a:lnTo>
                    <a:pt x="2556954" y="1362798"/>
                  </a:lnTo>
                  <a:lnTo>
                    <a:pt x="2556954" y="1106055"/>
                  </a:lnTo>
                  <a:lnTo>
                    <a:pt x="2853753" y="1106055"/>
                  </a:lnTo>
                  <a:lnTo>
                    <a:pt x="2853753" y="1362798"/>
                  </a:lnTo>
                  <a:lnTo>
                    <a:pt x="2876359" y="1362798"/>
                  </a:lnTo>
                  <a:lnTo>
                    <a:pt x="2876359" y="1106055"/>
                  </a:lnTo>
                  <a:lnTo>
                    <a:pt x="3173158" y="1106055"/>
                  </a:lnTo>
                  <a:lnTo>
                    <a:pt x="3173158" y="1362798"/>
                  </a:lnTo>
                  <a:lnTo>
                    <a:pt x="3195764" y="1362798"/>
                  </a:lnTo>
                  <a:lnTo>
                    <a:pt x="3195764" y="1106055"/>
                  </a:lnTo>
                  <a:lnTo>
                    <a:pt x="3492563" y="1106055"/>
                  </a:lnTo>
                  <a:lnTo>
                    <a:pt x="3492563" y="1362798"/>
                  </a:lnTo>
                  <a:lnTo>
                    <a:pt x="3515169" y="1362798"/>
                  </a:lnTo>
                  <a:lnTo>
                    <a:pt x="3515169" y="1106055"/>
                  </a:lnTo>
                  <a:lnTo>
                    <a:pt x="3811968" y="1106055"/>
                  </a:lnTo>
                  <a:lnTo>
                    <a:pt x="3811968" y="1362798"/>
                  </a:lnTo>
                  <a:lnTo>
                    <a:pt x="3834574" y="1362798"/>
                  </a:lnTo>
                  <a:lnTo>
                    <a:pt x="3834574" y="1106055"/>
                  </a:lnTo>
                  <a:lnTo>
                    <a:pt x="4131373" y="1106055"/>
                  </a:lnTo>
                  <a:lnTo>
                    <a:pt x="4131373" y="1362798"/>
                  </a:lnTo>
                  <a:lnTo>
                    <a:pt x="4153979" y="1362798"/>
                  </a:lnTo>
                  <a:lnTo>
                    <a:pt x="4153979" y="1106055"/>
                  </a:lnTo>
                  <a:lnTo>
                    <a:pt x="4450778" y="1106055"/>
                  </a:lnTo>
                  <a:lnTo>
                    <a:pt x="4450778" y="1362798"/>
                  </a:lnTo>
                  <a:lnTo>
                    <a:pt x="4473384" y="1362798"/>
                  </a:lnTo>
                  <a:lnTo>
                    <a:pt x="4473384" y="1106055"/>
                  </a:lnTo>
                  <a:lnTo>
                    <a:pt x="4770183" y="1106055"/>
                  </a:lnTo>
                  <a:lnTo>
                    <a:pt x="4770183" y="1362798"/>
                  </a:lnTo>
                  <a:lnTo>
                    <a:pt x="4792789" y="1362798"/>
                  </a:lnTo>
                  <a:lnTo>
                    <a:pt x="4792789" y="1106055"/>
                  </a:lnTo>
                  <a:lnTo>
                    <a:pt x="5089576" y="1106055"/>
                  </a:lnTo>
                  <a:lnTo>
                    <a:pt x="5089576" y="1362798"/>
                  </a:lnTo>
                  <a:lnTo>
                    <a:pt x="5112182" y="1362798"/>
                  </a:lnTo>
                  <a:lnTo>
                    <a:pt x="5112182" y="1106055"/>
                  </a:lnTo>
                  <a:lnTo>
                    <a:pt x="5408981" y="1106055"/>
                  </a:lnTo>
                  <a:lnTo>
                    <a:pt x="5408981" y="1362798"/>
                  </a:lnTo>
                  <a:lnTo>
                    <a:pt x="5431587" y="1362798"/>
                  </a:lnTo>
                  <a:lnTo>
                    <a:pt x="5431587" y="1106055"/>
                  </a:lnTo>
                  <a:lnTo>
                    <a:pt x="5728386" y="1106055"/>
                  </a:lnTo>
                  <a:lnTo>
                    <a:pt x="5728386" y="1362798"/>
                  </a:lnTo>
                  <a:lnTo>
                    <a:pt x="5750992" y="1362798"/>
                  </a:lnTo>
                  <a:lnTo>
                    <a:pt x="5750992" y="1106055"/>
                  </a:lnTo>
                  <a:lnTo>
                    <a:pt x="6047791" y="1106055"/>
                  </a:lnTo>
                  <a:lnTo>
                    <a:pt x="6047791" y="1362798"/>
                  </a:lnTo>
                  <a:lnTo>
                    <a:pt x="6070397" y="1362798"/>
                  </a:lnTo>
                  <a:lnTo>
                    <a:pt x="6070397" y="1106055"/>
                  </a:lnTo>
                  <a:lnTo>
                    <a:pt x="6367196" y="1106055"/>
                  </a:lnTo>
                  <a:lnTo>
                    <a:pt x="6367196" y="1362798"/>
                  </a:lnTo>
                  <a:lnTo>
                    <a:pt x="6389802" y="1362798"/>
                  </a:lnTo>
                  <a:lnTo>
                    <a:pt x="6389802" y="1106055"/>
                  </a:lnTo>
                  <a:lnTo>
                    <a:pt x="6686601" y="1106055"/>
                  </a:lnTo>
                  <a:lnTo>
                    <a:pt x="6686601" y="1362798"/>
                  </a:lnTo>
                  <a:lnTo>
                    <a:pt x="6709207" y="1362798"/>
                  </a:lnTo>
                  <a:lnTo>
                    <a:pt x="6709207" y="1106055"/>
                  </a:lnTo>
                  <a:lnTo>
                    <a:pt x="7006006" y="1106055"/>
                  </a:lnTo>
                  <a:lnTo>
                    <a:pt x="7006006" y="1362798"/>
                  </a:lnTo>
                  <a:lnTo>
                    <a:pt x="7028612" y="1362798"/>
                  </a:lnTo>
                  <a:lnTo>
                    <a:pt x="7028612" y="1106055"/>
                  </a:lnTo>
                  <a:lnTo>
                    <a:pt x="7325411" y="1106055"/>
                  </a:lnTo>
                  <a:lnTo>
                    <a:pt x="7325411" y="1362798"/>
                  </a:lnTo>
                  <a:lnTo>
                    <a:pt x="7348017" y="1362798"/>
                  </a:lnTo>
                  <a:lnTo>
                    <a:pt x="7348017" y="1106055"/>
                  </a:lnTo>
                  <a:lnTo>
                    <a:pt x="7644816" y="1106055"/>
                  </a:lnTo>
                  <a:lnTo>
                    <a:pt x="7644816" y="1362798"/>
                  </a:lnTo>
                  <a:lnTo>
                    <a:pt x="7667422" y="1362798"/>
                  </a:lnTo>
                  <a:lnTo>
                    <a:pt x="7667422" y="1106055"/>
                  </a:lnTo>
                  <a:lnTo>
                    <a:pt x="7964221" y="1106055"/>
                  </a:lnTo>
                  <a:lnTo>
                    <a:pt x="7964221" y="1362798"/>
                  </a:lnTo>
                  <a:lnTo>
                    <a:pt x="7986827" y="1362798"/>
                  </a:lnTo>
                  <a:lnTo>
                    <a:pt x="7986827" y="1106055"/>
                  </a:lnTo>
                  <a:lnTo>
                    <a:pt x="8283626" y="1106055"/>
                  </a:lnTo>
                  <a:lnTo>
                    <a:pt x="8283626" y="1362798"/>
                  </a:lnTo>
                  <a:lnTo>
                    <a:pt x="8306232" y="1362798"/>
                  </a:lnTo>
                  <a:lnTo>
                    <a:pt x="8306232" y="1106055"/>
                  </a:lnTo>
                  <a:lnTo>
                    <a:pt x="8603018" y="1106055"/>
                  </a:lnTo>
                  <a:lnTo>
                    <a:pt x="8603018" y="1362798"/>
                  </a:lnTo>
                  <a:lnTo>
                    <a:pt x="8625637" y="1362798"/>
                  </a:lnTo>
                  <a:lnTo>
                    <a:pt x="8625637" y="1106055"/>
                  </a:lnTo>
                  <a:lnTo>
                    <a:pt x="8922436" y="1106055"/>
                  </a:lnTo>
                  <a:lnTo>
                    <a:pt x="8922436" y="1362798"/>
                  </a:lnTo>
                  <a:lnTo>
                    <a:pt x="8945042" y="1362798"/>
                  </a:lnTo>
                  <a:lnTo>
                    <a:pt x="8945042" y="1106055"/>
                  </a:lnTo>
                  <a:lnTo>
                    <a:pt x="9241828" y="1106055"/>
                  </a:lnTo>
                  <a:lnTo>
                    <a:pt x="9241828" y="1362798"/>
                  </a:lnTo>
                  <a:lnTo>
                    <a:pt x="9264434" y="1362798"/>
                  </a:lnTo>
                  <a:lnTo>
                    <a:pt x="9264434" y="1106055"/>
                  </a:lnTo>
                  <a:lnTo>
                    <a:pt x="9561233" y="1106055"/>
                  </a:lnTo>
                  <a:lnTo>
                    <a:pt x="9561233" y="1362798"/>
                  </a:lnTo>
                  <a:lnTo>
                    <a:pt x="9583852" y="1362798"/>
                  </a:lnTo>
                  <a:lnTo>
                    <a:pt x="9583852" y="1106055"/>
                  </a:lnTo>
                  <a:lnTo>
                    <a:pt x="9880638" y="1106055"/>
                  </a:lnTo>
                  <a:lnTo>
                    <a:pt x="9880638" y="1362798"/>
                  </a:lnTo>
                  <a:lnTo>
                    <a:pt x="9903244" y="1362798"/>
                  </a:lnTo>
                  <a:lnTo>
                    <a:pt x="9903244" y="1106055"/>
                  </a:lnTo>
                  <a:lnTo>
                    <a:pt x="10200056" y="1106055"/>
                  </a:lnTo>
                  <a:lnTo>
                    <a:pt x="10200056" y="1362798"/>
                  </a:lnTo>
                  <a:lnTo>
                    <a:pt x="10222662" y="1362798"/>
                  </a:lnTo>
                  <a:lnTo>
                    <a:pt x="10222662" y="1106055"/>
                  </a:lnTo>
                  <a:lnTo>
                    <a:pt x="10519448" y="1106055"/>
                  </a:lnTo>
                  <a:lnTo>
                    <a:pt x="10519448" y="1362798"/>
                  </a:lnTo>
                  <a:lnTo>
                    <a:pt x="10542054" y="1362798"/>
                  </a:lnTo>
                  <a:lnTo>
                    <a:pt x="10542054" y="1106055"/>
                  </a:lnTo>
                  <a:lnTo>
                    <a:pt x="10838866" y="1106055"/>
                  </a:lnTo>
                  <a:lnTo>
                    <a:pt x="10838866" y="1362798"/>
                  </a:lnTo>
                  <a:lnTo>
                    <a:pt x="10861472" y="1362798"/>
                  </a:lnTo>
                  <a:lnTo>
                    <a:pt x="10861472" y="1106055"/>
                  </a:lnTo>
                  <a:lnTo>
                    <a:pt x="11158258" y="1106055"/>
                  </a:lnTo>
                  <a:lnTo>
                    <a:pt x="11158258" y="1362798"/>
                  </a:lnTo>
                  <a:lnTo>
                    <a:pt x="11180864" y="1362798"/>
                  </a:lnTo>
                  <a:lnTo>
                    <a:pt x="11180864" y="1106055"/>
                  </a:lnTo>
                  <a:lnTo>
                    <a:pt x="11477676" y="1106055"/>
                  </a:lnTo>
                  <a:lnTo>
                    <a:pt x="11477676" y="1362798"/>
                  </a:lnTo>
                  <a:lnTo>
                    <a:pt x="11500282" y="1362798"/>
                  </a:lnTo>
                  <a:lnTo>
                    <a:pt x="11500282" y="1106055"/>
                  </a:lnTo>
                  <a:lnTo>
                    <a:pt x="11797068" y="1106055"/>
                  </a:lnTo>
                  <a:lnTo>
                    <a:pt x="11797068" y="1362798"/>
                  </a:lnTo>
                  <a:lnTo>
                    <a:pt x="11819674" y="1362798"/>
                  </a:lnTo>
                  <a:lnTo>
                    <a:pt x="11819674" y="1106055"/>
                  </a:lnTo>
                  <a:lnTo>
                    <a:pt x="12116473" y="1106055"/>
                  </a:lnTo>
                  <a:lnTo>
                    <a:pt x="12116473" y="1362798"/>
                  </a:lnTo>
                  <a:lnTo>
                    <a:pt x="12139079" y="1362798"/>
                  </a:lnTo>
                  <a:lnTo>
                    <a:pt x="12139079" y="1106055"/>
                  </a:lnTo>
                  <a:lnTo>
                    <a:pt x="12435878" y="1106055"/>
                  </a:lnTo>
                  <a:lnTo>
                    <a:pt x="12435878" y="1362798"/>
                  </a:lnTo>
                  <a:lnTo>
                    <a:pt x="12458484" y="1362798"/>
                  </a:lnTo>
                  <a:lnTo>
                    <a:pt x="12458484" y="1106055"/>
                  </a:lnTo>
                  <a:lnTo>
                    <a:pt x="12755283" y="1106055"/>
                  </a:lnTo>
                  <a:lnTo>
                    <a:pt x="12755283" y="1362798"/>
                  </a:lnTo>
                  <a:lnTo>
                    <a:pt x="12777889" y="1362798"/>
                  </a:lnTo>
                  <a:lnTo>
                    <a:pt x="12777889" y="1106055"/>
                  </a:lnTo>
                  <a:lnTo>
                    <a:pt x="13074688" y="1106055"/>
                  </a:lnTo>
                  <a:lnTo>
                    <a:pt x="13074688" y="1362798"/>
                  </a:lnTo>
                  <a:lnTo>
                    <a:pt x="13097294" y="1362798"/>
                  </a:lnTo>
                  <a:lnTo>
                    <a:pt x="13097294" y="1106055"/>
                  </a:lnTo>
                  <a:lnTo>
                    <a:pt x="13394093" y="1106055"/>
                  </a:lnTo>
                  <a:lnTo>
                    <a:pt x="13394093" y="1362798"/>
                  </a:lnTo>
                  <a:lnTo>
                    <a:pt x="13416699" y="1362798"/>
                  </a:lnTo>
                  <a:lnTo>
                    <a:pt x="13416699" y="1106055"/>
                  </a:lnTo>
                  <a:lnTo>
                    <a:pt x="13713498" y="1106055"/>
                  </a:lnTo>
                  <a:lnTo>
                    <a:pt x="13713498" y="1362798"/>
                  </a:lnTo>
                  <a:lnTo>
                    <a:pt x="13736104" y="1362798"/>
                  </a:lnTo>
                  <a:lnTo>
                    <a:pt x="13736104" y="1106055"/>
                  </a:lnTo>
                  <a:lnTo>
                    <a:pt x="14032903" y="1106055"/>
                  </a:lnTo>
                  <a:lnTo>
                    <a:pt x="14032903" y="1362798"/>
                  </a:lnTo>
                  <a:lnTo>
                    <a:pt x="14055509" y="1362798"/>
                  </a:lnTo>
                  <a:lnTo>
                    <a:pt x="14055509" y="1106055"/>
                  </a:lnTo>
                  <a:lnTo>
                    <a:pt x="14352308" y="1106055"/>
                  </a:lnTo>
                  <a:lnTo>
                    <a:pt x="14352308" y="1362798"/>
                  </a:lnTo>
                  <a:lnTo>
                    <a:pt x="14374914" y="1362798"/>
                  </a:lnTo>
                  <a:lnTo>
                    <a:pt x="14374914" y="1106055"/>
                  </a:lnTo>
                  <a:lnTo>
                    <a:pt x="14671701" y="1106055"/>
                  </a:lnTo>
                  <a:lnTo>
                    <a:pt x="14671701" y="1362798"/>
                  </a:lnTo>
                  <a:lnTo>
                    <a:pt x="14694319" y="1362798"/>
                  </a:lnTo>
                  <a:lnTo>
                    <a:pt x="14694319" y="1106055"/>
                  </a:lnTo>
                  <a:lnTo>
                    <a:pt x="14991118" y="1106055"/>
                  </a:lnTo>
                  <a:lnTo>
                    <a:pt x="14991118" y="1362798"/>
                  </a:lnTo>
                  <a:lnTo>
                    <a:pt x="15013724" y="1362798"/>
                  </a:lnTo>
                  <a:lnTo>
                    <a:pt x="15013724" y="1106055"/>
                  </a:lnTo>
                  <a:lnTo>
                    <a:pt x="15310511" y="1106055"/>
                  </a:lnTo>
                  <a:lnTo>
                    <a:pt x="15310511" y="1362798"/>
                  </a:lnTo>
                  <a:lnTo>
                    <a:pt x="15333129" y="1362798"/>
                  </a:lnTo>
                  <a:lnTo>
                    <a:pt x="15333129" y="1106055"/>
                  </a:lnTo>
                  <a:lnTo>
                    <a:pt x="15629916" y="1106055"/>
                  </a:lnTo>
                  <a:lnTo>
                    <a:pt x="15629916" y="1362798"/>
                  </a:lnTo>
                  <a:lnTo>
                    <a:pt x="15652522" y="1362798"/>
                  </a:lnTo>
                  <a:lnTo>
                    <a:pt x="15652522" y="1106055"/>
                  </a:lnTo>
                  <a:lnTo>
                    <a:pt x="15949321" y="1106055"/>
                  </a:lnTo>
                  <a:lnTo>
                    <a:pt x="15949321" y="1362798"/>
                  </a:lnTo>
                  <a:lnTo>
                    <a:pt x="15971927" y="1362798"/>
                  </a:lnTo>
                  <a:lnTo>
                    <a:pt x="15971927" y="1106055"/>
                  </a:lnTo>
                  <a:lnTo>
                    <a:pt x="16268726" y="1106055"/>
                  </a:lnTo>
                  <a:lnTo>
                    <a:pt x="16268726" y="1362798"/>
                  </a:lnTo>
                  <a:lnTo>
                    <a:pt x="16291332" y="1362798"/>
                  </a:lnTo>
                  <a:lnTo>
                    <a:pt x="16291332" y="1106055"/>
                  </a:lnTo>
                  <a:lnTo>
                    <a:pt x="16588131" y="1106055"/>
                  </a:lnTo>
                  <a:lnTo>
                    <a:pt x="16588131" y="1362798"/>
                  </a:lnTo>
                  <a:lnTo>
                    <a:pt x="16610737" y="1362798"/>
                  </a:lnTo>
                  <a:lnTo>
                    <a:pt x="16610737" y="1106055"/>
                  </a:lnTo>
                  <a:lnTo>
                    <a:pt x="16907548" y="1106055"/>
                  </a:lnTo>
                  <a:lnTo>
                    <a:pt x="16907548" y="1362798"/>
                  </a:lnTo>
                  <a:lnTo>
                    <a:pt x="16930154" y="1362798"/>
                  </a:lnTo>
                  <a:lnTo>
                    <a:pt x="16930154" y="1106055"/>
                  </a:lnTo>
                  <a:lnTo>
                    <a:pt x="17069575" y="1106055"/>
                  </a:lnTo>
                  <a:close/>
                </a:path>
              </a:pathLst>
            </a:custGeom>
            <a:solidFill>
              <a:srgbClr val="FFFFFF">
                <a:alpha val="2899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4734107" y="1820501"/>
            <a:ext cx="3029585" cy="5112385"/>
            <a:chOff x="4734107" y="1820501"/>
            <a:chExt cx="3029585" cy="5112385"/>
          </a:xfrm>
        </p:grpSpPr>
        <p:sp>
          <p:nvSpPr>
            <p:cNvPr id="6" name="object 6" descr=""/>
            <p:cNvSpPr/>
            <p:nvPr/>
          </p:nvSpPr>
          <p:spPr>
            <a:xfrm>
              <a:off x="4861440" y="1826938"/>
              <a:ext cx="2774950" cy="5099685"/>
            </a:xfrm>
            <a:custGeom>
              <a:avLst/>
              <a:gdLst/>
              <a:ahLst/>
              <a:cxnLst/>
              <a:rect l="l" t="t" r="r" b="b"/>
              <a:pathLst>
                <a:path w="2774950" h="5099684">
                  <a:moveTo>
                    <a:pt x="1387538" y="0"/>
                  </a:moveTo>
                  <a:lnTo>
                    <a:pt x="1338817" y="838"/>
                  </a:lnTo>
                  <a:lnTo>
                    <a:pt x="1290518" y="3337"/>
                  </a:lnTo>
                  <a:lnTo>
                    <a:pt x="1242669" y="7467"/>
                  </a:lnTo>
                  <a:lnTo>
                    <a:pt x="1195297" y="13201"/>
                  </a:lnTo>
                  <a:lnTo>
                    <a:pt x="1148430" y="20513"/>
                  </a:lnTo>
                  <a:lnTo>
                    <a:pt x="1102095" y="29374"/>
                  </a:lnTo>
                  <a:lnTo>
                    <a:pt x="1056321" y="39756"/>
                  </a:lnTo>
                  <a:lnTo>
                    <a:pt x="1011133" y="51633"/>
                  </a:lnTo>
                  <a:lnTo>
                    <a:pt x="966561" y="64977"/>
                  </a:lnTo>
                  <a:lnTo>
                    <a:pt x="922631" y="79759"/>
                  </a:lnTo>
                  <a:lnTo>
                    <a:pt x="879371" y="95954"/>
                  </a:lnTo>
                  <a:lnTo>
                    <a:pt x="836808" y="113533"/>
                  </a:lnTo>
                  <a:lnTo>
                    <a:pt x="794969" y="132468"/>
                  </a:lnTo>
                  <a:lnTo>
                    <a:pt x="753883" y="152733"/>
                  </a:lnTo>
                  <a:lnTo>
                    <a:pt x="713577" y="174300"/>
                  </a:lnTo>
                  <a:lnTo>
                    <a:pt x="674078" y="197140"/>
                  </a:lnTo>
                  <a:lnTo>
                    <a:pt x="635414" y="221227"/>
                  </a:lnTo>
                  <a:lnTo>
                    <a:pt x="597612" y="246534"/>
                  </a:lnTo>
                  <a:lnTo>
                    <a:pt x="560700" y="273032"/>
                  </a:lnTo>
                  <a:lnTo>
                    <a:pt x="524705" y="300694"/>
                  </a:lnTo>
                  <a:lnTo>
                    <a:pt x="489655" y="329492"/>
                  </a:lnTo>
                  <a:lnTo>
                    <a:pt x="455577" y="359400"/>
                  </a:lnTo>
                  <a:lnTo>
                    <a:pt x="422499" y="390389"/>
                  </a:lnTo>
                  <a:lnTo>
                    <a:pt x="390448" y="422432"/>
                  </a:lnTo>
                  <a:lnTo>
                    <a:pt x="359451" y="455501"/>
                  </a:lnTo>
                  <a:lnTo>
                    <a:pt x="329537" y="489570"/>
                  </a:lnTo>
                  <a:lnTo>
                    <a:pt x="300732" y="524610"/>
                  </a:lnTo>
                  <a:lnTo>
                    <a:pt x="273065" y="560594"/>
                  </a:lnTo>
                  <a:lnTo>
                    <a:pt x="246562" y="597494"/>
                  </a:lnTo>
                  <a:lnTo>
                    <a:pt x="221251" y="635284"/>
                  </a:lnTo>
                  <a:lnTo>
                    <a:pt x="197160" y="673934"/>
                  </a:lnTo>
                  <a:lnTo>
                    <a:pt x="174316" y="713419"/>
                  </a:lnTo>
                  <a:lnTo>
                    <a:pt x="152746" y="753709"/>
                  </a:lnTo>
                  <a:lnTo>
                    <a:pt x="132479" y="794779"/>
                  </a:lnTo>
                  <a:lnTo>
                    <a:pt x="113541" y="836600"/>
                  </a:lnTo>
                  <a:lnTo>
                    <a:pt x="95960" y="879145"/>
                  </a:lnTo>
                  <a:lnTo>
                    <a:pt x="79764" y="922386"/>
                  </a:lnTo>
                  <a:lnTo>
                    <a:pt x="64980" y="966295"/>
                  </a:lnTo>
                  <a:lnTo>
                    <a:pt x="51635" y="1010846"/>
                  </a:lnTo>
                  <a:lnTo>
                    <a:pt x="39758" y="1056011"/>
                  </a:lnTo>
                  <a:lnTo>
                    <a:pt x="29375" y="1101762"/>
                  </a:lnTo>
                  <a:lnTo>
                    <a:pt x="20513" y="1148071"/>
                  </a:lnTo>
                  <a:lnTo>
                    <a:pt x="13202" y="1194912"/>
                  </a:lnTo>
                  <a:lnTo>
                    <a:pt x="7467" y="1242256"/>
                  </a:lnTo>
                  <a:lnTo>
                    <a:pt x="3337" y="1290077"/>
                  </a:lnTo>
                  <a:lnTo>
                    <a:pt x="838" y="1338346"/>
                  </a:lnTo>
                  <a:lnTo>
                    <a:pt x="0" y="1387036"/>
                  </a:lnTo>
                  <a:lnTo>
                    <a:pt x="0" y="5099457"/>
                  </a:lnTo>
                  <a:lnTo>
                    <a:pt x="2774575" y="5099457"/>
                  </a:lnTo>
                  <a:lnTo>
                    <a:pt x="2774575" y="1387036"/>
                  </a:lnTo>
                  <a:lnTo>
                    <a:pt x="2773591" y="1334426"/>
                  </a:lnTo>
                  <a:lnTo>
                    <a:pt x="2770664" y="1282298"/>
                  </a:lnTo>
                  <a:lnTo>
                    <a:pt x="2765827" y="1230689"/>
                  </a:lnTo>
                  <a:lnTo>
                    <a:pt x="2759117" y="1179633"/>
                  </a:lnTo>
                  <a:lnTo>
                    <a:pt x="2750569" y="1129170"/>
                  </a:lnTo>
                  <a:lnTo>
                    <a:pt x="2740217" y="1079334"/>
                  </a:lnTo>
                  <a:lnTo>
                    <a:pt x="2728096" y="1030162"/>
                  </a:lnTo>
                  <a:lnTo>
                    <a:pt x="2714243" y="981692"/>
                  </a:lnTo>
                  <a:lnTo>
                    <a:pt x="2698691" y="933960"/>
                  </a:lnTo>
                  <a:lnTo>
                    <a:pt x="2681476" y="887001"/>
                  </a:lnTo>
                  <a:lnTo>
                    <a:pt x="2662634" y="840854"/>
                  </a:lnTo>
                  <a:lnTo>
                    <a:pt x="2642198" y="795554"/>
                  </a:lnTo>
                  <a:lnTo>
                    <a:pt x="2620205" y="751138"/>
                  </a:lnTo>
                  <a:lnTo>
                    <a:pt x="2596690" y="707643"/>
                  </a:lnTo>
                  <a:lnTo>
                    <a:pt x="2571686" y="665106"/>
                  </a:lnTo>
                  <a:lnTo>
                    <a:pt x="2545231" y="623562"/>
                  </a:lnTo>
                  <a:lnTo>
                    <a:pt x="2521524" y="588643"/>
                  </a:lnTo>
                  <a:lnTo>
                    <a:pt x="2496832" y="554425"/>
                  </a:lnTo>
                  <a:lnTo>
                    <a:pt x="2471107" y="521051"/>
                  </a:lnTo>
                  <a:lnTo>
                    <a:pt x="2444302" y="488665"/>
                  </a:lnTo>
                  <a:lnTo>
                    <a:pt x="2413730" y="453831"/>
                  </a:lnTo>
                  <a:lnTo>
                    <a:pt x="2382008" y="420100"/>
                  </a:lnTo>
                  <a:lnTo>
                    <a:pt x="2349182" y="387497"/>
                  </a:lnTo>
                  <a:lnTo>
                    <a:pt x="2315301" y="356045"/>
                  </a:lnTo>
                  <a:lnTo>
                    <a:pt x="2280412" y="325770"/>
                  </a:lnTo>
                  <a:lnTo>
                    <a:pt x="2240189" y="293106"/>
                  </a:lnTo>
                  <a:lnTo>
                    <a:pt x="2198769" y="261954"/>
                  </a:lnTo>
                  <a:lnTo>
                    <a:pt x="2156178" y="232358"/>
                  </a:lnTo>
                  <a:lnTo>
                    <a:pt x="2112442" y="204361"/>
                  </a:lnTo>
                  <a:lnTo>
                    <a:pt x="2067589" y="178007"/>
                  </a:lnTo>
                  <a:lnTo>
                    <a:pt x="2021643" y="153340"/>
                  </a:lnTo>
                  <a:lnTo>
                    <a:pt x="1974630" y="130404"/>
                  </a:lnTo>
                  <a:lnTo>
                    <a:pt x="1930460" y="110578"/>
                  </a:lnTo>
                  <a:lnTo>
                    <a:pt x="1885458" y="92271"/>
                  </a:lnTo>
                  <a:lnTo>
                    <a:pt x="1839662" y="75519"/>
                  </a:lnTo>
                  <a:lnTo>
                    <a:pt x="1793107" y="60355"/>
                  </a:lnTo>
                  <a:lnTo>
                    <a:pt x="1745829" y="46812"/>
                  </a:lnTo>
                  <a:lnTo>
                    <a:pt x="1697864" y="34924"/>
                  </a:lnTo>
                  <a:lnTo>
                    <a:pt x="1649248" y="24726"/>
                  </a:lnTo>
                  <a:lnTo>
                    <a:pt x="1600017" y="16250"/>
                  </a:lnTo>
                  <a:lnTo>
                    <a:pt x="1550207" y="9531"/>
                  </a:lnTo>
                  <a:lnTo>
                    <a:pt x="1499853" y="4602"/>
                  </a:lnTo>
                  <a:lnTo>
                    <a:pt x="1448992" y="1497"/>
                  </a:lnTo>
                  <a:lnTo>
                    <a:pt x="1387538" y="0"/>
                  </a:lnTo>
                  <a:close/>
                </a:path>
              </a:pathLst>
            </a:custGeom>
            <a:solidFill>
              <a:srgbClr val="F4E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61433" y="1828450"/>
              <a:ext cx="2774950" cy="5098415"/>
            </a:xfrm>
            <a:custGeom>
              <a:avLst/>
              <a:gdLst/>
              <a:ahLst/>
              <a:cxnLst/>
              <a:rect l="l" t="t" r="r" b="b"/>
              <a:pathLst>
                <a:path w="2774950" h="5098415">
                  <a:moveTo>
                    <a:pt x="1974634" y="128905"/>
                  </a:moveTo>
                  <a:lnTo>
                    <a:pt x="1930463" y="109080"/>
                  </a:lnTo>
                  <a:lnTo>
                    <a:pt x="1885454" y="90766"/>
                  </a:lnTo>
                  <a:lnTo>
                    <a:pt x="1839658" y="74015"/>
                  </a:lnTo>
                  <a:lnTo>
                    <a:pt x="1793113" y="58851"/>
                  </a:lnTo>
                  <a:lnTo>
                    <a:pt x="1745830" y="45313"/>
                  </a:lnTo>
                  <a:lnTo>
                    <a:pt x="1697863" y="33426"/>
                  </a:lnTo>
                  <a:lnTo>
                    <a:pt x="1649247" y="23228"/>
                  </a:lnTo>
                  <a:lnTo>
                    <a:pt x="1600022" y="14744"/>
                  </a:lnTo>
                  <a:lnTo>
                    <a:pt x="1550212" y="8026"/>
                  </a:lnTo>
                  <a:lnTo>
                    <a:pt x="1499857" y="3098"/>
                  </a:lnTo>
                  <a:lnTo>
                    <a:pt x="1448993" y="0"/>
                  </a:lnTo>
                  <a:lnTo>
                    <a:pt x="12" y="1448981"/>
                  </a:lnTo>
                  <a:lnTo>
                    <a:pt x="12" y="2103526"/>
                  </a:lnTo>
                  <a:lnTo>
                    <a:pt x="1974634" y="128905"/>
                  </a:lnTo>
                  <a:close/>
                </a:path>
                <a:path w="2774950" h="5098415">
                  <a:moveTo>
                    <a:pt x="2444305" y="487159"/>
                  </a:moveTo>
                  <a:lnTo>
                    <a:pt x="2413736" y="452323"/>
                  </a:lnTo>
                  <a:lnTo>
                    <a:pt x="2382012" y="418592"/>
                  </a:lnTo>
                  <a:lnTo>
                    <a:pt x="2349182" y="385991"/>
                  </a:lnTo>
                  <a:lnTo>
                    <a:pt x="2315299" y="354545"/>
                  </a:lnTo>
                  <a:lnTo>
                    <a:pt x="2280412" y="324256"/>
                  </a:lnTo>
                  <a:lnTo>
                    <a:pt x="0" y="2604185"/>
                  </a:lnTo>
                  <a:lnTo>
                    <a:pt x="0" y="2931960"/>
                  </a:lnTo>
                  <a:lnTo>
                    <a:pt x="2444305" y="487159"/>
                  </a:lnTo>
                  <a:close/>
                </a:path>
                <a:path w="2774950" h="5098415">
                  <a:moveTo>
                    <a:pt x="2774581" y="3894290"/>
                  </a:moveTo>
                  <a:lnTo>
                    <a:pt x="1570901" y="5097945"/>
                  </a:lnTo>
                  <a:lnTo>
                    <a:pt x="2225446" y="5097945"/>
                  </a:lnTo>
                  <a:lnTo>
                    <a:pt x="2774581" y="4548835"/>
                  </a:lnTo>
                  <a:lnTo>
                    <a:pt x="2774581" y="3894290"/>
                  </a:lnTo>
                  <a:close/>
                </a:path>
                <a:path w="2774950" h="5098415">
                  <a:moveTo>
                    <a:pt x="2774581" y="2054059"/>
                  </a:moveTo>
                  <a:lnTo>
                    <a:pt x="0" y="4828641"/>
                  </a:lnTo>
                  <a:lnTo>
                    <a:pt x="0" y="5097958"/>
                  </a:lnTo>
                  <a:lnTo>
                    <a:pt x="385229" y="5097958"/>
                  </a:lnTo>
                  <a:lnTo>
                    <a:pt x="2774581" y="2708605"/>
                  </a:lnTo>
                  <a:lnTo>
                    <a:pt x="2774581" y="2054059"/>
                  </a:lnTo>
                  <a:close/>
                </a:path>
                <a:path w="2774950" h="5098415">
                  <a:moveTo>
                    <a:pt x="2774581" y="1385531"/>
                  </a:moveTo>
                  <a:lnTo>
                    <a:pt x="2773591" y="1332915"/>
                  </a:lnTo>
                  <a:lnTo>
                    <a:pt x="2770670" y="1280795"/>
                  </a:lnTo>
                  <a:lnTo>
                    <a:pt x="2765831" y="1229182"/>
                  </a:lnTo>
                  <a:lnTo>
                    <a:pt x="2759113" y="1178128"/>
                  </a:lnTo>
                  <a:lnTo>
                    <a:pt x="2750566" y="1127658"/>
                  </a:lnTo>
                  <a:lnTo>
                    <a:pt x="2740215" y="1077823"/>
                  </a:lnTo>
                  <a:lnTo>
                    <a:pt x="2728099" y="1028661"/>
                  </a:lnTo>
                  <a:lnTo>
                    <a:pt x="2714244" y="980186"/>
                  </a:lnTo>
                  <a:lnTo>
                    <a:pt x="2698686" y="932459"/>
                  </a:lnTo>
                  <a:lnTo>
                    <a:pt x="2681478" y="885494"/>
                  </a:lnTo>
                  <a:lnTo>
                    <a:pt x="2662631" y="839343"/>
                  </a:lnTo>
                  <a:lnTo>
                    <a:pt x="2642197" y="794042"/>
                  </a:lnTo>
                  <a:lnTo>
                    <a:pt x="2620213" y="749630"/>
                  </a:lnTo>
                  <a:lnTo>
                    <a:pt x="2596692" y="706132"/>
                  </a:lnTo>
                  <a:lnTo>
                    <a:pt x="2571686" y="663600"/>
                  </a:lnTo>
                  <a:lnTo>
                    <a:pt x="2545232" y="622058"/>
                  </a:lnTo>
                  <a:lnTo>
                    <a:pt x="0" y="3167786"/>
                  </a:lnTo>
                  <a:lnTo>
                    <a:pt x="0" y="4475886"/>
                  </a:lnTo>
                  <a:lnTo>
                    <a:pt x="2774581" y="1701304"/>
                  </a:lnTo>
                  <a:lnTo>
                    <a:pt x="2774581" y="13855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861672" y="1826784"/>
              <a:ext cx="2774315" cy="5100320"/>
            </a:xfrm>
            <a:custGeom>
              <a:avLst/>
              <a:gdLst/>
              <a:ahLst/>
              <a:cxnLst/>
              <a:rect l="l" t="t" r="r" b="b"/>
              <a:pathLst>
                <a:path w="2774315" h="5100320">
                  <a:moveTo>
                    <a:pt x="1387151" y="0"/>
                  </a:moveTo>
                  <a:lnTo>
                    <a:pt x="1338452" y="838"/>
                  </a:lnTo>
                  <a:lnTo>
                    <a:pt x="1290174" y="3337"/>
                  </a:lnTo>
                  <a:lnTo>
                    <a:pt x="1242346" y="7467"/>
                  </a:lnTo>
                  <a:lnTo>
                    <a:pt x="1194993" y="13201"/>
                  </a:lnTo>
                  <a:lnTo>
                    <a:pt x="1148146" y="20512"/>
                  </a:lnTo>
                  <a:lnTo>
                    <a:pt x="1101829" y="29373"/>
                  </a:lnTo>
                  <a:lnTo>
                    <a:pt x="1056072" y="39755"/>
                  </a:lnTo>
                  <a:lnTo>
                    <a:pt x="1010901" y="51632"/>
                  </a:lnTo>
                  <a:lnTo>
                    <a:pt x="966344" y="64975"/>
                  </a:lnTo>
                  <a:lnTo>
                    <a:pt x="922429" y="79758"/>
                  </a:lnTo>
                  <a:lnTo>
                    <a:pt x="879184" y="95953"/>
                  </a:lnTo>
                  <a:lnTo>
                    <a:pt x="836634" y="113532"/>
                  </a:lnTo>
                  <a:lnTo>
                    <a:pt x="794809" y="132467"/>
                  </a:lnTo>
                  <a:lnTo>
                    <a:pt x="753735" y="152732"/>
                  </a:lnTo>
                  <a:lnTo>
                    <a:pt x="713441" y="174299"/>
                  </a:lnTo>
                  <a:lnTo>
                    <a:pt x="673953" y="197140"/>
                  </a:lnTo>
                  <a:lnTo>
                    <a:pt x="635300" y="221227"/>
                  </a:lnTo>
                  <a:lnTo>
                    <a:pt x="597508" y="246534"/>
                  </a:lnTo>
                  <a:lnTo>
                    <a:pt x="560605" y="273032"/>
                  </a:lnTo>
                  <a:lnTo>
                    <a:pt x="524619" y="300695"/>
                  </a:lnTo>
                  <a:lnTo>
                    <a:pt x="489577" y="329495"/>
                  </a:lnTo>
                  <a:lnTo>
                    <a:pt x="455506" y="359403"/>
                  </a:lnTo>
                  <a:lnTo>
                    <a:pt x="422435" y="390393"/>
                  </a:lnTo>
                  <a:lnTo>
                    <a:pt x="390391" y="422438"/>
                  </a:lnTo>
                  <a:lnTo>
                    <a:pt x="359401" y="455509"/>
                  </a:lnTo>
                  <a:lnTo>
                    <a:pt x="329492" y="489579"/>
                  </a:lnTo>
                  <a:lnTo>
                    <a:pt x="300693" y="524621"/>
                  </a:lnTo>
                  <a:lnTo>
                    <a:pt x="273030" y="560607"/>
                  </a:lnTo>
                  <a:lnTo>
                    <a:pt x="246532" y="597510"/>
                  </a:lnTo>
                  <a:lnTo>
                    <a:pt x="221225" y="635302"/>
                  </a:lnTo>
                  <a:lnTo>
                    <a:pt x="197138" y="673955"/>
                  </a:lnTo>
                  <a:lnTo>
                    <a:pt x="174297" y="713442"/>
                  </a:lnTo>
                  <a:lnTo>
                    <a:pt x="152730" y="753736"/>
                  </a:lnTo>
                  <a:lnTo>
                    <a:pt x="132466" y="794810"/>
                  </a:lnTo>
                  <a:lnTo>
                    <a:pt x="113530" y="836634"/>
                  </a:lnTo>
                  <a:lnTo>
                    <a:pt x="95952" y="879183"/>
                  </a:lnTo>
                  <a:lnTo>
                    <a:pt x="79757" y="922428"/>
                  </a:lnTo>
                  <a:lnTo>
                    <a:pt x="64975" y="966343"/>
                  </a:lnTo>
                  <a:lnTo>
                    <a:pt x="51631" y="1010899"/>
                  </a:lnTo>
                  <a:lnTo>
                    <a:pt x="39755" y="1056069"/>
                  </a:lnTo>
                  <a:lnTo>
                    <a:pt x="29372" y="1101825"/>
                  </a:lnTo>
                  <a:lnTo>
                    <a:pt x="20512" y="1148141"/>
                  </a:lnTo>
                  <a:lnTo>
                    <a:pt x="13201" y="1194988"/>
                  </a:lnTo>
                  <a:lnTo>
                    <a:pt x="7467" y="1242339"/>
                  </a:lnTo>
                  <a:lnTo>
                    <a:pt x="3337" y="1290166"/>
                  </a:lnTo>
                  <a:lnTo>
                    <a:pt x="838" y="1338443"/>
                  </a:lnTo>
                  <a:lnTo>
                    <a:pt x="0" y="1387141"/>
                  </a:lnTo>
                  <a:lnTo>
                    <a:pt x="0" y="5099708"/>
                  </a:lnTo>
                  <a:lnTo>
                    <a:pt x="2774292" y="5099708"/>
                  </a:lnTo>
                  <a:lnTo>
                    <a:pt x="2774292" y="1387141"/>
                  </a:lnTo>
                  <a:lnTo>
                    <a:pt x="2773453" y="1338443"/>
                  </a:lnTo>
                  <a:lnTo>
                    <a:pt x="2770955" y="1290166"/>
                  </a:lnTo>
                  <a:lnTo>
                    <a:pt x="2766825" y="1242339"/>
                  </a:lnTo>
                  <a:lnTo>
                    <a:pt x="2761090" y="1194988"/>
                  </a:lnTo>
                  <a:lnTo>
                    <a:pt x="2753779" y="1148141"/>
                  </a:lnTo>
                  <a:lnTo>
                    <a:pt x="2744919" y="1101825"/>
                  </a:lnTo>
                  <a:lnTo>
                    <a:pt x="2734536" y="1056069"/>
                  </a:lnTo>
                  <a:lnTo>
                    <a:pt x="2722660" y="1010899"/>
                  </a:lnTo>
                  <a:lnTo>
                    <a:pt x="2709316" y="966343"/>
                  </a:lnTo>
                  <a:lnTo>
                    <a:pt x="2694533" y="922428"/>
                  </a:lnTo>
                  <a:lnTo>
                    <a:pt x="2678339" y="879183"/>
                  </a:lnTo>
                  <a:lnTo>
                    <a:pt x="2660760" y="836634"/>
                  </a:lnTo>
                  <a:lnTo>
                    <a:pt x="2641824" y="794810"/>
                  </a:lnTo>
                  <a:lnTo>
                    <a:pt x="2621559" y="753736"/>
                  </a:lnTo>
                  <a:lnTo>
                    <a:pt x="2599993" y="713442"/>
                  </a:lnTo>
                  <a:lnTo>
                    <a:pt x="2577152" y="673955"/>
                  </a:lnTo>
                  <a:lnTo>
                    <a:pt x="2553064" y="635302"/>
                  </a:lnTo>
                  <a:lnTo>
                    <a:pt x="2527758" y="597510"/>
                  </a:lnTo>
                  <a:lnTo>
                    <a:pt x="2501259" y="560607"/>
                  </a:lnTo>
                  <a:lnTo>
                    <a:pt x="2473596" y="524621"/>
                  </a:lnTo>
                  <a:lnTo>
                    <a:pt x="2444797" y="489579"/>
                  </a:lnTo>
                  <a:lnTo>
                    <a:pt x="2414888" y="455509"/>
                  </a:lnTo>
                  <a:lnTo>
                    <a:pt x="2383898" y="422438"/>
                  </a:lnTo>
                  <a:lnTo>
                    <a:pt x="2351854" y="390393"/>
                  </a:lnTo>
                  <a:lnTo>
                    <a:pt x="2318783" y="359403"/>
                  </a:lnTo>
                  <a:lnTo>
                    <a:pt x="2284712" y="329495"/>
                  </a:lnTo>
                  <a:lnTo>
                    <a:pt x="2249670" y="300695"/>
                  </a:lnTo>
                  <a:lnTo>
                    <a:pt x="2213684" y="273032"/>
                  </a:lnTo>
                  <a:lnTo>
                    <a:pt x="2176782" y="246534"/>
                  </a:lnTo>
                  <a:lnTo>
                    <a:pt x="2138990" y="221227"/>
                  </a:lnTo>
                  <a:lnTo>
                    <a:pt x="2100337" y="197140"/>
                  </a:lnTo>
                  <a:lnTo>
                    <a:pt x="2060849" y="174299"/>
                  </a:lnTo>
                  <a:lnTo>
                    <a:pt x="2020555" y="152732"/>
                  </a:lnTo>
                  <a:lnTo>
                    <a:pt x="1979482" y="132467"/>
                  </a:lnTo>
                  <a:lnTo>
                    <a:pt x="1937657" y="113532"/>
                  </a:lnTo>
                  <a:lnTo>
                    <a:pt x="1895108" y="95953"/>
                  </a:lnTo>
                  <a:lnTo>
                    <a:pt x="1851863" y="79758"/>
                  </a:lnTo>
                  <a:lnTo>
                    <a:pt x="1807949" y="64975"/>
                  </a:lnTo>
                  <a:lnTo>
                    <a:pt x="1763393" y="51632"/>
                  </a:lnTo>
                  <a:lnTo>
                    <a:pt x="1718223" y="39755"/>
                  </a:lnTo>
                  <a:lnTo>
                    <a:pt x="1672466" y="29373"/>
                  </a:lnTo>
                  <a:lnTo>
                    <a:pt x="1626151" y="20512"/>
                  </a:lnTo>
                  <a:lnTo>
                    <a:pt x="1579304" y="13201"/>
                  </a:lnTo>
                  <a:lnTo>
                    <a:pt x="1531953" y="7467"/>
                  </a:lnTo>
                  <a:lnTo>
                    <a:pt x="1484125" y="3337"/>
                  </a:lnTo>
                  <a:lnTo>
                    <a:pt x="1435849" y="838"/>
                  </a:lnTo>
                  <a:lnTo>
                    <a:pt x="1387151" y="0"/>
                  </a:lnTo>
                  <a:close/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61675" y="3213926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2774292" y="0"/>
                  </a:moveTo>
                  <a:lnTo>
                    <a:pt x="0" y="0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34103" y="3213944"/>
              <a:ext cx="3029585" cy="953769"/>
            </a:xfrm>
            <a:custGeom>
              <a:avLst/>
              <a:gdLst/>
              <a:ahLst/>
              <a:cxnLst/>
              <a:rect l="l" t="t" r="r" b="b"/>
              <a:pathLst>
                <a:path w="3029584" h="953770">
                  <a:moveTo>
                    <a:pt x="3029432" y="833869"/>
                  </a:moveTo>
                  <a:lnTo>
                    <a:pt x="0" y="833869"/>
                  </a:lnTo>
                  <a:lnTo>
                    <a:pt x="0" y="953414"/>
                  </a:lnTo>
                  <a:lnTo>
                    <a:pt x="3029432" y="953414"/>
                  </a:lnTo>
                  <a:lnTo>
                    <a:pt x="3029432" y="833869"/>
                  </a:lnTo>
                  <a:close/>
                </a:path>
                <a:path w="3029584" h="953770">
                  <a:moveTo>
                    <a:pt x="3029432" y="625411"/>
                  </a:moveTo>
                  <a:lnTo>
                    <a:pt x="0" y="625411"/>
                  </a:lnTo>
                  <a:lnTo>
                    <a:pt x="0" y="744943"/>
                  </a:lnTo>
                  <a:lnTo>
                    <a:pt x="3029432" y="744943"/>
                  </a:lnTo>
                  <a:lnTo>
                    <a:pt x="3029432" y="625411"/>
                  </a:lnTo>
                  <a:close/>
                </a:path>
                <a:path w="3029584" h="953770">
                  <a:moveTo>
                    <a:pt x="3029432" y="416941"/>
                  </a:moveTo>
                  <a:lnTo>
                    <a:pt x="0" y="416941"/>
                  </a:lnTo>
                  <a:lnTo>
                    <a:pt x="0" y="536473"/>
                  </a:lnTo>
                  <a:lnTo>
                    <a:pt x="3029432" y="536473"/>
                  </a:lnTo>
                  <a:lnTo>
                    <a:pt x="3029432" y="416941"/>
                  </a:lnTo>
                  <a:close/>
                </a:path>
                <a:path w="3029584" h="953770">
                  <a:moveTo>
                    <a:pt x="3029432" y="208457"/>
                  </a:moveTo>
                  <a:lnTo>
                    <a:pt x="0" y="208457"/>
                  </a:lnTo>
                  <a:lnTo>
                    <a:pt x="0" y="327990"/>
                  </a:lnTo>
                  <a:lnTo>
                    <a:pt x="3029432" y="327990"/>
                  </a:lnTo>
                  <a:lnTo>
                    <a:pt x="3029432" y="208457"/>
                  </a:lnTo>
                  <a:close/>
                </a:path>
                <a:path w="3029584" h="953770">
                  <a:moveTo>
                    <a:pt x="3029432" y="0"/>
                  </a:moveTo>
                  <a:lnTo>
                    <a:pt x="0" y="0"/>
                  </a:lnTo>
                  <a:lnTo>
                    <a:pt x="0" y="119532"/>
                  </a:lnTo>
                  <a:lnTo>
                    <a:pt x="3029432" y="119532"/>
                  </a:lnTo>
                  <a:lnTo>
                    <a:pt x="302943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044437" y="3273695"/>
              <a:ext cx="0" cy="2038985"/>
            </a:xfrm>
            <a:custGeom>
              <a:avLst/>
              <a:gdLst/>
              <a:ahLst/>
              <a:cxnLst/>
              <a:rect l="l" t="t" r="r" b="b"/>
              <a:pathLst>
                <a:path w="0" h="2038985">
                  <a:moveTo>
                    <a:pt x="0" y="0"/>
                  </a:moveTo>
                  <a:lnTo>
                    <a:pt x="0" y="2038451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3785" y="5296719"/>
              <a:ext cx="141283" cy="141283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248824" y="3261208"/>
              <a:ext cx="0" cy="3665854"/>
            </a:xfrm>
            <a:custGeom>
              <a:avLst/>
              <a:gdLst/>
              <a:ahLst/>
              <a:cxnLst/>
              <a:rect l="l" t="t" r="r" b="b"/>
              <a:pathLst>
                <a:path w="0" h="3665854">
                  <a:moveTo>
                    <a:pt x="0" y="0"/>
                  </a:moveTo>
                  <a:lnTo>
                    <a:pt x="0" y="3665291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860576" y="5941650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4" h="0">
                  <a:moveTo>
                    <a:pt x="0" y="0"/>
                  </a:moveTo>
                  <a:lnTo>
                    <a:pt x="2775391" y="0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60576" y="4376643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4" h="0">
                  <a:moveTo>
                    <a:pt x="0" y="0"/>
                  </a:moveTo>
                  <a:lnTo>
                    <a:pt x="2775391" y="0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2340566" y="1820501"/>
            <a:ext cx="3029585" cy="5112385"/>
            <a:chOff x="12340566" y="1820501"/>
            <a:chExt cx="3029585" cy="5112385"/>
          </a:xfrm>
        </p:grpSpPr>
        <p:sp>
          <p:nvSpPr>
            <p:cNvPr id="17" name="object 17" descr=""/>
            <p:cNvSpPr/>
            <p:nvPr/>
          </p:nvSpPr>
          <p:spPr>
            <a:xfrm>
              <a:off x="12467897" y="1826938"/>
              <a:ext cx="2774950" cy="5099685"/>
            </a:xfrm>
            <a:custGeom>
              <a:avLst/>
              <a:gdLst/>
              <a:ahLst/>
              <a:cxnLst/>
              <a:rect l="l" t="t" r="r" b="b"/>
              <a:pathLst>
                <a:path w="2774950" h="5099684">
                  <a:moveTo>
                    <a:pt x="1387538" y="0"/>
                  </a:moveTo>
                  <a:lnTo>
                    <a:pt x="1338817" y="838"/>
                  </a:lnTo>
                  <a:lnTo>
                    <a:pt x="1290518" y="3337"/>
                  </a:lnTo>
                  <a:lnTo>
                    <a:pt x="1242669" y="7467"/>
                  </a:lnTo>
                  <a:lnTo>
                    <a:pt x="1195297" y="13201"/>
                  </a:lnTo>
                  <a:lnTo>
                    <a:pt x="1148430" y="20513"/>
                  </a:lnTo>
                  <a:lnTo>
                    <a:pt x="1102095" y="29374"/>
                  </a:lnTo>
                  <a:lnTo>
                    <a:pt x="1056321" y="39756"/>
                  </a:lnTo>
                  <a:lnTo>
                    <a:pt x="1011133" y="51633"/>
                  </a:lnTo>
                  <a:lnTo>
                    <a:pt x="966561" y="64977"/>
                  </a:lnTo>
                  <a:lnTo>
                    <a:pt x="922631" y="79759"/>
                  </a:lnTo>
                  <a:lnTo>
                    <a:pt x="879371" y="95954"/>
                  </a:lnTo>
                  <a:lnTo>
                    <a:pt x="836808" y="113533"/>
                  </a:lnTo>
                  <a:lnTo>
                    <a:pt x="794969" y="132468"/>
                  </a:lnTo>
                  <a:lnTo>
                    <a:pt x="753883" y="152733"/>
                  </a:lnTo>
                  <a:lnTo>
                    <a:pt x="713577" y="174300"/>
                  </a:lnTo>
                  <a:lnTo>
                    <a:pt x="674078" y="197140"/>
                  </a:lnTo>
                  <a:lnTo>
                    <a:pt x="635414" y="221227"/>
                  </a:lnTo>
                  <a:lnTo>
                    <a:pt x="597612" y="246534"/>
                  </a:lnTo>
                  <a:lnTo>
                    <a:pt x="560700" y="273032"/>
                  </a:lnTo>
                  <a:lnTo>
                    <a:pt x="524705" y="300694"/>
                  </a:lnTo>
                  <a:lnTo>
                    <a:pt x="489655" y="329492"/>
                  </a:lnTo>
                  <a:lnTo>
                    <a:pt x="455577" y="359400"/>
                  </a:lnTo>
                  <a:lnTo>
                    <a:pt x="422499" y="390389"/>
                  </a:lnTo>
                  <a:lnTo>
                    <a:pt x="390448" y="422432"/>
                  </a:lnTo>
                  <a:lnTo>
                    <a:pt x="359451" y="455501"/>
                  </a:lnTo>
                  <a:lnTo>
                    <a:pt x="329537" y="489570"/>
                  </a:lnTo>
                  <a:lnTo>
                    <a:pt x="300732" y="524610"/>
                  </a:lnTo>
                  <a:lnTo>
                    <a:pt x="273065" y="560594"/>
                  </a:lnTo>
                  <a:lnTo>
                    <a:pt x="246562" y="597494"/>
                  </a:lnTo>
                  <a:lnTo>
                    <a:pt x="221251" y="635284"/>
                  </a:lnTo>
                  <a:lnTo>
                    <a:pt x="197160" y="673934"/>
                  </a:lnTo>
                  <a:lnTo>
                    <a:pt x="174316" y="713419"/>
                  </a:lnTo>
                  <a:lnTo>
                    <a:pt x="152746" y="753709"/>
                  </a:lnTo>
                  <a:lnTo>
                    <a:pt x="132479" y="794779"/>
                  </a:lnTo>
                  <a:lnTo>
                    <a:pt x="113541" y="836600"/>
                  </a:lnTo>
                  <a:lnTo>
                    <a:pt x="95960" y="879145"/>
                  </a:lnTo>
                  <a:lnTo>
                    <a:pt x="79764" y="922386"/>
                  </a:lnTo>
                  <a:lnTo>
                    <a:pt x="64980" y="966295"/>
                  </a:lnTo>
                  <a:lnTo>
                    <a:pt x="51635" y="1010846"/>
                  </a:lnTo>
                  <a:lnTo>
                    <a:pt x="39758" y="1056011"/>
                  </a:lnTo>
                  <a:lnTo>
                    <a:pt x="29375" y="1101762"/>
                  </a:lnTo>
                  <a:lnTo>
                    <a:pt x="20513" y="1148071"/>
                  </a:lnTo>
                  <a:lnTo>
                    <a:pt x="13202" y="1194912"/>
                  </a:lnTo>
                  <a:lnTo>
                    <a:pt x="7467" y="1242256"/>
                  </a:lnTo>
                  <a:lnTo>
                    <a:pt x="3337" y="1290077"/>
                  </a:lnTo>
                  <a:lnTo>
                    <a:pt x="838" y="1338346"/>
                  </a:lnTo>
                  <a:lnTo>
                    <a:pt x="0" y="1387036"/>
                  </a:lnTo>
                  <a:lnTo>
                    <a:pt x="0" y="5099457"/>
                  </a:lnTo>
                  <a:lnTo>
                    <a:pt x="2774575" y="5099457"/>
                  </a:lnTo>
                  <a:lnTo>
                    <a:pt x="2774575" y="1387036"/>
                  </a:lnTo>
                  <a:lnTo>
                    <a:pt x="2773591" y="1334426"/>
                  </a:lnTo>
                  <a:lnTo>
                    <a:pt x="2770664" y="1282298"/>
                  </a:lnTo>
                  <a:lnTo>
                    <a:pt x="2765827" y="1230689"/>
                  </a:lnTo>
                  <a:lnTo>
                    <a:pt x="2759117" y="1179633"/>
                  </a:lnTo>
                  <a:lnTo>
                    <a:pt x="2750569" y="1129170"/>
                  </a:lnTo>
                  <a:lnTo>
                    <a:pt x="2740217" y="1079334"/>
                  </a:lnTo>
                  <a:lnTo>
                    <a:pt x="2728096" y="1030162"/>
                  </a:lnTo>
                  <a:lnTo>
                    <a:pt x="2714243" y="981692"/>
                  </a:lnTo>
                  <a:lnTo>
                    <a:pt x="2698691" y="933960"/>
                  </a:lnTo>
                  <a:lnTo>
                    <a:pt x="2681476" y="887001"/>
                  </a:lnTo>
                  <a:lnTo>
                    <a:pt x="2662634" y="840854"/>
                  </a:lnTo>
                  <a:lnTo>
                    <a:pt x="2642198" y="795554"/>
                  </a:lnTo>
                  <a:lnTo>
                    <a:pt x="2620205" y="751138"/>
                  </a:lnTo>
                  <a:lnTo>
                    <a:pt x="2596690" y="707643"/>
                  </a:lnTo>
                  <a:lnTo>
                    <a:pt x="2571686" y="665106"/>
                  </a:lnTo>
                  <a:lnTo>
                    <a:pt x="2545231" y="623562"/>
                  </a:lnTo>
                  <a:lnTo>
                    <a:pt x="2521524" y="588643"/>
                  </a:lnTo>
                  <a:lnTo>
                    <a:pt x="2496832" y="554425"/>
                  </a:lnTo>
                  <a:lnTo>
                    <a:pt x="2471107" y="521051"/>
                  </a:lnTo>
                  <a:lnTo>
                    <a:pt x="2444302" y="488665"/>
                  </a:lnTo>
                  <a:lnTo>
                    <a:pt x="2413734" y="453831"/>
                  </a:lnTo>
                  <a:lnTo>
                    <a:pt x="2382012" y="420100"/>
                  </a:lnTo>
                  <a:lnTo>
                    <a:pt x="2349185" y="387497"/>
                  </a:lnTo>
                  <a:lnTo>
                    <a:pt x="2315302" y="356045"/>
                  </a:lnTo>
                  <a:lnTo>
                    <a:pt x="2280412" y="325770"/>
                  </a:lnTo>
                  <a:lnTo>
                    <a:pt x="2240189" y="293106"/>
                  </a:lnTo>
                  <a:lnTo>
                    <a:pt x="2198769" y="261954"/>
                  </a:lnTo>
                  <a:lnTo>
                    <a:pt x="2156178" y="232358"/>
                  </a:lnTo>
                  <a:lnTo>
                    <a:pt x="2112442" y="204361"/>
                  </a:lnTo>
                  <a:lnTo>
                    <a:pt x="2067589" y="178007"/>
                  </a:lnTo>
                  <a:lnTo>
                    <a:pt x="2021643" y="153340"/>
                  </a:lnTo>
                  <a:lnTo>
                    <a:pt x="1974630" y="130404"/>
                  </a:lnTo>
                  <a:lnTo>
                    <a:pt x="1930459" y="110578"/>
                  </a:lnTo>
                  <a:lnTo>
                    <a:pt x="1885457" y="92271"/>
                  </a:lnTo>
                  <a:lnTo>
                    <a:pt x="1839660" y="75519"/>
                  </a:lnTo>
                  <a:lnTo>
                    <a:pt x="1793104" y="60355"/>
                  </a:lnTo>
                  <a:lnTo>
                    <a:pt x="1745825" y="46812"/>
                  </a:lnTo>
                  <a:lnTo>
                    <a:pt x="1697860" y="34924"/>
                  </a:lnTo>
                  <a:lnTo>
                    <a:pt x="1649243" y="24726"/>
                  </a:lnTo>
                  <a:lnTo>
                    <a:pt x="1600012" y="16250"/>
                  </a:lnTo>
                  <a:lnTo>
                    <a:pt x="1550203" y="9531"/>
                  </a:lnTo>
                  <a:lnTo>
                    <a:pt x="1499851" y="4602"/>
                  </a:lnTo>
                  <a:lnTo>
                    <a:pt x="1448992" y="1497"/>
                  </a:lnTo>
                  <a:lnTo>
                    <a:pt x="1387538" y="0"/>
                  </a:lnTo>
                  <a:close/>
                </a:path>
              </a:pathLst>
            </a:custGeom>
            <a:solidFill>
              <a:srgbClr val="F4E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467895" y="1828450"/>
              <a:ext cx="2774950" cy="5098415"/>
            </a:xfrm>
            <a:custGeom>
              <a:avLst/>
              <a:gdLst/>
              <a:ahLst/>
              <a:cxnLst/>
              <a:rect l="l" t="t" r="r" b="b"/>
              <a:pathLst>
                <a:path w="2774950" h="5098415">
                  <a:moveTo>
                    <a:pt x="1974621" y="128905"/>
                  </a:moveTo>
                  <a:lnTo>
                    <a:pt x="1930450" y="109080"/>
                  </a:lnTo>
                  <a:lnTo>
                    <a:pt x="1885454" y="90766"/>
                  </a:lnTo>
                  <a:lnTo>
                    <a:pt x="1839658" y="74015"/>
                  </a:lnTo>
                  <a:lnTo>
                    <a:pt x="1793100" y="58851"/>
                  </a:lnTo>
                  <a:lnTo>
                    <a:pt x="1745830" y="45313"/>
                  </a:lnTo>
                  <a:lnTo>
                    <a:pt x="1697863" y="33426"/>
                  </a:lnTo>
                  <a:lnTo>
                    <a:pt x="1649247" y="23228"/>
                  </a:lnTo>
                  <a:lnTo>
                    <a:pt x="1600009" y="14744"/>
                  </a:lnTo>
                  <a:lnTo>
                    <a:pt x="1550200" y="8026"/>
                  </a:lnTo>
                  <a:lnTo>
                    <a:pt x="1499857" y="3098"/>
                  </a:lnTo>
                  <a:lnTo>
                    <a:pt x="1448993" y="0"/>
                  </a:lnTo>
                  <a:lnTo>
                    <a:pt x="0" y="1448981"/>
                  </a:lnTo>
                  <a:lnTo>
                    <a:pt x="0" y="2103526"/>
                  </a:lnTo>
                  <a:lnTo>
                    <a:pt x="1974621" y="128905"/>
                  </a:lnTo>
                  <a:close/>
                </a:path>
                <a:path w="2774950" h="5098415">
                  <a:moveTo>
                    <a:pt x="2444292" y="487159"/>
                  </a:moveTo>
                  <a:lnTo>
                    <a:pt x="2413724" y="452323"/>
                  </a:lnTo>
                  <a:lnTo>
                    <a:pt x="2382012" y="418592"/>
                  </a:lnTo>
                  <a:lnTo>
                    <a:pt x="2349182" y="385991"/>
                  </a:lnTo>
                  <a:lnTo>
                    <a:pt x="2315299" y="354545"/>
                  </a:lnTo>
                  <a:lnTo>
                    <a:pt x="2280412" y="324256"/>
                  </a:lnTo>
                  <a:lnTo>
                    <a:pt x="0" y="2604185"/>
                  </a:lnTo>
                  <a:lnTo>
                    <a:pt x="0" y="2931960"/>
                  </a:lnTo>
                  <a:lnTo>
                    <a:pt x="2444292" y="487159"/>
                  </a:lnTo>
                  <a:close/>
                </a:path>
                <a:path w="2774950" h="5098415">
                  <a:moveTo>
                    <a:pt x="2774569" y="3894290"/>
                  </a:moveTo>
                  <a:lnTo>
                    <a:pt x="1570901" y="5097945"/>
                  </a:lnTo>
                  <a:lnTo>
                    <a:pt x="2225446" y="5097945"/>
                  </a:lnTo>
                  <a:lnTo>
                    <a:pt x="2774569" y="4548835"/>
                  </a:lnTo>
                  <a:lnTo>
                    <a:pt x="2774569" y="3894290"/>
                  </a:lnTo>
                  <a:close/>
                </a:path>
                <a:path w="2774950" h="5098415">
                  <a:moveTo>
                    <a:pt x="2774569" y="2054059"/>
                  </a:moveTo>
                  <a:lnTo>
                    <a:pt x="0" y="4828641"/>
                  </a:lnTo>
                  <a:lnTo>
                    <a:pt x="0" y="5097958"/>
                  </a:lnTo>
                  <a:lnTo>
                    <a:pt x="385229" y="5097958"/>
                  </a:lnTo>
                  <a:lnTo>
                    <a:pt x="2774569" y="2708605"/>
                  </a:lnTo>
                  <a:lnTo>
                    <a:pt x="2774569" y="2054059"/>
                  </a:lnTo>
                  <a:close/>
                </a:path>
                <a:path w="2774950" h="5098415">
                  <a:moveTo>
                    <a:pt x="2774569" y="1385531"/>
                  </a:moveTo>
                  <a:lnTo>
                    <a:pt x="2773591" y="1332915"/>
                  </a:lnTo>
                  <a:lnTo>
                    <a:pt x="2770657" y="1280795"/>
                  </a:lnTo>
                  <a:lnTo>
                    <a:pt x="2765818" y="1229182"/>
                  </a:lnTo>
                  <a:lnTo>
                    <a:pt x="2759113" y="1178128"/>
                  </a:lnTo>
                  <a:lnTo>
                    <a:pt x="2750566" y="1127658"/>
                  </a:lnTo>
                  <a:lnTo>
                    <a:pt x="2740215" y="1077823"/>
                  </a:lnTo>
                  <a:lnTo>
                    <a:pt x="2728087" y="1028661"/>
                  </a:lnTo>
                  <a:lnTo>
                    <a:pt x="2714244" y="980186"/>
                  </a:lnTo>
                  <a:lnTo>
                    <a:pt x="2698686" y="932459"/>
                  </a:lnTo>
                  <a:lnTo>
                    <a:pt x="2681478" y="885494"/>
                  </a:lnTo>
                  <a:lnTo>
                    <a:pt x="2662631" y="839343"/>
                  </a:lnTo>
                  <a:lnTo>
                    <a:pt x="2642197" y="794042"/>
                  </a:lnTo>
                  <a:lnTo>
                    <a:pt x="2620200" y="749630"/>
                  </a:lnTo>
                  <a:lnTo>
                    <a:pt x="2596680" y="706132"/>
                  </a:lnTo>
                  <a:lnTo>
                    <a:pt x="2571686" y="663600"/>
                  </a:lnTo>
                  <a:lnTo>
                    <a:pt x="2545232" y="622058"/>
                  </a:lnTo>
                  <a:lnTo>
                    <a:pt x="0" y="3167786"/>
                  </a:lnTo>
                  <a:lnTo>
                    <a:pt x="0" y="4475886"/>
                  </a:lnTo>
                  <a:lnTo>
                    <a:pt x="2774569" y="1701304"/>
                  </a:lnTo>
                  <a:lnTo>
                    <a:pt x="2774569" y="13855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2468130" y="1826784"/>
              <a:ext cx="2774315" cy="5100320"/>
            </a:xfrm>
            <a:custGeom>
              <a:avLst/>
              <a:gdLst/>
              <a:ahLst/>
              <a:cxnLst/>
              <a:rect l="l" t="t" r="r" b="b"/>
              <a:pathLst>
                <a:path w="2774315" h="5100320">
                  <a:moveTo>
                    <a:pt x="1387151" y="0"/>
                  </a:moveTo>
                  <a:lnTo>
                    <a:pt x="1338452" y="838"/>
                  </a:lnTo>
                  <a:lnTo>
                    <a:pt x="1290174" y="3337"/>
                  </a:lnTo>
                  <a:lnTo>
                    <a:pt x="1242346" y="7467"/>
                  </a:lnTo>
                  <a:lnTo>
                    <a:pt x="1194993" y="13201"/>
                  </a:lnTo>
                  <a:lnTo>
                    <a:pt x="1148146" y="20512"/>
                  </a:lnTo>
                  <a:lnTo>
                    <a:pt x="1101829" y="29373"/>
                  </a:lnTo>
                  <a:lnTo>
                    <a:pt x="1056072" y="39755"/>
                  </a:lnTo>
                  <a:lnTo>
                    <a:pt x="1010901" y="51632"/>
                  </a:lnTo>
                  <a:lnTo>
                    <a:pt x="966344" y="64975"/>
                  </a:lnTo>
                  <a:lnTo>
                    <a:pt x="922429" y="79758"/>
                  </a:lnTo>
                  <a:lnTo>
                    <a:pt x="879184" y="95953"/>
                  </a:lnTo>
                  <a:lnTo>
                    <a:pt x="836634" y="113532"/>
                  </a:lnTo>
                  <a:lnTo>
                    <a:pt x="794809" y="132467"/>
                  </a:lnTo>
                  <a:lnTo>
                    <a:pt x="753735" y="152732"/>
                  </a:lnTo>
                  <a:lnTo>
                    <a:pt x="713441" y="174299"/>
                  </a:lnTo>
                  <a:lnTo>
                    <a:pt x="673953" y="197140"/>
                  </a:lnTo>
                  <a:lnTo>
                    <a:pt x="635300" y="221227"/>
                  </a:lnTo>
                  <a:lnTo>
                    <a:pt x="597508" y="246534"/>
                  </a:lnTo>
                  <a:lnTo>
                    <a:pt x="560605" y="273032"/>
                  </a:lnTo>
                  <a:lnTo>
                    <a:pt x="524619" y="300695"/>
                  </a:lnTo>
                  <a:lnTo>
                    <a:pt x="489577" y="329495"/>
                  </a:lnTo>
                  <a:lnTo>
                    <a:pt x="455506" y="359403"/>
                  </a:lnTo>
                  <a:lnTo>
                    <a:pt x="422435" y="390393"/>
                  </a:lnTo>
                  <a:lnTo>
                    <a:pt x="390391" y="422438"/>
                  </a:lnTo>
                  <a:lnTo>
                    <a:pt x="359401" y="455509"/>
                  </a:lnTo>
                  <a:lnTo>
                    <a:pt x="329492" y="489579"/>
                  </a:lnTo>
                  <a:lnTo>
                    <a:pt x="300693" y="524621"/>
                  </a:lnTo>
                  <a:lnTo>
                    <a:pt x="273030" y="560607"/>
                  </a:lnTo>
                  <a:lnTo>
                    <a:pt x="246532" y="597510"/>
                  </a:lnTo>
                  <a:lnTo>
                    <a:pt x="221225" y="635302"/>
                  </a:lnTo>
                  <a:lnTo>
                    <a:pt x="197138" y="673955"/>
                  </a:lnTo>
                  <a:lnTo>
                    <a:pt x="174297" y="713442"/>
                  </a:lnTo>
                  <a:lnTo>
                    <a:pt x="152730" y="753736"/>
                  </a:lnTo>
                  <a:lnTo>
                    <a:pt x="132466" y="794810"/>
                  </a:lnTo>
                  <a:lnTo>
                    <a:pt x="113530" y="836634"/>
                  </a:lnTo>
                  <a:lnTo>
                    <a:pt x="95952" y="879183"/>
                  </a:lnTo>
                  <a:lnTo>
                    <a:pt x="79757" y="922428"/>
                  </a:lnTo>
                  <a:lnTo>
                    <a:pt x="64975" y="966343"/>
                  </a:lnTo>
                  <a:lnTo>
                    <a:pt x="51631" y="1010899"/>
                  </a:lnTo>
                  <a:lnTo>
                    <a:pt x="39755" y="1056069"/>
                  </a:lnTo>
                  <a:lnTo>
                    <a:pt x="29372" y="1101825"/>
                  </a:lnTo>
                  <a:lnTo>
                    <a:pt x="20512" y="1148141"/>
                  </a:lnTo>
                  <a:lnTo>
                    <a:pt x="13201" y="1194988"/>
                  </a:lnTo>
                  <a:lnTo>
                    <a:pt x="7467" y="1242339"/>
                  </a:lnTo>
                  <a:lnTo>
                    <a:pt x="3337" y="1290166"/>
                  </a:lnTo>
                  <a:lnTo>
                    <a:pt x="838" y="1338443"/>
                  </a:lnTo>
                  <a:lnTo>
                    <a:pt x="0" y="1387141"/>
                  </a:lnTo>
                  <a:lnTo>
                    <a:pt x="0" y="5099708"/>
                  </a:lnTo>
                  <a:lnTo>
                    <a:pt x="2774292" y="5099708"/>
                  </a:lnTo>
                  <a:lnTo>
                    <a:pt x="2774292" y="1387141"/>
                  </a:lnTo>
                  <a:lnTo>
                    <a:pt x="2773453" y="1338443"/>
                  </a:lnTo>
                  <a:lnTo>
                    <a:pt x="2770955" y="1290166"/>
                  </a:lnTo>
                  <a:lnTo>
                    <a:pt x="2766825" y="1242339"/>
                  </a:lnTo>
                  <a:lnTo>
                    <a:pt x="2761090" y="1194988"/>
                  </a:lnTo>
                  <a:lnTo>
                    <a:pt x="2753779" y="1148141"/>
                  </a:lnTo>
                  <a:lnTo>
                    <a:pt x="2744919" y="1101825"/>
                  </a:lnTo>
                  <a:lnTo>
                    <a:pt x="2734536" y="1056069"/>
                  </a:lnTo>
                  <a:lnTo>
                    <a:pt x="2722660" y="1010899"/>
                  </a:lnTo>
                  <a:lnTo>
                    <a:pt x="2709316" y="966343"/>
                  </a:lnTo>
                  <a:lnTo>
                    <a:pt x="2694533" y="922428"/>
                  </a:lnTo>
                  <a:lnTo>
                    <a:pt x="2678339" y="879183"/>
                  </a:lnTo>
                  <a:lnTo>
                    <a:pt x="2660760" y="836634"/>
                  </a:lnTo>
                  <a:lnTo>
                    <a:pt x="2641824" y="794810"/>
                  </a:lnTo>
                  <a:lnTo>
                    <a:pt x="2621559" y="753736"/>
                  </a:lnTo>
                  <a:lnTo>
                    <a:pt x="2599993" y="713442"/>
                  </a:lnTo>
                  <a:lnTo>
                    <a:pt x="2577152" y="673955"/>
                  </a:lnTo>
                  <a:lnTo>
                    <a:pt x="2553064" y="635302"/>
                  </a:lnTo>
                  <a:lnTo>
                    <a:pt x="2527758" y="597510"/>
                  </a:lnTo>
                  <a:lnTo>
                    <a:pt x="2501259" y="560607"/>
                  </a:lnTo>
                  <a:lnTo>
                    <a:pt x="2473596" y="524621"/>
                  </a:lnTo>
                  <a:lnTo>
                    <a:pt x="2444797" y="489579"/>
                  </a:lnTo>
                  <a:lnTo>
                    <a:pt x="2414888" y="455509"/>
                  </a:lnTo>
                  <a:lnTo>
                    <a:pt x="2383898" y="422438"/>
                  </a:lnTo>
                  <a:lnTo>
                    <a:pt x="2351854" y="390393"/>
                  </a:lnTo>
                  <a:lnTo>
                    <a:pt x="2318783" y="359403"/>
                  </a:lnTo>
                  <a:lnTo>
                    <a:pt x="2284712" y="329495"/>
                  </a:lnTo>
                  <a:lnTo>
                    <a:pt x="2249670" y="300695"/>
                  </a:lnTo>
                  <a:lnTo>
                    <a:pt x="2213684" y="273032"/>
                  </a:lnTo>
                  <a:lnTo>
                    <a:pt x="2176782" y="246534"/>
                  </a:lnTo>
                  <a:lnTo>
                    <a:pt x="2138990" y="221227"/>
                  </a:lnTo>
                  <a:lnTo>
                    <a:pt x="2100337" y="197140"/>
                  </a:lnTo>
                  <a:lnTo>
                    <a:pt x="2060849" y="174299"/>
                  </a:lnTo>
                  <a:lnTo>
                    <a:pt x="2020555" y="152732"/>
                  </a:lnTo>
                  <a:lnTo>
                    <a:pt x="1979482" y="132467"/>
                  </a:lnTo>
                  <a:lnTo>
                    <a:pt x="1937657" y="113532"/>
                  </a:lnTo>
                  <a:lnTo>
                    <a:pt x="1895108" y="95953"/>
                  </a:lnTo>
                  <a:lnTo>
                    <a:pt x="1851863" y="79758"/>
                  </a:lnTo>
                  <a:lnTo>
                    <a:pt x="1807949" y="64975"/>
                  </a:lnTo>
                  <a:lnTo>
                    <a:pt x="1763393" y="51632"/>
                  </a:lnTo>
                  <a:lnTo>
                    <a:pt x="1718223" y="39755"/>
                  </a:lnTo>
                  <a:lnTo>
                    <a:pt x="1672466" y="29373"/>
                  </a:lnTo>
                  <a:lnTo>
                    <a:pt x="1626151" y="20512"/>
                  </a:lnTo>
                  <a:lnTo>
                    <a:pt x="1579304" y="13201"/>
                  </a:lnTo>
                  <a:lnTo>
                    <a:pt x="1531953" y="7467"/>
                  </a:lnTo>
                  <a:lnTo>
                    <a:pt x="1484125" y="3337"/>
                  </a:lnTo>
                  <a:lnTo>
                    <a:pt x="1435849" y="838"/>
                  </a:lnTo>
                  <a:lnTo>
                    <a:pt x="1387151" y="0"/>
                  </a:lnTo>
                  <a:close/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468131" y="3213926"/>
              <a:ext cx="2774315" cy="0"/>
            </a:xfrm>
            <a:custGeom>
              <a:avLst/>
              <a:gdLst/>
              <a:ahLst/>
              <a:cxnLst/>
              <a:rect l="l" t="t" r="r" b="b"/>
              <a:pathLst>
                <a:path w="2774315" h="0">
                  <a:moveTo>
                    <a:pt x="2774292" y="0"/>
                  </a:moveTo>
                  <a:lnTo>
                    <a:pt x="0" y="0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340565" y="3213944"/>
              <a:ext cx="3029585" cy="953769"/>
            </a:xfrm>
            <a:custGeom>
              <a:avLst/>
              <a:gdLst/>
              <a:ahLst/>
              <a:cxnLst/>
              <a:rect l="l" t="t" r="r" b="b"/>
              <a:pathLst>
                <a:path w="3029584" h="953770">
                  <a:moveTo>
                    <a:pt x="3029432" y="833869"/>
                  </a:moveTo>
                  <a:lnTo>
                    <a:pt x="0" y="833869"/>
                  </a:lnTo>
                  <a:lnTo>
                    <a:pt x="0" y="953414"/>
                  </a:lnTo>
                  <a:lnTo>
                    <a:pt x="3029432" y="953414"/>
                  </a:lnTo>
                  <a:lnTo>
                    <a:pt x="3029432" y="833869"/>
                  </a:lnTo>
                  <a:close/>
                </a:path>
                <a:path w="3029584" h="953770">
                  <a:moveTo>
                    <a:pt x="3029432" y="625411"/>
                  </a:moveTo>
                  <a:lnTo>
                    <a:pt x="0" y="625411"/>
                  </a:lnTo>
                  <a:lnTo>
                    <a:pt x="0" y="744943"/>
                  </a:lnTo>
                  <a:lnTo>
                    <a:pt x="3029432" y="744943"/>
                  </a:lnTo>
                  <a:lnTo>
                    <a:pt x="3029432" y="625411"/>
                  </a:lnTo>
                  <a:close/>
                </a:path>
                <a:path w="3029584" h="953770">
                  <a:moveTo>
                    <a:pt x="3029432" y="416941"/>
                  </a:moveTo>
                  <a:lnTo>
                    <a:pt x="0" y="416941"/>
                  </a:lnTo>
                  <a:lnTo>
                    <a:pt x="0" y="536473"/>
                  </a:lnTo>
                  <a:lnTo>
                    <a:pt x="3029432" y="536473"/>
                  </a:lnTo>
                  <a:lnTo>
                    <a:pt x="3029432" y="416941"/>
                  </a:lnTo>
                  <a:close/>
                </a:path>
                <a:path w="3029584" h="953770">
                  <a:moveTo>
                    <a:pt x="3029432" y="208457"/>
                  </a:moveTo>
                  <a:lnTo>
                    <a:pt x="0" y="208457"/>
                  </a:lnTo>
                  <a:lnTo>
                    <a:pt x="0" y="327990"/>
                  </a:lnTo>
                  <a:lnTo>
                    <a:pt x="3029432" y="327990"/>
                  </a:lnTo>
                  <a:lnTo>
                    <a:pt x="3029432" y="208457"/>
                  </a:lnTo>
                  <a:close/>
                </a:path>
                <a:path w="3029584" h="953770">
                  <a:moveTo>
                    <a:pt x="3029432" y="0"/>
                  </a:moveTo>
                  <a:lnTo>
                    <a:pt x="0" y="0"/>
                  </a:lnTo>
                  <a:lnTo>
                    <a:pt x="0" y="119532"/>
                  </a:lnTo>
                  <a:lnTo>
                    <a:pt x="3029432" y="119532"/>
                  </a:lnTo>
                  <a:lnTo>
                    <a:pt x="302943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650893" y="3273695"/>
              <a:ext cx="0" cy="2038985"/>
            </a:xfrm>
            <a:custGeom>
              <a:avLst/>
              <a:gdLst/>
              <a:ahLst/>
              <a:cxnLst/>
              <a:rect l="l" t="t" r="r" b="b"/>
              <a:pathLst>
                <a:path w="0" h="2038985">
                  <a:moveTo>
                    <a:pt x="0" y="0"/>
                  </a:moveTo>
                  <a:lnTo>
                    <a:pt x="0" y="2038451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80243" y="5296719"/>
              <a:ext cx="141283" cy="141283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3855282" y="3261208"/>
              <a:ext cx="0" cy="3665854"/>
            </a:xfrm>
            <a:custGeom>
              <a:avLst/>
              <a:gdLst/>
              <a:ahLst/>
              <a:cxnLst/>
              <a:rect l="l" t="t" r="r" b="b"/>
              <a:pathLst>
                <a:path w="0" h="3665854">
                  <a:moveTo>
                    <a:pt x="0" y="0"/>
                  </a:moveTo>
                  <a:lnTo>
                    <a:pt x="0" y="3665291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2467033" y="5941650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4" h="0">
                  <a:moveTo>
                    <a:pt x="0" y="0"/>
                  </a:moveTo>
                  <a:lnTo>
                    <a:pt x="2775391" y="0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467033" y="4376643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4" h="0">
                  <a:moveTo>
                    <a:pt x="0" y="0"/>
                  </a:moveTo>
                  <a:lnTo>
                    <a:pt x="2775391" y="0"/>
                  </a:lnTo>
                </a:path>
              </a:pathLst>
            </a:custGeom>
            <a:ln w="12565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5128991" y="3077922"/>
            <a:ext cx="9712325" cy="6949440"/>
            <a:chOff x="5128991" y="3077922"/>
            <a:chExt cx="9712325" cy="6949440"/>
          </a:xfrm>
        </p:grpSpPr>
        <p:sp>
          <p:nvSpPr>
            <p:cNvPr id="28" name="object 28" descr=""/>
            <p:cNvSpPr/>
            <p:nvPr/>
          </p:nvSpPr>
          <p:spPr>
            <a:xfrm>
              <a:off x="9527330" y="3077927"/>
              <a:ext cx="1151890" cy="1218565"/>
            </a:xfrm>
            <a:custGeom>
              <a:avLst/>
              <a:gdLst/>
              <a:ahLst/>
              <a:cxnLst/>
              <a:rect l="l" t="t" r="r" b="b"/>
              <a:pathLst>
                <a:path w="1151890" h="1218564">
                  <a:moveTo>
                    <a:pt x="575741" y="0"/>
                  </a:moveTo>
                  <a:lnTo>
                    <a:pt x="528522" y="1908"/>
                  </a:lnTo>
                  <a:lnTo>
                    <a:pt x="482354" y="7535"/>
                  </a:lnTo>
                  <a:lnTo>
                    <a:pt x="437385" y="16732"/>
                  </a:lnTo>
                  <a:lnTo>
                    <a:pt x="393764" y="29352"/>
                  </a:lnTo>
                  <a:lnTo>
                    <a:pt x="351638" y="45245"/>
                  </a:lnTo>
                  <a:lnTo>
                    <a:pt x="311156" y="64263"/>
                  </a:lnTo>
                  <a:lnTo>
                    <a:pt x="272467" y="86260"/>
                  </a:lnTo>
                  <a:lnTo>
                    <a:pt x="235717" y="111085"/>
                  </a:lnTo>
                  <a:lnTo>
                    <a:pt x="201056" y="138592"/>
                  </a:lnTo>
                  <a:lnTo>
                    <a:pt x="168632" y="168632"/>
                  </a:lnTo>
                  <a:lnTo>
                    <a:pt x="138592" y="201056"/>
                  </a:lnTo>
                  <a:lnTo>
                    <a:pt x="111085" y="235717"/>
                  </a:lnTo>
                  <a:lnTo>
                    <a:pt x="86260" y="272467"/>
                  </a:lnTo>
                  <a:lnTo>
                    <a:pt x="64263" y="311156"/>
                  </a:lnTo>
                  <a:lnTo>
                    <a:pt x="45245" y="351638"/>
                  </a:lnTo>
                  <a:lnTo>
                    <a:pt x="29352" y="393764"/>
                  </a:lnTo>
                  <a:lnTo>
                    <a:pt x="16732" y="437385"/>
                  </a:lnTo>
                  <a:lnTo>
                    <a:pt x="7535" y="482354"/>
                  </a:lnTo>
                  <a:lnTo>
                    <a:pt x="1908" y="528522"/>
                  </a:lnTo>
                  <a:lnTo>
                    <a:pt x="0" y="575741"/>
                  </a:lnTo>
                  <a:lnTo>
                    <a:pt x="0" y="642483"/>
                  </a:lnTo>
                  <a:lnTo>
                    <a:pt x="1908" y="689703"/>
                  </a:lnTo>
                  <a:lnTo>
                    <a:pt x="7535" y="735873"/>
                  </a:lnTo>
                  <a:lnTo>
                    <a:pt x="16732" y="780843"/>
                  </a:lnTo>
                  <a:lnTo>
                    <a:pt x="29352" y="824465"/>
                  </a:lnTo>
                  <a:lnTo>
                    <a:pt x="45245" y="866592"/>
                  </a:lnTo>
                  <a:lnTo>
                    <a:pt x="64263" y="907074"/>
                  </a:lnTo>
                  <a:lnTo>
                    <a:pt x="86260" y="945765"/>
                  </a:lnTo>
                  <a:lnTo>
                    <a:pt x="111085" y="982515"/>
                  </a:lnTo>
                  <a:lnTo>
                    <a:pt x="138592" y="1017176"/>
                  </a:lnTo>
                  <a:lnTo>
                    <a:pt x="168632" y="1049601"/>
                  </a:lnTo>
                  <a:lnTo>
                    <a:pt x="201056" y="1079641"/>
                  </a:lnTo>
                  <a:lnTo>
                    <a:pt x="235717" y="1107148"/>
                  </a:lnTo>
                  <a:lnTo>
                    <a:pt x="272467" y="1131974"/>
                  </a:lnTo>
                  <a:lnTo>
                    <a:pt x="311156" y="1153970"/>
                  </a:lnTo>
                  <a:lnTo>
                    <a:pt x="351638" y="1172989"/>
                  </a:lnTo>
                  <a:lnTo>
                    <a:pt x="393764" y="1188883"/>
                  </a:lnTo>
                  <a:lnTo>
                    <a:pt x="437385" y="1201502"/>
                  </a:lnTo>
                  <a:lnTo>
                    <a:pt x="482354" y="1210699"/>
                  </a:lnTo>
                  <a:lnTo>
                    <a:pt x="528522" y="1216326"/>
                  </a:lnTo>
                  <a:lnTo>
                    <a:pt x="575741" y="1218235"/>
                  </a:lnTo>
                  <a:lnTo>
                    <a:pt x="622962" y="1216326"/>
                  </a:lnTo>
                  <a:lnTo>
                    <a:pt x="669131" y="1210699"/>
                  </a:lnTo>
                  <a:lnTo>
                    <a:pt x="714101" y="1201502"/>
                  </a:lnTo>
                  <a:lnTo>
                    <a:pt x="757723" y="1188883"/>
                  </a:lnTo>
                  <a:lnTo>
                    <a:pt x="799849" y="1172989"/>
                  </a:lnTo>
                  <a:lnTo>
                    <a:pt x="840330" y="1153970"/>
                  </a:lnTo>
                  <a:lnTo>
                    <a:pt x="879020" y="1131974"/>
                  </a:lnTo>
                  <a:lnTo>
                    <a:pt x="915769" y="1107148"/>
                  </a:lnTo>
                  <a:lnTo>
                    <a:pt x="950430" y="1079641"/>
                  </a:lnTo>
                  <a:lnTo>
                    <a:pt x="982854" y="1049601"/>
                  </a:lnTo>
                  <a:lnTo>
                    <a:pt x="1012894" y="1017176"/>
                  </a:lnTo>
                  <a:lnTo>
                    <a:pt x="1040400" y="982515"/>
                  </a:lnTo>
                  <a:lnTo>
                    <a:pt x="1065225" y="945765"/>
                  </a:lnTo>
                  <a:lnTo>
                    <a:pt x="1087221" y="907074"/>
                  </a:lnTo>
                  <a:lnTo>
                    <a:pt x="1106239" y="866592"/>
                  </a:lnTo>
                  <a:lnTo>
                    <a:pt x="1122132" y="824465"/>
                  </a:lnTo>
                  <a:lnTo>
                    <a:pt x="1134751" y="780843"/>
                  </a:lnTo>
                  <a:lnTo>
                    <a:pt x="1143947" y="735873"/>
                  </a:lnTo>
                  <a:lnTo>
                    <a:pt x="1149574" y="689703"/>
                  </a:lnTo>
                  <a:lnTo>
                    <a:pt x="1151483" y="642483"/>
                  </a:lnTo>
                  <a:lnTo>
                    <a:pt x="1151483" y="575741"/>
                  </a:lnTo>
                  <a:lnTo>
                    <a:pt x="1149574" y="528522"/>
                  </a:lnTo>
                  <a:lnTo>
                    <a:pt x="1143947" y="482354"/>
                  </a:lnTo>
                  <a:lnTo>
                    <a:pt x="1134751" y="437385"/>
                  </a:lnTo>
                  <a:lnTo>
                    <a:pt x="1122132" y="393764"/>
                  </a:lnTo>
                  <a:lnTo>
                    <a:pt x="1106239" y="351638"/>
                  </a:lnTo>
                  <a:lnTo>
                    <a:pt x="1087221" y="311156"/>
                  </a:lnTo>
                  <a:lnTo>
                    <a:pt x="1065225" y="272467"/>
                  </a:lnTo>
                  <a:lnTo>
                    <a:pt x="1040400" y="235717"/>
                  </a:lnTo>
                  <a:lnTo>
                    <a:pt x="1012894" y="201056"/>
                  </a:lnTo>
                  <a:lnTo>
                    <a:pt x="982854" y="168632"/>
                  </a:lnTo>
                  <a:lnTo>
                    <a:pt x="950430" y="138592"/>
                  </a:lnTo>
                  <a:lnTo>
                    <a:pt x="915769" y="111085"/>
                  </a:lnTo>
                  <a:lnTo>
                    <a:pt x="879020" y="86260"/>
                  </a:lnTo>
                  <a:lnTo>
                    <a:pt x="840330" y="64263"/>
                  </a:lnTo>
                  <a:lnTo>
                    <a:pt x="799849" y="45245"/>
                  </a:lnTo>
                  <a:lnTo>
                    <a:pt x="757723" y="29352"/>
                  </a:lnTo>
                  <a:lnTo>
                    <a:pt x="714101" y="16732"/>
                  </a:lnTo>
                  <a:lnTo>
                    <a:pt x="669131" y="7535"/>
                  </a:lnTo>
                  <a:lnTo>
                    <a:pt x="622962" y="1908"/>
                  </a:lnTo>
                  <a:lnTo>
                    <a:pt x="575741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527330" y="3077922"/>
              <a:ext cx="1151890" cy="1151890"/>
            </a:xfrm>
            <a:custGeom>
              <a:avLst/>
              <a:gdLst/>
              <a:ahLst/>
              <a:cxnLst/>
              <a:rect l="l" t="t" r="r" b="b"/>
              <a:pathLst>
                <a:path w="1151890" h="1151889">
                  <a:moveTo>
                    <a:pt x="575741" y="0"/>
                  </a:moveTo>
                  <a:lnTo>
                    <a:pt x="528522" y="1908"/>
                  </a:lnTo>
                  <a:lnTo>
                    <a:pt x="482354" y="7535"/>
                  </a:lnTo>
                  <a:lnTo>
                    <a:pt x="437385" y="16732"/>
                  </a:lnTo>
                  <a:lnTo>
                    <a:pt x="393764" y="29352"/>
                  </a:lnTo>
                  <a:lnTo>
                    <a:pt x="351638" y="45245"/>
                  </a:lnTo>
                  <a:lnTo>
                    <a:pt x="311156" y="64263"/>
                  </a:lnTo>
                  <a:lnTo>
                    <a:pt x="272467" y="86260"/>
                  </a:lnTo>
                  <a:lnTo>
                    <a:pt x="235717" y="111085"/>
                  </a:lnTo>
                  <a:lnTo>
                    <a:pt x="201056" y="138592"/>
                  </a:lnTo>
                  <a:lnTo>
                    <a:pt x="168632" y="168632"/>
                  </a:lnTo>
                  <a:lnTo>
                    <a:pt x="138592" y="201056"/>
                  </a:lnTo>
                  <a:lnTo>
                    <a:pt x="111085" y="235717"/>
                  </a:lnTo>
                  <a:lnTo>
                    <a:pt x="86260" y="272467"/>
                  </a:lnTo>
                  <a:lnTo>
                    <a:pt x="64263" y="311156"/>
                  </a:lnTo>
                  <a:lnTo>
                    <a:pt x="45245" y="351638"/>
                  </a:lnTo>
                  <a:lnTo>
                    <a:pt x="29352" y="393764"/>
                  </a:lnTo>
                  <a:lnTo>
                    <a:pt x="16732" y="437385"/>
                  </a:lnTo>
                  <a:lnTo>
                    <a:pt x="7535" y="482354"/>
                  </a:lnTo>
                  <a:lnTo>
                    <a:pt x="1908" y="528522"/>
                  </a:lnTo>
                  <a:lnTo>
                    <a:pt x="0" y="575741"/>
                  </a:lnTo>
                  <a:lnTo>
                    <a:pt x="1908" y="622960"/>
                  </a:lnTo>
                  <a:lnTo>
                    <a:pt x="7535" y="669128"/>
                  </a:lnTo>
                  <a:lnTo>
                    <a:pt x="16732" y="714097"/>
                  </a:lnTo>
                  <a:lnTo>
                    <a:pt x="29352" y="757719"/>
                  </a:lnTo>
                  <a:lnTo>
                    <a:pt x="45245" y="799844"/>
                  </a:lnTo>
                  <a:lnTo>
                    <a:pt x="64263" y="840326"/>
                  </a:lnTo>
                  <a:lnTo>
                    <a:pt x="86260" y="879016"/>
                  </a:lnTo>
                  <a:lnTo>
                    <a:pt x="111085" y="915765"/>
                  </a:lnTo>
                  <a:lnTo>
                    <a:pt x="138592" y="950426"/>
                  </a:lnTo>
                  <a:lnTo>
                    <a:pt x="168632" y="982850"/>
                  </a:lnTo>
                  <a:lnTo>
                    <a:pt x="201056" y="1012890"/>
                  </a:lnTo>
                  <a:lnTo>
                    <a:pt x="235717" y="1040397"/>
                  </a:lnTo>
                  <a:lnTo>
                    <a:pt x="272467" y="1065222"/>
                  </a:lnTo>
                  <a:lnTo>
                    <a:pt x="311156" y="1087219"/>
                  </a:lnTo>
                  <a:lnTo>
                    <a:pt x="351638" y="1106238"/>
                  </a:lnTo>
                  <a:lnTo>
                    <a:pt x="393764" y="1122131"/>
                  </a:lnTo>
                  <a:lnTo>
                    <a:pt x="437385" y="1134750"/>
                  </a:lnTo>
                  <a:lnTo>
                    <a:pt x="482354" y="1143947"/>
                  </a:lnTo>
                  <a:lnTo>
                    <a:pt x="528522" y="1149574"/>
                  </a:lnTo>
                  <a:lnTo>
                    <a:pt x="575741" y="1151483"/>
                  </a:lnTo>
                  <a:lnTo>
                    <a:pt x="622962" y="1149574"/>
                  </a:lnTo>
                  <a:lnTo>
                    <a:pt x="669131" y="1143947"/>
                  </a:lnTo>
                  <a:lnTo>
                    <a:pt x="714101" y="1134750"/>
                  </a:lnTo>
                  <a:lnTo>
                    <a:pt x="757723" y="1122131"/>
                  </a:lnTo>
                  <a:lnTo>
                    <a:pt x="799849" y="1106238"/>
                  </a:lnTo>
                  <a:lnTo>
                    <a:pt x="840330" y="1087219"/>
                  </a:lnTo>
                  <a:lnTo>
                    <a:pt x="879020" y="1065222"/>
                  </a:lnTo>
                  <a:lnTo>
                    <a:pt x="915769" y="1040397"/>
                  </a:lnTo>
                  <a:lnTo>
                    <a:pt x="950430" y="1012890"/>
                  </a:lnTo>
                  <a:lnTo>
                    <a:pt x="982854" y="982850"/>
                  </a:lnTo>
                  <a:lnTo>
                    <a:pt x="1012894" y="950426"/>
                  </a:lnTo>
                  <a:lnTo>
                    <a:pt x="1040400" y="915765"/>
                  </a:lnTo>
                  <a:lnTo>
                    <a:pt x="1065225" y="879016"/>
                  </a:lnTo>
                  <a:lnTo>
                    <a:pt x="1087221" y="840326"/>
                  </a:lnTo>
                  <a:lnTo>
                    <a:pt x="1106239" y="799844"/>
                  </a:lnTo>
                  <a:lnTo>
                    <a:pt x="1122132" y="757719"/>
                  </a:lnTo>
                  <a:lnTo>
                    <a:pt x="1134751" y="714097"/>
                  </a:lnTo>
                  <a:lnTo>
                    <a:pt x="1143947" y="669128"/>
                  </a:lnTo>
                  <a:lnTo>
                    <a:pt x="1149574" y="622960"/>
                  </a:lnTo>
                  <a:lnTo>
                    <a:pt x="1151483" y="575741"/>
                  </a:lnTo>
                  <a:lnTo>
                    <a:pt x="1149574" y="528522"/>
                  </a:lnTo>
                  <a:lnTo>
                    <a:pt x="1143947" y="482354"/>
                  </a:lnTo>
                  <a:lnTo>
                    <a:pt x="1134751" y="437385"/>
                  </a:lnTo>
                  <a:lnTo>
                    <a:pt x="1122132" y="393764"/>
                  </a:lnTo>
                  <a:lnTo>
                    <a:pt x="1106239" y="351638"/>
                  </a:lnTo>
                  <a:lnTo>
                    <a:pt x="1087221" y="311156"/>
                  </a:lnTo>
                  <a:lnTo>
                    <a:pt x="1065225" y="272467"/>
                  </a:lnTo>
                  <a:lnTo>
                    <a:pt x="1040400" y="235717"/>
                  </a:lnTo>
                  <a:lnTo>
                    <a:pt x="1012894" y="201056"/>
                  </a:lnTo>
                  <a:lnTo>
                    <a:pt x="982854" y="168632"/>
                  </a:lnTo>
                  <a:lnTo>
                    <a:pt x="950430" y="138592"/>
                  </a:lnTo>
                  <a:lnTo>
                    <a:pt x="915769" y="111085"/>
                  </a:lnTo>
                  <a:lnTo>
                    <a:pt x="879020" y="86260"/>
                  </a:lnTo>
                  <a:lnTo>
                    <a:pt x="840330" y="64263"/>
                  </a:lnTo>
                  <a:lnTo>
                    <a:pt x="799849" y="45245"/>
                  </a:lnTo>
                  <a:lnTo>
                    <a:pt x="757723" y="29352"/>
                  </a:lnTo>
                  <a:lnTo>
                    <a:pt x="714101" y="16732"/>
                  </a:lnTo>
                  <a:lnTo>
                    <a:pt x="669131" y="7535"/>
                  </a:lnTo>
                  <a:lnTo>
                    <a:pt x="622962" y="1908"/>
                  </a:lnTo>
                  <a:lnTo>
                    <a:pt x="575741" y="0"/>
                  </a:lnTo>
                  <a:close/>
                </a:path>
              </a:pathLst>
            </a:custGeom>
            <a:solidFill>
              <a:srgbClr val="7879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558737" y="3109335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544328" y="0"/>
                  </a:moveTo>
                  <a:lnTo>
                    <a:pt x="497362" y="1997"/>
                  </a:lnTo>
                  <a:lnTo>
                    <a:pt x="451506" y="7882"/>
                  </a:lnTo>
                  <a:lnTo>
                    <a:pt x="406922" y="17491"/>
                  </a:lnTo>
                  <a:lnTo>
                    <a:pt x="363774" y="30660"/>
                  </a:lnTo>
                  <a:lnTo>
                    <a:pt x="322225" y="47226"/>
                  </a:lnTo>
                  <a:lnTo>
                    <a:pt x="282440" y="67025"/>
                  </a:lnTo>
                  <a:lnTo>
                    <a:pt x="244580" y="89895"/>
                  </a:lnTo>
                  <a:lnTo>
                    <a:pt x="208811" y="115671"/>
                  </a:lnTo>
                  <a:lnTo>
                    <a:pt x="175294" y="144190"/>
                  </a:lnTo>
                  <a:lnTo>
                    <a:pt x="144194" y="175290"/>
                  </a:lnTo>
                  <a:lnTo>
                    <a:pt x="115674" y="208806"/>
                  </a:lnTo>
                  <a:lnTo>
                    <a:pt x="89897" y="244576"/>
                  </a:lnTo>
                  <a:lnTo>
                    <a:pt x="67027" y="282435"/>
                  </a:lnTo>
                  <a:lnTo>
                    <a:pt x="47227" y="322221"/>
                  </a:lnTo>
                  <a:lnTo>
                    <a:pt x="30661" y="363770"/>
                  </a:lnTo>
                  <a:lnTo>
                    <a:pt x="17492" y="406918"/>
                  </a:lnTo>
                  <a:lnTo>
                    <a:pt x="7883" y="451503"/>
                  </a:lnTo>
                  <a:lnTo>
                    <a:pt x="1998" y="497361"/>
                  </a:lnTo>
                  <a:lnTo>
                    <a:pt x="0" y="544328"/>
                  </a:lnTo>
                  <a:lnTo>
                    <a:pt x="1998" y="591296"/>
                  </a:lnTo>
                  <a:lnTo>
                    <a:pt x="7883" y="637154"/>
                  </a:lnTo>
                  <a:lnTo>
                    <a:pt x="17492" y="681740"/>
                  </a:lnTo>
                  <a:lnTo>
                    <a:pt x="30661" y="724889"/>
                  </a:lnTo>
                  <a:lnTo>
                    <a:pt x="47227" y="766438"/>
                  </a:lnTo>
                  <a:lnTo>
                    <a:pt x="67027" y="806225"/>
                  </a:lnTo>
                  <a:lnTo>
                    <a:pt x="89897" y="844085"/>
                  </a:lnTo>
                  <a:lnTo>
                    <a:pt x="115674" y="879855"/>
                  </a:lnTo>
                  <a:lnTo>
                    <a:pt x="144194" y="913372"/>
                  </a:lnTo>
                  <a:lnTo>
                    <a:pt x="175294" y="944472"/>
                  </a:lnTo>
                  <a:lnTo>
                    <a:pt x="208811" y="972993"/>
                  </a:lnTo>
                  <a:lnTo>
                    <a:pt x="244580" y="998770"/>
                  </a:lnTo>
                  <a:lnTo>
                    <a:pt x="282440" y="1021640"/>
                  </a:lnTo>
                  <a:lnTo>
                    <a:pt x="322225" y="1041440"/>
                  </a:lnTo>
                  <a:lnTo>
                    <a:pt x="363774" y="1058006"/>
                  </a:lnTo>
                  <a:lnTo>
                    <a:pt x="406922" y="1071176"/>
                  </a:lnTo>
                  <a:lnTo>
                    <a:pt x="451506" y="1080785"/>
                  </a:lnTo>
                  <a:lnTo>
                    <a:pt x="497362" y="1086670"/>
                  </a:lnTo>
                  <a:lnTo>
                    <a:pt x="544328" y="1088668"/>
                  </a:lnTo>
                  <a:lnTo>
                    <a:pt x="591296" y="1086670"/>
                  </a:lnTo>
                  <a:lnTo>
                    <a:pt x="637154" y="1080785"/>
                  </a:lnTo>
                  <a:lnTo>
                    <a:pt x="681740" y="1071176"/>
                  </a:lnTo>
                  <a:lnTo>
                    <a:pt x="724889" y="1058006"/>
                  </a:lnTo>
                  <a:lnTo>
                    <a:pt x="766438" y="1041440"/>
                  </a:lnTo>
                  <a:lnTo>
                    <a:pt x="806225" y="1021640"/>
                  </a:lnTo>
                  <a:lnTo>
                    <a:pt x="844085" y="998770"/>
                  </a:lnTo>
                  <a:lnTo>
                    <a:pt x="879855" y="972993"/>
                  </a:lnTo>
                  <a:lnTo>
                    <a:pt x="913372" y="944472"/>
                  </a:lnTo>
                  <a:lnTo>
                    <a:pt x="944472" y="913372"/>
                  </a:lnTo>
                  <a:lnTo>
                    <a:pt x="972993" y="879855"/>
                  </a:lnTo>
                  <a:lnTo>
                    <a:pt x="998770" y="844085"/>
                  </a:lnTo>
                  <a:lnTo>
                    <a:pt x="1021640" y="806225"/>
                  </a:lnTo>
                  <a:lnTo>
                    <a:pt x="1041440" y="766438"/>
                  </a:lnTo>
                  <a:lnTo>
                    <a:pt x="1058006" y="724889"/>
                  </a:lnTo>
                  <a:lnTo>
                    <a:pt x="1071176" y="681740"/>
                  </a:lnTo>
                  <a:lnTo>
                    <a:pt x="1080785" y="637154"/>
                  </a:lnTo>
                  <a:lnTo>
                    <a:pt x="1086670" y="591296"/>
                  </a:lnTo>
                  <a:lnTo>
                    <a:pt x="1088668" y="544328"/>
                  </a:lnTo>
                  <a:lnTo>
                    <a:pt x="1086670" y="497361"/>
                  </a:lnTo>
                  <a:lnTo>
                    <a:pt x="1080785" y="451503"/>
                  </a:lnTo>
                  <a:lnTo>
                    <a:pt x="1071176" y="406918"/>
                  </a:lnTo>
                  <a:lnTo>
                    <a:pt x="1058006" y="363770"/>
                  </a:lnTo>
                  <a:lnTo>
                    <a:pt x="1041440" y="322221"/>
                  </a:lnTo>
                  <a:lnTo>
                    <a:pt x="1021640" y="282435"/>
                  </a:lnTo>
                  <a:lnTo>
                    <a:pt x="998770" y="244576"/>
                  </a:lnTo>
                  <a:lnTo>
                    <a:pt x="972993" y="208806"/>
                  </a:lnTo>
                  <a:lnTo>
                    <a:pt x="944472" y="175290"/>
                  </a:lnTo>
                  <a:lnTo>
                    <a:pt x="913372" y="144190"/>
                  </a:lnTo>
                  <a:lnTo>
                    <a:pt x="879855" y="115671"/>
                  </a:lnTo>
                  <a:lnTo>
                    <a:pt x="844085" y="89895"/>
                  </a:lnTo>
                  <a:lnTo>
                    <a:pt x="806225" y="67025"/>
                  </a:lnTo>
                  <a:lnTo>
                    <a:pt x="766438" y="47226"/>
                  </a:lnTo>
                  <a:lnTo>
                    <a:pt x="724889" y="30660"/>
                  </a:lnTo>
                  <a:lnTo>
                    <a:pt x="681740" y="17491"/>
                  </a:lnTo>
                  <a:lnTo>
                    <a:pt x="637154" y="7882"/>
                  </a:lnTo>
                  <a:lnTo>
                    <a:pt x="591296" y="1997"/>
                  </a:lnTo>
                  <a:lnTo>
                    <a:pt x="544328" y="0"/>
                  </a:lnTo>
                  <a:close/>
                </a:path>
              </a:pathLst>
            </a:custGeom>
            <a:solidFill>
              <a:srgbClr val="FAFD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596031" y="3146646"/>
              <a:ext cx="1014094" cy="1014094"/>
            </a:xfrm>
            <a:custGeom>
              <a:avLst/>
              <a:gdLst/>
              <a:ahLst/>
              <a:cxnLst/>
              <a:rect l="l" t="t" r="r" b="b"/>
              <a:pathLst>
                <a:path w="1014095" h="1014095">
                  <a:moveTo>
                    <a:pt x="70586" y="498055"/>
                  </a:moveTo>
                  <a:lnTo>
                    <a:pt x="0" y="498055"/>
                  </a:lnTo>
                  <a:lnTo>
                    <a:pt x="0" y="515988"/>
                  </a:lnTo>
                  <a:lnTo>
                    <a:pt x="70586" y="515988"/>
                  </a:lnTo>
                  <a:lnTo>
                    <a:pt x="70586" y="498055"/>
                  </a:lnTo>
                  <a:close/>
                </a:path>
                <a:path w="1014095" h="1014095">
                  <a:moveTo>
                    <a:pt x="133591" y="281063"/>
                  </a:moveTo>
                  <a:lnTo>
                    <a:pt x="72466" y="245757"/>
                  </a:lnTo>
                  <a:lnTo>
                    <a:pt x="63500" y="261315"/>
                  </a:lnTo>
                  <a:lnTo>
                    <a:pt x="124625" y="296608"/>
                  </a:lnTo>
                  <a:lnTo>
                    <a:pt x="133591" y="281063"/>
                  </a:lnTo>
                  <a:close/>
                </a:path>
                <a:path w="1014095" h="1014095">
                  <a:moveTo>
                    <a:pt x="133604" y="732993"/>
                  </a:moveTo>
                  <a:lnTo>
                    <a:pt x="124637" y="717435"/>
                  </a:lnTo>
                  <a:lnTo>
                    <a:pt x="63487" y="752741"/>
                  </a:lnTo>
                  <a:lnTo>
                    <a:pt x="72466" y="768273"/>
                  </a:lnTo>
                  <a:lnTo>
                    <a:pt x="133604" y="732993"/>
                  </a:lnTo>
                  <a:close/>
                </a:path>
                <a:path w="1014095" h="1014095">
                  <a:moveTo>
                    <a:pt x="296608" y="889431"/>
                  </a:moveTo>
                  <a:lnTo>
                    <a:pt x="281076" y="880452"/>
                  </a:lnTo>
                  <a:lnTo>
                    <a:pt x="245770" y="941590"/>
                  </a:lnTo>
                  <a:lnTo>
                    <a:pt x="261327" y="950569"/>
                  </a:lnTo>
                  <a:lnTo>
                    <a:pt x="296608" y="889431"/>
                  </a:lnTo>
                  <a:close/>
                </a:path>
                <a:path w="1014095" h="1014095">
                  <a:moveTo>
                    <a:pt x="296608" y="124625"/>
                  </a:moveTo>
                  <a:lnTo>
                    <a:pt x="261315" y="63487"/>
                  </a:lnTo>
                  <a:lnTo>
                    <a:pt x="245770" y="72453"/>
                  </a:lnTo>
                  <a:lnTo>
                    <a:pt x="281063" y="133591"/>
                  </a:lnTo>
                  <a:lnTo>
                    <a:pt x="296608" y="124625"/>
                  </a:lnTo>
                  <a:close/>
                </a:path>
                <a:path w="1014095" h="1014095">
                  <a:moveTo>
                    <a:pt x="516013" y="943457"/>
                  </a:moveTo>
                  <a:lnTo>
                    <a:pt x="498068" y="943457"/>
                  </a:lnTo>
                  <a:lnTo>
                    <a:pt x="498068" y="1014056"/>
                  </a:lnTo>
                  <a:lnTo>
                    <a:pt x="516013" y="1014056"/>
                  </a:lnTo>
                  <a:lnTo>
                    <a:pt x="516013" y="943457"/>
                  </a:lnTo>
                  <a:close/>
                </a:path>
                <a:path w="1014095" h="1014095">
                  <a:moveTo>
                    <a:pt x="516013" y="0"/>
                  </a:moveTo>
                  <a:lnTo>
                    <a:pt x="498068" y="0"/>
                  </a:lnTo>
                  <a:lnTo>
                    <a:pt x="498068" y="70586"/>
                  </a:lnTo>
                  <a:lnTo>
                    <a:pt x="516013" y="70586"/>
                  </a:lnTo>
                  <a:lnTo>
                    <a:pt x="516013" y="0"/>
                  </a:lnTo>
                  <a:close/>
                </a:path>
                <a:path w="1014095" h="1014095">
                  <a:moveTo>
                    <a:pt x="768286" y="941590"/>
                  </a:moveTo>
                  <a:lnTo>
                    <a:pt x="733005" y="880452"/>
                  </a:lnTo>
                  <a:lnTo>
                    <a:pt x="717461" y="889431"/>
                  </a:lnTo>
                  <a:lnTo>
                    <a:pt x="752754" y="950569"/>
                  </a:lnTo>
                  <a:lnTo>
                    <a:pt x="768286" y="941590"/>
                  </a:lnTo>
                  <a:close/>
                </a:path>
                <a:path w="1014095" h="1014095">
                  <a:moveTo>
                    <a:pt x="768286" y="72453"/>
                  </a:moveTo>
                  <a:lnTo>
                    <a:pt x="752754" y="63487"/>
                  </a:lnTo>
                  <a:lnTo>
                    <a:pt x="717461" y="124625"/>
                  </a:lnTo>
                  <a:lnTo>
                    <a:pt x="733005" y="133591"/>
                  </a:lnTo>
                  <a:lnTo>
                    <a:pt x="768286" y="72453"/>
                  </a:lnTo>
                  <a:close/>
                </a:path>
                <a:path w="1014095" h="1014095">
                  <a:moveTo>
                    <a:pt x="800836" y="220713"/>
                  </a:moveTo>
                  <a:lnTo>
                    <a:pt x="788162" y="208267"/>
                  </a:lnTo>
                  <a:lnTo>
                    <a:pt x="422427" y="580440"/>
                  </a:lnTo>
                  <a:lnTo>
                    <a:pt x="435102" y="592886"/>
                  </a:lnTo>
                  <a:lnTo>
                    <a:pt x="800836" y="220713"/>
                  </a:lnTo>
                  <a:close/>
                </a:path>
                <a:path w="1014095" h="1014095">
                  <a:moveTo>
                    <a:pt x="950582" y="752741"/>
                  </a:moveTo>
                  <a:lnTo>
                    <a:pt x="889431" y="717435"/>
                  </a:lnTo>
                  <a:lnTo>
                    <a:pt x="880465" y="732993"/>
                  </a:lnTo>
                  <a:lnTo>
                    <a:pt x="941590" y="768273"/>
                  </a:lnTo>
                  <a:lnTo>
                    <a:pt x="950582" y="752741"/>
                  </a:lnTo>
                  <a:close/>
                </a:path>
                <a:path w="1014095" h="1014095">
                  <a:moveTo>
                    <a:pt x="950582" y="261315"/>
                  </a:moveTo>
                  <a:lnTo>
                    <a:pt x="941590" y="245757"/>
                  </a:lnTo>
                  <a:lnTo>
                    <a:pt x="880465" y="281063"/>
                  </a:lnTo>
                  <a:lnTo>
                    <a:pt x="889431" y="296608"/>
                  </a:lnTo>
                  <a:lnTo>
                    <a:pt x="950582" y="261315"/>
                  </a:lnTo>
                  <a:close/>
                </a:path>
                <a:path w="1014095" h="1014095">
                  <a:moveTo>
                    <a:pt x="1014069" y="498055"/>
                  </a:moveTo>
                  <a:lnTo>
                    <a:pt x="943457" y="498055"/>
                  </a:lnTo>
                  <a:lnTo>
                    <a:pt x="943457" y="515988"/>
                  </a:lnTo>
                  <a:lnTo>
                    <a:pt x="1014069" y="515988"/>
                  </a:lnTo>
                  <a:lnTo>
                    <a:pt x="1014069" y="498055"/>
                  </a:lnTo>
                  <a:close/>
                </a:path>
              </a:pathLst>
            </a:custGeom>
            <a:solidFill>
              <a:srgbClr val="0815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8991" y="3941012"/>
              <a:ext cx="9711847" cy="608578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9949927" y="3271717"/>
              <a:ext cx="262890" cy="615315"/>
            </a:xfrm>
            <a:custGeom>
              <a:avLst/>
              <a:gdLst/>
              <a:ahLst/>
              <a:cxnLst/>
              <a:rect l="l" t="t" r="r" b="b"/>
              <a:pathLst>
                <a:path w="262890" h="615314">
                  <a:moveTo>
                    <a:pt x="3717" y="0"/>
                  </a:moveTo>
                  <a:lnTo>
                    <a:pt x="732" y="1172"/>
                  </a:lnTo>
                  <a:lnTo>
                    <a:pt x="0" y="2858"/>
                  </a:lnTo>
                  <a:lnTo>
                    <a:pt x="596" y="4345"/>
                  </a:lnTo>
                  <a:lnTo>
                    <a:pt x="219888" y="558485"/>
                  </a:lnTo>
                  <a:lnTo>
                    <a:pt x="218810" y="563092"/>
                  </a:lnTo>
                  <a:lnTo>
                    <a:pt x="215574" y="565982"/>
                  </a:lnTo>
                  <a:lnTo>
                    <a:pt x="210224" y="572470"/>
                  </a:lnTo>
                  <a:lnTo>
                    <a:pt x="207046" y="580172"/>
                  </a:lnTo>
                  <a:lnTo>
                    <a:pt x="206286" y="588551"/>
                  </a:lnTo>
                  <a:lnTo>
                    <a:pt x="208192" y="597070"/>
                  </a:lnTo>
                  <a:lnTo>
                    <a:pt x="214270" y="606421"/>
                  </a:lnTo>
                  <a:lnTo>
                    <a:pt x="223150" y="612507"/>
                  </a:lnTo>
                  <a:lnTo>
                    <a:pt x="233663" y="614819"/>
                  </a:lnTo>
                  <a:lnTo>
                    <a:pt x="244641" y="612850"/>
                  </a:lnTo>
                  <a:lnTo>
                    <a:pt x="253992" y="606775"/>
                  </a:lnTo>
                  <a:lnTo>
                    <a:pt x="260078" y="597892"/>
                  </a:lnTo>
                  <a:lnTo>
                    <a:pt x="262390" y="587376"/>
                  </a:lnTo>
                  <a:lnTo>
                    <a:pt x="260421" y="576401"/>
                  </a:lnTo>
                  <a:lnTo>
                    <a:pt x="255957" y="568850"/>
                  </a:lnTo>
                  <a:lnTo>
                    <a:pt x="249625" y="563248"/>
                  </a:lnTo>
                  <a:lnTo>
                    <a:pt x="241983" y="559819"/>
                  </a:lnTo>
                  <a:lnTo>
                    <a:pt x="233584" y="558789"/>
                  </a:lnTo>
                  <a:lnTo>
                    <a:pt x="229228" y="558914"/>
                  </a:lnTo>
                  <a:lnTo>
                    <a:pt x="225260" y="556297"/>
                  </a:lnTo>
                  <a:lnTo>
                    <a:pt x="5392" y="722"/>
                  </a:lnTo>
                  <a:lnTo>
                    <a:pt x="3717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862858" y="3441388"/>
              <a:ext cx="330200" cy="292735"/>
            </a:xfrm>
            <a:custGeom>
              <a:avLst/>
              <a:gdLst/>
              <a:ahLst/>
              <a:cxnLst/>
              <a:rect l="l" t="t" r="r" b="b"/>
              <a:pathLst>
                <a:path w="330200" h="292735">
                  <a:moveTo>
                    <a:pt x="329996" y="279260"/>
                  </a:moveTo>
                  <a:lnTo>
                    <a:pt x="266077" y="223189"/>
                  </a:lnTo>
                  <a:lnTo>
                    <a:pt x="268287" y="212280"/>
                  </a:lnTo>
                  <a:lnTo>
                    <a:pt x="266077" y="201358"/>
                  </a:lnTo>
                  <a:lnTo>
                    <a:pt x="260057" y="192430"/>
                  </a:lnTo>
                  <a:lnTo>
                    <a:pt x="251129" y="186410"/>
                  </a:lnTo>
                  <a:lnTo>
                    <a:pt x="240207" y="184213"/>
                  </a:lnTo>
                  <a:lnTo>
                    <a:pt x="229273" y="186410"/>
                  </a:lnTo>
                  <a:lnTo>
                    <a:pt x="226390" y="188366"/>
                  </a:lnTo>
                  <a:lnTo>
                    <a:pt x="11722" y="0"/>
                  </a:lnTo>
                  <a:lnTo>
                    <a:pt x="0" y="13347"/>
                  </a:lnTo>
                  <a:lnTo>
                    <a:pt x="214312" y="201383"/>
                  </a:lnTo>
                  <a:lnTo>
                    <a:pt x="212128" y="212280"/>
                  </a:lnTo>
                  <a:lnTo>
                    <a:pt x="214325" y="223215"/>
                  </a:lnTo>
                  <a:lnTo>
                    <a:pt x="220345" y="232143"/>
                  </a:lnTo>
                  <a:lnTo>
                    <a:pt x="229273" y="238163"/>
                  </a:lnTo>
                  <a:lnTo>
                    <a:pt x="240207" y="240360"/>
                  </a:lnTo>
                  <a:lnTo>
                    <a:pt x="251129" y="238163"/>
                  </a:lnTo>
                  <a:lnTo>
                    <a:pt x="254012" y="236220"/>
                  </a:lnTo>
                  <a:lnTo>
                    <a:pt x="318287" y="292595"/>
                  </a:lnTo>
                  <a:lnTo>
                    <a:pt x="329996" y="279260"/>
                  </a:lnTo>
                  <a:close/>
                </a:path>
              </a:pathLst>
            </a:custGeom>
            <a:solidFill>
              <a:srgbClr val="0815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084522" y="3635120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5" h="37464">
                  <a:moveTo>
                    <a:pt x="18543" y="0"/>
                  </a:moveTo>
                  <a:lnTo>
                    <a:pt x="11326" y="1457"/>
                  </a:lnTo>
                  <a:lnTo>
                    <a:pt x="5431" y="5431"/>
                  </a:lnTo>
                  <a:lnTo>
                    <a:pt x="1457" y="11326"/>
                  </a:lnTo>
                  <a:lnTo>
                    <a:pt x="0" y="18543"/>
                  </a:lnTo>
                  <a:lnTo>
                    <a:pt x="1457" y="25761"/>
                  </a:lnTo>
                  <a:lnTo>
                    <a:pt x="5431" y="31656"/>
                  </a:lnTo>
                  <a:lnTo>
                    <a:pt x="11326" y="35630"/>
                  </a:lnTo>
                  <a:lnTo>
                    <a:pt x="18543" y="37087"/>
                  </a:lnTo>
                  <a:lnTo>
                    <a:pt x="25761" y="35630"/>
                  </a:lnTo>
                  <a:lnTo>
                    <a:pt x="31656" y="31656"/>
                  </a:lnTo>
                  <a:lnTo>
                    <a:pt x="35630" y="25761"/>
                  </a:lnTo>
                  <a:lnTo>
                    <a:pt x="37087" y="18543"/>
                  </a:lnTo>
                  <a:lnTo>
                    <a:pt x="35630" y="11326"/>
                  </a:lnTo>
                  <a:lnTo>
                    <a:pt x="31656" y="5431"/>
                  </a:lnTo>
                  <a:lnTo>
                    <a:pt x="25761" y="1457"/>
                  </a:lnTo>
                  <a:lnTo>
                    <a:pt x="18543" y="0"/>
                  </a:lnTo>
                  <a:close/>
                </a:path>
              </a:pathLst>
            </a:custGeom>
            <a:solidFill>
              <a:srgbClr val="1325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120966" y="7384357"/>
              <a:ext cx="5850255" cy="2531110"/>
            </a:xfrm>
            <a:custGeom>
              <a:avLst/>
              <a:gdLst/>
              <a:ahLst/>
              <a:cxnLst/>
              <a:rect l="l" t="t" r="r" b="b"/>
              <a:pathLst>
                <a:path w="5850255" h="2531109">
                  <a:moveTo>
                    <a:pt x="526046" y="0"/>
                  </a:moveTo>
                  <a:lnTo>
                    <a:pt x="333171" y="0"/>
                  </a:lnTo>
                  <a:lnTo>
                    <a:pt x="269290" y="481965"/>
                  </a:lnTo>
                  <a:lnTo>
                    <a:pt x="0" y="2514574"/>
                  </a:lnTo>
                  <a:lnTo>
                    <a:pt x="1663" y="2520061"/>
                  </a:lnTo>
                  <a:lnTo>
                    <a:pt x="8851" y="2528227"/>
                  </a:lnTo>
                  <a:lnTo>
                    <a:pt x="14033" y="2530602"/>
                  </a:lnTo>
                  <a:lnTo>
                    <a:pt x="57721" y="2530602"/>
                  </a:lnTo>
                  <a:lnTo>
                    <a:pt x="526046" y="0"/>
                  </a:lnTo>
                  <a:close/>
                </a:path>
                <a:path w="5850255" h="2531109">
                  <a:moveTo>
                    <a:pt x="2220607" y="0"/>
                  </a:moveTo>
                  <a:lnTo>
                    <a:pt x="2029548" y="0"/>
                  </a:lnTo>
                  <a:lnTo>
                    <a:pt x="2007273" y="481965"/>
                  </a:lnTo>
                  <a:lnTo>
                    <a:pt x="1913255" y="2515946"/>
                  </a:lnTo>
                  <a:lnTo>
                    <a:pt x="1915134" y="2521000"/>
                  </a:lnTo>
                  <a:lnTo>
                    <a:pt x="1922259" y="2528468"/>
                  </a:lnTo>
                  <a:lnTo>
                    <a:pt x="1927212" y="2530602"/>
                  </a:lnTo>
                  <a:lnTo>
                    <a:pt x="1970036" y="2530602"/>
                  </a:lnTo>
                  <a:lnTo>
                    <a:pt x="1977974" y="2529090"/>
                  </a:lnTo>
                  <a:lnTo>
                    <a:pt x="1984603" y="2524950"/>
                  </a:lnTo>
                  <a:lnTo>
                    <a:pt x="1989328" y="2518714"/>
                  </a:lnTo>
                  <a:lnTo>
                    <a:pt x="1991537" y="2510955"/>
                  </a:lnTo>
                  <a:lnTo>
                    <a:pt x="2220607" y="0"/>
                  </a:lnTo>
                  <a:close/>
                </a:path>
                <a:path w="5850255" h="2531109">
                  <a:moveTo>
                    <a:pt x="3936987" y="2515946"/>
                  </a:moveTo>
                  <a:lnTo>
                    <a:pt x="3936733" y="2510802"/>
                  </a:lnTo>
                  <a:lnTo>
                    <a:pt x="3820668" y="12"/>
                  </a:lnTo>
                  <a:lnTo>
                    <a:pt x="3629609" y="12"/>
                  </a:lnTo>
                  <a:lnTo>
                    <a:pt x="3858679" y="2510955"/>
                  </a:lnTo>
                  <a:lnTo>
                    <a:pt x="3880180" y="2530602"/>
                  </a:lnTo>
                  <a:lnTo>
                    <a:pt x="3922979" y="2530602"/>
                  </a:lnTo>
                  <a:lnTo>
                    <a:pt x="3927945" y="2528481"/>
                  </a:lnTo>
                  <a:lnTo>
                    <a:pt x="3935107" y="2521000"/>
                  </a:lnTo>
                  <a:lnTo>
                    <a:pt x="3936987" y="2515946"/>
                  </a:lnTo>
                  <a:close/>
                </a:path>
                <a:path w="5850255" h="2531109">
                  <a:moveTo>
                    <a:pt x="5850217" y="2514574"/>
                  </a:moveTo>
                  <a:lnTo>
                    <a:pt x="5517058" y="12"/>
                  </a:lnTo>
                  <a:lnTo>
                    <a:pt x="5324170" y="12"/>
                  </a:lnTo>
                  <a:lnTo>
                    <a:pt x="5771223" y="2512771"/>
                  </a:lnTo>
                  <a:lnTo>
                    <a:pt x="5792495" y="2530602"/>
                  </a:lnTo>
                  <a:lnTo>
                    <a:pt x="5836183" y="2530602"/>
                  </a:lnTo>
                  <a:lnTo>
                    <a:pt x="5841377" y="2528239"/>
                  </a:lnTo>
                  <a:lnTo>
                    <a:pt x="5848540" y="2520048"/>
                  </a:lnTo>
                  <a:lnTo>
                    <a:pt x="5850217" y="2514574"/>
                  </a:lnTo>
                  <a:close/>
                </a:path>
              </a:pathLst>
            </a:custGeom>
            <a:solidFill>
              <a:srgbClr val="EED9C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59977" y="6022928"/>
            <a:ext cx="6469380" cy="382905"/>
          </a:xfrm>
          <a:custGeom>
            <a:avLst/>
            <a:gdLst/>
            <a:ahLst/>
            <a:cxnLst/>
            <a:rect l="l" t="t" r="r" b="b"/>
            <a:pathLst>
              <a:path w="6469380" h="382904">
                <a:moveTo>
                  <a:pt x="6468797" y="0"/>
                </a:moveTo>
                <a:lnTo>
                  <a:pt x="944620" y="0"/>
                </a:lnTo>
                <a:lnTo>
                  <a:pt x="0" y="382365"/>
                </a:lnTo>
                <a:lnTo>
                  <a:pt x="5524166" y="382365"/>
                </a:lnTo>
                <a:lnTo>
                  <a:pt x="6468797" y="0"/>
                </a:lnTo>
                <a:close/>
              </a:path>
            </a:pathLst>
          </a:custGeom>
          <a:solidFill>
            <a:srgbClr val="81D3F9">
              <a:alpha val="30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972287" y="1729987"/>
            <a:ext cx="1937385" cy="3954145"/>
          </a:xfrm>
          <a:custGeom>
            <a:avLst/>
            <a:gdLst/>
            <a:ahLst/>
            <a:cxnLst/>
            <a:rect l="l" t="t" r="r" b="b"/>
            <a:pathLst>
              <a:path w="1937384" h="3954145">
                <a:moveTo>
                  <a:pt x="918286" y="880160"/>
                </a:moveTo>
                <a:lnTo>
                  <a:pt x="914171" y="872363"/>
                </a:lnTo>
                <a:lnTo>
                  <a:pt x="337134" y="295313"/>
                </a:lnTo>
                <a:lnTo>
                  <a:pt x="321259" y="284822"/>
                </a:lnTo>
                <a:lnTo>
                  <a:pt x="303250" y="281470"/>
                </a:lnTo>
                <a:lnTo>
                  <a:pt x="285305" y="285216"/>
                </a:lnTo>
                <a:lnTo>
                  <a:pt x="235521" y="333514"/>
                </a:lnTo>
                <a:lnTo>
                  <a:pt x="203352" y="372745"/>
                </a:lnTo>
                <a:lnTo>
                  <a:pt x="173240" y="413639"/>
                </a:lnTo>
                <a:lnTo>
                  <a:pt x="145262" y="456145"/>
                </a:lnTo>
                <a:lnTo>
                  <a:pt x="119494" y="500151"/>
                </a:lnTo>
                <a:lnTo>
                  <a:pt x="96012" y="545617"/>
                </a:lnTo>
                <a:lnTo>
                  <a:pt x="74904" y="592429"/>
                </a:lnTo>
                <a:lnTo>
                  <a:pt x="56248" y="640524"/>
                </a:lnTo>
                <a:lnTo>
                  <a:pt x="40119" y="689813"/>
                </a:lnTo>
                <a:lnTo>
                  <a:pt x="26593" y="740232"/>
                </a:lnTo>
                <a:lnTo>
                  <a:pt x="15748" y="791692"/>
                </a:lnTo>
                <a:lnTo>
                  <a:pt x="7670" y="844118"/>
                </a:lnTo>
                <a:lnTo>
                  <a:pt x="9474" y="864362"/>
                </a:lnTo>
                <a:lnTo>
                  <a:pt x="19050" y="881354"/>
                </a:lnTo>
                <a:lnTo>
                  <a:pt x="34645" y="893038"/>
                </a:lnTo>
                <a:lnTo>
                  <a:pt x="54470" y="897394"/>
                </a:lnTo>
                <a:lnTo>
                  <a:pt x="903808" y="897394"/>
                </a:lnTo>
                <a:lnTo>
                  <a:pt x="912241" y="894778"/>
                </a:lnTo>
                <a:lnTo>
                  <a:pt x="917359" y="888339"/>
                </a:lnTo>
                <a:lnTo>
                  <a:pt x="918286" y="880160"/>
                </a:lnTo>
                <a:close/>
              </a:path>
              <a:path w="1937384" h="3954145">
                <a:moveTo>
                  <a:pt x="957580" y="964260"/>
                </a:moveTo>
                <a:lnTo>
                  <a:pt x="954024" y="946670"/>
                </a:lnTo>
                <a:lnTo>
                  <a:pt x="944346" y="932307"/>
                </a:lnTo>
                <a:lnTo>
                  <a:pt x="929982" y="922629"/>
                </a:lnTo>
                <a:lnTo>
                  <a:pt x="912393" y="919073"/>
                </a:lnTo>
                <a:lnTo>
                  <a:pt x="46990" y="919073"/>
                </a:lnTo>
                <a:lnTo>
                  <a:pt x="28702" y="922769"/>
                </a:lnTo>
                <a:lnTo>
                  <a:pt x="13779" y="932827"/>
                </a:lnTo>
                <a:lnTo>
                  <a:pt x="3708" y="947762"/>
                </a:lnTo>
                <a:lnTo>
                  <a:pt x="0" y="966050"/>
                </a:lnTo>
                <a:lnTo>
                  <a:pt x="0" y="3901059"/>
                </a:lnTo>
                <a:lnTo>
                  <a:pt x="4127" y="3921480"/>
                </a:lnTo>
                <a:lnTo>
                  <a:pt x="15379" y="3938155"/>
                </a:lnTo>
                <a:lnTo>
                  <a:pt x="32054" y="3949408"/>
                </a:lnTo>
                <a:lnTo>
                  <a:pt x="52476" y="3953522"/>
                </a:lnTo>
                <a:lnTo>
                  <a:pt x="905103" y="3953522"/>
                </a:lnTo>
                <a:lnTo>
                  <a:pt x="925537" y="3949408"/>
                </a:lnTo>
                <a:lnTo>
                  <a:pt x="942213" y="3938155"/>
                </a:lnTo>
                <a:lnTo>
                  <a:pt x="953452" y="3921480"/>
                </a:lnTo>
                <a:lnTo>
                  <a:pt x="957580" y="3901059"/>
                </a:lnTo>
                <a:lnTo>
                  <a:pt x="957580" y="964260"/>
                </a:lnTo>
                <a:close/>
              </a:path>
              <a:path w="1937384" h="3954145">
                <a:moveTo>
                  <a:pt x="957580" y="47117"/>
                </a:moveTo>
                <a:lnTo>
                  <a:pt x="953592" y="28067"/>
                </a:lnTo>
                <a:lnTo>
                  <a:pt x="942784" y="12750"/>
                </a:lnTo>
                <a:lnTo>
                  <a:pt x="926896" y="2832"/>
                </a:lnTo>
                <a:lnTo>
                  <a:pt x="907669" y="0"/>
                </a:lnTo>
                <a:lnTo>
                  <a:pt x="856272" y="4546"/>
                </a:lnTo>
                <a:lnTo>
                  <a:pt x="805688" y="11734"/>
                </a:lnTo>
                <a:lnTo>
                  <a:pt x="755967" y="21501"/>
                </a:lnTo>
                <a:lnTo>
                  <a:pt x="707199" y="33756"/>
                </a:lnTo>
                <a:lnTo>
                  <a:pt x="659434" y="48450"/>
                </a:lnTo>
                <a:lnTo>
                  <a:pt x="612762" y="65506"/>
                </a:lnTo>
                <a:lnTo>
                  <a:pt x="567245" y="84861"/>
                </a:lnTo>
                <a:lnTo>
                  <a:pt x="522947" y="106426"/>
                </a:lnTo>
                <a:lnTo>
                  <a:pt x="479958" y="130149"/>
                </a:lnTo>
                <a:lnTo>
                  <a:pt x="438327" y="155956"/>
                </a:lnTo>
                <a:lnTo>
                  <a:pt x="398132" y="183769"/>
                </a:lnTo>
                <a:lnTo>
                  <a:pt x="359435" y="213512"/>
                </a:lnTo>
                <a:lnTo>
                  <a:pt x="342138" y="247662"/>
                </a:lnTo>
                <a:lnTo>
                  <a:pt x="345097" y="266661"/>
                </a:lnTo>
                <a:lnTo>
                  <a:pt x="355930" y="283451"/>
                </a:lnTo>
                <a:lnTo>
                  <a:pt x="932548" y="860056"/>
                </a:lnTo>
                <a:lnTo>
                  <a:pt x="940346" y="864158"/>
                </a:lnTo>
                <a:lnTo>
                  <a:pt x="948524" y="863231"/>
                </a:lnTo>
                <a:lnTo>
                  <a:pt x="954963" y="858113"/>
                </a:lnTo>
                <a:lnTo>
                  <a:pt x="957580" y="849680"/>
                </a:lnTo>
                <a:lnTo>
                  <a:pt x="957580" y="47117"/>
                </a:lnTo>
                <a:close/>
              </a:path>
              <a:path w="1937384" h="3954145">
                <a:moveTo>
                  <a:pt x="1593202" y="246354"/>
                </a:moveTo>
                <a:lnTo>
                  <a:pt x="1575612" y="212102"/>
                </a:lnTo>
                <a:lnTo>
                  <a:pt x="1532991" y="179641"/>
                </a:lnTo>
                <a:lnTo>
                  <a:pt x="1488554" y="149517"/>
                </a:lnTo>
                <a:lnTo>
                  <a:pt x="1442415" y="121856"/>
                </a:lnTo>
                <a:lnTo>
                  <a:pt x="1394650" y="96723"/>
                </a:lnTo>
                <a:lnTo>
                  <a:pt x="1345361" y="74206"/>
                </a:lnTo>
                <a:lnTo>
                  <a:pt x="1295615" y="54775"/>
                </a:lnTo>
                <a:lnTo>
                  <a:pt x="1244587" y="38061"/>
                </a:lnTo>
                <a:lnTo>
                  <a:pt x="1192352" y="24130"/>
                </a:lnTo>
                <a:lnTo>
                  <a:pt x="1138999" y="13093"/>
                </a:lnTo>
                <a:lnTo>
                  <a:pt x="1084618" y="5016"/>
                </a:lnTo>
                <a:lnTo>
                  <a:pt x="1029296" y="0"/>
                </a:lnTo>
                <a:lnTo>
                  <a:pt x="1010031" y="2832"/>
                </a:lnTo>
                <a:lnTo>
                  <a:pt x="994105" y="12738"/>
                </a:lnTo>
                <a:lnTo>
                  <a:pt x="983259" y="28054"/>
                </a:lnTo>
                <a:lnTo>
                  <a:pt x="979258" y="47117"/>
                </a:lnTo>
                <a:lnTo>
                  <a:pt x="979258" y="847077"/>
                </a:lnTo>
                <a:lnTo>
                  <a:pt x="981875" y="855510"/>
                </a:lnTo>
                <a:lnTo>
                  <a:pt x="988314" y="860628"/>
                </a:lnTo>
                <a:lnTo>
                  <a:pt x="996492" y="861555"/>
                </a:lnTo>
                <a:lnTo>
                  <a:pt x="1004290" y="857440"/>
                </a:lnTo>
                <a:lnTo>
                  <a:pt x="1579460" y="282295"/>
                </a:lnTo>
                <a:lnTo>
                  <a:pt x="1590319" y="265430"/>
                </a:lnTo>
                <a:lnTo>
                  <a:pt x="1593202" y="246354"/>
                </a:lnTo>
                <a:close/>
              </a:path>
              <a:path w="1937384" h="3954145">
                <a:moveTo>
                  <a:pt x="1929155" y="844105"/>
                </a:moveTo>
                <a:lnTo>
                  <a:pt x="1921052" y="791514"/>
                </a:lnTo>
                <a:lnTo>
                  <a:pt x="1910156" y="739902"/>
                </a:lnTo>
                <a:lnTo>
                  <a:pt x="1896567" y="689343"/>
                </a:lnTo>
                <a:lnTo>
                  <a:pt x="1880349" y="639902"/>
                </a:lnTo>
                <a:lnTo>
                  <a:pt x="1861604" y="591680"/>
                </a:lnTo>
                <a:lnTo>
                  <a:pt x="1840382" y="544741"/>
                </a:lnTo>
                <a:lnTo>
                  <a:pt x="1816785" y="499173"/>
                </a:lnTo>
                <a:lnTo>
                  <a:pt x="1790890" y="455053"/>
                </a:lnTo>
                <a:lnTo>
                  <a:pt x="1762760" y="412470"/>
                </a:lnTo>
                <a:lnTo>
                  <a:pt x="1732495" y="371487"/>
                </a:lnTo>
                <a:lnTo>
                  <a:pt x="1700161" y="332193"/>
                </a:lnTo>
                <a:lnTo>
                  <a:pt x="1665846" y="294665"/>
                </a:lnTo>
                <a:lnTo>
                  <a:pt x="1632267" y="280162"/>
                </a:lnTo>
                <a:lnTo>
                  <a:pt x="1614271" y="283514"/>
                </a:lnTo>
                <a:lnTo>
                  <a:pt x="1598422" y="293992"/>
                </a:lnTo>
                <a:lnTo>
                  <a:pt x="1020064" y="872363"/>
                </a:lnTo>
                <a:lnTo>
                  <a:pt x="1015949" y="880160"/>
                </a:lnTo>
                <a:lnTo>
                  <a:pt x="1016889" y="888339"/>
                </a:lnTo>
                <a:lnTo>
                  <a:pt x="1021994" y="894778"/>
                </a:lnTo>
                <a:lnTo>
                  <a:pt x="1030427" y="897394"/>
                </a:lnTo>
                <a:lnTo>
                  <a:pt x="1882355" y="897394"/>
                </a:lnTo>
                <a:lnTo>
                  <a:pt x="1902180" y="893038"/>
                </a:lnTo>
                <a:lnTo>
                  <a:pt x="1917776" y="881341"/>
                </a:lnTo>
                <a:lnTo>
                  <a:pt x="1927352" y="864349"/>
                </a:lnTo>
                <a:lnTo>
                  <a:pt x="1929155" y="844105"/>
                </a:lnTo>
                <a:close/>
              </a:path>
              <a:path w="1937384" h="3954145">
                <a:moveTo>
                  <a:pt x="1936813" y="966520"/>
                </a:moveTo>
                <a:lnTo>
                  <a:pt x="1933117" y="947762"/>
                </a:lnTo>
                <a:lnTo>
                  <a:pt x="1923046" y="932827"/>
                </a:lnTo>
                <a:lnTo>
                  <a:pt x="1908124" y="922769"/>
                </a:lnTo>
                <a:lnTo>
                  <a:pt x="1889848" y="919073"/>
                </a:lnTo>
                <a:lnTo>
                  <a:pt x="1024445" y="919073"/>
                </a:lnTo>
                <a:lnTo>
                  <a:pt x="1006856" y="922629"/>
                </a:lnTo>
                <a:lnTo>
                  <a:pt x="992492" y="932307"/>
                </a:lnTo>
                <a:lnTo>
                  <a:pt x="982814" y="946670"/>
                </a:lnTo>
                <a:lnTo>
                  <a:pt x="979258" y="964260"/>
                </a:lnTo>
                <a:lnTo>
                  <a:pt x="979258" y="3901059"/>
                </a:lnTo>
                <a:lnTo>
                  <a:pt x="983386" y="3921480"/>
                </a:lnTo>
                <a:lnTo>
                  <a:pt x="994638" y="3938155"/>
                </a:lnTo>
                <a:lnTo>
                  <a:pt x="1011313" y="3949408"/>
                </a:lnTo>
                <a:lnTo>
                  <a:pt x="1031735" y="3953535"/>
                </a:lnTo>
                <a:lnTo>
                  <a:pt x="1884349" y="3953535"/>
                </a:lnTo>
                <a:lnTo>
                  <a:pt x="1904771" y="3949408"/>
                </a:lnTo>
                <a:lnTo>
                  <a:pt x="1921446" y="3938155"/>
                </a:lnTo>
                <a:lnTo>
                  <a:pt x="1932698" y="3921480"/>
                </a:lnTo>
                <a:lnTo>
                  <a:pt x="1936813" y="3901059"/>
                </a:lnTo>
                <a:lnTo>
                  <a:pt x="1936813" y="96652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041881" y="6006693"/>
            <a:ext cx="3446779" cy="311785"/>
            <a:chOff x="1041881" y="6006693"/>
            <a:chExt cx="3446779" cy="311785"/>
          </a:xfrm>
        </p:grpSpPr>
        <p:sp>
          <p:nvSpPr>
            <p:cNvPr id="5" name="object 5" descr=""/>
            <p:cNvSpPr/>
            <p:nvPr/>
          </p:nvSpPr>
          <p:spPr>
            <a:xfrm>
              <a:off x="1041881" y="6006693"/>
              <a:ext cx="3446779" cy="311785"/>
            </a:xfrm>
            <a:custGeom>
              <a:avLst/>
              <a:gdLst/>
              <a:ahLst/>
              <a:cxnLst/>
              <a:rect l="l" t="t" r="r" b="b"/>
              <a:pathLst>
                <a:path w="3446779" h="311785">
                  <a:moveTo>
                    <a:pt x="1723088" y="0"/>
                  </a:moveTo>
                  <a:lnTo>
                    <a:pt x="1644215" y="160"/>
                  </a:lnTo>
                  <a:lnTo>
                    <a:pt x="1566252" y="636"/>
                  </a:lnTo>
                  <a:lnTo>
                    <a:pt x="1489275" y="1421"/>
                  </a:lnTo>
                  <a:lnTo>
                    <a:pt x="1413361" y="2508"/>
                  </a:lnTo>
                  <a:lnTo>
                    <a:pt x="1338585" y="3890"/>
                  </a:lnTo>
                  <a:lnTo>
                    <a:pt x="1265023" y="5561"/>
                  </a:lnTo>
                  <a:lnTo>
                    <a:pt x="1192752" y="7513"/>
                  </a:lnTo>
                  <a:lnTo>
                    <a:pt x="1121847" y="9740"/>
                  </a:lnTo>
                  <a:lnTo>
                    <a:pt x="1052384" y="12234"/>
                  </a:lnTo>
                  <a:lnTo>
                    <a:pt x="984440" y="14990"/>
                  </a:lnTo>
                  <a:lnTo>
                    <a:pt x="918091" y="17999"/>
                  </a:lnTo>
                  <a:lnTo>
                    <a:pt x="853412" y="21256"/>
                  </a:lnTo>
                  <a:lnTo>
                    <a:pt x="790480" y="24753"/>
                  </a:lnTo>
                  <a:lnTo>
                    <a:pt x="729371" y="28483"/>
                  </a:lnTo>
                  <a:lnTo>
                    <a:pt x="670160" y="32440"/>
                  </a:lnTo>
                  <a:lnTo>
                    <a:pt x="612924" y="36616"/>
                  </a:lnTo>
                  <a:lnTo>
                    <a:pt x="557739" y="41005"/>
                  </a:lnTo>
                  <a:lnTo>
                    <a:pt x="504680" y="45600"/>
                  </a:lnTo>
                  <a:lnTo>
                    <a:pt x="453825" y="50394"/>
                  </a:lnTo>
                  <a:lnTo>
                    <a:pt x="405248" y="55381"/>
                  </a:lnTo>
                  <a:lnTo>
                    <a:pt x="359027" y="60552"/>
                  </a:lnTo>
                  <a:lnTo>
                    <a:pt x="315236" y="65902"/>
                  </a:lnTo>
                  <a:lnTo>
                    <a:pt x="273952" y="71424"/>
                  </a:lnTo>
                  <a:lnTo>
                    <a:pt x="235252" y="77110"/>
                  </a:lnTo>
                  <a:lnTo>
                    <a:pt x="165904" y="88949"/>
                  </a:lnTo>
                  <a:lnTo>
                    <a:pt x="107800" y="101365"/>
                  </a:lnTo>
                  <a:lnTo>
                    <a:pt x="61550" y="114302"/>
                  </a:lnTo>
                  <a:lnTo>
                    <a:pt x="15729" y="134564"/>
                  </a:lnTo>
                  <a:lnTo>
                    <a:pt x="0" y="155691"/>
                  </a:lnTo>
                  <a:lnTo>
                    <a:pt x="1773" y="162818"/>
                  </a:lnTo>
                  <a:lnTo>
                    <a:pt x="43060" y="190434"/>
                  </a:lnTo>
                  <a:lnTo>
                    <a:pt x="83155" y="203611"/>
                  </a:lnTo>
                  <a:lnTo>
                    <a:pt x="135408" y="216294"/>
                  </a:lnTo>
                  <a:lnTo>
                    <a:pt x="199210" y="228428"/>
                  </a:lnTo>
                  <a:lnTo>
                    <a:pt x="273952" y="239958"/>
                  </a:lnTo>
                  <a:lnTo>
                    <a:pt x="315236" y="245480"/>
                  </a:lnTo>
                  <a:lnTo>
                    <a:pt x="359027" y="250830"/>
                  </a:lnTo>
                  <a:lnTo>
                    <a:pt x="405248" y="256002"/>
                  </a:lnTo>
                  <a:lnTo>
                    <a:pt x="453825" y="260988"/>
                  </a:lnTo>
                  <a:lnTo>
                    <a:pt x="504680" y="265782"/>
                  </a:lnTo>
                  <a:lnTo>
                    <a:pt x="557739" y="270377"/>
                  </a:lnTo>
                  <a:lnTo>
                    <a:pt x="612924" y="274766"/>
                  </a:lnTo>
                  <a:lnTo>
                    <a:pt x="670160" y="278943"/>
                  </a:lnTo>
                  <a:lnTo>
                    <a:pt x="729371" y="282899"/>
                  </a:lnTo>
                  <a:lnTo>
                    <a:pt x="790480" y="286630"/>
                  </a:lnTo>
                  <a:lnTo>
                    <a:pt x="853412" y="290126"/>
                  </a:lnTo>
                  <a:lnTo>
                    <a:pt x="918091" y="293383"/>
                  </a:lnTo>
                  <a:lnTo>
                    <a:pt x="984440" y="296392"/>
                  </a:lnTo>
                  <a:lnTo>
                    <a:pt x="1052384" y="299148"/>
                  </a:lnTo>
                  <a:lnTo>
                    <a:pt x="1121847" y="301642"/>
                  </a:lnTo>
                  <a:lnTo>
                    <a:pt x="1192752" y="303869"/>
                  </a:lnTo>
                  <a:lnTo>
                    <a:pt x="1265023" y="305821"/>
                  </a:lnTo>
                  <a:lnTo>
                    <a:pt x="1338585" y="307492"/>
                  </a:lnTo>
                  <a:lnTo>
                    <a:pt x="1413361" y="308874"/>
                  </a:lnTo>
                  <a:lnTo>
                    <a:pt x="1489275" y="309961"/>
                  </a:lnTo>
                  <a:lnTo>
                    <a:pt x="1566252" y="310746"/>
                  </a:lnTo>
                  <a:lnTo>
                    <a:pt x="1644215" y="311222"/>
                  </a:lnTo>
                  <a:lnTo>
                    <a:pt x="1723088" y="311383"/>
                  </a:lnTo>
                  <a:lnTo>
                    <a:pt x="1801961" y="311222"/>
                  </a:lnTo>
                  <a:lnTo>
                    <a:pt x="1879923" y="310746"/>
                  </a:lnTo>
                  <a:lnTo>
                    <a:pt x="1956899" y="309961"/>
                  </a:lnTo>
                  <a:lnTo>
                    <a:pt x="2032813" y="308874"/>
                  </a:lnTo>
                  <a:lnTo>
                    <a:pt x="2107588" y="307492"/>
                  </a:lnTo>
                  <a:lnTo>
                    <a:pt x="2181149" y="305821"/>
                  </a:lnTo>
                  <a:lnTo>
                    <a:pt x="2253420" y="303869"/>
                  </a:lnTo>
                  <a:lnTo>
                    <a:pt x="2324324" y="301642"/>
                  </a:lnTo>
                  <a:lnTo>
                    <a:pt x="2393786" y="299148"/>
                  </a:lnTo>
                  <a:lnTo>
                    <a:pt x="2461730" y="296392"/>
                  </a:lnTo>
                  <a:lnTo>
                    <a:pt x="2528079" y="293383"/>
                  </a:lnTo>
                  <a:lnTo>
                    <a:pt x="2592757" y="290126"/>
                  </a:lnTo>
                  <a:lnTo>
                    <a:pt x="2655689" y="286630"/>
                  </a:lnTo>
                  <a:lnTo>
                    <a:pt x="2716798" y="282899"/>
                  </a:lnTo>
                  <a:lnTo>
                    <a:pt x="2776008" y="278943"/>
                  </a:lnTo>
                  <a:lnTo>
                    <a:pt x="2833244" y="274766"/>
                  </a:lnTo>
                  <a:lnTo>
                    <a:pt x="2888429" y="270377"/>
                  </a:lnTo>
                  <a:lnTo>
                    <a:pt x="2941487" y="265782"/>
                  </a:lnTo>
                  <a:lnTo>
                    <a:pt x="2992342" y="260988"/>
                  </a:lnTo>
                  <a:lnTo>
                    <a:pt x="3040919" y="256002"/>
                  </a:lnTo>
                  <a:lnTo>
                    <a:pt x="3087140" y="250830"/>
                  </a:lnTo>
                  <a:lnTo>
                    <a:pt x="3130931" y="245480"/>
                  </a:lnTo>
                  <a:lnTo>
                    <a:pt x="3172215" y="239958"/>
                  </a:lnTo>
                  <a:lnTo>
                    <a:pt x="3210915" y="234272"/>
                  </a:lnTo>
                  <a:lnTo>
                    <a:pt x="3280263" y="222433"/>
                  </a:lnTo>
                  <a:lnTo>
                    <a:pt x="3338366" y="210017"/>
                  </a:lnTo>
                  <a:lnTo>
                    <a:pt x="3384616" y="197080"/>
                  </a:lnTo>
                  <a:lnTo>
                    <a:pt x="3430437" y="176818"/>
                  </a:lnTo>
                  <a:lnTo>
                    <a:pt x="3446167" y="155691"/>
                  </a:lnTo>
                  <a:lnTo>
                    <a:pt x="3444394" y="148564"/>
                  </a:lnTo>
                  <a:lnTo>
                    <a:pt x="3403107" y="120949"/>
                  </a:lnTo>
                  <a:lnTo>
                    <a:pt x="3363011" y="107772"/>
                  </a:lnTo>
                  <a:lnTo>
                    <a:pt x="3310758" y="95089"/>
                  </a:lnTo>
                  <a:lnTo>
                    <a:pt x="3246957" y="82954"/>
                  </a:lnTo>
                  <a:lnTo>
                    <a:pt x="3172215" y="71424"/>
                  </a:lnTo>
                  <a:lnTo>
                    <a:pt x="3130931" y="65902"/>
                  </a:lnTo>
                  <a:lnTo>
                    <a:pt x="3087140" y="60552"/>
                  </a:lnTo>
                  <a:lnTo>
                    <a:pt x="3040919" y="55381"/>
                  </a:lnTo>
                  <a:lnTo>
                    <a:pt x="2992342" y="50394"/>
                  </a:lnTo>
                  <a:lnTo>
                    <a:pt x="2941487" y="45600"/>
                  </a:lnTo>
                  <a:lnTo>
                    <a:pt x="2888429" y="41005"/>
                  </a:lnTo>
                  <a:lnTo>
                    <a:pt x="2833244" y="36616"/>
                  </a:lnTo>
                  <a:lnTo>
                    <a:pt x="2776008" y="32440"/>
                  </a:lnTo>
                  <a:lnTo>
                    <a:pt x="2716798" y="28483"/>
                  </a:lnTo>
                  <a:lnTo>
                    <a:pt x="2655689" y="24753"/>
                  </a:lnTo>
                  <a:lnTo>
                    <a:pt x="2592757" y="21256"/>
                  </a:lnTo>
                  <a:lnTo>
                    <a:pt x="2528079" y="17999"/>
                  </a:lnTo>
                  <a:lnTo>
                    <a:pt x="2461730" y="14990"/>
                  </a:lnTo>
                  <a:lnTo>
                    <a:pt x="2393786" y="12234"/>
                  </a:lnTo>
                  <a:lnTo>
                    <a:pt x="2324324" y="9740"/>
                  </a:lnTo>
                  <a:lnTo>
                    <a:pt x="2253420" y="7513"/>
                  </a:lnTo>
                  <a:lnTo>
                    <a:pt x="2181149" y="5561"/>
                  </a:lnTo>
                  <a:lnTo>
                    <a:pt x="2107588" y="3890"/>
                  </a:lnTo>
                  <a:lnTo>
                    <a:pt x="2032813" y="2508"/>
                  </a:lnTo>
                  <a:lnTo>
                    <a:pt x="1956899" y="1421"/>
                  </a:lnTo>
                  <a:lnTo>
                    <a:pt x="1879923" y="636"/>
                  </a:lnTo>
                  <a:lnTo>
                    <a:pt x="1801961" y="160"/>
                  </a:lnTo>
                  <a:lnTo>
                    <a:pt x="172308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00000" y="6055099"/>
              <a:ext cx="3159760" cy="210185"/>
            </a:xfrm>
            <a:custGeom>
              <a:avLst/>
              <a:gdLst/>
              <a:ahLst/>
              <a:cxnLst/>
              <a:rect l="l" t="t" r="r" b="b"/>
              <a:pathLst>
                <a:path w="3159760" h="210185">
                  <a:moveTo>
                    <a:pt x="3159254" y="104865"/>
                  </a:moveTo>
                  <a:lnTo>
                    <a:pt x="3127162" y="125999"/>
                  </a:lnTo>
                  <a:lnTo>
                    <a:pt x="3088237" y="136049"/>
                  </a:lnTo>
                  <a:lnTo>
                    <a:pt x="3035119" y="145683"/>
                  </a:lnTo>
                  <a:lnTo>
                    <a:pt x="2968601" y="154850"/>
                  </a:lnTo>
                  <a:lnTo>
                    <a:pt x="2930566" y="159242"/>
                  </a:lnTo>
                  <a:lnTo>
                    <a:pt x="2889478" y="163496"/>
                  </a:lnTo>
                  <a:lnTo>
                    <a:pt x="2845438" y="167608"/>
                  </a:lnTo>
                  <a:lnTo>
                    <a:pt x="2798544" y="171569"/>
                  </a:lnTo>
                  <a:lnTo>
                    <a:pt x="2748895" y="175374"/>
                  </a:lnTo>
                  <a:lnTo>
                    <a:pt x="2696591" y="179016"/>
                  </a:lnTo>
                  <a:lnTo>
                    <a:pt x="2641732" y="182489"/>
                  </a:lnTo>
                  <a:lnTo>
                    <a:pt x="2584416" y="185785"/>
                  </a:lnTo>
                  <a:lnTo>
                    <a:pt x="2524742" y="188898"/>
                  </a:lnTo>
                  <a:lnTo>
                    <a:pt x="2462811" y="191822"/>
                  </a:lnTo>
                  <a:lnTo>
                    <a:pt x="2398720" y="194549"/>
                  </a:lnTo>
                  <a:lnTo>
                    <a:pt x="2332570" y="197074"/>
                  </a:lnTo>
                  <a:lnTo>
                    <a:pt x="2264460" y="199390"/>
                  </a:lnTo>
                  <a:lnTo>
                    <a:pt x="2194488" y="201490"/>
                  </a:lnTo>
                  <a:lnTo>
                    <a:pt x="2122755" y="203368"/>
                  </a:lnTo>
                  <a:lnTo>
                    <a:pt x="2049359" y="205017"/>
                  </a:lnTo>
                  <a:lnTo>
                    <a:pt x="1974400" y="206430"/>
                  </a:lnTo>
                  <a:lnTo>
                    <a:pt x="1897976" y="207601"/>
                  </a:lnTo>
                  <a:lnTo>
                    <a:pt x="1820188" y="208523"/>
                  </a:lnTo>
                  <a:lnTo>
                    <a:pt x="1741134" y="209190"/>
                  </a:lnTo>
                  <a:lnTo>
                    <a:pt x="1660914" y="209595"/>
                  </a:lnTo>
                  <a:lnTo>
                    <a:pt x="1579627" y="209731"/>
                  </a:lnTo>
                  <a:lnTo>
                    <a:pt x="1498339" y="209595"/>
                  </a:lnTo>
                  <a:lnTo>
                    <a:pt x="1418119" y="209190"/>
                  </a:lnTo>
                  <a:lnTo>
                    <a:pt x="1339065" y="208523"/>
                  </a:lnTo>
                  <a:lnTo>
                    <a:pt x="1261277" y="207601"/>
                  </a:lnTo>
                  <a:lnTo>
                    <a:pt x="1184854" y="206430"/>
                  </a:lnTo>
                  <a:lnTo>
                    <a:pt x="1109894" y="205017"/>
                  </a:lnTo>
                  <a:lnTo>
                    <a:pt x="1036498" y="203368"/>
                  </a:lnTo>
                  <a:lnTo>
                    <a:pt x="964765" y="201490"/>
                  </a:lnTo>
                  <a:lnTo>
                    <a:pt x="894794" y="199390"/>
                  </a:lnTo>
                  <a:lnTo>
                    <a:pt x="826683" y="197074"/>
                  </a:lnTo>
                  <a:lnTo>
                    <a:pt x="760533" y="194549"/>
                  </a:lnTo>
                  <a:lnTo>
                    <a:pt x="696443" y="191822"/>
                  </a:lnTo>
                  <a:lnTo>
                    <a:pt x="634511" y="188898"/>
                  </a:lnTo>
                  <a:lnTo>
                    <a:pt x="574838" y="185785"/>
                  </a:lnTo>
                  <a:lnTo>
                    <a:pt x="517522" y="182489"/>
                  </a:lnTo>
                  <a:lnTo>
                    <a:pt x="462662" y="179016"/>
                  </a:lnTo>
                  <a:lnTo>
                    <a:pt x="410358" y="175374"/>
                  </a:lnTo>
                  <a:lnTo>
                    <a:pt x="360710" y="171569"/>
                  </a:lnTo>
                  <a:lnTo>
                    <a:pt x="313816" y="167608"/>
                  </a:lnTo>
                  <a:lnTo>
                    <a:pt x="269775" y="163496"/>
                  </a:lnTo>
                  <a:lnTo>
                    <a:pt x="228688" y="159242"/>
                  </a:lnTo>
                  <a:lnTo>
                    <a:pt x="190652" y="154850"/>
                  </a:lnTo>
                  <a:lnTo>
                    <a:pt x="124135" y="145683"/>
                  </a:lnTo>
                  <a:lnTo>
                    <a:pt x="71017" y="136049"/>
                  </a:lnTo>
                  <a:lnTo>
                    <a:pt x="32092" y="125999"/>
                  </a:lnTo>
                  <a:lnTo>
                    <a:pt x="0" y="104865"/>
                  </a:lnTo>
                  <a:lnTo>
                    <a:pt x="2055" y="99469"/>
                  </a:lnTo>
                  <a:lnTo>
                    <a:pt x="49730" y="78658"/>
                  </a:lnTo>
                  <a:lnTo>
                    <a:pt x="95851" y="68810"/>
                  </a:lnTo>
                  <a:lnTo>
                    <a:pt x="155768" y="59402"/>
                  </a:lnTo>
                  <a:lnTo>
                    <a:pt x="228688" y="50489"/>
                  </a:lnTo>
                  <a:lnTo>
                    <a:pt x="269775" y="46234"/>
                  </a:lnTo>
                  <a:lnTo>
                    <a:pt x="313816" y="42123"/>
                  </a:lnTo>
                  <a:lnTo>
                    <a:pt x="360710" y="38162"/>
                  </a:lnTo>
                  <a:lnTo>
                    <a:pt x="410358" y="34356"/>
                  </a:lnTo>
                  <a:lnTo>
                    <a:pt x="462662" y="30715"/>
                  </a:lnTo>
                  <a:lnTo>
                    <a:pt x="517522" y="27242"/>
                  </a:lnTo>
                  <a:lnTo>
                    <a:pt x="574838" y="23946"/>
                  </a:lnTo>
                  <a:lnTo>
                    <a:pt x="634511" y="20833"/>
                  </a:lnTo>
                  <a:lnTo>
                    <a:pt x="696443" y="17909"/>
                  </a:lnTo>
                  <a:lnTo>
                    <a:pt x="760533" y="15182"/>
                  </a:lnTo>
                  <a:lnTo>
                    <a:pt x="826683" y="12657"/>
                  </a:lnTo>
                  <a:lnTo>
                    <a:pt x="894794" y="10341"/>
                  </a:lnTo>
                  <a:lnTo>
                    <a:pt x="964765" y="8241"/>
                  </a:lnTo>
                  <a:lnTo>
                    <a:pt x="1036498" y="6363"/>
                  </a:lnTo>
                  <a:lnTo>
                    <a:pt x="1109894" y="4714"/>
                  </a:lnTo>
                  <a:lnTo>
                    <a:pt x="1184854" y="3301"/>
                  </a:lnTo>
                  <a:lnTo>
                    <a:pt x="1261277" y="2130"/>
                  </a:lnTo>
                  <a:lnTo>
                    <a:pt x="1339065" y="1208"/>
                  </a:lnTo>
                  <a:lnTo>
                    <a:pt x="1418119" y="541"/>
                  </a:lnTo>
                  <a:lnTo>
                    <a:pt x="1498339" y="136"/>
                  </a:lnTo>
                  <a:lnTo>
                    <a:pt x="1579627" y="0"/>
                  </a:lnTo>
                  <a:lnTo>
                    <a:pt x="1660914" y="136"/>
                  </a:lnTo>
                  <a:lnTo>
                    <a:pt x="1741134" y="541"/>
                  </a:lnTo>
                  <a:lnTo>
                    <a:pt x="1820188" y="1208"/>
                  </a:lnTo>
                  <a:lnTo>
                    <a:pt x="1897976" y="2130"/>
                  </a:lnTo>
                  <a:lnTo>
                    <a:pt x="1974400" y="3301"/>
                  </a:lnTo>
                  <a:lnTo>
                    <a:pt x="2049359" y="4714"/>
                  </a:lnTo>
                  <a:lnTo>
                    <a:pt x="2122755" y="6363"/>
                  </a:lnTo>
                  <a:lnTo>
                    <a:pt x="2194488" y="8241"/>
                  </a:lnTo>
                  <a:lnTo>
                    <a:pt x="2264460" y="10341"/>
                  </a:lnTo>
                  <a:lnTo>
                    <a:pt x="2332570" y="12657"/>
                  </a:lnTo>
                  <a:lnTo>
                    <a:pt x="2398720" y="15182"/>
                  </a:lnTo>
                  <a:lnTo>
                    <a:pt x="2462811" y="17909"/>
                  </a:lnTo>
                  <a:lnTo>
                    <a:pt x="2524742" y="20833"/>
                  </a:lnTo>
                  <a:lnTo>
                    <a:pt x="2584416" y="23946"/>
                  </a:lnTo>
                  <a:lnTo>
                    <a:pt x="2641732" y="27242"/>
                  </a:lnTo>
                  <a:lnTo>
                    <a:pt x="2696591" y="30715"/>
                  </a:lnTo>
                  <a:lnTo>
                    <a:pt x="2748895" y="34356"/>
                  </a:lnTo>
                  <a:lnTo>
                    <a:pt x="2798544" y="38162"/>
                  </a:lnTo>
                  <a:lnTo>
                    <a:pt x="2845438" y="42123"/>
                  </a:lnTo>
                  <a:lnTo>
                    <a:pt x="2889478" y="46234"/>
                  </a:lnTo>
                  <a:lnTo>
                    <a:pt x="2930566" y="50489"/>
                  </a:lnTo>
                  <a:lnTo>
                    <a:pt x="2968601" y="54881"/>
                  </a:lnTo>
                  <a:lnTo>
                    <a:pt x="3035119" y="64047"/>
                  </a:lnTo>
                  <a:lnTo>
                    <a:pt x="3088237" y="73682"/>
                  </a:lnTo>
                  <a:lnTo>
                    <a:pt x="3127162" y="83732"/>
                  </a:lnTo>
                  <a:lnTo>
                    <a:pt x="3159254" y="104865"/>
                  </a:lnTo>
                  <a:close/>
                </a:path>
              </a:pathLst>
            </a:custGeom>
            <a:ln w="9675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233467" y="1799046"/>
            <a:ext cx="3013075" cy="4382135"/>
            <a:chOff x="1233467" y="1799046"/>
            <a:chExt cx="3013075" cy="4382135"/>
          </a:xfrm>
        </p:grpSpPr>
        <p:sp>
          <p:nvSpPr>
            <p:cNvPr id="8" name="object 8" descr=""/>
            <p:cNvSpPr/>
            <p:nvPr/>
          </p:nvSpPr>
          <p:spPr>
            <a:xfrm>
              <a:off x="1233462" y="1799049"/>
              <a:ext cx="3013075" cy="3515995"/>
            </a:xfrm>
            <a:custGeom>
              <a:avLst/>
              <a:gdLst/>
              <a:ahLst/>
              <a:cxnLst/>
              <a:rect l="l" t="t" r="r" b="b"/>
              <a:pathLst>
                <a:path w="3013075" h="3515995">
                  <a:moveTo>
                    <a:pt x="483781" y="3062389"/>
                  </a:moveTo>
                  <a:lnTo>
                    <a:pt x="481380" y="3050463"/>
                  </a:lnTo>
                  <a:lnTo>
                    <a:pt x="474814" y="3040723"/>
                  </a:lnTo>
                  <a:lnTo>
                    <a:pt x="465074" y="3034157"/>
                  </a:lnTo>
                  <a:lnTo>
                    <a:pt x="453148" y="3031756"/>
                  </a:lnTo>
                  <a:lnTo>
                    <a:pt x="30632" y="3031756"/>
                  </a:lnTo>
                  <a:lnTo>
                    <a:pt x="18707" y="3034157"/>
                  </a:lnTo>
                  <a:lnTo>
                    <a:pt x="8966" y="3040723"/>
                  </a:lnTo>
                  <a:lnTo>
                    <a:pt x="2400" y="3050463"/>
                  </a:lnTo>
                  <a:lnTo>
                    <a:pt x="0" y="3062389"/>
                  </a:lnTo>
                  <a:lnTo>
                    <a:pt x="0" y="3484905"/>
                  </a:lnTo>
                  <a:lnTo>
                    <a:pt x="2400" y="3496830"/>
                  </a:lnTo>
                  <a:lnTo>
                    <a:pt x="8966" y="3506559"/>
                  </a:lnTo>
                  <a:lnTo>
                    <a:pt x="18707" y="3513124"/>
                  </a:lnTo>
                  <a:lnTo>
                    <a:pt x="30632" y="3515537"/>
                  </a:lnTo>
                  <a:lnTo>
                    <a:pt x="453148" y="3515537"/>
                  </a:lnTo>
                  <a:lnTo>
                    <a:pt x="465074" y="3513124"/>
                  </a:lnTo>
                  <a:lnTo>
                    <a:pt x="474814" y="3506559"/>
                  </a:lnTo>
                  <a:lnTo>
                    <a:pt x="481380" y="3496830"/>
                  </a:lnTo>
                  <a:lnTo>
                    <a:pt x="483781" y="3484905"/>
                  </a:lnTo>
                  <a:lnTo>
                    <a:pt x="483781" y="3062389"/>
                  </a:lnTo>
                  <a:close/>
                </a:path>
                <a:path w="3013075" h="3515995">
                  <a:moveTo>
                    <a:pt x="483781" y="2559253"/>
                  </a:moveTo>
                  <a:lnTo>
                    <a:pt x="481380" y="2547328"/>
                  </a:lnTo>
                  <a:lnTo>
                    <a:pt x="474814" y="2537587"/>
                  </a:lnTo>
                  <a:lnTo>
                    <a:pt x="465074" y="2531021"/>
                  </a:lnTo>
                  <a:lnTo>
                    <a:pt x="453148" y="2528608"/>
                  </a:lnTo>
                  <a:lnTo>
                    <a:pt x="30632" y="2528608"/>
                  </a:lnTo>
                  <a:lnTo>
                    <a:pt x="18707" y="2531021"/>
                  </a:lnTo>
                  <a:lnTo>
                    <a:pt x="8966" y="2537587"/>
                  </a:lnTo>
                  <a:lnTo>
                    <a:pt x="2400" y="2547328"/>
                  </a:lnTo>
                  <a:lnTo>
                    <a:pt x="0" y="2559253"/>
                  </a:lnTo>
                  <a:lnTo>
                    <a:pt x="0" y="2981756"/>
                  </a:lnTo>
                  <a:lnTo>
                    <a:pt x="2400" y="2993682"/>
                  </a:lnTo>
                  <a:lnTo>
                    <a:pt x="8966" y="3003423"/>
                  </a:lnTo>
                  <a:lnTo>
                    <a:pt x="18707" y="3009989"/>
                  </a:lnTo>
                  <a:lnTo>
                    <a:pt x="30632" y="3012402"/>
                  </a:lnTo>
                  <a:lnTo>
                    <a:pt x="453148" y="3012402"/>
                  </a:lnTo>
                  <a:lnTo>
                    <a:pt x="465074" y="3009989"/>
                  </a:lnTo>
                  <a:lnTo>
                    <a:pt x="474814" y="3003423"/>
                  </a:lnTo>
                  <a:lnTo>
                    <a:pt x="481380" y="2993682"/>
                  </a:lnTo>
                  <a:lnTo>
                    <a:pt x="483781" y="2981756"/>
                  </a:lnTo>
                  <a:lnTo>
                    <a:pt x="483781" y="2559253"/>
                  </a:lnTo>
                  <a:close/>
                </a:path>
                <a:path w="3013075" h="3515995">
                  <a:moveTo>
                    <a:pt x="483781" y="2056104"/>
                  </a:moveTo>
                  <a:lnTo>
                    <a:pt x="481380" y="2044179"/>
                  </a:lnTo>
                  <a:lnTo>
                    <a:pt x="474814" y="2034438"/>
                  </a:lnTo>
                  <a:lnTo>
                    <a:pt x="465074" y="2027872"/>
                  </a:lnTo>
                  <a:lnTo>
                    <a:pt x="453148" y="2025472"/>
                  </a:lnTo>
                  <a:lnTo>
                    <a:pt x="30632" y="2025472"/>
                  </a:lnTo>
                  <a:lnTo>
                    <a:pt x="18707" y="2027872"/>
                  </a:lnTo>
                  <a:lnTo>
                    <a:pt x="8966" y="2034438"/>
                  </a:lnTo>
                  <a:lnTo>
                    <a:pt x="2400" y="2044179"/>
                  </a:lnTo>
                  <a:lnTo>
                    <a:pt x="0" y="2056104"/>
                  </a:lnTo>
                  <a:lnTo>
                    <a:pt x="0" y="2478621"/>
                  </a:lnTo>
                  <a:lnTo>
                    <a:pt x="2400" y="2490546"/>
                  </a:lnTo>
                  <a:lnTo>
                    <a:pt x="8966" y="2500287"/>
                  </a:lnTo>
                  <a:lnTo>
                    <a:pt x="18707" y="2506853"/>
                  </a:lnTo>
                  <a:lnTo>
                    <a:pt x="30632" y="2509253"/>
                  </a:lnTo>
                  <a:lnTo>
                    <a:pt x="453148" y="2509253"/>
                  </a:lnTo>
                  <a:lnTo>
                    <a:pt x="465074" y="2506853"/>
                  </a:lnTo>
                  <a:lnTo>
                    <a:pt x="474814" y="2500287"/>
                  </a:lnTo>
                  <a:lnTo>
                    <a:pt x="481380" y="2490546"/>
                  </a:lnTo>
                  <a:lnTo>
                    <a:pt x="483781" y="2478621"/>
                  </a:lnTo>
                  <a:lnTo>
                    <a:pt x="483781" y="2056104"/>
                  </a:lnTo>
                  <a:close/>
                </a:path>
                <a:path w="3013075" h="3515995">
                  <a:moveTo>
                    <a:pt x="483781" y="1544358"/>
                  </a:moveTo>
                  <a:lnTo>
                    <a:pt x="481380" y="1532432"/>
                  </a:lnTo>
                  <a:lnTo>
                    <a:pt x="474814" y="1522704"/>
                  </a:lnTo>
                  <a:lnTo>
                    <a:pt x="465074" y="1516138"/>
                  </a:lnTo>
                  <a:lnTo>
                    <a:pt x="453148" y="1513725"/>
                  </a:lnTo>
                  <a:lnTo>
                    <a:pt x="30632" y="1513725"/>
                  </a:lnTo>
                  <a:lnTo>
                    <a:pt x="18707" y="1516138"/>
                  </a:lnTo>
                  <a:lnTo>
                    <a:pt x="8966" y="1522704"/>
                  </a:lnTo>
                  <a:lnTo>
                    <a:pt x="2400" y="1532432"/>
                  </a:lnTo>
                  <a:lnTo>
                    <a:pt x="0" y="1544358"/>
                  </a:lnTo>
                  <a:lnTo>
                    <a:pt x="0" y="1966874"/>
                  </a:lnTo>
                  <a:lnTo>
                    <a:pt x="2400" y="1978799"/>
                  </a:lnTo>
                  <a:lnTo>
                    <a:pt x="8966" y="1988540"/>
                  </a:lnTo>
                  <a:lnTo>
                    <a:pt x="18707" y="1995106"/>
                  </a:lnTo>
                  <a:lnTo>
                    <a:pt x="30632" y="1997506"/>
                  </a:lnTo>
                  <a:lnTo>
                    <a:pt x="453148" y="1997506"/>
                  </a:lnTo>
                  <a:lnTo>
                    <a:pt x="465074" y="1995106"/>
                  </a:lnTo>
                  <a:lnTo>
                    <a:pt x="474814" y="1988540"/>
                  </a:lnTo>
                  <a:lnTo>
                    <a:pt x="481380" y="1978799"/>
                  </a:lnTo>
                  <a:lnTo>
                    <a:pt x="483781" y="1966874"/>
                  </a:lnTo>
                  <a:lnTo>
                    <a:pt x="483781" y="1544358"/>
                  </a:lnTo>
                  <a:close/>
                </a:path>
                <a:path w="3013075" h="3515995">
                  <a:moveTo>
                    <a:pt x="483781" y="1041222"/>
                  </a:moveTo>
                  <a:lnTo>
                    <a:pt x="481380" y="1029296"/>
                  </a:lnTo>
                  <a:lnTo>
                    <a:pt x="474814" y="1019556"/>
                  </a:lnTo>
                  <a:lnTo>
                    <a:pt x="465074" y="1012990"/>
                  </a:lnTo>
                  <a:lnTo>
                    <a:pt x="453148" y="1010589"/>
                  </a:lnTo>
                  <a:lnTo>
                    <a:pt x="30632" y="1010589"/>
                  </a:lnTo>
                  <a:lnTo>
                    <a:pt x="18707" y="1012990"/>
                  </a:lnTo>
                  <a:lnTo>
                    <a:pt x="8966" y="1019556"/>
                  </a:lnTo>
                  <a:lnTo>
                    <a:pt x="2400" y="1029296"/>
                  </a:lnTo>
                  <a:lnTo>
                    <a:pt x="0" y="1041222"/>
                  </a:lnTo>
                  <a:lnTo>
                    <a:pt x="0" y="1463738"/>
                  </a:lnTo>
                  <a:lnTo>
                    <a:pt x="2400" y="1475663"/>
                  </a:lnTo>
                  <a:lnTo>
                    <a:pt x="8966" y="1485404"/>
                  </a:lnTo>
                  <a:lnTo>
                    <a:pt x="18707" y="1491970"/>
                  </a:lnTo>
                  <a:lnTo>
                    <a:pt x="30632" y="1494370"/>
                  </a:lnTo>
                  <a:lnTo>
                    <a:pt x="453148" y="1494370"/>
                  </a:lnTo>
                  <a:lnTo>
                    <a:pt x="465074" y="1491970"/>
                  </a:lnTo>
                  <a:lnTo>
                    <a:pt x="474814" y="1485404"/>
                  </a:lnTo>
                  <a:lnTo>
                    <a:pt x="481380" y="1475663"/>
                  </a:lnTo>
                  <a:lnTo>
                    <a:pt x="483781" y="1463738"/>
                  </a:lnTo>
                  <a:lnTo>
                    <a:pt x="483781" y="1041222"/>
                  </a:lnTo>
                  <a:close/>
                </a:path>
                <a:path w="3013075" h="3515995">
                  <a:moveTo>
                    <a:pt x="483781" y="533781"/>
                  </a:moveTo>
                  <a:lnTo>
                    <a:pt x="481380" y="521855"/>
                  </a:lnTo>
                  <a:lnTo>
                    <a:pt x="474814" y="512114"/>
                  </a:lnTo>
                  <a:lnTo>
                    <a:pt x="465074" y="505548"/>
                  </a:lnTo>
                  <a:lnTo>
                    <a:pt x="453148" y="503148"/>
                  </a:lnTo>
                  <a:lnTo>
                    <a:pt x="30632" y="503148"/>
                  </a:lnTo>
                  <a:lnTo>
                    <a:pt x="18707" y="505548"/>
                  </a:lnTo>
                  <a:lnTo>
                    <a:pt x="8966" y="512114"/>
                  </a:lnTo>
                  <a:lnTo>
                    <a:pt x="2400" y="521855"/>
                  </a:lnTo>
                  <a:lnTo>
                    <a:pt x="0" y="533781"/>
                  </a:lnTo>
                  <a:lnTo>
                    <a:pt x="0" y="956297"/>
                  </a:lnTo>
                  <a:lnTo>
                    <a:pt x="2400" y="968222"/>
                  </a:lnTo>
                  <a:lnTo>
                    <a:pt x="8966" y="977963"/>
                  </a:lnTo>
                  <a:lnTo>
                    <a:pt x="18707" y="984529"/>
                  </a:lnTo>
                  <a:lnTo>
                    <a:pt x="30632" y="986929"/>
                  </a:lnTo>
                  <a:lnTo>
                    <a:pt x="453148" y="986929"/>
                  </a:lnTo>
                  <a:lnTo>
                    <a:pt x="465074" y="984529"/>
                  </a:lnTo>
                  <a:lnTo>
                    <a:pt x="474814" y="977963"/>
                  </a:lnTo>
                  <a:lnTo>
                    <a:pt x="481380" y="968222"/>
                  </a:lnTo>
                  <a:lnTo>
                    <a:pt x="483781" y="956297"/>
                  </a:lnTo>
                  <a:lnTo>
                    <a:pt x="483781" y="533781"/>
                  </a:lnTo>
                  <a:close/>
                </a:path>
                <a:path w="3013075" h="3515995">
                  <a:moveTo>
                    <a:pt x="483781" y="30645"/>
                  </a:moveTo>
                  <a:lnTo>
                    <a:pt x="481380" y="18719"/>
                  </a:lnTo>
                  <a:lnTo>
                    <a:pt x="474814" y="8978"/>
                  </a:lnTo>
                  <a:lnTo>
                    <a:pt x="465074" y="2413"/>
                  </a:lnTo>
                  <a:lnTo>
                    <a:pt x="453148" y="0"/>
                  </a:lnTo>
                  <a:lnTo>
                    <a:pt x="30632" y="0"/>
                  </a:lnTo>
                  <a:lnTo>
                    <a:pt x="18707" y="2413"/>
                  </a:lnTo>
                  <a:lnTo>
                    <a:pt x="8966" y="8978"/>
                  </a:lnTo>
                  <a:lnTo>
                    <a:pt x="2400" y="18719"/>
                  </a:lnTo>
                  <a:lnTo>
                    <a:pt x="0" y="30645"/>
                  </a:lnTo>
                  <a:lnTo>
                    <a:pt x="0" y="453148"/>
                  </a:lnTo>
                  <a:lnTo>
                    <a:pt x="2400" y="465074"/>
                  </a:lnTo>
                  <a:lnTo>
                    <a:pt x="8966" y="474814"/>
                  </a:lnTo>
                  <a:lnTo>
                    <a:pt x="18707" y="481380"/>
                  </a:lnTo>
                  <a:lnTo>
                    <a:pt x="30632" y="483793"/>
                  </a:lnTo>
                  <a:lnTo>
                    <a:pt x="453148" y="483793"/>
                  </a:lnTo>
                  <a:lnTo>
                    <a:pt x="465074" y="481380"/>
                  </a:lnTo>
                  <a:lnTo>
                    <a:pt x="474814" y="474814"/>
                  </a:lnTo>
                  <a:lnTo>
                    <a:pt x="481380" y="465074"/>
                  </a:lnTo>
                  <a:lnTo>
                    <a:pt x="483781" y="453148"/>
                  </a:lnTo>
                  <a:lnTo>
                    <a:pt x="483781" y="30645"/>
                  </a:lnTo>
                  <a:close/>
                </a:path>
                <a:path w="3013075" h="3515995">
                  <a:moveTo>
                    <a:pt x="989584" y="3062389"/>
                  </a:moveTo>
                  <a:lnTo>
                    <a:pt x="987171" y="3050463"/>
                  </a:lnTo>
                  <a:lnTo>
                    <a:pt x="980605" y="3040723"/>
                  </a:lnTo>
                  <a:lnTo>
                    <a:pt x="970864" y="3034157"/>
                  </a:lnTo>
                  <a:lnTo>
                    <a:pt x="958938" y="3031756"/>
                  </a:lnTo>
                  <a:lnTo>
                    <a:pt x="536435" y="3031756"/>
                  </a:lnTo>
                  <a:lnTo>
                    <a:pt x="524510" y="3034157"/>
                  </a:lnTo>
                  <a:lnTo>
                    <a:pt x="514769" y="3040723"/>
                  </a:lnTo>
                  <a:lnTo>
                    <a:pt x="508203" y="3050463"/>
                  </a:lnTo>
                  <a:lnTo>
                    <a:pt x="505790" y="3062389"/>
                  </a:lnTo>
                  <a:lnTo>
                    <a:pt x="505790" y="3484905"/>
                  </a:lnTo>
                  <a:lnTo>
                    <a:pt x="508203" y="3496830"/>
                  </a:lnTo>
                  <a:lnTo>
                    <a:pt x="514769" y="3506559"/>
                  </a:lnTo>
                  <a:lnTo>
                    <a:pt x="524510" y="3513124"/>
                  </a:lnTo>
                  <a:lnTo>
                    <a:pt x="536435" y="3515537"/>
                  </a:lnTo>
                  <a:lnTo>
                    <a:pt x="958938" y="3515537"/>
                  </a:lnTo>
                  <a:lnTo>
                    <a:pt x="970864" y="3513124"/>
                  </a:lnTo>
                  <a:lnTo>
                    <a:pt x="980605" y="3506559"/>
                  </a:lnTo>
                  <a:lnTo>
                    <a:pt x="987171" y="3496830"/>
                  </a:lnTo>
                  <a:lnTo>
                    <a:pt x="989584" y="3484905"/>
                  </a:lnTo>
                  <a:lnTo>
                    <a:pt x="989584" y="3062389"/>
                  </a:lnTo>
                  <a:close/>
                </a:path>
                <a:path w="3013075" h="3515995">
                  <a:moveTo>
                    <a:pt x="989584" y="2559253"/>
                  </a:moveTo>
                  <a:lnTo>
                    <a:pt x="987171" y="2547328"/>
                  </a:lnTo>
                  <a:lnTo>
                    <a:pt x="980605" y="2537587"/>
                  </a:lnTo>
                  <a:lnTo>
                    <a:pt x="970864" y="2531021"/>
                  </a:lnTo>
                  <a:lnTo>
                    <a:pt x="958938" y="2528608"/>
                  </a:lnTo>
                  <a:lnTo>
                    <a:pt x="536435" y="2528608"/>
                  </a:lnTo>
                  <a:lnTo>
                    <a:pt x="524510" y="2531021"/>
                  </a:lnTo>
                  <a:lnTo>
                    <a:pt x="514769" y="2537587"/>
                  </a:lnTo>
                  <a:lnTo>
                    <a:pt x="508203" y="2547328"/>
                  </a:lnTo>
                  <a:lnTo>
                    <a:pt x="505790" y="2559253"/>
                  </a:lnTo>
                  <a:lnTo>
                    <a:pt x="505790" y="2981756"/>
                  </a:lnTo>
                  <a:lnTo>
                    <a:pt x="508203" y="2993682"/>
                  </a:lnTo>
                  <a:lnTo>
                    <a:pt x="514769" y="3003423"/>
                  </a:lnTo>
                  <a:lnTo>
                    <a:pt x="524510" y="3009989"/>
                  </a:lnTo>
                  <a:lnTo>
                    <a:pt x="536435" y="3012402"/>
                  </a:lnTo>
                  <a:lnTo>
                    <a:pt x="958938" y="3012402"/>
                  </a:lnTo>
                  <a:lnTo>
                    <a:pt x="970864" y="3009989"/>
                  </a:lnTo>
                  <a:lnTo>
                    <a:pt x="980605" y="3003423"/>
                  </a:lnTo>
                  <a:lnTo>
                    <a:pt x="987171" y="2993682"/>
                  </a:lnTo>
                  <a:lnTo>
                    <a:pt x="989584" y="2981756"/>
                  </a:lnTo>
                  <a:lnTo>
                    <a:pt x="989584" y="2559253"/>
                  </a:lnTo>
                  <a:close/>
                </a:path>
                <a:path w="3013075" h="3515995">
                  <a:moveTo>
                    <a:pt x="989584" y="2056104"/>
                  </a:moveTo>
                  <a:lnTo>
                    <a:pt x="987171" y="2044179"/>
                  </a:lnTo>
                  <a:lnTo>
                    <a:pt x="980605" y="2034438"/>
                  </a:lnTo>
                  <a:lnTo>
                    <a:pt x="970864" y="2027872"/>
                  </a:lnTo>
                  <a:lnTo>
                    <a:pt x="958938" y="2025472"/>
                  </a:lnTo>
                  <a:lnTo>
                    <a:pt x="536435" y="2025472"/>
                  </a:lnTo>
                  <a:lnTo>
                    <a:pt x="524510" y="2027872"/>
                  </a:lnTo>
                  <a:lnTo>
                    <a:pt x="514769" y="2034438"/>
                  </a:lnTo>
                  <a:lnTo>
                    <a:pt x="508203" y="2044179"/>
                  </a:lnTo>
                  <a:lnTo>
                    <a:pt x="505790" y="2056104"/>
                  </a:lnTo>
                  <a:lnTo>
                    <a:pt x="505790" y="2478621"/>
                  </a:lnTo>
                  <a:lnTo>
                    <a:pt x="508203" y="2490546"/>
                  </a:lnTo>
                  <a:lnTo>
                    <a:pt x="514769" y="2500287"/>
                  </a:lnTo>
                  <a:lnTo>
                    <a:pt x="524510" y="2506853"/>
                  </a:lnTo>
                  <a:lnTo>
                    <a:pt x="536435" y="2509253"/>
                  </a:lnTo>
                  <a:lnTo>
                    <a:pt x="958938" y="2509253"/>
                  </a:lnTo>
                  <a:lnTo>
                    <a:pt x="970864" y="2506853"/>
                  </a:lnTo>
                  <a:lnTo>
                    <a:pt x="980605" y="2500287"/>
                  </a:lnTo>
                  <a:lnTo>
                    <a:pt x="987171" y="2490546"/>
                  </a:lnTo>
                  <a:lnTo>
                    <a:pt x="989584" y="2478621"/>
                  </a:lnTo>
                  <a:lnTo>
                    <a:pt x="989584" y="2056104"/>
                  </a:lnTo>
                  <a:close/>
                </a:path>
                <a:path w="3013075" h="3515995">
                  <a:moveTo>
                    <a:pt x="989584" y="1544358"/>
                  </a:moveTo>
                  <a:lnTo>
                    <a:pt x="987171" y="1532432"/>
                  </a:lnTo>
                  <a:lnTo>
                    <a:pt x="980605" y="1522704"/>
                  </a:lnTo>
                  <a:lnTo>
                    <a:pt x="970864" y="1516138"/>
                  </a:lnTo>
                  <a:lnTo>
                    <a:pt x="958938" y="1513725"/>
                  </a:lnTo>
                  <a:lnTo>
                    <a:pt x="536435" y="1513725"/>
                  </a:lnTo>
                  <a:lnTo>
                    <a:pt x="524510" y="1516138"/>
                  </a:lnTo>
                  <a:lnTo>
                    <a:pt x="514769" y="1522704"/>
                  </a:lnTo>
                  <a:lnTo>
                    <a:pt x="508203" y="1532432"/>
                  </a:lnTo>
                  <a:lnTo>
                    <a:pt x="505790" y="1544358"/>
                  </a:lnTo>
                  <a:lnTo>
                    <a:pt x="505790" y="1966874"/>
                  </a:lnTo>
                  <a:lnTo>
                    <a:pt x="508203" y="1978799"/>
                  </a:lnTo>
                  <a:lnTo>
                    <a:pt x="514769" y="1988540"/>
                  </a:lnTo>
                  <a:lnTo>
                    <a:pt x="524510" y="1995106"/>
                  </a:lnTo>
                  <a:lnTo>
                    <a:pt x="536435" y="1997506"/>
                  </a:lnTo>
                  <a:lnTo>
                    <a:pt x="958938" y="1997506"/>
                  </a:lnTo>
                  <a:lnTo>
                    <a:pt x="970864" y="1995106"/>
                  </a:lnTo>
                  <a:lnTo>
                    <a:pt x="980605" y="1988540"/>
                  </a:lnTo>
                  <a:lnTo>
                    <a:pt x="987171" y="1978799"/>
                  </a:lnTo>
                  <a:lnTo>
                    <a:pt x="989584" y="1966874"/>
                  </a:lnTo>
                  <a:lnTo>
                    <a:pt x="989584" y="1544358"/>
                  </a:lnTo>
                  <a:close/>
                </a:path>
                <a:path w="3013075" h="3515995">
                  <a:moveTo>
                    <a:pt x="989584" y="1041222"/>
                  </a:moveTo>
                  <a:lnTo>
                    <a:pt x="987171" y="1029296"/>
                  </a:lnTo>
                  <a:lnTo>
                    <a:pt x="980605" y="1019556"/>
                  </a:lnTo>
                  <a:lnTo>
                    <a:pt x="970864" y="1012990"/>
                  </a:lnTo>
                  <a:lnTo>
                    <a:pt x="958938" y="1010589"/>
                  </a:lnTo>
                  <a:lnTo>
                    <a:pt x="536435" y="1010589"/>
                  </a:lnTo>
                  <a:lnTo>
                    <a:pt x="524510" y="1012990"/>
                  </a:lnTo>
                  <a:lnTo>
                    <a:pt x="514769" y="1019556"/>
                  </a:lnTo>
                  <a:lnTo>
                    <a:pt x="508203" y="1029296"/>
                  </a:lnTo>
                  <a:lnTo>
                    <a:pt x="505790" y="1041222"/>
                  </a:lnTo>
                  <a:lnTo>
                    <a:pt x="505790" y="1463738"/>
                  </a:lnTo>
                  <a:lnTo>
                    <a:pt x="508203" y="1475663"/>
                  </a:lnTo>
                  <a:lnTo>
                    <a:pt x="514769" y="1485404"/>
                  </a:lnTo>
                  <a:lnTo>
                    <a:pt x="524510" y="1491970"/>
                  </a:lnTo>
                  <a:lnTo>
                    <a:pt x="536435" y="1494370"/>
                  </a:lnTo>
                  <a:lnTo>
                    <a:pt x="958938" y="1494370"/>
                  </a:lnTo>
                  <a:lnTo>
                    <a:pt x="970864" y="1491970"/>
                  </a:lnTo>
                  <a:lnTo>
                    <a:pt x="980605" y="1485404"/>
                  </a:lnTo>
                  <a:lnTo>
                    <a:pt x="987171" y="1475663"/>
                  </a:lnTo>
                  <a:lnTo>
                    <a:pt x="989584" y="1463738"/>
                  </a:lnTo>
                  <a:lnTo>
                    <a:pt x="989584" y="1041222"/>
                  </a:lnTo>
                  <a:close/>
                </a:path>
                <a:path w="3013075" h="3515995">
                  <a:moveTo>
                    <a:pt x="989584" y="533781"/>
                  </a:moveTo>
                  <a:lnTo>
                    <a:pt x="987171" y="521855"/>
                  </a:lnTo>
                  <a:lnTo>
                    <a:pt x="980605" y="512114"/>
                  </a:lnTo>
                  <a:lnTo>
                    <a:pt x="970864" y="505548"/>
                  </a:lnTo>
                  <a:lnTo>
                    <a:pt x="958938" y="503148"/>
                  </a:lnTo>
                  <a:lnTo>
                    <a:pt x="536435" y="503148"/>
                  </a:lnTo>
                  <a:lnTo>
                    <a:pt x="524510" y="505548"/>
                  </a:lnTo>
                  <a:lnTo>
                    <a:pt x="514769" y="512114"/>
                  </a:lnTo>
                  <a:lnTo>
                    <a:pt x="508203" y="521855"/>
                  </a:lnTo>
                  <a:lnTo>
                    <a:pt x="505790" y="533781"/>
                  </a:lnTo>
                  <a:lnTo>
                    <a:pt x="505790" y="956297"/>
                  </a:lnTo>
                  <a:lnTo>
                    <a:pt x="508203" y="968222"/>
                  </a:lnTo>
                  <a:lnTo>
                    <a:pt x="514769" y="977963"/>
                  </a:lnTo>
                  <a:lnTo>
                    <a:pt x="524510" y="984529"/>
                  </a:lnTo>
                  <a:lnTo>
                    <a:pt x="536435" y="986929"/>
                  </a:lnTo>
                  <a:lnTo>
                    <a:pt x="958938" y="986929"/>
                  </a:lnTo>
                  <a:lnTo>
                    <a:pt x="970864" y="984529"/>
                  </a:lnTo>
                  <a:lnTo>
                    <a:pt x="980605" y="977963"/>
                  </a:lnTo>
                  <a:lnTo>
                    <a:pt x="987171" y="968222"/>
                  </a:lnTo>
                  <a:lnTo>
                    <a:pt x="989584" y="956297"/>
                  </a:lnTo>
                  <a:lnTo>
                    <a:pt x="989584" y="533781"/>
                  </a:lnTo>
                  <a:close/>
                </a:path>
                <a:path w="3013075" h="3515995">
                  <a:moveTo>
                    <a:pt x="989584" y="30645"/>
                  </a:moveTo>
                  <a:lnTo>
                    <a:pt x="987171" y="18719"/>
                  </a:lnTo>
                  <a:lnTo>
                    <a:pt x="980605" y="8978"/>
                  </a:lnTo>
                  <a:lnTo>
                    <a:pt x="970864" y="2413"/>
                  </a:lnTo>
                  <a:lnTo>
                    <a:pt x="958938" y="0"/>
                  </a:lnTo>
                  <a:lnTo>
                    <a:pt x="536435" y="0"/>
                  </a:lnTo>
                  <a:lnTo>
                    <a:pt x="524510" y="2413"/>
                  </a:lnTo>
                  <a:lnTo>
                    <a:pt x="514769" y="8978"/>
                  </a:lnTo>
                  <a:lnTo>
                    <a:pt x="508203" y="18719"/>
                  </a:lnTo>
                  <a:lnTo>
                    <a:pt x="505790" y="30645"/>
                  </a:lnTo>
                  <a:lnTo>
                    <a:pt x="505790" y="453148"/>
                  </a:lnTo>
                  <a:lnTo>
                    <a:pt x="508203" y="465074"/>
                  </a:lnTo>
                  <a:lnTo>
                    <a:pt x="514769" y="474814"/>
                  </a:lnTo>
                  <a:lnTo>
                    <a:pt x="524510" y="481380"/>
                  </a:lnTo>
                  <a:lnTo>
                    <a:pt x="536435" y="483793"/>
                  </a:lnTo>
                  <a:lnTo>
                    <a:pt x="958938" y="483793"/>
                  </a:lnTo>
                  <a:lnTo>
                    <a:pt x="970864" y="481380"/>
                  </a:lnTo>
                  <a:lnTo>
                    <a:pt x="980605" y="474814"/>
                  </a:lnTo>
                  <a:lnTo>
                    <a:pt x="987171" y="465074"/>
                  </a:lnTo>
                  <a:lnTo>
                    <a:pt x="989584" y="453148"/>
                  </a:lnTo>
                  <a:lnTo>
                    <a:pt x="989584" y="30645"/>
                  </a:lnTo>
                  <a:close/>
                </a:path>
                <a:path w="3013075" h="3515995">
                  <a:moveTo>
                    <a:pt x="1500212" y="3062389"/>
                  </a:moveTo>
                  <a:lnTo>
                    <a:pt x="1497799" y="3050463"/>
                  </a:lnTo>
                  <a:lnTo>
                    <a:pt x="1491234" y="3040723"/>
                  </a:lnTo>
                  <a:lnTo>
                    <a:pt x="1481493" y="3034157"/>
                  </a:lnTo>
                  <a:lnTo>
                    <a:pt x="1469567" y="3031756"/>
                  </a:lnTo>
                  <a:lnTo>
                    <a:pt x="1047064" y="3031756"/>
                  </a:lnTo>
                  <a:lnTo>
                    <a:pt x="1035138" y="3034157"/>
                  </a:lnTo>
                  <a:lnTo>
                    <a:pt x="1025398" y="3040723"/>
                  </a:lnTo>
                  <a:lnTo>
                    <a:pt x="1018832" y="3050463"/>
                  </a:lnTo>
                  <a:lnTo>
                    <a:pt x="1016419" y="3062389"/>
                  </a:lnTo>
                  <a:lnTo>
                    <a:pt x="1016419" y="3484905"/>
                  </a:lnTo>
                  <a:lnTo>
                    <a:pt x="1018832" y="3496830"/>
                  </a:lnTo>
                  <a:lnTo>
                    <a:pt x="1025398" y="3506559"/>
                  </a:lnTo>
                  <a:lnTo>
                    <a:pt x="1035138" y="3513124"/>
                  </a:lnTo>
                  <a:lnTo>
                    <a:pt x="1047064" y="3515537"/>
                  </a:lnTo>
                  <a:lnTo>
                    <a:pt x="1469567" y="3515537"/>
                  </a:lnTo>
                  <a:lnTo>
                    <a:pt x="1481493" y="3513124"/>
                  </a:lnTo>
                  <a:lnTo>
                    <a:pt x="1491234" y="3506559"/>
                  </a:lnTo>
                  <a:lnTo>
                    <a:pt x="1497799" y="3496830"/>
                  </a:lnTo>
                  <a:lnTo>
                    <a:pt x="1500212" y="3484905"/>
                  </a:lnTo>
                  <a:lnTo>
                    <a:pt x="1500212" y="3062389"/>
                  </a:lnTo>
                  <a:close/>
                </a:path>
                <a:path w="3013075" h="3515995">
                  <a:moveTo>
                    <a:pt x="1500212" y="2559253"/>
                  </a:moveTo>
                  <a:lnTo>
                    <a:pt x="1497799" y="2547328"/>
                  </a:lnTo>
                  <a:lnTo>
                    <a:pt x="1491234" y="2537587"/>
                  </a:lnTo>
                  <a:lnTo>
                    <a:pt x="1481493" y="2531021"/>
                  </a:lnTo>
                  <a:lnTo>
                    <a:pt x="1469567" y="2528608"/>
                  </a:lnTo>
                  <a:lnTo>
                    <a:pt x="1047064" y="2528608"/>
                  </a:lnTo>
                  <a:lnTo>
                    <a:pt x="1035138" y="2531021"/>
                  </a:lnTo>
                  <a:lnTo>
                    <a:pt x="1025398" y="2537587"/>
                  </a:lnTo>
                  <a:lnTo>
                    <a:pt x="1018832" y="2547328"/>
                  </a:lnTo>
                  <a:lnTo>
                    <a:pt x="1016419" y="2559253"/>
                  </a:lnTo>
                  <a:lnTo>
                    <a:pt x="1016419" y="2981756"/>
                  </a:lnTo>
                  <a:lnTo>
                    <a:pt x="1018832" y="2993682"/>
                  </a:lnTo>
                  <a:lnTo>
                    <a:pt x="1025398" y="3003423"/>
                  </a:lnTo>
                  <a:lnTo>
                    <a:pt x="1035138" y="3009989"/>
                  </a:lnTo>
                  <a:lnTo>
                    <a:pt x="1047064" y="3012402"/>
                  </a:lnTo>
                  <a:lnTo>
                    <a:pt x="1469567" y="3012402"/>
                  </a:lnTo>
                  <a:lnTo>
                    <a:pt x="1481493" y="3009989"/>
                  </a:lnTo>
                  <a:lnTo>
                    <a:pt x="1491234" y="3003423"/>
                  </a:lnTo>
                  <a:lnTo>
                    <a:pt x="1497799" y="2993682"/>
                  </a:lnTo>
                  <a:lnTo>
                    <a:pt x="1500212" y="2981756"/>
                  </a:lnTo>
                  <a:lnTo>
                    <a:pt x="1500212" y="2559253"/>
                  </a:lnTo>
                  <a:close/>
                </a:path>
                <a:path w="3013075" h="3515995">
                  <a:moveTo>
                    <a:pt x="1500212" y="2056104"/>
                  </a:moveTo>
                  <a:lnTo>
                    <a:pt x="1497799" y="2044179"/>
                  </a:lnTo>
                  <a:lnTo>
                    <a:pt x="1491234" y="2034438"/>
                  </a:lnTo>
                  <a:lnTo>
                    <a:pt x="1481493" y="2027872"/>
                  </a:lnTo>
                  <a:lnTo>
                    <a:pt x="1469567" y="2025472"/>
                  </a:lnTo>
                  <a:lnTo>
                    <a:pt x="1047064" y="2025472"/>
                  </a:lnTo>
                  <a:lnTo>
                    <a:pt x="1035138" y="2027872"/>
                  </a:lnTo>
                  <a:lnTo>
                    <a:pt x="1025398" y="2034438"/>
                  </a:lnTo>
                  <a:lnTo>
                    <a:pt x="1018832" y="2044179"/>
                  </a:lnTo>
                  <a:lnTo>
                    <a:pt x="1016419" y="2056104"/>
                  </a:lnTo>
                  <a:lnTo>
                    <a:pt x="1016419" y="2478621"/>
                  </a:lnTo>
                  <a:lnTo>
                    <a:pt x="1018832" y="2490546"/>
                  </a:lnTo>
                  <a:lnTo>
                    <a:pt x="1025398" y="2500287"/>
                  </a:lnTo>
                  <a:lnTo>
                    <a:pt x="1035138" y="2506853"/>
                  </a:lnTo>
                  <a:lnTo>
                    <a:pt x="1047064" y="2509253"/>
                  </a:lnTo>
                  <a:lnTo>
                    <a:pt x="1469567" y="2509253"/>
                  </a:lnTo>
                  <a:lnTo>
                    <a:pt x="1481493" y="2506853"/>
                  </a:lnTo>
                  <a:lnTo>
                    <a:pt x="1491234" y="2500287"/>
                  </a:lnTo>
                  <a:lnTo>
                    <a:pt x="1497799" y="2490546"/>
                  </a:lnTo>
                  <a:lnTo>
                    <a:pt x="1500212" y="2478621"/>
                  </a:lnTo>
                  <a:lnTo>
                    <a:pt x="1500212" y="2056104"/>
                  </a:lnTo>
                  <a:close/>
                </a:path>
                <a:path w="3013075" h="3515995">
                  <a:moveTo>
                    <a:pt x="1500212" y="1544358"/>
                  </a:moveTo>
                  <a:lnTo>
                    <a:pt x="1497799" y="1532432"/>
                  </a:lnTo>
                  <a:lnTo>
                    <a:pt x="1491234" y="1522704"/>
                  </a:lnTo>
                  <a:lnTo>
                    <a:pt x="1481493" y="1516138"/>
                  </a:lnTo>
                  <a:lnTo>
                    <a:pt x="1469567" y="1513725"/>
                  </a:lnTo>
                  <a:lnTo>
                    <a:pt x="1047064" y="1513725"/>
                  </a:lnTo>
                  <a:lnTo>
                    <a:pt x="1035138" y="1516138"/>
                  </a:lnTo>
                  <a:lnTo>
                    <a:pt x="1025398" y="1522704"/>
                  </a:lnTo>
                  <a:lnTo>
                    <a:pt x="1018832" y="1532432"/>
                  </a:lnTo>
                  <a:lnTo>
                    <a:pt x="1016419" y="1544358"/>
                  </a:lnTo>
                  <a:lnTo>
                    <a:pt x="1016419" y="1966874"/>
                  </a:lnTo>
                  <a:lnTo>
                    <a:pt x="1018832" y="1978799"/>
                  </a:lnTo>
                  <a:lnTo>
                    <a:pt x="1025398" y="1988540"/>
                  </a:lnTo>
                  <a:lnTo>
                    <a:pt x="1035138" y="1995106"/>
                  </a:lnTo>
                  <a:lnTo>
                    <a:pt x="1047064" y="1997506"/>
                  </a:lnTo>
                  <a:lnTo>
                    <a:pt x="1469567" y="1997506"/>
                  </a:lnTo>
                  <a:lnTo>
                    <a:pt x="1481493" y="1995106"/>
                  </a:lnTo>
                  <a:lnTo>
                    <a:pt x="1491234" y="1988540"/>
                  </a:lnTo>
                  <a:lnTo>
                    <a:pt x="1497799" y="1978799"/>
                  </a:lnTo>
                  <a:lnTo>
                    <a:pt x="1500212" y="1966874"/>
                  </a:lnTo>
                  <a:lnTo>
                    <a:pt x="1500212" y="1544358"/>
                  </a:lnTo>
                  <a:close/>
                </a:path>
                <a:path w="3013075" h="3515995">
                  <a:moveTo>
                    <a:pt x="1500212" y="1041222"/>
                  </a:moveTo>
                  <a:lnTo>
                    <a:pt x="1497799" y="1029296"/>
                  </a:lnTo>
                  <a:lnTo>
                    <a:pt x="1491234" y="1019556"/>
                  </a:lnTo>
                  <a:lnTo>
                    <a:pt x="1481493" y="1012990"/>
                  </a:lnTo>
                  <a:lnTo>
                    <a:pt x="1469567" y="1010589"/>
                  </a:lnTo>
                  <a:lnTo>
                    <a:pt x="1047064" y="1010589"/>
                  </a:lnTo>
                  <a:lnTo>
                    <a:pt x="1035138" y="1012990"/>
                  </a:lnTo>
                  <a:lnTo>
                    <a:pt x="1025398" y="1019556"/>
                  </a:lnTo>
                  <a:lnTo>
                    <a:pt x="1018832" y="1029296"/>
                  </a:lnTo>
                  <a:lnTo>
                    <a:pt x="1016419" y="1041222"/>
                  </a:lnTo>
                  <a:lnTo>
                    <a:pt x="1016419" y="1463738"/>
                  </a:lnTo>
                  <a:lnTo>
                    <a:pt x="1018832" y="1475663"/>
                  </a:lnTo>
                  <a:lnTo>
                    <a:pt x="1025398" y="1485404"/>
                  </a:lnTo>
                  <a:lnTo>
                    <a:pt x="1035138" y="1491970"/>
                  </a:lnTo>
                  <a:lnTo>
                    <a:pt x="1047064" y="1494370"/>
                  </a:lnTo>
                  <a:lnTo>
                    <a:pt x="1469567" y="1494370"/>
                  </a:lnTo>
                  <a:lnTo>
                    <a:pt x="1481493" y="1491970"/>
                  </a:lnTo>
                  <a:lnTo>
                    <a:pt x="1491234" y="1485404"/>
                  </a:lnTo>
                  <a:lnTo>
                    <a:pt x="1497799" y="1475663"/>
                  </a:lnTo>
                  <a:lnTo>
                    <a:pt x="1500212" y="1463738"/>
                  </a:lnTo>
                  <a:lnTo>
                    <a:pt x="1500212" y="1041222"/>
                  </a:lnTo>
                  <a:close/>
                </a:path>
                <a:path w="3013075" h="3515995">
                  <a:moveTo>
                    <a:pt x="1500212" y="533781"/>
                  </a:moveTo>
                  <a:lnTo>
                    <a:pt x="1497799" y="521855"/>
                  </a:lnTo>
                  <a:lnTo>
                    <a:pt x="1491234" y="512114"/>
                  </a:lnTo>
                  <a:lnTo>
                    <a:pt x="1481493" y="505548"/>
                  </a:lnTo>
                  <a:lnTo>
                    <a:pt x="1469567" y="503148"/>
                  </a:lnTo>
                  <a:lnTo>
                    <a:pt x="1047064" y="503148"/>
                  </a:lnTo>
                  <a:lnTo>
                    <a:pt x="1035138" y="505548"/>
                  </a:lnTo>
                  <a:lnTo>
                    <a:pt x="1025398" y="512114"/>
                  </a:lnTo>
                  <a:lnTo>
                    <a:pt x="1018832" y="521855"/>
                  </a:lnTo>
                  <a:lnTo>
                    <a:pt x="1016419" y="533781"/>
                  </a:lnTo>
                  <a:lnTo>
                    <a:pt x="1016419" y="956297"/>
                  </a:lnTo>
                  <a:lnTo>
                    <a:pt x="1018832" y="968222"/>
                  </a:lnTo>
                  <a:lnTo>
                    <a:pt x="1025398" y="977963"/>
                  </a:lnTo>
                  <a:lnTo>
                    <a:pt x="1035138" y="984529"/>
                  </a:lnTo>
                  <a:lnTo>
                    <a:pt x="1047064" y="986929"/>
                  </a:lnTo>
                  <a:lnTo>
                    <a:pt x="1469567" y="986929"/>
                  </a:lnTo>
                  <a:lnTo>
                    <a:pt x="1481493" y="984529"/>
                  </a:lnTo>
                  <a:lnTo>
                    <a:pt x="1491234" y="977963"/>
                  </a:lnTo>
                  <a:lnTo>
                    <a:pt x="1497799" y="968222"/>
                  </a:lnTo>
                  <a:lnTo>
                    <a:pt x="1500212" y="956297"/>
                  </a:lnTo>
                  <a:lnTo>
                    <a:pt x="1500212" y="533781"/>
                  </a:lnTo>
                  <a:close/>
                </a:path>
                <a:path w="3013075" h="3515995">
                  <a:moveTo>
                    <a:pt x="1500212" y="30645"/>
                  </a:moveTo>
                  <a:lnTo>
                    <a:pt x="1497799" y="18719"/>
                  </a:lnTo>
                  <a:lnTo>
                    <a:pt x="1491234" y="8978"/>
                  </a:lnTo>
                  <a:lnTo>
                    <a:pt x="1481493" y="2413"/>
                  </a:lnTo>
                  <a:lnTo>
                    <a:pt x="1469567" y="0"/>
                  </a:lnTo>
                  <a:lnTo>
                    <a:pt x="1047064" y="0"/>
                  </a:lnTo>
                  <a:lnTo>
                    <a:pt x="1035138" y="2413"/>
                  </a:lnTo>
                  <a:lnTo>
                    <a:pt x="1025398" y="8978"/>
                  </a:lnTo>
                  <a:lnTo>
                    <a:pt x="1018832" y="18719"/>
                  </a:lnTo>
                  <a:lnTo>
                    <a:pt x="1016419" y="30645"/>
                  </a:lnTo>
                  <a:lnTo>
                    <a:pt x="1016419" y="453148"/>
                  </a:lnTo>
                  <a:lnTo>
                    <a:pt x="1018832" y="465074"/>
                  </a:lnTo>
                  <a:lnTo>
                    <a:pt x="1025398" y="474814"/>
                  </a:lnTo>
                  <a:lnTo>
                    <a:pt x="1035138" y="481380"/>
                  </a:lnTo>
                  <a:lnTo>
                    <a:pt x="1047064" y="483793"/>
                  </a:lnTo>
                  <a:lnTo>
                    <a:pt x="1469567" y="483793"/>
                  </a:lnTo>
                  <a:lnTo>
                    <a:pt x="1481493" y="481380"/>
                  </a:lnTo>
                  <a:lnTo>
                    <a:pt x="1491234" y="474814"/>
                  </a:lnTo>
                  <a:lnTo>
                    <a:pt x="1497799" y="465074"/>
                  </a:lnTo>
                  <a:lnTo>
                    <a:pt x="1500212" y="453148"/>
                  </a:lnTo>
                  <a:lnTo>
                    <a:pt x="1500212" y="30645"/>
                  </a:lnTo>
                  <a:close/>
                </a:path>
                <a:path w="3013075" h="3515995">
                  <a:moveTo>
                    <a:pt x="2006003" y="3062389"/>
                  </a:moveTo>
                  <a:lnTo>
                    <a:pt x="2003590" y="3050463"/>
                  </a:lnTo>
                  <a:lnTo>
                    <a:pt x="1997024" y="3040723"/>
                  </a:lnTo>
                  <a:lnTo>
                    <a:pt x="1987283" y="3034157"/>
                  </a:lnTo>
                  <a:lnTo>
                    <a:pt x="1975358" y="3031756"/>
                  </a:lnTo>
                  <a:lnTo>
                    <a:pt x="1552854" y="3031756"/>
                  </a:lnTo>
                  <a:lnTo>
                    <a:pt x="1540929" y="3034157"/>
                  </a:lnTo>
                  <a:lnTo>
                    <a:pt x="1531188" y="3040723"/>
                  </a:lnTo>
                  <a:lnTo>
                    <a:pt x="1524622" y="3050463"/>
                  </a:lnTo>
                  <a:lnTo>
                    <a:pt x="1522209" y="3062389"/>
                  </a:lnTo>
                  <a:lnTo>
                    <a:pt x="1522209" y="3484905"/>
                  </a:lnTo>
                  <a:lnTo>
                    <a:pt x="1524622" y="3496830"/>
                  </a:lnTo>
                  <a:lnTo>
                    <a:pt x="1531188" y="3506559"/>
                  </a:lnTo>
                  <a:lnTo>
                    <a:pt x="1540929" y="3513124"/>
                  </a:lnTo>
                  <a:lnTo>
                    <a:pt x="1552854" y="3515537"/>
                  </a:lnTo>
                  <a:lnTo>
                    <a:pt x="1975358" y="3515537"/>
                  </a:lnTo>
                  <a:lnTo>
                    <a:pt x="1987283" y="3513124"/>
                  </a:lnTo>
                  <a:lnTo>
                    <a:pt x="1997024" y="3506559"/>
                  </a:lnTo>
                  <a:lnTo>
                    <a:pt x="2003590" y="3496830"/>
                  </a:lnTo>
                  <a:lnTo>
                    <a:pt x="2006003" y="3484905"/>
                  </a:lnTo>
                  <a:lnTo>
                    <a:pt x="2006003" y="3062389"/>
                  </a:lnTo>
                  <a:close/>
                </a:path>
                <a:path w="3013075" h="3515995">
                  <a:moveTo>
                    <a:pt x="2006003" y="2559253"/>
                  </a:moveTo>
                  <a:lnTo>
                    <a:pt x="2003590" y="2547328"/>
                  </a:lnTo>
                  <a:lnTo>
                    <a:pt x="1997024" y="2537587"/>
                  </a:lnTo>
                  <a:lnTo>
                    <a:pt x="1987283" y="2531021"/>
                  </a:lnTo>
                  <a:lnTo>
                    <a:pt x="1975358" y="2528608"/>
                  </a:lnTo>
                  <a:lnTo>
                    <a:pt x="1552854" y="2528608"/>
                  </a:lnTo>
                  <a:lnTo>
                    <a:pt x="1540929" y="2531021"/>
                  </a:lnTo>
                  <a:lnTo>
                    <a:pt x="1531188" y="2537587"/>
                  </a:lnTo>
                  <a:lnTo>
                    <a:pt x="1524622" y="2547328"/>
                  </a:lnTo>
                  <a:lnTo>
                    <a:pt x="1522209" y="2559253"/>
                  </a:lnTo>
                  <a:lnTo>
                    <a:pt x="1522209" y="2981756"/>
                  </a:lnTo>
                  <a:lnTo>
                    <a:pt x="1524622" y="2993682"/>
                  </a:lnTo>
                  <a:lnTo>
                    <a:pt x="1531188" y="3003423"/>
                  </a:lnTo>
                  <a:lnTo>
                    <a:pt x="1540929" y="3009989"/>
                  </a:lnTo>
                  <a:lnTo>
                    <a:pt x="1552854" y="3012402"/>
                  </a:lnTo>
                  <a:lnTo>
                    <a:pt x="1975358" y="3012402"/>
                  </a:lnTo>
                  <a:lnTo>
                    <a:pt x="1987283" y="3009989"/>
                  </a:lnTo>
                  <a:lnTo>
                    <a:pt x="1997024" y="3003423"/>
                  </a:lnTo>
                  <a:lnTo>
                    <a:pt x="2003590" y="2993682"/>
                  </a:lnTo>
                  <a:lnTo>
                    <a:pt x="2006003" y="2981756"/>
                  </a:lnTo>
                  <a:lnTo>
                    <a:pt x="2006003" y="2559253"/>
                  </a:lnTo>
                  <a:close/>
                </a:path>
                <a:path w="3013075" h="3515995">
                  <a:moveTo>
                    <a:pt x="2006003" y="2056104"/>
                  </a:moveTo>
                  <a:lnTo>
                    <a:pt x="2003590" y="2044179"/>
                  </a:lnTo>
                  <a:lnTo>
                    <a:pt x="1997024" y="2034438"/>
                  </a:lnTo>
                  <a:lnTo>
                    <a:pt x="1987283" y="2027872"/>
                  </a:lnTo>
                  <a:lnTo>
                    <a:pt x="1975358" y="2025472"/>
                  </a:lnTo>
                  <a:lnTo>
                    <a:pt x="1552854" y="2025472"/>
                  </a:lnTo>
                  <a:lnTo>
                    <a:pt x="1540929" y="2027872"/>
                  </a:lnTo>
                  <a:lnTo>
                    <a:pt x="1531188" y="2034438"/>
                  </a:lnTo>
                  <a:lnTo>
                    <a:pt x="1524622" y="2044179"/>
                  </a:lnTo>
                  <a:lnTo>
                    <a:pt x="1522209" y="2056104"/>
                  </a:lnTo>
                  <a:lnTo>
                    <a:pt x="1522209" y="2478621"/>
                  </a:lnTo>
                  <a:lnTo>
                    <a:pt x="1524622" y="2490546"/>
                  </a:lnTo>
                  <a:lnTo>
                    <a:pt x="1531188" y="2500287"/>
                  </a:lnTo>
                  <a:lnTo>
                    <a:pt x="1540929" y="2506853"/>
                  </a:lnTo>
                  <a:lnTo>
                    <a:pt x="1552854" y="2509253"/>
                  </a:lnTo>
                  <a:lnTo>
                    <a:pt x="1975358" y="2509253"/>
                  </a:lnTo>
                  <a:lnTo>
                    <a:pt x="1987283" y="2506853"/>
                  </a:lnTo>
                  <a:lnTo>
                    <a:pt x="1997024" y="2500287"/>
                  </a:lnTo>
                  <a:lnTo>
                    <a:pt x="2003590" y="2490546"/>
                  </a:lnTo>
                  <a:lnTo>
                    <a:pt x="2006003" y="2478621"/>
                  </a:lnTo>
                  <a:lnTo>
                    <a:pt x="2006003" y="2056104"/>
                  </a:lnTo>
                  <a:close/>
                </a:path>
                <a:path w="3013075" h="3515995">
                  <a:moveTo>
                    <a:pt x="2006003" y="1544358"/>
                  </a:moveTo>
                  <a:lnTo>
                    <a:pt x="2003590" y="1532432"/>
                  </a:lnTo>
                  <a:lnTo>
                    <a:pt x="1997024" y="1522704"/>
                  </a:lnTo>
                  <a:lnTo>
                    <a:pt x="1987283" y="1516138"/>
                  </a:lnTo>
                  <a:lnTo>
                    <a:pt x="1975358" y="1513725"/>
                  </a:lnTo>
                  <a:lnTo>
                    <a:pt x="1552854" y="1513725"/>
                  </a:lnTo>
                  <a:lnTo>
                    <a:pt x="1540929" y="1516138"/>
                  </a:lnTo>
                  <a:lnTo>
                    <a:pt x="1531188" y="1522704"/>
                  </a:lnTo>
                  <a:lnTo>
                    <a:pt x="1524622" y="1532432"/>
                  </a:lnTo>
                  <a:lnTo>
                    <a:pt x="1522209" y="1544358"/>
                  </a:lnTo>
                  <a:lnTo>
                    <a:pt x="1522209" y="1966874"/>
                  </a:lnTo>
                  <a:lnTo>
                    <a:pt x="1524622" y="1978799"/>
                  </a:lnTo>
                  <a:lnTo>
                    <a:pt x="1531188" y="1988540"/>
                  </a:lnTo>
                  <a:lnTo>
                    <a:pt x="1540929" y="1995106"/>
                  </a:lnTo>
                  <a:lnTo>
                    <a:pt x="1552854" y="1997506"/>
                  </a:lnTo>
                  <a:lnTo>
                    <a:pt x="1975358" y="1997506"/>
                  </a:lnTo>
                  <a:lnTo>
                    <a:pt x="1987283" y="1995106"/>
                  </a:lnTo>
                  <a:lnTo>
                    <a:pt x="1997024" y="1988540"/>
                  </a:lnTo>
                  <a:lnTo>
                    <a:pt x="2003590" y="1978799"/>
                  </a:lnTo>
                  <a:lnTo>
                    <a:pt x="2006003" y="1966874"/>
                  </a:lnTo>
                  <a:lnTo>
                    <a:pt x="2006003" y="1544358"/>
                  </a:lnTo>
                  <a:close/>
                </a:path>
                <a:path w="3013075" h="3515995">
                  <a:moveTo>
                    <a:pt x="2006003" y="1041222"/>
                  </a:moveTo>
                  <a:lnTo>
                    <a:pt x="2003590" y="1029296"/>
                  </a:lnTo>
                  <a:lnTo>
                    <a:pt x="1997024" y="1019556"/>
                  </a:lnTo>
                  <a:lnTo>
                    <a:pt x="1987283" y="1012990"/>
                  </a:lnTo>
                  <a:lnTo>
                    <a:pt x="1975358" y="1010589"/>
                  </a:lnTo>
                  <a:lnTo>
                    <a:pt x="1552854" y="1010589"/>
                  </a:lnTo>
                  <a:lnTo>
                    <a:pt x="1540929" y="1012990"/>
                  </a:lnTo>
                  <a:lnTo>
                    <a:pt x="1531188" y="1019556"/>
                  </a:lnTo>
                  <a:lnTo>
                    <a:pt x="1524622" y="1029296"/>
                  </a:lnTo>
                  <a:lnTo>
                    <a:pt x="1522209" y="1041222"/>
                  </a:lnTo>
                  <a:lnTo>
                    <a:pt x="1522209" y="1463738"/>
                  </a:lnTo>
                  <a:lnTo>
                    <a:pt x="1524622" y="1475663"/>
                  </a:lnTo>
                  <a:lnTo>
                    <a:pt x="1531188" y="1485404"/>
                  </a:lnTo>
                  <a:lnTo>
                    <a:pt x="1540929" y="1491970"/>
                  </a:lnTo>
                  <a:lnTo>
                    <a:pt x="1552854" y="1494370"/>
                  </a:lnTo>
                  <a:lnTo>
                    <a:pt x="1975358" y="1494370"/>
                  </a:lnTo>
                  <a:lnTo>
                    <a:pt x="1987283" y="1491970"/>
                  </a:lnTo>
                  <a:lnTo>
                    <a:pt x="1997024" y="1485404"/>
                  </a:lnTo>
                  <a:lnTo>
                    <a:pt x="2003590" y="1475663"/>
                  </a:lnTo>
                  <a:lnTo>
                    <a:pt x="2006003" y="1463738"/>
                  </a:lnTo>
                  <a:lnTo>
                    <a:pt x="2006003" y="1041222"/>
                  </a:lnTo>
                  <a:close/>
                </a:path>
                <a:path w="3013075" h="3515995">
                  <a:moveTo>
                    <a:pt x="2006003" y="533781"/>
                  </a:moveTo>
                  <a:lnTo>
                    <a:pt x="2003590" y="521855"/>
                  </a:lnTo>
                  <a:lnTo>
                    <a:pt x="1997024" y="512114"/>
                  </a:lnTo>
                  <a:lnTo>
                    <a:pt x="1987283" y="505548"/>
                  </a:lnTo>
                  <a:lnTo>
                    <a:pt x="1975358" y="503148"/>
                  </a:lnTo>
                  <a:lnTo>
                    <a:pt x="1552854" y="503148"/>
                  </a:lnTo>
                  <a:lnTo>
                    <a:pt x="1540929" y="505548"/>
                  </a:lnTo>
                  <a:lnTo>
                    <a:pt x="1531188" y="512114"/>
                  </a:lnTo>
                  <a:lnTo>
                    <a:pt x="1524622" y="521855"/>
                  </a:lnTo>
                  <a:lnTo>
                    <a:pt x="1522209" y="533781"/>
                  </a:lnTo>
                  <a:lnTo>
                    <a:pt x="1522209" y="956297"/>
                  </a:lnTo>
                  <a:lnTo>
                    <a:pt x="1524622" y="968222"/>
                  </a:lnTo>
                  <a:lnTo>
                    <a:pt x="1531188" y="977963"/>
                  </a:lnTo>
                  <a:lnTo>
                    <a:pt x="1540929" y="984529"/>
                  </a:lnTo>
                  <a:lnTo>
                    <a:pt x="1552854" y="986929"/>
                  </a:lnTo>
                  <a:lnTo>
                    <a:pt x="1975358" y="986929"/>
                  </a:lnTo>
                  <a:lnTo>
                    <a:pt x="1987283" y="984529"/>
                  </a:lnTo>
                  <a:lnTo>
                    <a:pt x="1997024" y="977963"/>
                  </a:lnTo>
                  <a:lnTo>
                    <a:pt x="2003590" y="968222"/>
                  </a:lnTo>
                  <a:lnTo>
                    <a:pt x="2006003" y="956297"/>
                  </a:lnTo>
                  <a:lnTo>
                    <a:pt x="2006003" y="533781"/>
                  </a:lnTo>
                  <a:close/>
                </a:path>
                <a:path w="3013075" h="3515995">
                  <a:moveTo>
                    <a:pt x="2006003" y="30645"/>
                  </a:moveTo>
                  <a:lnTo>
                    <a:pt x="2003590" y="18719"/>
                  </a:lnTo>
                  <a:lnTo>
                    <a:pt x="1997024" y="8978"/>
                  </a:lnTo>
                  <a:lnTo>
                    <a:pt x="1987283" y="2413"/>
                  </a:lnTo>
                  <a:lnTo>
                    <a:pt x="1975358" y="0"/>
                  </a:lnTo>
                  <a:lnTo>
                    <a:pt x="1552854" y="0"/>
                  </a:lnTo>
                  <a:lnTo>
                    <a:pt x="1540929" y="2413"/>
                  </a:lnTo>
                  <a:lnTo>
                    <a:pt x="1531188" y="8978"/>
                  </a:lnTo>
                  <a:lnTo>
                    <a:pt x="1524622" y="18719"/>
                  </a:lnTo>
                  <a:lnTo>
                    <a:pt x="1522209" y="30645"/>
                  </a:lnTo>
                  <a:lnTo>
                    <a:pt x="1522209" y="453148"/>
                  </a:lnTo>
                  <a:lnTo>
                    <a:pt x="1524622" y="465074"/>
                  </a:lnTo>
                  <a:lnTo>
                    <a:pt x="1531188" y="474814"/>
                  </a:lnTo>
                  <a:lnTo>
                    <a:pt x="1540929" y="481380"/>
                  </a:lnTo>
                  <a:lnTo>
                    <a:pt x="1552854" y="483793"/>
                  </a:lnTo>
                  <a:lnTo>
                    <a:pt x="1975358" y="483793"/>
                  </a:lnTo>
                  <a:lnTo>
                    <a:pt x="1987283" y="481380"/>
                  </a:lnTo>
                  <a:lnTo>
                    <a:pt x="1997024" y="474814"/>
                  </a:lnTo>
                  <a:lnTo>
                    <a:pt x="2003590" y="465074"/>
                  </a:lnTo>
                  <a:lnTo>
                    <a:pt x="2006003" y="453148"/>
                  </a:lnTo>
                  <a:lnTo>
                    <a:pt x="2006003" y="30645"/>
                  </a:lnTo>
                  <a:close/>
                </a:path>
                <a:path w="3013075" h="3515995">
                  <a:moveTo>
                    <a:pt x="2506954" y="3062389"/>
                  </a:moveTo>
                  <a:lnTo>
                    <a:pt x="2504541" y="3050463"/>
                  </a:lnTo>
                  <a:lnTo>
                    <a:pt x="2497975" y="3040723"/>
                  </a:lnTo>
                  <a:lnTo>
                    <a:pt x="2488247" y="3034157"/>
                  </a:lnTo>
                  <a:lnTo>
                    <a:pt x="2476322" y="3031756"/>
                  </a:lnTo>
                  <a:lnTo>
                    <a:pt x="2053805" y="3031756"/>
                  </a:lnTo>
                  <a:lnTo>
                    <a:pt x="2041880" y="3034157"/>
                  </a:lnTo>
                  <a:lnTo>
                    <a:pt x="2032139" y="3040723"/>
                  </a:lnTo>
                  <a:lnTo>
                    <a:pt x="2025573" y="3050463"/>
                  </a:lnTo>
                  <a:lnTo>
                    <a:pt x="2023173" y="3062389"/>
                  </a:lnTo>
                  <a:lnTo>
                    <a:pt x="2023173" y="3484905"/>
                  </a:lnTo>
                  <a:lnTo>
                    <a:pt x="2025573" y="3496830"/>
                  </a:lnTo>
                  <a:lnTo>
                    <a:pt x="2032139" y="3506559"/>
                  </a:lnTo>
                  <a:lnTo>
                    <a:pt x="2041880" y="3513124"/>
                  </a:lnTo>
                  <a:lnTo>
                    <a:pt x="2053805" y="3515537"/>
                  </a:lnTo>
                  <a:lnTo>
                    <a:pt x="2476322" y="3515537"/>
                  </a:lnTo>
                  <a:lnTo>
                    <a:pt x="2488247" y="3513124"/>
                  </a:lnTo>
                  <a:lnTo>
                    <a:pt x="2497975" y="3506559"/>
                  </a:lnTo>
                  <a:lnTo>
                    <a:pt x="2504541" y="3496830"/>
                  </a:lnTo>
                  <a:lnTo>
                    <a:pt x="2506954" y="3484905"/>
                  </a:lnTo>
                  <a:lnTo>
                    <a:pt x="2506954" y="3062389"/>
                  </a:lnTo>
                  <a:close/>
                </a:path>
                <a:path w="3013075" h="3515995">
                  <a:moveTo>
                    <a:pt x="2506954" y="2559253"/>
                  </a:moveTo>
                  <a:lnTo>
                    <a:pt x="2504541" y="2547328"/>
                  </a:lnTo>
                  <a:lnTo>
                    <a:pt x="2497975" y="2537587"/>
                  </a:lnTo>
                  <a:lnTo>
                    <a:pt x="2488247" y="2531021"/>
                  </a:lnTo>
                  <a:lnTo>
                    <a:pt x="2476322" y="2528608"/>
                  </a:lnTo>
                  <a:lnTo>
                    <a:pt x="2053805" y="2528608"/>
                  </a:lnTo>
                  <a:lnTo>
                    <a:pt x="2041880" y="2531021"/>
                  </a:lnTo>
                  <a:lnTo>
                    <a:pt x="2032139" y="2537587"/>
                  </a:lnTo>
                  <a:lnTo>
                    <a:pt x="2025573" y="2547328"/>
                  </a:lnTo>
                  <a:lnTo>
                    <a:pt x="2023173" y="2559253"/>
                  </a:lnTo>
                  <a:lnTo>
                    <a:pt x="2023173" y="2981756"/>
                  </a:lnTo>
                  <a:lnTo>
                    <a:pt x="2025573" y="2993682"/>
                  </a:lnTo>
                  <a:lnTo>
                    <a:pt x="2032139" y="3003423"/>
                  </a:lnTo>
                  <a:lnTo>
                    <a:pt x="2041880" y="3009989"/>
                  </a:lnTo>
                  <a:lnTo>
                    <a:pt x="2053805" y="3012402"/>
                  </a:lnTo>
                  <a:lnTo>
                    <a:pt x="2476322" y="3012402"/>
                  </a:lnTo>
                  <a:lnTo>
                    <a:pt x="2488247" y="3009989"/>
                  </a:lnTo>
                  <a:lnTo>
                    <a:pt x="2497975" y="3003423"/>
                  </a:lnTo>
                  <a:lnTo>
                    <a:pt x="2504541" y="2993682"/>
                  </a:lnTo>
                  <a:lnTo>
                    <a:pt x="2506954" y="2981756"/>
                  </a:lnTo>
                  <a:lnTo>
                    <a:pt x="2506954" y="2559253"/>
                  </a:lnTo>
                  <a:close/>
                </a:path>
                <a:path w="3013075" h="3515995">
                  <a:moveTo>
                    <a:pt x="2506954" y="2056104"/>
                  </a:moveTo>
                  <a:lnTo>
                    <a:pt x="2504541" y="2044179"/>
                  </a:lnTo>
                  <a:lnTo>
                    <a:pt x="2497975" y="2034438"/>
                  </a:lnTo>
                  <a:lnTo>
                    <a:pt x="2488247" y="2027872"/>
                  </a:lnTo>
                  <a:lnTo>
                    <a:pt x="2476322" y="2025472"/>
                  </a:lnTo>
                  <a:lnTo>
                    <a:pt x="2053805" y="2025472"/>
                  </a:lnTo>
                  <a:lnTo>
                    <a:pt x="2041880" y="2027872"/>
                  </a:lnTo>
                  <a:lnTo>
                    <a:pt x="2032139" y="2034438"/>
                  </a:lnTo>
                  <a:lnTo>
                    <a:pt x="2025573" y="2044179"/>
                  </a:lnTo>
                  <a:lnTo>
                    <a:pt x="2023173" y="2056104"/>
                  </a:lnTo>
                  <a:lnTo>
                    <a:pt x="2023173" y="2478621"/>
                  </a:lnTo>
                  <a:lnTo>
                    <a:pt x="2025573" y="2490546"/>
                  </a:lnTo>
                  <a:lnTo>
                    <a:pt x="2032139" y="2500287"/>
                  </a:lnTo>
                  <a:lnTo>
                    <a:pt x="2041880" y="2506853"/>
                  </a:lnTo>
                  <a:lnTo>
                    <a:pt x="2053805" y="2509253"/>
                  </a:lnTo>
                  <a:lnTo>
                    <a:pt x="2476322" y="2509253"/>
                  </a:lnTo>
                  <a:lnTo>
                    <a:pt x="2488247" y="2506853"/>
                  </a:lnTo>
                  <a:lnTo>
                    <a:pt x="2497975" y="2500287"/>
                  </a:lnTo>
                  <a:lnTo>
                    <a:pt x="2504541" y="2490546"/>
                  </a:lnTo>
                  <a:lnTo>
                    <a:pt x="2506954" y="2478621"/>
                  </a:lnTo>
                  <a:lnTo>
                    <a:pt x="2506954" y="2056104"/>
                  </a:lnTo>
                  <a:close/>
                </a:path>
                <a:path w="3013075" h="3515995">
                  <a:moveTo>
                    <a:pt x="2506954" y="1544358"/>
                  </a:moveTo>
                  <a:lnTo>
                    <a:pt x="2504541" y="1532432"/>
                  </a:lnTo>
                  <a:lnTo>
                    <a:pt x="2497975" y="1522704"/>
                  </a:lnTo>
                  <a:lnTo>
                    <a:pt x="2488247" y="1516138"/>
                  </a:lnTo>
                  <a:lnTo>
                    <a:pt x="2476322" y="1513725"/>
                  </a:lnTo>
                  <a:lnTo>
                    <a:pt x="2053805" y="1513725"/>
                  </a:lnTo>
                  <a:lnTo>
                    <a:pt x="2041880" y="1516138"/>
                  </a:lnTo>
                  <a:lnTo>
                    <a:pt x="2032139" y="1522704"/>
                  </a:lnTo>
                  <a:lnTo>
                    <a:pt x="2025573" y="1532432"/>
                  </a:lnTo>
                  <a:lnTo>
                    <a:pt x="2023173" y="1544358"/>
                  </a:lnTo>
                  <a:lnTo>
                    <a:pt x="2023173" y="1966874"/>
                  </a:lnTo>
                  <a:lnTo>
                    <a:pt x="2025573" y="1978799"/>
                  </a:lnTo>
                  <a:lnTo>
                    <a:pt x="2032139" y="1988540"/>
                  </a:lnTo>
                  <a:lnTo>
                    <a:pt x="2041880" y="1995106"/>
                  </a:lnTo>
                  <a:lnTo>
                    <a:pt x="2053805" y="1997506"/>
                  </a:lnTo>
                  <a:lnTo>
                    <a:pt x="2476322" y="1997506"/>
                  </a:lnTo>
                  <a:lnTo>
                    <a:pt x="2488247" y="1995106"/>
                  </a:lnTo>
                  <a:lnTo>
                    <a:pt x="2497975" y="1988540"/>
                  </a:lnTo>
                  <a:lnTo>
                    <a:pt x="2504541" y="1978799"/>
                  </a:lnTo>
                  <a:lnTo>
                    <a:pt x="2506954" y="1966874"/>
                  </a:lnTo>
                  <a:lnTo>
                    <a:pt x="2506954" y="1544358"/>
                  </a:lnTo>
                  <a:close/>
                </a:path>
                <a:path w="3013075" h="3515995">
                  <a:moveTo>
                    <a:pt x="2506954" y="1041222"/>
                  </a:moveTo>
                  <a:lnTo>
                    <a:pt x="2504541" y="1029296"/>
                  </a:lnTo>
                  <a:lnTo>
                    <a:pt x="2497975" y="1019556"/>
                  </a:lnTo>
                  <a:lnTo>
                    <a:pt x="2488247" y="1012990"/>
                  </a:lnTo>
                  <a:lnTo>
                    <a:pt x="2476322" y="1010589"/>
                  </a:lnTo>
                  <a:lnTo>
                    <a:pt x="2053805" y="1010589"/>
                  </a:lnTo>
                  <a:lnTo>
                    <a:pt x="2041880" y="1012990"/>
                  </a:lnTo>
                  <a:lnTo>
                    <a:pt x="2032139" y="1019556"/>
                  </a:lnTo>
                  <a:lnTo>
                    <a:pt x="2025573" y="1029296"/>
                  </a:lnTo>
                  <a:lnTo>
                    <a:pt x="2023173" y="1041222"/>
                  </a:lnTo>
                  <a:lnTo>
                    <a:pt x="2023173" y="1463738"/>
                  </a:lnTo>
                  <a:lnTo>
                    <a:pt x="2025573" y="1475663"/>
                  </a:lnTo>
                  <a:lnTo>
                    <a:pt x="2032139" y="1485404"/>
                  </a:lnTo>
                  <a:lnTo>
                    <a:pt x="2041880" y="1491970"/>
                  </a:lnTo>
                  <a:lnTo>
                    <a:pt x="2053805" y="1494370"/>
                  </a:lnTo>
                  <a:lnTo>
                    <a:pt x="2476322" y="1494370"/>
                  </a:lnTo>
                  <a:lnTo>
                    <a:pt x="2488247" y="1491970"/>
                  </a:lnTo>
                  <a:lnTo>
                    <a:pt x="2497975" y="1485404"/>
                  </a:lnTo>
                  <a:lnTo>
                    <a:pt x="2504541" y="1475663"/>
                  </a:lnTo>
                  <a:lnTo>
                    <a:pt x="2506954" y="1463738"/>
                  </a:lnTo>
                  <a:lnTo>
                    <a:pt x="2506954" y="1041222"/>
                  </a:lnTo>
                  <a:close/>
                </a:path>
                <a:path w="3013075" h="3515995">
                  <a:moveTo>
                    <a:pt x="2506954" y="533781"/>
                  </a:moveTo>
                  <a:lnTo>
                    <a:pt x="2504541" y="521855"/>
                  </a:lnTo>
                  <a:lnTo>
                    <a:pt x="2497975" y="512114"/>
                  </a:lnTo>
                  <a:lnTo>
                    <a:pt x="2488247" y="505548"/>
                  </a:lnTo>
                  <a:lnTo>
                    <a:pt x="2476322" y="503148"/>
                  </a:lnTo>
                  <a:lnTo>
                    <a:pt x="2053805" y="503148"/>
                  </a:lnTo>
                  <a:lnTo>
                    <a:pt x="2041880" y="505548"/>
                  </a:lnTo>
                  <a:lnTo>
                    <a:pt x="2032139" y="512114"/>
                  </a:lnTo>
                  <a:lnTo>
                    <a:pt x="2025573" y="521855"/>
                  </a:lnTo>
                  <a:lnTo>
                    <a:pt x="2023173" y="533781"/>
                  </a:lnTo>
                  <a:lnTo>
                    <a:pt x="2023173" y="956297"/>
                  </a:lnTo>
                  <a:lnTo>
                    <a:pt x="2025573" y="968222"/>
                  </a:lnTo>
                  <a:lnTo>
                    <a:pt x="2032139" y="977963"/>
                  </a:lnTo>
                  <a:lnTo>
                    <a:pt x="2041880" y="984529"/>
                  </a:lnTo>
                  <a:lnTo>
                    <a:pt x="2053805" y="986929"/>
                  </a:lnTo>
                  <a:lnTo>
                    <a:pt x="2476322" y="986929"/>
                  </a:lnTo>
                  <a:lnTo>
                    <a:pt x="2488247" y="984529"/>
                  </a:lnTo>
                  <a:lnTo>
                    <a:pt x="2497975" y="977963"/>
                  </a:lnTo>
                  <a:lnTo>
                    <a:pt x="2504541" y="968222"/>
                  </a:lnTo>
                  <a:lnTo>
                    <a:pt x="2506954" y="956297"/>
                  </a:lnTo>
                  <a:lnTo>
                    <a:pt x="2506954" y="533781"/>
                  </a:lnTo>
                  <a:close/>
                </a:path>
                <a:path w="3013075" h="3515995">
                  <a:moveTo>
                    <a:pt x="2506954" y="30645"/>
                  </a:moveTo>
                  <a:lnTo>
                    <a:pt x="2504541" y="18719"/>
                  </a:lnTo>
                  <a:lnTo>
                    <a:pt x="2497975" y="8978"/>
                  </a:lnTo>
                  <a:lnTo>
                    <a:pt x="2488247" y="2413"/>
                  </a:lnTo>
                  <a:lnTo>
                    <a:pt x="2476322" y="0"/>
                  </a:lnTo>
                  <a:lnTo>
                    <a:pt x="2053805" y="0"/>
                  </a:lnTo>
                  <a:lnTo>
                    <a:pt x="2041880" y="2413"/>
                  </a:lnTo>
                  <a:lnTo>
                    <a:pt x="2032139" y="8978"/>
                  </a:lnTo>
                  <a:lnTo>
                    <a:pt x="2025573" y="18719"/>
                  </a:lnTo>
                  <a:lnTo>
                    <a:pt x="2023173" y="30645"/>
                  </a:lnTo>
                  <a:lnTo>
                    <a:pt x="2023173" y="453148"/>
                  </a:lnTo>
                  <a:lnTo>
                    <a:pt x="2025573" y="465074"/>
                  </a:lnTo>
                  <a:lnTo>
                    <a:pt x="2032139" y="474814"/>
                  </a:lnTo>
                  <a:lnTo>
                    <a:pt x="2041880" y="481380"/>
                  </a:lnTo>
                  <a:lnTo>
                    <a:pt x="2053805" y="483793"/>
                  </a:lnTo>
                  <a:lnTo>
                    <a:pt x="2476322" y="483793"/>
                  </a:lnTo>
                  <a:lnTo>
                    <a:pt x="2488247" y="481380"/>
                  </a:lnTo>
                  <a:lnTo>
                    <a:pt x="2497975" y="474814"/>
                  </a:lnTo>
                  <a:lnTo>
                    <a:pt x="2504541" y="465074"/>
                  </a:lnTo>
                  <a:lnTo>
                    <a:pt x="2506954" y="453148"/>
                  </a:lnTo>
                  <a:lnTo>
                    <a:pt x="2506954" y="30645"/>
                  </a:lnTo>
                  <a:close/>
                </a:path>
                <a:path w="3013075" h="3515995">
                  <a:moveTo>
                    <a:pt x="3012744" y="3062389"/>
                  </a:moveTo>
                  <a:lnTo>
                    <a:pt x="3010331" y="3050463"/>
                  </a:lnTo>
                  <a:lnTo>
                    <a:pt x="3003766" y="3040723"/>
                  </a:lnTo>
                  <a:lnTo>
                    <a:pt x="2994037" y="3034157"/>
                  </a:lnTo>
                  <a:lnTo>
                    <a:pt x="2982112" y="3031756"/>
                  </a:lnTo>
                  <a:lnTo>
                    <a:pt x="2559596" y="3031756"/>
                  </a:lnTo>
                  <a:lnTo>
                    <a:pt x="2547670" y="3034157"/>
                  </a:lnTo>
                  <a:lnTo>
                    <a:pt x="2537930" y="3040723"/>
                  </a:lnTo>
                  <a:lnTo>
                    <a:pt x="2531364" y="3050463"/>
                  </a:lnTo>
                  <a:lnTo>
                    <a:pt x="2528963" y="3062389"/>
                  </a:lnTo>
                  <a:lnTo>
                    <a:pt x="2528963" y="3484905"/>
                  </a:lnTo>
                  <a:lnTo>
                    <a:pt x="2531364" y="3496830"/>
                  </a:lnTo>
                  <a:lnTo>
                    <a:pt x="2537930" y="3506559"/>
                  </a:lnTo>
                  <a:lnTo>
                    <a:pt x="2547670" y="3513124"/>
                  </a:lnTo>
                  <a:lnTo>
                    <a:pt x="2559596" y="3515537"/>
                  </a:lnTo>
                  <a:lnTo>
                    <a:pt x="2982112" y="3515537"/>
                  </a:lnTo>
                  <a:lnTo>
                    <a:pt x="2994037" y="3513124"/>
                  </a:lnTo>
                  <a:lnTo>
                    <a:pt x="3003766" y="3506559"/>
                  </a:lnTo>
                  <a:lnTo>
                    <a:pt x="3010331" y="3496830"/>
                  </a:lnTo>
                  <a:lnTo>
                    <a:pt x="3012744" y="3484905"/>
                  </a:lnTo>
                  <a:lnTo>
                    <a:pt x="3012744" y="3062389"/>
                  </a:lnTo>
                  <a:close/>
                </a:path>
                <a:path w="3013075" h="3515995">
                  <a:moveTo>
                    <a:pt x="3012744" y="2559253"/>
                  </a:moveTo>
                  <a:lnTo>
                    <a:pt x="3010331" y="2547328"/>
                  </a:lnTo>
                  <a:lnTo>
                    <a:pt x="3003766" y="2537587"/>
                  </a:lnTo>
                  <a:lnTo>
                    <a:pt x="2994037" y="2531021"/>
                  </a:lnTo>
                  <a:lnTo>
                    <a:pt x="2982112" y="2528608"/>
                  </a:lnTo>
                  <a:lnTo>
                    <a:pt x="2559596" y="2528608"/>
                  </a:lnTo>
                  <a:lnTo>
                    <a:pt x="2547670" y="2531021"/>
                  </a:lnTo>
                  <a:lnTo>
                    <a:pt x="2537930" y="2537587"/>
                  </a:lnTo>
                  <a:lnTo>
                    <a:pt x="2531364" y="2547328"/>
                  </a:lnTo>
                  <a:lnTo>
                    <a:pt x="2528963" y="2559253"/>
                  </a:lnTo>
                  <a:lnTo>
                    <a:pt x="2528963" y="2981756"/>
                  </a:lnTo>
                  <a:lnTo>
                    <a:pt x="2531364" y="2993682"/>
                  </a:lnTo>
                  <a:lnTo>
                    <a:pt x="2537930" y="3003423"/>
                  </a:lnTo>
                  <a:lnTo>
                    <a:pt x="2547670" y="3009989"/>
                  </a:lnTo>
                  <a:lnTo>
                    <a:pt x="2559596" y="3012402"/>
                  </a:lnTo>
                  <a:lnTo>
                    <a:pt x="2982112" y="3012402"/>
                  </a:lnTo>
                  <a:lnTo>
                    <a:pt x="2994037" y="3009989"/>
                  </a:lnTo>
                  <a:lnTo>
                    <a:pt x="3003766" y="3003423"/>
                  </a:lnTo>
                  <a:lnTo>
                    <a:pt x="3010331" y="2993682"/>
                  </a:lnTo>
                  <a:lnTo>
                    <a:pt x="3012744" y="2981756"/>
                  </a:lnTo>
                  <a:lnTo>
                    <a:pt x="3012744" y="2559253"/>
                  </a:lnTo>
                  <a:close/>
                </a:path>
                <a:path w="3013075" h="3515995">
                  <a:moveTo>
                    <a:pt x="3012744" y="2056104"/>
                  </a:moveTo>
                  <a:lnTo>
                    <a:pt x="3010331" y="2044179"/>
                  </a:lnTo>
                  <a:lnTo>
                    <a:pt x="3003766" y="2034438"/>
                  </a:lnTo>
                  <a:lnTo>
                    <a:pt x="2994037" y="2027872"/>
                  </a:lnTo>
                  <a:lnTo>
                    <a:pt x="2982112" y="2025472"/>
                  </a:lnTo>
                  <a:lnTo>
                    <a:pt x="2559596" y="2025472"/>
                  </a:lnTo>
                  <a:lnTo>
                    <a:pt x="2547670" y="2027872"/>
                  </a:lnTo>
                  <a:lnTo>
                    <a:pt x="2537930" y="2034438"/>
                  </a:lnTo>
                  <a:lnTo>
                    <a:pt x="2531364" y="2044179"/>
                  </a:lnTo>
                  <a:lnTo>
                    <a:pt x="2528963" y="2056104"/>
                  </a:lnTo>
                  <a:lnTo>
                    <a:pt x="2528963" y="2478621"/>
                  </a:lnTo>
                  <a:lnTo>
                    <a:pt x="2531364" y="2490546"/>
                  </a:lnTo>
                  <a:lnTo>
                    <a:pt x="2537930" y="2500287"/>
                  </a:lnTo>
                  <a:lnTo>
                    <a:pt x="2547670" y="2506853"/>
                  </a:lnTo>
                  <a:lnTo>
                    <a:pt x="2559596" y="2509253"/>
                  </a:lnTo>
                  <a:lnTo>
                    <a:pt x="2982112" y="2509253"/>
                  </a:lnTo>
                  <a:lnTo>
                    <a:pt x="2994037" y="2506853"/>
                  </a:lnTo>
                  <a:lnTo>
                    <a:pt x="3003766" y="2500287"/>
                  </a:lnTo>
                  <a:lnTo>
                    <a:pt x="3010331" y="2490546"/>
                  </a:lnTo>
                  <a:lnTo>
                    <a:pt x="3012744" y="2478621"/>
                  </a:lnTo>
                  <a:lnTo>
                    <a:pt x="3012744" y="2056104"/>
                  </a:lnTo>
                  <a:close/>
                </a:path>
                <a:path w="3013075" h="3515995">
                  <a:moveTo>
                    <a:pt x="3012744" y="1544358"/>
                  </a:moveTo>
                  <a:lnTo>
                    <a:pt x="3010331" y="1532432"/>
                  </a:lnTo>
                  <a:lnTo>
                    <a:pt x="3003766" y="1522704"/>
                  </a:lnTo>
                  <a:lnTo>
                    <a:pt x="2994037" y="1516138"/>
                  </a:lnTo>
                  <a:lnTo>
                    <a:pt x="2982112" y="1513725"/>
                  </a:lnTo>
                  <a:lnTo>
                    <a:pt x="2559596" y="1513725"/>
                  </a:lnTo>
                  <a:lnTo>
                    <a:pt x="2547670" y="1516138"/>
                  </a:lnTo>
                  <a:lnTo>
                    <a:pt x="2537930" y="1522704"/>
                  </a:lnTo>
                  <a:lnTo>
                    <a:pt x="2531364" y="1532432"/>
                  </a:lnTo>
                  <a:lnTo>
                    <a:pt x="2528963" y="1544358"/>
                  </a:lnTo>
                  <a:lnTo>
                    <a:pt x="2528963" y="1966874"/>
                  </a:lnTo>
                  <a:lnTo>
                    <a:pt x="2531364" y="1978799"/>
                  </a:lnTo>
                  <a:lnTo>
                    <a:pt x="2537930" y="1988540"/>
                  </a:lnTo>
                  <a:lnTo>
                    <a:pt x="2547670" y="1995106"/>
                  </a:lnTo>
                  <a:lnTo>
                    <a:pt x="2559596" y="1997506"/>
                  </a:lnTo>
                  <a:lnTo>
                    <a:pt x="2982112" y="1997506"/>
                  </a:lnTo>
                  <a:lnTo>
                    <a:pt x="2994037" y="1995106"/>
                  </a:lnTo>
                  <a:lnTo>
                    <a:pt x="3003766" y="1988540"/>
                  </a:lnTo>
                  <a:lnTo>
                    <a:pt x="3010331" y="1978799"/>
                  </a:lnTo>
                  <a:lnTo>
                    <a:pt x="3012744" y="1966874"/>
                  </a:lnTo>
                  <a:lnTo>
                    <a:pt x="3012744" y="1544358"/>
                  </a:lnTo>
                  <a:close/>
                </a:path>
                <a:path w="3013075" h="3515995">
                  <a:moveTo>
                    <a:pt x="3012744" y="1041222"/>
                  </a:moveTo>
                  <a:lnTo>
                    <a:pt x="3010331" y="1029296"/>
                  </a:lnTo>
                  <a:lnTo>
                    <a:pt x="3003766" y="1019556"/>
                  </a:lnTo>
                  <a:lnTo>
                    <a:pt x="2994037" y="1012990"/>
                  </a:lnTo>
                  <a:lnTo>
                    <a:pt x="2982112" y="1010589"/>
                  </a:lnTo>
                  <a:lnTo>
                    <a:pt x="2559596" y="1010589"/>
                  </a:lnTo>
                  <a:lnTo>
                    <a:pt x="2547670" y="1012990"/>
                  </a:lnTo>
                  <a:lnTo>
                    <a:pt x="2537930" y="1019556"/>
                  </a:lnTo>
                  <a:lnTo>
                    <a:pt x="2531364" y="1029296"/>
                  </a:lnTo>
                  <a:lnTo>
                    <a:pt x="2528963" y="1041222"/>
                  </a:lnTo>
                  <a:lnTo>
                    <a:pt x="2528963" y="1463738"/>
                  </a:lnTo>
                  <a:lnTo>
                    <a:pt x="2531364" y="1475663"/>
                  </a:lnTo>
                  <a:lnTo>
                    <a:pt x="2537930" y="1485404"/>
                  </a:lnTo>
                  <a:lnTo>
                    <a:pt x="2547670" y="1491970"/>
                  </a:lnTo>
                  <a:lnTo>
                    <a:pt x="2559596" y="1494370"/>
                  </a:lnTo>
                  <a:lnTo>
                    <a:pt x="2982112" y="1494370"/>
                  </a:lnTo>
                  <a:lnTo>
                    <a:pt x="2994037" y="1491970"/>
                  </a:lnTo>
                  <a:lnTo>
                    <a:pt x="3003766" y="1485404"/>
                  </a:lnTo>
                  <a:lnTo>
                    <a:pt x="3010331" y="1475663"/>
                  </a:lnTo>
                  <a:lnTo>
                    <a:pt x="3012744" y="1463738"/>
                  </a:lnTo>
                  <a:lnTo>
                    <a:pt x="3012744" y="1041222"/>
                  </a:lnTo>
                  <a:close/>
                </a:path>
                <a:path w="3013075" h="3515995">
                  <a:moveTo>
                    <a:pt x="3012744" y="533781"/>
                  </a:moveTo>
                  <a:lnTo>
                    <a:pt x="3010331" y="521855"/>
                  </a:lnTo>
                  <a:lnTo>
                    <a:pt x="3003766" y="512114"/>
                  </a:lnTo>
                  <a:lnTo>
                    <a:pt x="2994037" y="505548"/>
                  </a:lnTo>
                  <a:lnTo>
                    <a:pt x="2982112" y="503148"/>
                  </a:lnTo>
                  <a:lnTo>
                    <a:pt x="2559596" y="503148"/>
                  </a:lnTo>
                  <a:lnTo>
                    <a:pt x="2547670" y="505548"/>
                  </a:lnTo>
                  <a:lnTo>
                    <a:pt x="2537930" y="512114"/>
                  </a:lnTo>
                  <a:lnTo>
                    <a:pt x="2531364" y="521855"/>
                  </a:lnTo>
                  <a:lnTo>
                    <a:pt x="2528963" y="533781"/>
                  </a:lnTo>
                  <a:lnTo>
                    <a:pt x="2528963" y="956297"/>
                  </a:lnTo>
                  <a:lnTo>
                    <a:pt x="2531364" y="968222"/>
                  </a:lnTo>
                  <a:lnTo>
                    <a:pt x="2537930" y="977963"/>
                  </a:lnTo>
                  <a:lnTo>
                    <a:pt x="2547670" y="984529"/>
                  </a:lnTo>
                  <a:lnTo>
                    <a:pt x="2559596" y="986929"/>
                  </a:lnTo>
                  <a:lnTo>
                    <a:pt x="2982112" y="986929"/>
                  </a:lnTo>
                  <a:lnTo>
                    <a:pt x="2994037" y="984529"/>
                  </a:lnTo>
                  <a:lnTo>
                    <a:pt x="3003766" y="977963"/>
                  </a:lnTo>
                  <a:lnTo>
                    <a:pt x="3010331" y="968222"/>
                  </a:lnTo>
                  <a:lnTo>
                    <a:pt x="3012744" y="956297"/>
                  </a:lnTo>
                  <a:lnTo>
                    <a:pt x="3012744" y="533781"/>
                  </a:lnTo>
                  <a:close/>
                </a:path>
                <a:path w="3013075" h="3515995">
                  <a:moveTo>
                    <a:pt x="3012744" y="30645"/>
                  </a:moveTo>
                  <a:lnTo>
                    <a:pt x="3010331" y="18719"/>
                  </a:lnTo>
                  <a:lnTo>
                    <a:pt x="3003766" y="8978"/>
                  </a:lnTo>
                  <a:lnTo>
                    <a:pt x="2994037" y="2413"/>
                  </a:lnTo>
                  <a:lnTo>
                    <a:pt x="2982112" y="0"/>
                  </a:lnTo>
                  <a:lnTo>
                    <a:pt x="2559596" y="0"/>
                  </a:lnTo>
                  <a:lnTo>
                    <a:pt x="2547670" y="2413"/>
                  </a:lnTo>
                  <a:lnTo>
                    <a:pt x="2537930" y="8978"/>
                  </a:lnTo>
                  <a:lnTo>
                    <a:pt x="2531364" y="18719"/>
                  </a:lnTo>
                  <a:lnTo>
                    <a:pt x="2528963" y="30645"/>
                  </a:lnTo>
                  <a:lnTo>
                    <a:pt x="2528963" y="453148"/>
                  </a:lnTo>
                  <a:lnTo>
                    <a:pt x="2531364" y="465074"/>
                  </a:lnTo>
                  <a:lnTo>
                    <a:pt x="2537930" y="474814"/>
                  </a:lnTo>
                  <a:lnTo>
                    <a:pt x="2547670" y="481380"/>
                  </a:lnTo>
                  <a:lnTo>
                    <a:pt x="2559596" y="483793"/>
                  </a:lnTo>
                  <a:lnTo>
                    <a:pt x="2982112" y="483793"/>
                  </a:lnTo>
                  <a:lnTo>
                    <a:pt x="2994037" y="481380"/>
                  </a:lnTo>
                  <a:lnTo>
                    <a:pt x="3003766" y="474814"/>
                  </a:lnTo>
                  <a:lnTo>
                    <a:pt x="3010331" y="465074"/>
                  </a:lnTo>
                  <a:lnTo>
                    <a:pt x="3012744" y="453148"/>
                  </a:lnTo>
                  <a:lnTo>
                    <a:pt x="3012744" y="30645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181964" y="1968065"/>
              <a:ext cx="1313815" cy="1463675"/>
            </a:xfrm>
            <a:custGeom>
              <a:avLst/>
              <a:gdLst/>
              <a:ahLst/>
              <a:cxnLst/>
              <a:rect l="l" t="t" r="r" b="b"/>
              <a:pathLst>
                <a:path w="1313814" h="1463675">
                  <a:moveTo>
                    <a:pt x="1313289" y="0"/>
                  </a:moveTo>
                  <a:lnTo>
                    <a:pt x="0" y="0"/>
                  </a:lnTo>
                  <a:lnTo>
                    <a:pt x="0" y="1463327"/>
                  </a:lnTo>
                  <a:lnTo>
                    <a:pt x="1313289" y="1463327"/>
                  </a:lnTo>
                  <a:lnTo>
                    <a:pt x="131328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186819" y="1968062"/>
              <a:ext cx="1313815" cy="1463675"/>
            </a:xfrm>
            <a:custGeom>
              <a:avLst/>
              <a:gdLst/>
              <a:ahLst/>
              <a:cxnLst/>
              <a:rect l="l" t="t" r="r" b="b"/>
              <a:pathLst>
                <a:path w="1313814" h="1463675">
                  <a:moveTo>
                    <a:pt x="1313279" y="0"/>
                  </a:moveTo>
                  <a:lnTo>
                    <a:pt x="1012827" y="0"/>
                  </a:lnTo>
                  <a:lnTo>
                    <a:pt x="964814" y="29578"/>
                  </a:lnTo>
                  <a:lnTo>
                    <a:pt x="915151" y="60608"/>
                  </a:lnTo>
                  <a:lnTo>
                    <a:pt x="864355" y="92850"/>
                  </a:lnTo>
                  <a:lnTo>
                    <a:pt x="812939" y="126063"/>
                  </a:lnTo>
                  <a:lnTo>
                    <a:pt x="761418" y="160006"/>
                  </a:lnTo>
                  <a:lnTo>
                    <a:pt x="710307" y="194438"/>
                  </a:lnTo>
                  <a:lnTo>
                    <a:pt x="660120" y="229119"/>
                  </a:lnTo>
                  <a:lnTo>
                    <a:pt x="611372" y="263809"/>
                  </a:lnTo>
                  <a:lnTo>
                    <a:pt x="564577" y="298267"/>
                  </a:lnTo>
                  <a:lnTo>
                    <a:pt x="520249" y="332251"/>
                  </a:lnTo>
                  <a:lnTo>
                    <a:pt x="478904" y="365522"/>
                  </a:lnTo>
                  <a:lnTo>
                    <a:pt x="441056" y="397840"/>
                  </a:lnTo>
                  <a:lnTo>
                    <a:pt x="407220" y="428962"/>
                  </a:lnTo>
                  <a:lnTo>
                    <a:pt x="377910" y="458649"/>
                  </a:lnTo>
                  <a:lnTo>
                    <a:pt x="334925" y="512756"/>
                  </a:lnTo>
                  <a:lnTo>
                    <a:pt x="316220" y="558234"/>
                  </a:lnTo>
                  <a:lnTo>
                    <a:pt x="311823" y="609123"/>
                  </a:lnTo>
                  <a:lnTo>
                    <a:pt x="311135" y="660159"/>
                  </a:lnTo>
                  <a:lnTo>
                    <a:pt x="313477" y="710332"/>
                  </a:lnTo>
                  <a:lnTo>
                    <a:pt x="318168" y="758636"/>
                  </a:lnTo>
                  <a:lnTo>
                    <a:pt x="321379" y="803774"/>
                  </a:lnTo>
                  <a:lnTo>
                    <a:pt x="318324" y="843013"/>
                  </a:lnTo>
                  <a:lnTo>
                    <a:pt x="287409" y="912040"/>
                  </a:lnTo>
                  <a:lnTo>
                    <a:pt x="256544" y="945952"/>
                  </a:lnTo>
                  <a:lnTo>
                    <a:pt x="213404" y="982211"/>
                  </a:lnTo>
                  <a:lnTo>
                    <a:pt x="156487" y="1022879"/>
                  </a:lnTo>
                  <a:lnTo>
                    <a:pt x="0" y="1111463"/>
                  </a:lnTo>
                  <a:lnTo>
                    <a:pt x="0" y="1463337"/>
                  </a:lnTo>
                  <a:lnTo>
                    <a:pt x="257698" y="1463337"/>
                  </a:lnTo>
                  <a:lnTo>
                    <a:pt x="741652" y="1130604"/>
                  </a:lnTo>
                  <a:lnTo>
                    <a:pt x="777154" y="1097365"/>
                  </a:lnTo>
                  <a:lnTo>
                    <a:pt x="800570" y="1056468"/>
                  </a:lnTo>
                  <a:lnTo>
                    <a:pt x="811188" y="1010972"/>
                  </a:lnTo>
                  <a:lnTo>
                    <a:pt x="808295" y="963934"/>
                  </a:lnTo>
                  <a:lnTo>
                    <a:pt x="791180" y="918411"/>
                  </a:lnTo>
                  <a:lnTo>
                    <a:pt x="771026" y="870564"/>
                  </a:lnTo>
                  <a:lnTo>
                    <a:pt x="762081" y="820663"/>
                  </a:lnTo>
                  <a:lnTo>
                    <a:pt x="764074" y="770526"/>
                  </a:lnTo>
                  <a:lnTo>
                    <a:pt x="776737" y="721974"/>
                  </a:lnTo>
                  <a:lnTo>
                    <a:pt x="799798" y="676826"/>
                  </a:lnTo>
                  <a:lnTo>
                    <a:pt x="832990" y="636902"/>
                  </a:lnTo>
                  <a:lnTo>
                    <a:pt x="1313279" y="174968"/>
                  </a:lnTo>
                  <a:lnTo>
                    <a:pt x="1313279" y="0"/>
                  </a:lnTo>
                  <a:close/>
                </a:path>
              </a:pathLst>
            </a:custGeom>
            <a:solidFill>
              <a:srgbClr val="FFFFFF">
                <a:alpha val="53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04315" y="1939753"/>
              <a:ext cx="2744470" cy="4241165"/>
            </a:xfrm>
            <a:custGeom>
              <a:avLst/>
              <a:gdLst/>
              <a:ahLst/>
              <a:cxnLst/>
              <a:rect l="l" t="t" r="r" b="b"/>
              <a:pathLst>
                <a:path w="2744470" h="4241165">
                  <a:moveTo>
                    <a:pt x="2119261" y="28321"/>
                  </a:moveTo>
                  <a:lnTo>
                    <a:pt x="2117039" y="17297"/>
                  </a:lnTo>
                  <a:lnTo>
                    <a:pt x="2110968" y="8293"/>
                  </a:lnTo>
                  <a:lnTo>
                    <a:pt x="2101964" y="2222"/>
                  </a:lnTo>
                  <a:lnTo>
                    <a:pt x="2090928" y="0"/>
                  </a:lnTo>
                  <a:lnTo>
                    <a:pt x="2062607" y="0"/>
                  </a:lnTo>
                  <a:lnTo>
                    <a:pt x="2062607" y="56629"/>
                  </a:lnTo>
                  <a:lnTo>
                    <a:pt x="2062607" y="1463319"/>
                  </a:lnTo>
                  <a:lnTo>
                    <a:pt x="805980" y="1463319"/>
                  </a:lnTo>
                  <a:lnTo>
                    <a:pt x="805980" y="56629"/>
                  </a:lnTo>
                  <a:lnTo>
                    <a:pt x="2062607" y="56629"/>
                  </a:lnTo>
                  <a:lnTo>
                    <a:pt x="2062607" y="0"/>
                  </a:lnTo>
                  <a:lnTo>
                    <a:pt x="777659" y="0"/>
                  </a:lnTo>
                  <a:lnTo>
                    <a:pt x="766622" y="2222"/>
                  </a:lnTo>
                  <a:lnTo>
                    <a:pt x="757631" y="8293"/>
                  </a:lnTo>
                  <a:lnTo>
                    <a:pt x="751560" y="17297"/>
                  </a:lnTo>
                  <a:lnTo>
                    <a:pt x="749325" y="28321"/>
                  </a:lnTo>
                  <a:lnTo>
                    <a:pt x="749325" y="1491640"/>
                  </a:lnTo>
                  <a:lnTo>
                    <a:pt x="751560" y="1502676"/>
                  </a:lnTo>
                  <a:lnTo>
                    <a:pt x="757631" y="1511668"/>
                  </a:lnTo>
                  <a:lnTo>
                    <a:pt x="766622" y="1517738"/>
                  </a:lnTo>
                  <a:lnTo>
                    <a:pt x="777659" y="1519974"/>
                  </a:lnTo>
                  <a:lnTo>
                    <a:pt x="2090928" y="1519974"/>
                  </a:lnTo>
                  <a:lnTo>
                    <a:pt x="2101964" y="1517738"/>
                  </a:lnTo>
                  <a:lnTo>
                    <a:pt x="2110968" y="1511668"/>
                  </a:lnTo>
                  <a:lnTo>
                    <a:pt x="2117039" y="1502676"/>
                  </a:lnTo>
                  <a:lnTo>
                    <a:pt x="2119261" y="1491640"/>
                  </a:lnTo>
                  <a:lnTo>
                    <a:pt x="2119261" y="1463319"/>
                  </a:lnTo>
                  <a:lnTo>
                    <a:pt x="2119261" y="56629"/>
                  </a:lnTo>
                  <a:lnTo>
                    <a:pt x="2119261" y="28321"/>
                  </a:lnTo>
                  <a:close/>
                </a:path>
                <a:path w="2744470" h="4241165">
                  <a:moveTo>
                    <a:pt x="2744343" y="2488717"/>
                  </a:moveTo>
                  <a:lnTo>
                    <a:pt x="2681427" y="2488717"/>
                  </a:lnTo>
                  <a:lnTo>
                    <a:pt x="2584627" y="2488717"/>
                  </a:lnTo>
                  <a:lnTo>
                    <a:pt x="2584627" y="2532278"/>
                  </a:lnTo>
                  <a:lnTo>
                    <a:pt x="2584627" y="3150197"/>
                  </a:lnTo>
                  <a:lnTo>
                    <a:pt x="2584627" y="3188919"/>
                  </a:lnTo>
                  <a:lnTo>
                    <a:pt x="2584627" y="3814902"/>
                  </a:lnTo>
                  <a:lnTo>
                    <a:pt x="1810207" y="3814902"/>
                  </a:lnTo>
                  <a:lnTo>
                    <a:pt x="1810207" y="3188919"/>
                  </a:lnTo>
                  <a:lnTo>
                    <a:pt x="2584627" y="3188919"/>
                  </a:lnTo>
                  <a:lnTo>
                    <a:pt x="2584627" y="3150197"/>
                  </a:lnTo>
                  <a:lnTo>
                    <a:pt x="1810207" y="3150197"/>
                  </a:lnTo>
                  <a:lnTo>
                    <a:pt x="1810207" y="2532278"/>
                  </a:lnTo>
                  <a:lnTo>
                    <a:pt x="2584627" y="2532278"/>
                  </a:lnTo>
                  <a:lnTo>
                    <a:pt x="2584627" y="2488717"/>
                  </a:lnTo>
                  <a:lnTo>
                    <a:pt x="1810207" y="2488717"/>
                  </a:lnTo>
                  <a:lnTo>
                    <a:pt x="1713407" y="2488717"/>
                  </a:lnTo>
                  <a:lnTo>
                    <a:pt x="1713407" y="2532278"/>
                  </a:lnTo>
                  <a:lnTo>
                    <a:pt x="1713407" y="3447046"/>
                  </a:lnTo>
                  <a:lnTo>
                    <a:pt x="150050" y="3447046"/>
                  </a:lnTo>
                  <a:lnTo>
                    <a:pt x="150050" y="2532278"/>
                  </a:lnTo>
                  <a:lnTo>
                    <a:pt x="1713407" y="2532278"/>
                  </a:lnTo>
                  <a:lnTo>
                    <a:pt x="1713407" y="2488717"/>
                  </a:lnTo>
                  <a:lnTo>
                    <a:pt x="150050" y="2488717"/>
                  </a:lnTo>
                  <a:lnTo>
                    <a:pt x="53251" y="2488717"/>
                  </a:lnTo>
                  <a:lnTo>
                    <a:pt x="0" y="2488717"/>
                  </a:lnTo>
                  <a:lnTo>
                    <a:pt x="0" y="2532278"/>
                  </a:lnTo>
                  <a:lnTo>
                    <a:pt x="53251" y="2532278"/>
                  </a:lnTo>
                  <a:lnTo>
                    <a:pt x="53251" y="4240835"/>
                  </a:lnTo>
                  <a:lnTo>
                    <a:pt x="150050" y="4240835"/>
                  </a:lnTo>
                  <a:lnTo>
                    <a:pt x="150050" y="3485769"/>
                  </a:lnTo>
                  <a:lnTo>
                    <a:pt x="1713407" y="3485769"/>
                  </a:lnTo>
                  <a:lnTo>
                    <a:pt x="1713407" y="4240835"/>
                  </a:lnTo>
                  <a:lnTo>
                    <a:pt x="1810207" y="4240835"/>
                  </a:lnTo>
                  <a:lnTo>
                    <a:pt x="1810207" y="3853624"/>
                  </a:lnTo>
                  <a:lnTo>
                    <a:pt x="2584627" y="3853624"/>
                  </a:lnTo>
                  <a:lnTo>
                    <a:pt x="2584627" y="4240835"/>
                  </a:lnTo>
                  <a:lnTo>
                    <a:pt x="2681427" y="4240835"/>
                  </a:lnTo>
                  <a:lnTo>
                    <a:pt x="2681427" y="2532278"/>
                  </a:lnTo>
                  <a:lnTo>
                    <a:pt x="2744343" y="2532278"/>
                  </a:lnTo>
                  <a:lnTo>
                    <a:pt x="2744343" y="2488717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65612" y="4259053"/>
              <a:ext cx="2841625" cy="169545"/>
            </a:xfrm>
            <a:custGeom>
              <a:avLst/>
              <a:gdLst/>
              <a:ahLst/>
              <a:cxnLst/>
              <a:rect l="l" t="t" r="r" b="b"/>
              <a:pathLst>
                <a:path w="2841625" h="169545">
                  <a:moveTo>
                    <a:pt x="2841149" y="0"/>
                  </a:moveTo>
                  <a:lnTo>
                    <a:pt x="0" y="0"/>
                  </a:lnTo>
                  <a:lnTo>
                    <a:pt x="0" y="169408"/>
                  </a:lnTo>
                  <a:lnTo>
                    <a:pt x="2841149" y="169408"/>
                  </a:lnTo>
                  <a:lnTo>
                    <a:pt x="2841149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57227" y="4259060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w="0" h="170179">
                  <a:moveTo>
                    <a:pt x="0" y="169701"/>
                  </a:moveTo>
                  <a:lnTo>
                    <a:pt x="0" y="0"/>
                  </a:lnTo>
                </a:path>
              </a:pathLst>
            </a:custGeom>
            <a:ln w="9675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632839" y="3572174"/>
              <a:ext cx="303530" cy="545465"/>
            </a:xfrm>
            <a:custGeom>
              <a:avLst/>
              <a:gdLst/>
              <a:ahLst/>
              <a:cxnLst/>
              <a:rect l="l" t="t" r="r" b="b"/>
              <a:pathLst>
                <a:path w="303530" h="545464">
                  <a:moveTo>
                    <a:pt x="303299" y="544904"/>
                  </a:moveTo>
                  <a:lnTo>
                    <a:pt x="303299" y="120802"/>
                  </a:lnTo>
                  <a:lnTo>
                    <a:pt x="293806" y="73779"/>
                  </a:lnTo>
                  <a:lnTo>
                    <a:pt x="267918" y="35381"/>
                  </a:lnTo>
                  <a:lnTo>
                    <a:pt x="229520" y="9492"/>
                  </a:lnTo>
                  <a:lnTo>
                    <a:pt x="182497" y="0"/>
                  </a:lnTo>
                  <a:lnTo>
                    <a:pt x="120802" y="0"/>
                  </a:lnTo>
                  <a:lnTo>
                    <a:pt x="73783" y="9492"/>
                  </a:lnTo>
                  <a:lnTo>
                    <a:pt x="35385" y="35381"/>
                  </a:lnTo>
                  <a:lnTo>
                    <a:pt x="9494" y="73779"/>
                  </a:lnTo>
                  <a:lnTo>
                    <a:pt x="0" y="120802"/>
                  </a:lnTo>
                </a:path>
              </a:pathLst>
            </a:custGeom>
            <a:ln w="53977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578862" y="3676275"/>
              <a:ext cx="543560" cy="300990"/>
            </a:xfrm>
            <a:custGeom>
              <a:avLst/>
              <a:gdLst/>
              <a:ahLst/>
              <a:cxnLst/>
              <a:rect l="l" t="t" r="r" b="b"/>
              <a:pathLst>
                <a:path w="543560" h="300989">
                  <a:moveTo>
                    <a:pt x="110515" y="0"/>
                  </a:moveTo>
                  <a:lnTo>
                    <a:pt x="0" y="0"/>
                  </a:lnTo>
                  <a:lnTo>
                    <a:pt x="0" y="66814"/>
                  </a:lnTo>
                  <a:lnTo>
                    <a:pt x="110515" y="66814"/>
                  </a:lnTo>
                  <a:lnTo>
                    <a:pt x="110515" y="0"/>
                  </a:lnTo>
                  <a:close/>
                </a:path>
                <a:path w="543560" h="300989">
                  <a:moveTo>
                    <a:pt x="263131" y="190207"/>
                  </a:moveTo>
                  <a:lnTo>
                    <a:pt x="146177" y="190207"/>
                  </a:lnTo>
                  <a:lnTo>
                    <a:pt x="146177" y="222338"/>
                  </a:lnTo>
                  <a:lnTo>
                    <a:pt x="189230" y="222338"/>
                  </a:lnTo>
                  <a:lnTo>
                    <a:pt x="189230" y="300736"/>
                  </a:lnTo>
                  <a:lnTo>
                    <a:pt x="220078" y="300736"/>
                  </a:lnTo>
                  <a:lnTo>
                    <a:pt x="220078" y="222338"/>
                  </a:lnTo>
                  <a:lnTo>
                    <a:pt x="263131" y="222338"/>
                  </a:lnTo>
                  <a:lnTo>
                    <a:pt x="263131" y="190207"/>
                  </a:lnTo>
                  <a:close/>
                </a:path>
                <a:path w="543560" h="300989">
                  <a:moveTo>
                    <a:pt x="543293" y="190207"/>
                  </a:moveTo>
                  <a:lnTo>
                    <a:pt x="426351" y="190207"/>
                  </a:lnTo>
                  <a:lnTo>
                    <a:pt x="426351" y="222338"/>
                  </a:lnTo>
                  <a:lnTo>
                    <a:pt x="469392" y="222338"/>
                  </a:lnTo>
                  <a:lnTo>
                    <a:pt x="469392" y="300736"/>
                  </a:lnTo>
                  <a:lnTo>
                    <a:pt x="500240" y="300736"/>
                  </a:lnTo>
                  <a:lnTo>
                    <a:pt x="500240" y="222338"/>
                  </a:lnTo>
                  <a:lnTo>
                    <a:pt x="543293" y="222338"/>
                  </a:lnTo>
                  <a:lnTo>
                    <a:pt x="543293" y="190207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73902" y="3954123"/>
              <a:ext cx="968375" cy="305435"/>
            </a:xfrm>
            <a:custGeom>
              <a:avLst/>
              <a:gdLst/>
              <a:ahLst/>
              <a:cxnLst/>
              <a:rect l="l" t="t" r="r" b="b"/>
              <a:pathLst>
                <a:path w="968375" h="305435">
                  <a:moveTo>
                    <a:pt x="968022" y="0"/>
                  </a:moveTo>
                  <a:lnTo>
                    <a:pt x="0" y="0"/>
                  </a:lnTo>
                  <a:lnTo>
                    <a:pt x="0" y="272661"/>
                  </a:lnTo>
                  <a:lnTo>
                    <a:pt x="2536" y="285222"/>
                  </a:lnTo>
                  <a:lnTo>
                    <a:pt x="9452" y="295480"/>
                  </a:lnTo>
                  <a:lnTo>
                    <a:pt x="19710" y="302396"/>
                  </a:lnTo>
                  <a:lnTo>
                    <a:pt x="32271" y="304933"/>
                  </a:lnTo>
                  <a:lnTo>
                    <a:pt x="935762" y="304933"/>
                  </a:lnTo>
                  <a:lnTo>
                    <a:pt x="948321" y="302396"/>
                  </a:lnTo>
                  <a:lnTo>
                    <a:pt x="958575" y="295480"/>
                  </a:lnTo>
                  <a:lnTo>
                    <a:pt x="965488" y="285222"/>
                  </a:lnTo>
                  <a:lnTo>
                    <a:pt x="968022" y="272661"/>
                  </a:lnTo>
                  <a:lnTo>
                    <a:pt x="968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285202" y="3722195"/>
              <a:ext cx="135890" cy="292100"/>
            </a:xfrm>
            <a:custGeom>
              <a:avLst/>
              <a:gdLst/>
              <a:ahLst/>
              <a:cxnLst/>
              <a:rect l="l" t="t" r="r" b="b"/>
              <a:pathLst>
                <a:path w="135889" h="292100">
                  <a:moveTo>
                    <a:pt x="113776" y="0"/>
                  </a:moveTo>
                  <a:lnTo>
                    <a:pt x="0" y="20931"/>
                  </a:lnTo>
                  <a:lnTo>
                    <a:pt x="79055" y="289938"/>
                  </a:lnTo>
                  <a:lnTo>
                    <a:pt x="82322" y="291949"/>
                  </a:lnTo>
                  <a:lnTo>
                    <a:pt x="133283" y="282567"/>
                  </a:lnTo>
                  <a:lnTo>
                    <a:pt x="135618" y="279530"/>
                  </a:lnTo>
                  <a:lnTo>
                    <a:pt x="113776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85207" y="3722192"/>
              <a:ext cx="114935" cy="35560"/>
            </a:xfrm>
            <a:custGeom>
              <a:avLst/>
              <a:gdLst/>
              <a:ahLst/>
              <a:cxnLst/>
              <a:rect l="l" t="t" r="r" b="b"/>
              <a:pathLst>
                <a:path w="114935" h="35560">
                  <a:moveTo>
                    <a:pt x="113776" y="0"/>
                  </a:moveTo>
                  <a:lnTo>
                    <a:pt x="0" y="20931"/>
                  </a:lnTo>
                  <a:lnTo>
                    <a:pt x="4156" y="35087"/>
                  </a:lnTo>
                  <a:lnTo>
                    <a:pt x="114917" y="14711"/>
                  </a:lnTo>
                  <a:lnTo>
                    <a:pt x="11377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355704" y="3971795"/>
              <a:ext cx="65405" cy="42545"/>
            </a:xfrm>
            <a:custGeom>
              <a:avLst/>
              <a:gdLst/>
              <a:ahLst/>
              <a:cxnLst/>
              <a:rect l="l" t="t" r="r" b="b"/>
              <a:pathLst>
                <a:path w="65404" h="42545">
                  <a:moveTo>
                    <a:pt x="63076" y="0"/>
                  </a:moveTo>
                  <a:lnTo>
                    <a:pt x="0" y="11601"/>
                  </a:lnTo>
                  <a:lnTo>
                    <a:pt x="8470" y="40354"/>
                  </a:lnTo>
                  <a:lnTo>
                    <a:pt x="11748" y="42354"/>
                  </a:lnTo>
                  <a:lnTo>
                    <a:pt x="63045" y="32920"/>
                  </a:lnTo>
                  <a:lnTo>
                    <a:pt x="65390" y="29883"/>
                  </a:lnTo>
                  <a:lnTo>
                    <a:pt x="6307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58906" y="3983099"/>
              <a:ext cx="60960" cy="17780"/>
            </a:xfrm>
            <a:custGeom>
              <a:avLst/>
              <a:gdLst/>
              <a:ahLst/>
              <a:cxnLst/>
              <a:rect l="l" t="t" r="r" b="b"/>
              <a:pathLst>
                <a:path w="60960" h="17779">
                  <a:moveTo>
                    <a:pt x="60752" y="0"/>
                  </a:moveTo>
                  <a:lnTo>
                    <a:pt x="0" y="11172"/>
                  </a:lnTo>
                  <a:lnTo>
                    <a:pt x="418" y="12575"/>
                  </a:lnTo>
                  <a:lnTo>
                    <a:pt x="15737" y="9758"/>
                  </a:lnTo>
                  <a:lnTo>
                    <a:pt x="16711" y="15015"/>
                  </a:lnTo>
                  <a:lnTo>
                    <a:pt x="19915" y="17224"/>
                  </a:lnTo>
                  <a:lnTo>
                    <a:pt x="46019" y="12418"/>
                  </a:lnTo>
                  <a:lnTo>
                    <a:pt x="48228" y="9214"/>
                  </a:lnTo>
                  <a:lnTo>
                    <a:pt x="47265" y="3957"/>
                  </a:lnTo>
                  <a:lnTo>
                    <a:pt x="60867" y="1455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327638" y="4808000"/>
              <a:ext cx="116205" cy="281940"/>
            </a:xfrm>
            <a:custGeom>
              <a:avLst/>
              <a:gdLst/>
              <a:ahLst/>
              <a:cxnLst/>
              <a:rect l="l" t="t" r="r" b="b"/>
              <a:pathLst>
                <a:path w="116204" h="281939">
                  <a:moveTo>
                    <a:pt x="0" y="0"/>
                  </a:moveTo>
                  <a:lnTo>
                    <a:pt x="28721" y="278902"/>
                  </a:lnTo>
                  <a:lnTo>
                    <a:pt x="31559" y="281478"/>
                  </a:lnTo>
                  <a:lnTo>
                    <a:pt x="83390" y="281541"/>
                  </a:lnTo>
                  <a:lnTo>
                    <a:pt x="86238" y="278986"/>
                  </a:lnTo>
                  <a:lnTo>
                    <a:pt x="115682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327642" y="4807992"/>
              <a:ext cx="116205" cy="15240"/>
            </a:xfrm>
            <a:custGeom>
              <a:avLst/>
              <a:gdLst/>
              <a:ahLst/>
              <a:cxnLst/>
              <a:rect l="l" t="t" r="r" b="b"/>
              <a:pathLst>
                <a:path w="116204" h="15239">
                  <a:moveTo>
                    <a:pt x="0" y="0"/>
                  </a:moveTo>
                  <a:lnTo>
                    <a:pt x="1507" y="14680"/>
                  </a:lnTo>
                  <a:lnTo>
                    <a:pt x="114132" y="14826"/>
                  </a:lnTo>
                  <a:lnTo>
                    <a:pt x="115682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53181" y="5057092"/>
              <a:ext cx="64135" cy="33020"/>
            </a:xfrm>
            <a:custGeom>
              <a:avLst/>
              <a:gdLst/>
              <a:ahLst/>
              <a:cxnLst/>
              <a:rect l="l" t="t" r="r" b="b"/>
              <a:pathLst>
                <a:path w="64135" h="33020">
                  <a:moveTo>
                    <a:pt x="0" y="0"/>
                  </a:moveTo>
                  <a:lnTo>
                    <a:pt x="3088" y="29810"/>
                  </a:lnTo>
                  <a:lnTo>
                    <a:pt x="5947" y="32375"/>
                  </a:lnTo>
                  <a:lnTo>
                    <a:pt x="58102" y="32449"/>
                  </a:lnTo>
                  <a:lnTo>
                    <a:pt x="60971" y="29883"/>
                  </a:lnTo>
                  <a:lnTo>
                    <a:pt x="64134" y="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354349" y="4560080"/>
              <a:ext cx="457200" cy="518159"/>
            </a:xfrm>
            <a:custGeom>
              <a:avLst/>
              <a:gdLst/>
              <a:ahLst/>
              <a:cxnLst/>
              <a:rect l="l" t="t" r="r" b="b"/>
              <a:pathLst>
                <a:path w="457200" h="518160">
                  <a:moveTo>
                    <a:pt x="61760" y="508381"/>
                  </a:moveTo>
                  <a:lnTo>
                    <a:pt x="0" y="508292"/>
                  </a:lnTo>
                  <a:lnTo>
                    <a:pt x="139" y="509752"/>
                  </a:lnTo>
                  <a:lnTo>
                    <a:pt x="15735" y="509765"/>
                  </a:lnTo>
                  <a:lnTo>
                    <a:pt x="15722" y="515112"/>
                  </a:lnTo>
                  <a:lnTo>
                    <a:pt x="18478" y="517867"/>
                  </a:lnTo>
                  <a:lnTo>
                    <a:pt x="45008" y="517906"/>
                  </a:lnTo>
                  <a:lnTo>
                    <a:pt x="47777" y="515150"/>
                  </a:lnTo>
                  <a:lnTo>
                    <a:pt x="47777" y="509816"/>
                  </a:lnTo>
                  <a:lnTo>
                    <a:pt x="61607" y="509828"/>
                  </a:lnTo>
                  <a:lnTo>
                    <a:pt x="61760" y="508381"/>
                  </a:lnTo>
                  <a:close/>
                </a:path>
                <a:path w="457200" h="518160">
                  <a:moveTo>
                    <a:pt x="456819" y="2590"/>
                  </a:moveTo>
                  <a:lnTo>
                    <a:pt x="454215" y="0"/>
                  </a:lnTo>
                  <a:lnTo>
                    <a:pt x="451027" y="0"/>
                  </a:lnTo>
                  <a:lnTo>
                    <a:pt x="397179" y="0"/>
                  </a:lnTo>
                  <a:lnTo>
                    <a:pt x="394601" y="2590"/>
                  </a:lnTo>
                  <a:lnTo>
                    <a:pt x="394601" y="120573"/>
                  </a:lnTo>
                  <a:lnTo>
                    <a:pt x="397179" y="123164"/>
                  </a:lnTo>
                  <a:lnTo>
                    <a:pt x="454215" y="123164"/>
                  </a:lnTo>
                  <a:lnTo>
                    <a:pt x="456819" y="120573"/>
                  </a:lnTo>
                  <a:lnTo>
                    <a:pt x="456819" y="259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712764" y="4675302"/>
              <a:ext cx="137160" cy="416559"/>
            </a:xfrm>
            <a:custGeom>
              <a:avLst/>
              <a:gdLst/>
              <a:ahLst/>
              <a:cxnLst/>
              <a:rect l="l" t="t" r="r" b="b"/>
              <a:pathLst>
                <a:path w="137160" h="416560">
                  <a:moveTo>
                    <a:pt x="96279" y="0"/>
                  </a:moveTo>
                  <a:lnTo>
                    <a:pt x="40857" y="0"/>
                  </a:lnTo>
                  <a:lnTo>
                    <a:pt x="24953" y="3210"/>
                  </a:lnTo>
                  <a:lnTo>
                    <a:pt x="11966" y="11966"/>
                  </a:lnTo>
                  <a:lnTo>
                    <a:pt x="3210" y="24953"/>
                  </a:lnTo>
                  <a:lnTo>
                    <a:pt x="0" y="40857"/>
                  </a:lnTo>
                  <a:lnTo>
                    <a:pt x="0" y="396480"/>
                  </a:lnTo>
                  <a:lnTo>
                    <a:pt x="1545" y="404139"/>
                  </a:lnTo>
                  <a:lnTo>
                    <a:pt x="5761" y="410393"/>
                  </a:lnTo>
                  <a:lnTo>
                    <a:pt x="12015" y="414609"/>
                  </a:lnTo>
                  <a:lnTo>
                    <a:pt x="19674" y="416154"/>
                  </a:lnTo>
                  <a:lnTo>
                    <a:pt x="117462" y="416154"/>
                  </a:lnTo>
                  <a:lnTo>
                    <a:pt x="125115" y="414609"/>
                  </a:lnTo>
                  <a:lnTo>
                    <a:pt x="131366" y="410393"/>
                  </a:lnTo>
                  <a:lnTo>
                    <a:pt x="135581" y="404139"/>
                  </a:lnTo>
                  <a:lnTo>
                    <a:pt x="137126" y="396480"/>
                  </a:lnTo>
                  <a:lnTo>
                    <a:pt x="137126" y="40857"/>
                  </a:lnTo>
                  <a:lnTo>
                    <a:pt x="133917" y="24953"/>
                  </a:lnTo>
                  <a:lnTo>
                    <a:pt x="125165" y="11966"/>
                  </a:lnTo>
                  <a:lnTo>
                    <a:pt x="112181" y="3210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9247" y="4763926"/>
              <a:ext cx="106284" cy="152762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3570675" y="4560074"/>
              <a:ext cx="62230" cy="123189"/>
            </a:xfrm>
            <a:custGeom>
              <a:avLst/>
              <a:gdLst/>
              <a:ahLst/>
              <a:cxnLst/>
              <a:rect l="l" t="t" r="r" b="b"/>
              <a:pathLst>
                <a:path w="62229" h="123189">
                  <a:moveTo>
                    <a:pt x="59621" y="0"/>
                  </a:moveTo>
                  <a:lnTo>
                    <a:pt x="56427" y="0"/>
                  </a:lnTo>
                  <a:lnTo>
                    <a:pt x="2596" y="0"/>
                  </a:lnTo>
                  <a:lnTo>
                    <a:pt x="0" y="2586"/>
                  </a:lnTo>
                  <a:lnTo>
                    <a:pt x="0" y="120572"/>
                  </a:lnTo>
                  <a:lnTo>
                    <a:pt x="2596" y="123169"/>
                  </a:lnTo>
                  <a:lnTo>
                    <a:pt x="59621" y="123169"/>
                  </a:lnTo>
                  <a:lnTo>
                    <a:pt x="62218" y="120572"/>
                  </a:lnTo>
                  <a:lnTo>
                    <a:pt x="62218" y="2586"/>
                  </a:lnTo>
                  <a:lnTo>
                    <a:pt x="59621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534487" y="4675302"/>
              <a:ext cx="137160" cy="416559"/>
            </a:xfrm>
            <a:custGeom>
              <a:avLst/>
              <a:gdLst/>
              <a:ahLst/>
              <a:cxnLst/>
              <a:rect l="l" t="t" r="r" b="b"/>
              <a:pathLst>
                <a:path w="137160" h="416560">
                  <a:moveTo>
                    <a:pt x="96279" y="0"/>
                  </a:moveTo>
                  <a:lnTo>
                    <a:pt x="40857" y="0"/>
                  </a:lnTo>
                  <a:lnTo>
                    <a:pt x="24953" y="3210"/>
                  </a:lnTo>
                  <a:lnTo>
                    <a:pt x="11966" y="11966"/>
                  </a:lnTo>
                  <a:lnTo>
                    <a:pt x="3210" y="24953"/>
                  </a:lnTo>
                  <a:lnTo>
                    <a:pt x="0" y="40857"/>
                  </a:lnTo>
                  <a:lnTo>
                    <a:pt x="0" y="396480"/>
                  </a:lnTo>
                  <a:lnTo>
                    <a:pt x="1545" y="404139"/>
                  </a:lnTo>
                  <a:lnTo>
                    <a:pt x="5761" y="410393"/>
                  </a:lnTo>
                  <a:lnTo>
                    <a:pt x="12015" y="414609"/>
                  </a:lnTo>
                  <a:lnTo>
                    <a:pt x="19674" y="416154"/>
                  </a:lnTo>
                  <a:lnTo>
                    <a:pt x="117462" y="416154"/>
                  </a:lnTo>
                  <a:lnTo>
                    <a:pt x="125115" y="414609"/>
                  </a:lnTo>
                  <a:lnTo>
                    <a:pt x="131366" y="410393"/>
                  </a:lnTo>
                  <a:lnTo>
                    <a:pt x="135581" y="404139"/>
                  </a:lnTo>
                  <a:lnTo>
                    <a:pt x="137126" y="396480"/>
                  </a:lnTo>
                  <a:lnTo>
                    <a:pt x="137126" y="40857"/>
                  </a:lnTo>
                  <a:lnTo>
                    <a:pt x="133917" y="24953"/>
                  </a:lnTo>
                  <a:lnTo>
                    <a:pt x="125165" y="11966"/>
                  </a:lnTo>
                  <a:lnTo>
                    <a:pt x="112181" y="3210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0970" y="4763926"/>
              <a:ext cx="106284" cy="152762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3463877" y="3724255"/>
              <a:ext cx="61594" cy="99060"/>
            </a:xfrm>
            <a:custGeom>
              <a:avLst/>
              <a:gdLst/>
              <a:ahLst/>
              <a:cxnLst/>
              <a:rect l="l" t="t" r="r" b="b"/>
              <a:pathLst>
                <a:path w="61595" h="99060">
                  <a:moveTo>
                    <a:pt x="18931" y="0"/>
                  </a:moveTo>
                  <a:lnTo>
                    <a:pt x="17492" y="1210"/>
                  </a:lnTo>
                  <a:lnTo>
                    <a:pt x="15041" y="11093"/>
                  </a:lnTo>
                  <a:lnTo>
                    <a:pt x="9802" y="38184"/>
                  </a:lnTo>
                  <a:lnTo>
                    <a:pt x="0" y="91012"/>
                  </a:lnTo>
                  <a:lnTo>
                    <a:pt x="42647" y="98897"/>
                  </a:lnTo>
                  <a:lnTo>
                    <a:pt x="52417" y="46092"/>
                  </a:lnTo>
                  <a:lnTo>
                    <a:pt x="42637" y="42187"/>
                  </a:lnTo>
                  <a:lnTo>
                    <a:pt x="55757" y="39360"/>
                  </a:lnTo>
                  <a:lnTo>
                    <a:pt x="61579" y="7884"/>
                  </a:lnTo>
                  <a:lnTo>
                    <a:pt x="18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377201" y="3707823"/>
              <a:ext cx="112395" cy="502284"/>
            </a:xfrm>
            <a:custGeom>
              <a:avLst/>
              <a:gdLst/>
              <a:ahLst/>
              <a:cxnLst/>
              <a:rect l="l" t="t" r="r" b="b"/>
              <a:pathLst>
                <a:path w="112395" h="502285">
                  <a:moveTo>
                    <a:pt x="96279" y="0"/>
                  </a:moveTo>
                  <a:lnTo>
                    <a:pt x="90594" y="3916"/>
                  </a:lnTo>
                  <a:lnTo>
                    <a:pt x="0" y="493922"/>
                  </a:lnTo>
                  <a:lnTo>
                    <a:pt x="3905" y="499597"/>
                  </a:lnTo>
                  <a:lnTo>
                    <a:pt x="15633" y="501775"/>
                  </a:lnTo>
                  <a:lnTo>
                    <a:pt x="21318" y="497859"/>
                  </a:lnTo>
                  <a:lnTo>
                    <a:pt x="111923" y="7863"/>
                  </a:lnTo>
                  <a:lnTo>
                    <a:pt x="108007" y="2177"/>
                  </a:lnTo>
                  <a:lnTo>
                    <a:pt x="102143" y="1088"/>
                  </a:lnTo>
                  <a:lnTo>
                    <a:pt x="96279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312014" y="3934351"/>
              <a:ext cx="163195" cy="326390"/>
            </a:xfrm>
            <a:custGeom>
              <a:avLst/>
              <a:gdLst/>
              <a:ahLst/>
              <a:cxnLst/>
              <a:rect l="l" t="t" r="r" b="b"/>
              <a:pathLst>
                <a:path w="163195" h="326389">
                  <a:moveTo>
                    <a:pt x="163157" y="0"/>
                  </a:moveTo>
                  <a:lnTo>
                    <a:pt x="0" y="0"/>
                  </a:lnTo>
                  <a:lnTo>
                    <a:pt x="0" y="326314"/>
                  </a:lnTo>
                  <a:lnTo>
                    <a:pt x="163157" y="326314"/>
                  </a:lnTo>
                  <a:lnTo>
                    <a:pt x="163157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311941" y="3984988"/>
              <a:ext cx="163830" cy="13970"/>
            </a:xfrm>
            <a:custGeom>
              <a:avLst/>
              <a:gdLst/>
              <a:ahLst/>
              <a:cxnLst/>
              <a:rect l="l" t="t" r="r" b="b"/>
              <a:pathLst>
                <a:path w="163829" h="13970">
                  <a:moveTo>
                    <a:pt x="163356" y="0"/>
                  </a:moveTo>
                  <a:lnTo>
                    <a:pt x="0" y="0"/>
                  </a:lnTo>
                  <a:lnTo>
                    <a:pt x="0" y="13915"/>
                  </a:lnTo>
                  <a:lnTo>
                    <a:pt x="163356" y="13915"/>
                  </a:lnTo>
                  <a:lnTo>
                    <a:pt x="16335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311941" y="4019259"/>
              <a:ext cx="163830" cy="37465"/>
            </a:xfrm>
            <a:custGeom>
              <a:avLst/>
              <a:gdLst/>
              <a:ahLst/>
              <a:cxnLst/>
              <a:rect l="l" t="t" r="r" b="b"/>
              <a:pathLst>
                <a:path w="163829" h="37464">
                  <a:moveTo>
                    <a:pt x="163356" y="0"/>
                  </a:moveTo>
                  <a:lnTo>
                    <a:pt x="0" y="0"/>
                  </a:lnTo>
                  <a:lnTo>
                    <a:pt x="0" y="36909"/>
                  </a:lnTo>
                  <a:lnTo>
                    <a:pt x="163356" y="36909"/>
                  </a:lnTo>
                  <a:lnTo>
                    <a:pt x="1633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311941" y="4071300"/>
              <a:ext cx="163830" cy="18415"/>
            </a:xfrm>
            <a:custGeom>
              <a:avLst/>
              <a:gdLst/>
              <a:ahLst/>
              <a:cxnLst/>
              <a:rect l="l" t="t" r="r" b="b"/>
              <a:pathLst>
                <a:path w="163829" h="18414">
                  <a:moveTo>
                    <a:pt x="163356" y="0"/>
                  </a:moveTo>
                  <a:lnTo>
                    <a:pt x="0" y="0"/>
                  </a:lnTo>
                  <a:lnTo>
                    <a:pt x="0" y="17947"/>
                  </a:lnTo>
                  <a:lnTo>
                    <a:pt x="163356" y="17947"/>
                  </a:lnTo>
                  <a:lnTo>
                    <a:pt x="16335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2846" y="2838768"/>
              <a:ext cx="128886" cy="189687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3684587" y="2967129"/>
              <a:ext cx="485775" cy="934085"/>
            </a:xfrm>
            <a:custGeom>
              <a:avLst/>
              <a:gdLst/>
              <a:ahLst/>
              <a:cxnLst/>
              <a:rect l="l" t="t" r="r" b="b"/>
              <a:pathLst>
                <a:path w="485775" h="934085">
                  <a:moveTo>
                    <a:pt x="237636" y="0"/>
                  </a:moveTo>
                  <a:lnTo>
                    <a:pt x="191826" y="22003"/>
                  </a:lnTo>
                  <a:lnTo>
                    <a:pt x="163216" y="64765"/>
                  </a:lnTo>
                  <a:lnTo>
                    <a:pt x="135809" y="125656"/>
                  </a:lnTo>
                  <a:lnTo>
                    <a:pt x="116505" y="171203"/>
                  </a:lnTo>
                  <a:lnTo>
                    <a:pt x="98060" y="217104"/>
                  </a:lnTo>
                  <a:lnTo>
                    <a:pt x="80556" y="263361"/>
                  </a:lnTo>
                  <a:lnTo>
                    <a:pt x="64074" y="309974"/>
                  </a:lnTo>
                  <a:lnTo>
                    <a:pt x="48695" y="356944"/>
                  </a:lnTo>
                  <a:lnTo>
                    <a:pt x="34502" y="404273"/>
                  </a:lnTo>
                  <a:lnTo>
                    <a:pt x="21576" y="451961"/>
                  </a:lnTo>
                  <a:lnTo>
                    <a:pt x="9999" y="500009"/>
                  </a:lnTo>
                  <a:lnTo>
                    <a:pt x="25788" y="504984"/>
                  </a:lnTo>
                  <a:lnTo>
                    <a:pt x="38159" y="516329"/>
                  </a:lnTo>
                  <a:lnTo>
                    <a:pt x="46382" y="531736"/>
                  </a:lnTo>
                  <a:lnTo>
                    <a:pt x="49726" y="548898"/>
                  </a:lnTo>
                  <a:lnTo>
                    <a:pt x="48570" y="565963"/>
                  </a:lnTo>
                  <a:lnTo>
                    <a:pt x="44552" y="582673"/>
                  </a:lnTo>
                  <a:lnTo>
                    <a:pt x="38828" y="599101"/>
                  </a:lnTo>
                  <a:lnTo>
                    <a:pt x="32553" y="615325"/>
                  </a:lnTo>
                  <a:lnTo>
                    <a:pt x="20745" y="649748"/>
                  </a:lnTo>
                  <a:lnTo>
                    <a:pt x="11356" y="684909"/>
                  </a:lnTo>
                  <a:lnTo>
                    <a:pt x="4428" y="720636"/>
                  </a:lnTo>
                  <a:lnTo>
                    <a:pt x="0" y="756755"/>
                  </a:lnTo>
                  <a:lnTo>
                    <a:pt x="12542" y="752604"/>
                  </a:lnTo>
                  <a:lnTo>
                    <a:pt x="25834" y="752569"/>
                  </a:lnTo>
                  <a:lnTo>
                    <a:pt x="61359" y="770833"/>
                  </a:lnTo>
                  <a:lnTo>
                    <a:pt x="86217" y="802712"/>
                  </a:lnTo>
                  <a:lnTo>
                    <a:pt x="125437" y="866942"/>
                  </a:lnTo>
                  <a:lnTo>
                    <a:pt x="160550" y="933504"/>
                  </a:lnTo>
                  <a:lnTo>
                    <a:pt x="316231" y="756012"/>
                  </a:lnTo>
                  <a:lnTo>
                    <a:pt x="359232" y="700686"/>
                  </a:lnTo>
                  <a:lnTo>
                    <a:pt x="381485" y="636832"/>
                  </a:lnTo>
                  <a:lnTo>
                    <a:pt x="381889" y="622219"/>
                  </a:lnTo>
                  <a:lnTo>
                    <a:pt x="382668" y="607574"/>
                  </a:lnTo>
                  <a:lnTo>
                    <a:pt x="385764" y="593977"/>
                  </a:lnTo>
                  <a:lnTo>
                    <a:pt x="393118" y="582509"/>
                  </a:lnTo>
                  <a:lnTo>
                    <a:pt x="397066" y="578603"/>
                  </a:lnTo>
                  <a:lnTo>
                    <a:pt x="402040" y="575944"/>
                  </a:lnTo>
                  <a:lnTo>
                    <a:pt x="406804" y="573085"/>
                  </a:lnTo>
                  <a:lnTo>
                    <a:pt x="456794" y="526275"/>
                  </a:lnTo>
                  <a:lnTo>
                    <a:pt x="483681" y="463288"/>
                  </a:lnTo>
                  <a:lnTo>
                    <a:pt x="485491" y="444178"/>
                  </a:lnTo>
                  <a:lnTo>
                    <a:pt x="484854" y="437822"/>
                  </a:lnTo>
                  <a:lnTo>
                    <a:pt x="482629" y="429248"/>
                  </a:lnTo>
                  <a:lnTo>
                    <a:pt x="479203" y="421047"/>
                  </a:lnTo>
                  <a:lnTo>
                    <a:pt x="475022" y="413119"/>
                  </a:lnTo>
                  <a:lnTo>
                    <a:pt x="470530" y="405363"/>
                  </a:lnTo>
                  <a:lnTo>
                    <a:pt x="447231" y="362667"/>
                  </a:lnTo>
                  <a:lnTo>
                    <a:pt x="426018" y="318905"/>
                  </a:lnTo>
                  <a:lnTo>
                    <a:pt x="406230" y="274411"/>
                  </a:lnTo>
                  <a:lnTo>
                    <a:pt x="368294" y="184568"/>
                  </a:lnTo>
                  <a:lnTo>
                    <a:pt x="348826" y="139891"/>
                  </a:lnTo>
                  <a:lnTo>
                    <a:pt x="328145" y="95825"/>
                  </a:lnTo>
                  <a:lnTo>
                    <a:pt x="305592" y="52703"/>
                  </a:lnTo>
                  <a:lnTo>
                    <a:pt x="270844" y="9389"/>
                  </a:lnTo>
                  <a:lnTo>
                    <a:pt x="254484" y="1679"/>
                  </a:lnTo>
                  <a:lnTo>
                    <a:pt x="23763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/>
          <p:nvPr/>
        </p:nvSpPr>
        <p:spPr>
          <a:xfrm>
            <a:off x="14086701" y="1817210"/>
            <a:ext cx="3909060" cy="3964940"/>
          </a:xfrm>
          <a:custGeom>
            <a:avLst/>
            <a:gdLst/>
            <a:ahLst/>
            <a:cxnLst/>
            <a:rect l="l" t="t" r="r" b="b"/>
            <a:pathLst>
              <a:path w="3909059" h="3964940">
                <a:moveTo>
                  <a:pt x="3908577" y="0"/>
                </a:moveTo>
                <a:lnTo>
                  <a:pt x="0" y="0"/>
                </a:lnTo>
                <a:lnTo>
                  <a:pt x="0" y="2910636"/>
                </a:lnTo>
                <a:lnTo>
                  <a:pt x="0" y="2942183"/>
                </a:lnTo>
                <a:lnTo>
                  <a:pt x="0" y="2988843"/>
                </a:lnTo>
                <a:lnTo>
                  <a:pt x="0" y="3964724"/>
                </a:lnTo>
                <a:lnTo>
                  <a:pt x="3908577" y="3964724"/>
                </a:lnTo>
                <a:lnTo>
                  <a:pt x="3908577" y="2988843"/>
                </a:lnTo>
                <a:lnTo>
                  <a:pt x="3908577" y="2942183"/>
                </a:lnTo>
                <a:lnTo>
                  <a:pt x="3908577" y="2910636"/>
                </a:lnTo>
                <a:lnTo>
                  <a:pt x="3908577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3868958" y="6081368"/>
            <a:ext cx="4135754" cy="335915"/>
          </a:xfrm>
          <a:custGeom>
            <a:avLst/>
            <a:gdLst/>
            <a:ahLst/>
            <a:cxnLst/>
            <a:rect l="l" t="t" r="r" b="b"/>
            <a:pathLst>
              <a:path w="4135755" h="335914">
                <a:moveTo>
                  <a:pt x="2067790" y="0"/>
                </a:moveTo>
                <a:lnTo>
                  <a:pt x="1988475" y="121"/>
                </a:lnTo>
                <a:lnTo>
                  <a:pt x="1909915" y="481"/>
                </a:lnTo>
                <a:lnTo>
                  <a:pt x="1832164" y="1077"/>
                </a:lnTo>
                <a:lnTo>
                  <a:pt x="1755275" y="1903"/>
                </a:lnTo>
                <a:lnTo>
                  <a:pt x="1679301" y="2956"/>
                </a:lnTo>
                <a:lnTo>
                  <a:pt x="1604298" y="4231"/>
                </a:lnTo>
                <a:lnTo>
                  <a:pt x="1530317" y="5723"/>
                </a:lnTo>
                <a:lnTo>
                  <a:pt x="1457413" y="7429"/>
                </a:lnTo>
                <a:lnTo>
                  <a:pt x="1385638" y="9344"/>
                </a:lnTo>
                <a:lnTo>
                  <a:pt x="1315048" y="11463"/>
                </a:lnTo>
                <a:lnTo>
                  <a:pt x="1245694" y="13783"/>
                </a:lnTo>
                <a:lnTo>
                  <a:pt x="1177631" y="16299"/>
                </a:lnTo>
                <a:lnTo>
                  <a:pt x="1110912" y="19006"/>
                </a:lnTo>
                <a:lnTo>
                  <a:pt x="1045591" y="21901"/>
                </a:lnTo>
                <a:lnTo>
                  <a:pt x="981722" y="24978"/>
                </a:lnTo>
                <a:lnTo>
                  <a:pt x="919357" y="28234"/>
                </a:lnTo>
                <a:lnTo>
                  <a:pt x="858550" y="31665"/>
                </a:lnTo>
                <a:lnTo>
                  <a:pt x="799356" y="35265"/>
                </a:lnTo>
                <a:lnTo>
                  <a:pt x="741827" y="39031"/>
                </a:lnTo>
                <a:lnTo>
                  <a:pt x="686017" y="42957"/>
                </a:lnTo>
                <a:lnTo>
                  <a:pt x="631979" y="47041"/>
                </a:lnTo>
                <a:lnTo>
                  <a:pt x="579768" y="51278"/>
                </a:lnTo>
                <a:lnTo>
                  <a:pt x="529436" y="55662"/>
                </a:lnTo>
                <a:lnTo>
                  <a:pt x="481038" y="60190"/>
                </a:lnTo>
                <a:lnTo>
                  <a:pt x="434626" y="64858"/>
                </a:lnTo>
                <a:lnTo>
                  <a:pt x="390255" y="69661"/>
                </a:lnTo>
                <a:lnTo>
                  <a:pt x="347978" y="74595"/>
                </a:lnTo>
                <a:lnTo>
                  <a:pt x="307848" y="79655"/>
                </a:lnTo>
                <a:lnTo>
                  <a:pt x="269919" y="84837"/>
                </a:lnTo>
                <a:lnTo>
                  <a:pt x="200878" y="95550"/>
                </a:lnTo>
                <a:lnTo>
                  <a:pt x="141283" y="106700"/>
                </a:lnTo>
                <a:lnTo>
                  <a:pt x="91563" y="118251"/>
                </a:lnTo>
                <a:lnTo>
                  <a:pt x="52147" y="130169"/>
                </a:lnTo>
                <a:lnTo>
                  <a:pt x="13277" y="148657"/>
                </a:lnTo>
                <a:lnTo>
                  <a:pt x="0" y="167774"/>
                </a:lnTo>
                <a:lnTo>
                  <a:pt x="1493" y="174210"/>
                </a:lnTo>
                <a:lnTo>
                  <a:pt x="36436" y="199295"/>
                </a:lnTo>
                <a:lnTo>
                  <a:pt x="91563" y="217298"/>
                </a:lnTo>
                <a:lnTo>
                  <a:pt x="141283" y="228849"/>
                </a:lnTo>
                <a:lnTo>
                  <a:pt x="200878" y="239999"/>
                </a:lnTo>
                <a:lnTo>
                  <a:pt x="269919" y="250712"/>
                </a:lnTo>
                <a:lnTo>
                  <a:pt x="307848" y="255894"/>
                </a:lnTo>
                <a:lnTo>
                  <a:pt x="347978" y="260954"/>
                </a:lnTo>
                <a:lnTo>
                  <a:pt x="390255" y="265888"/>
                </a:lnTo>
                <a:lnTo>
                  <a:pt x="434626" y="270691"/>
                </a:lnTo>
                <a:lnTo>
                  <a:pt x="481038" y="275359"/>
                </a:lnTo>
                <a:lnTo>
                  <a:pt x="529436" y="279887"/>
                </a:lnTo>
                <a:lnTo>
                  <a:pt x="579768" y="284271"/>
                </a:lnTo>
                <a:lnTo>
                  <a:pt x="631979" y="288508"/>
                </a:lnTo>
                <a:lnTo>
                  <a:pt x="686017" y="292592"/>
                </a:lnTo>
                <a:lnTo>
                  <a:pt x="741827" y="296518"/>
                </a:lnTo>
                <a:lnTo>
                  <a:pt x="799356" y="300284"/>
                </a:lnTo>
                <a:lnTo>
                  <a:pt x="858550" y="303884"/>
                </a:lnTo>
                <a:lnTo>
                  <a:pt x="919357" y="307315"/>
                </a:lnTo>
                <a:lnTo>
                  <a:pt x="981722" y="310571"/>
                </a:lnTo>
                <a:lnTo>
                  <a:pt x="1045591" y="313648"/>
                </a:lnTo>
                <a:lnTo>
                  <a:pt x="1110912" y="316543"/>
                </a:lnTo>
                <a:lnTo>
                  <a:pt x="1177631" y="319250"/>
                </a:lnTo>
                <a:lnTo>
                  <a:pt x="1245694" y="321766"/>
                </a:lnTo>
                <a:lnTo>
                  <a:pt x="1315048" y="324086"/>
                </a:lnTo>
                <a:lnTo>
                  <a:pt x="1385638" y="326205"/>
                </a:lnTo>
                <a:lnTo>
                  <a:pt x="1457413" y="328120"/>
                </a:lnTo>
                <a:lnTo>
                  <a:pt x="1530317" y="329826"/>
                </a:lnTo>
                <a:lnTo>
                  <a:pt x="1604298" y="331318"/>
                </a:lnTo>
                <a:lnTo>
                  <a:pt x="1679301" y="332593"/>
                </a:lnTo>
                <a:lnTo>
                  <a:pt x="1755275" y="333646"/>
                </a:lnTo>
                <a:lnTo>
                  <a:pt x="1832164" y="334472"/>
                </a:lnTo>
                <a:lnTo>
                  <a:pt x="1909915" y="335068"/>
                </a:lnTo>
                <a:lnTo>
                  <a:pt x="1988475" y="335428"/>
                </a:lnTo>
                <a:lnTo>
                  <a:pt x="2067790" y="335549"/>
                </a:lnTo>
                <a:lnTo>
                  <a:pt x="2147105" y="335428"/>
                </a:lnTo>
                <a:lnTo>
                  <a:pt x="2225665" y="335068"/>
                </a:lnTo>
                <a:lnTo>
                  <a:pt x="2303416" y="334472"/>
                </a:lnTo>
                <a:lnTo>
                  <a:pt x="2380305" y="333646"/>
                </a:lnTo>
                <a:lnTo>
                  <a:pt x="2456278" y="332593"/>
                </a:lnTo>
                <a:lnTo>
                  <a:pt x="2531282" y="331318"/>
                </a:lnTo>
                <a:lnTo>
                  <a:pt x="2605263" y="329826"/>
                </a:lnTo>
                <a:lnTo>
                  <a:pt x="2678167" y="328120"/>
                </a:lnTo>
                <a:lnTo>
                  <a:pt x="2749942" y="326205"/>
                </a:lnTo>
                <a:lnTo>
                  <a:pt x="2820532" y="324086"/>
                </a:lnTo>
                <a:lnTo>
                  <a:pt x="2889886" y="321766"/>
                </a:lnTo>
                <a:lnTo>
                  <a:pt x="2957949" y="319250"/>
                </a:lnTo>
                <a:lnTo>
                  <a:pt x="3024668" y="316543"/>
                </a:lnTo>
                <a:lnTo>
                  <a:pt x="3089989" y="313648"/>
                </a:lnTo>
                <a:lnTo>
                  <a:pt x="3153858" y="310571"/>
                </a:lnTo>
                <a:lnTo>
                  <a:pt x="3216223" y="307315"/>
                </a:lnTo>
                <a:lnTo>
                  <a:pt x="3277030" y="303884"/>
                </a:lnTo>
                <a:lnTo>
                  <a:pt x="3336224" y="300284"/>
                </a:lnTo>
                <a:lnTo>
                  <a:pt x="3393753" y="296518"/>
                </a:lnTo>
                <a:lnTo>
                  <a:pt x="3449563" y="292592"/>
                </a:lnTo>
                <a:lnTo>
                  <a:pt x="3503601" y="288508"/>
                </a:lnTo>
                <a:lnTo>
                  <a:pt x="3555812" y="284271"/>
                </a:lnTo>
                <a:lnTo>
                  <a:pt x="3606143" y="279887"/>
                </a:lnTo>
                <a:lnTo>
                  <a:pt x="3654542" y="275359"/>
                </a:lnTo>
                <a:lnTo>
                  <a:pt x="3700953" y="270691"/>
                </a:lnTo>
                <a:lnTo>
                  <a:pt x="3745325" y="265888"/>
                </a:lnTo>
                <a:lnTo>
                  <a:pt x="3787602" y="260954"/>
                </a:lnTo>
                <a:lnTo>
                  <a:pt x="3827732" y="255894"/>
                </a:lnTo>
                <a:lnTo>
                  <a:pt x="3865661" y="250712"/>
                </a:lnTo>
                <a:lnTo>
                  <a:pt x="3934702" y="239999"/>
                </a:lnTo>
                <a:lnTo>
                  <a:pt x="3994297" y="228849"/>
                </a:lnTo>
                <a:lnTo>
                  <a:pt x="4044016" y="217298"/>
                </a:lnTo>
                <a:lnTo>
                  <a:pt x="4083433" y="205380"/>
                </a:lnTo>
                <a:lnTo>
                  <a:pt x="4122303" y="186892"/>
                </a:lnTo>
                <a:lnTo>
                  <a:pt x="4135580" y="167774"/>
                </a:lnTo>
                <a:lnTo>
                  <a:pt x="4134087" y="161339"/>
                </a:lnTo>
                <a:lnTo>
                  <a:pt x="4099144" y="136254"/>
                </a:lnTo>
                <a:lnTo>
                  <a:pt x="4044016" y="118251"/>
                </a:lnTo>
                <a:lnTo>
                  <a:pt x="3994297" y="106700"/>
                </a:lnTo>
                <a:lnTo>
                  <a:pt x="3934702" y="95550"/>
                </a:lnTo>
                <a:lnTo>
                  <a:pt x="3865661" y="84837"/>
                </a:lnTo>
                <a:lnTo>
                  <a:pt x="3827732" y="79655"/>
                </a:lnTo>
                <a:lnTo>
                  <a:pt x="3787602" y="74595"/>
                </a:lnTo>
                <a:lnTo>
                  <a:pt x="3745325" y="69661"/>
                </a:lnTo>
                <a:lnTo>
                  <a:pt x="3700953" y="64858"/>
                </a:lnTo>
                <a:lnTo>
                  <a:pt x="3654542" y="60190"/>
                </a:lnTo>
                <a:lnTo>
                  <a:pt x="3606143" y="55662"/>
                </a:lnTo>
                <a:lnTo>
                  <a:pt x="3555812" y="51278"/>
                </a:lnTo>
                <a:lnTo>
                  <a:pt x="3503601" y="47041"/>
                </a:lnTo>
                <a:lnTo>
                  <a:pt x="3449563" y="42957"/>
                </a:lnTo>
                <a:lnTo>
                  <a:pt x="3393753" y="39031"/>
                </a:lnTo>
                <a:lnTo>
                  <a:pt x="3336224" y="35265"/>
                </a:lnTo>
                <a:lnTo>
                  <a:pt x="3277030" y="31665"/>
                </a:lnTo>
                <a:lnTo>
                  <a:pt x="3216223" y="28234"/>
                </a:lnTo>
                <a:lnTo>
                  <a:pt x="3153858" y="24978"/>
                </a:lnTo>
                <a:lnTo>
                  <a:pt x="3089989" y="21901"/>
                </a:lnTo>
                <a:lnTo>
                  <a:pt x="3024668" y="19006"/>
                </a:lnTo>
                <a:lnTo>
                  <a:pt x="2957949" y="16299"/>
                </a:lnTo>
                <a:lnTo>
                  <a:pt x="2889886" y="13783"/>
                </a:lnTo>
                <a:lnTo>
                  <a:pt x="2820532" y="11463"/>
                </a:lnTo>
                <a:lnTo>
                  <a:pt x="2749942" y="9344"/>
                </a:lnTo>
                <a:lnTo>
                  <a:pt x="2678167" y="7429"/>
                </a:lnTo>
                <a:lnTo>
                  <a:pt x="2605263" y="5723"/>
                </a:lnTo>
                <a:lnTo>
                  <a:pt x="2531282" y="4231"/>
                </a:lnTo>
                <a:lnTo>
                  <a:pt x="2456278" y="2956"/>
                </a:lnTo>
                <a:lnTo>
                  <a:pt x="2380305" y="1903"/>
                </a:lnTo>
                <a:lnTo>
                  <a:pt x="2303416" y="1077"/>
                </a:lnTo>
                <a:lnTo>
                  <a:pt x="2225665" y="481"/>
                </a:lnTo>
                <a:lnTo>
                  <a:pt x="2147105" y="121"/>
                </a:lnTo>
                <a:lnTo>
                  <a:pt x="2067790" y="0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" name="object 40" descr=""/>
          <p:cNvGrpSpPr/>
          <p:nvPr/>
        </p:nvGrpSpPr>
        <p:grpSpPr>
          <a:xfrm>
            <a:off x="13961620" y="2044738"/>
            <a:ext cx="782320" cy="2654935"/>
            <a:chOff x="13961620" y="2044738"/>
            <a:chExt cx="782320" cy="2654935"/>
          </a:xfrm>
        </p:grpSpPr>
        <p:pic>
          <p:nvPicPr>
            <p:cNvPr id="41" name="object 4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48156" y="2044738"/>
              <a:ext cx="85913" cy="85924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4287296" y="2075165"/>
              <a:ext cx="189865" cy="276225"/>
            </a:xfrm>
            <a:custGeom>
              <a:avLst/>
              <a:gdLst/>
              <a:ahLst/>
              <a:cxnLst/>
              <a:rect l="l" t="t" r="r" b="b"/>
              <a:pathLst>
                <a:path w="189865" h="276225">
                  <a:moveTo>
                    <a:pt x="189732" y="275656"/>
                  </a:moveTo>
                  <a:lnTo>
                    <a:pt x="170322" y="116292"/>
                  </a:lnTo>
                  <a:lnTo>
                    <a:pt x="155275" y="34457"/>
                  </a:lnTo>
                  <a:lnTo>
                    <a:pt x="136870" y="4307"/>
                  </a:lnTo>
                  <a:lnTo>
                    <a:pt x="107389" y="0"/>
                  </a:lnTo>
                  <a:lnTo>
                    <a:pt x="69468" y="43071"/>
                  </a:lnTo>
                  <a:lnTo>
                    <a:pt x="34902" y="137828"/>
                  </a:lnTo>
                  <a:lnTo>
                    <a:pt x="9732" y="232585"/>
                  </a:lnTo>
                  <a:lnTo>
                    <a:pt x="0" y="275656"/>
                  </a:lnTo>
                </a:path>
              </a:pathLst>
            </a:custGeom>
            <a:ln w="8146">
              <a:solidFill>
                <a:srgbClr val="212C6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3961620" y="2236056"/>
              <a:ext cx="782320" cy="2463800"/>
            </a:xfrm>
            <a:custGeom>
              <a:avLst/>
              <a:gdLst/>
              <a:ahLst/>
              <a:cxnLst/>
              <a:rect l="l" t="t" r="r" b="b"/>
              <a:pathLst>
                <a:path w="782319" h="2463800">
                  <a:moveTo>
                    <a:pt x="412835" y="0"/>
                  </a:moveTo>
                  <a:lnTo>
                    <a:pt x="352514" y="19556"/>
                  </a:lnTo>
                  <a:lnTo>
                    <a:pt x="304735" y="66004"/>
                  </a:lnTo>
                  <a:lnTo>
                    <a:pt x="266743" y="134972"/>
                  </a:lnTo>
                  <a:lnTo>
                    <a:pt x="250556" y="176536"/>
                  </a:lnTo>
                  <a:lnTo>
                    <a:pt x="235782" y="222091"/>
                  </a:lnTo>
                  <a:lnTo>
                    <a:pt x="222077" y="271090"/>
                  </a:lnTo>
                  <a:lnTo>
                    <a:pt x="209097" y="322987"/>
                  </a:lnTo>
                  <a:lnTo>
                    <a:pt x="196497" y="377237"/>
                  </a:lnTo>
                  <a:lnTo>
                    <a:pt x="171060" y="490605"/>
                  </a:lnTo>
                  <a:lnTo>
                    <a:pt x="118657" y="715244"/>
                  </a:lnTo>
                  <a:lnTo>
                    <a:pt x="90985" y="863012"/>
                  </a:lnTo>
                  <a:lnTo>
                    <a:pt x="61277" y="1074945"/>
                  </a:lnTo>
                  <a:lnTo>
                    <a:pt x="16292" y="1434050"/>
                  </a:lnTo>
                  <a:lnTo>
                    <a:pt x="92342" y="1450353"/>
                  </a:lnTo>
                  <a:lnTo>
                    <a:pt x="0" y="2352064"/>
                  </a:lnTo>
                  <a:lnTo>
                    <a:pt x="42099" y="2351386"/>
                  </a:lnTo>
                  <a:lnTo>
                    <a:pt x="96250" y="2349776"/>
                  </a:lnTo>
                  <a:lnTo>
                    <a:pt x="173827" y="2346640"/>
                  </a:lnTo>
                  <a:lnTo>
                    <a:pt x="224061" y="2345135"/>
                  </a:lnTo>
                  <a:lnTo>
                    <a:pt x="272395" y="2345911"/>
                  </a:lnTo>
                  <a:lnTo>
                    <a:pt x="318924" y="2349917"/>
                  </a:lnTo>
                  <a:lnTo>
                    <a:pt x="363743" y="2358105"/>
                  </a:lnTo>
                  <a:lnTo>
                    <a:pt x="406946" y="2371424"/>
                  </a:lnTo>
                  <a:lnTo>
                    <a:pt x="448628" y="2390824"/>
                  </a:lnTo>
                  <a:lnTo>
                    <a:pt x="488885" y="2417256"/>
                  </a:lnTo>
                  <a:lnTo>
                    <a:pt x="544223" y="2456128"/>
                  </a:lnTo>
                  <a:lnTo>
                    <a:pt x="585302" y="2463427"/>
                  </a:lnTo>
                  <a:lnTo>
                    <a:pt x="632493" y="2434060"/>
                  </a:lnTo>
                  <a:lnTo>
                    <a:pt x="706166" y="2362933"/>
                  </a:lnTo>
                  <a:lnTo>
                    <a:pt x="717025" y="1455788"/>
                  </a:lnTo>
                  <a:lnTo>
                    <a:pt x="739435" y="1446108"/>
                  </a:lnTo>
                  <a:lnTo>
                    <a:pt x="753696" y="1439486"/>
                  </a:lnTo>
                  <a:lnTo>
                    <a:pt x="765920" y="1432866"/>
                  </a:lnTo>
                  <a:lnTo>
                    <a:pt x="782217" y="1423192"/>
                  </a:lnTo>
                  <a:lnTo>
                    <a:pt x="776784" y="1365561"/>
                  </a:lnTo>
                  <a:lnTo>
                    <a:pt x="759130" y="1206587"/>
                  </a:lnTo>
                  <a:lnTo>
                    <a:pt x="727215" y="967152"/>
                  </a:lnTo>
                  <a:lnTo>
                    <a:pt x="679005" y="668136"/>
                  </a:lnTo>
                  <a:lnTo>
                    <a:pt x="653482" y="524270"/>
                  </a:lnTo>
                  <a:lnTo>
                    <a:pt x="641432" y="458177"/>
                  </a:lnTo>
                  <a:lnTo>
                    <a:pt x="629611" y="396107"/>
                  </a:lnTo>
                  <a:lnTo>
                    <a:pt x="617834" y="338160"/>
                  </a:lnTo>
                  <a:lnTo>
                    <a:pt x="605917" y="284433"/>
                  </a:lnTo>
                  <a:lnTo>
                    <a:pt x="593676" y="235024"/>
                  </a:lnTo>
                  <a:lnTo>
                    <a:pt x="580925" y="190032"/>
                  </a:lnTo>
                  <a:lnTo>
                    <a:pt x="567481" y="149553"/>
                  </a:lnTo>
                  <a:lnTo>
                    <a:pt x="553159" y="113687"/>
                  </a:lnTo>
                  <a:lnTo>
                    <a:pt x="521144" y="56183"/>
                  </a:lnTo>
                  <a:lnTo>
                    <a:pt x="483405" y="18305"/>
                  </a:lnTo>
                  <a:lnTo>
                    <a:pt x="438466" y="835"/>
                  </a:lnTo>
                  <a:lnTo>
                    <a:pt x="412835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4419726" y="2886083"/>
              <a:ext cx="259079" cy="873125"/>
            </a:xfrm>
            <a:custGeom>
              <a:avLst/>
              <a:gdLst/>
              <a:ahLst/>
              <a:cxnLst/>
              <a:rect l="l" t="t" r="r" b="b"/>
              <a:pathLst>
                <a:path w="259080" h="873125">
                  <a:moveTo>
                    <a:pt x="258924" y="805755"/>
                  </a:moveTo>
                  <a:lnTo>
                    <a:pt x="115881" y="872748"/>
                  </a:lnTo>
                  <a:lnTo>
                    <a:pt x="0" y="0"/>
                  </a:lnTo>
                </a:path>
              </a:pathLst>
            </a:custGeom>
            <a:ln w="10868">
              <a:solidFill>
                <a:srgbClr val="212C6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4053966" y="2896954"/>
              <a:ext cx="228600" cy="807720"/>
            </a:xfrm>
            <a:custGeom>
              <a:avLst/>
              <a:gdLst/>
              <a:ahLst/>
              <a:cxnLst/>
              <a:rect l="l" t="t" r="r" b="b"/>
              <a:pathLst>
                <a:path w="228600" h="807720">
                  <a:moveTo>
                    <a:pt x="0" y="789452"/>
                  </a:moveTo>
                  <a:lnTo>
                    <a:pt x="133985" y="807556"/>
                  </a:lnTo>
                  <a:lnTo>
                    <a:pt x="228139" y="0"/>
                  </a:lnTo>
                </a:path>
              </a:pathLst>
            </a:custGeom>
            <a:ln w="10868">
              <a:solidFill>
                <a:srgbClr val="212C6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4405240" y="2630616"/>
              <a:ext cx="184785" cy="168910"/>
            </a:xfrm>
            <a:custGeom>
              <a:avLst/>
              <a:gdLst/>
              <a:ahLst/>
              <a:cxnLst/>
              <a:rect l="l" t="t" r="r" b="b"/>
              <a:pathLst>
                <a:path w="184784" h="168910">
                  <a:moveTo>
                    <a:pt x="184685" y="20085"/>
                  </a:moveTo>
                  <a:lnTo>
                    <a:pt x="120692" y="0"/>
                  </a:lnTo>
                  <a:lnTo>
                    <a:pt x="80123" y="8771"/>
                  </a:lnTo>
                  <a:lnTo>
                    <a:pt x="45663" y="60318"/>
                  </a:lnTo>
                  <a:lnTo>
                    <a:pt x="0" y="168562"/>
                  </a:lnTo>
                </a:path>
              </a:pathLst>
            </a:custGeom>
            <a:ln w="10868">
              <a:solidFill>
                <a:srgbClr val="212C6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4155362" y="2636211"/>
              <a:ext cx="123189" cy="130810"/>
            </a:xfrm>
            <a:custGeom>
              <a:avLst/>
              <a:gdLst/>
              <a:ahLst/>
              <a:cxnLst/>
              <a:rect l="l" t="t" r="r" b="b"/>
              <a:pathLst>
                <a:path w="123190" h="130810">
                  <a:moveTo>
                    <a:pt x="123127" y="130372"/>
                  </a:moveTo>
                  <a:lnTo>
                    <a:pt x="98798" y="69260"/>
                  </a:lnTo>
                  <a:lnTo>
                    <a:pt x="77862" y="35309"/>
                  </a:lnTo>
                  <a:lnTo>
                    <a:pt x="48777" y="16296"/>
                  </a:lnTo>
                  <a:lnTo>
                    <a:pt x="0" y="0"/>
                  </a:lnTo>
                </a:path>
              </a:pathLst>
            </a:custGeom>
            <a:ln w="10868">
              <a:solidFill>
                <a:srgbClr val="212C6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4202441" y="2259590"/>
              <a:ext cx="337185" cy="188595"/>
            </a:xfrm>
            <a:custGeom>
              <a:avLst/>
              <a:gdLst/>
              <a:ahLst/>
              <a:cxnLst/>
              <a:rect l="l" t="t" r="r" b="b"/>
              <a:pathLst>
                <a:path w="337184" h="188594">
                  <a:moveTo>
                    <a:pt x="336785" y="188313"/>
                  </a:moveTo>
                  <a:lnTo>
                    <a:pt x="268377" y="47644"/>
                  </a:lnTo>
                  <a:lnTo>
                    <a:pt x="210493" y="0"/>
                  </a:lnTo>
                  <a:lnTo>
                    <a:pt x="131558" y="44700"/>
                  </a:lnTo>
                  <a:lnTo>
                    <a:pt x="0" y="181067"/>
                  </a:lnTo>
                </a:path>
              </a:pathLst>
            </a:custGeom>
            <a:ln w="10868">
              <a:solidFill>
                <a:srgbClr val="212C6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4474948" y="3759741"/>
              <a:ext cx="182245" cy="149860"/>
            </a:xfrm>
            <a:custGeom>
              <a:avLst/>
              <a:gdLst/>
              <a:ahLst/>
              <a:cxnLst/>
              <a:rect l="l" t="t" r="r" b="b"/>
              <a:pathLst>
                <a:path w="182244" h="149860">
                  <a:moveTo>
                    <a:pt x="181973" y="0"/>
                  </a:moveTo>
                  <a:lnTo>
                    <a:pt x="0" y="73327"/>
                  </a:lnTo>
                  <a:lnTo>
                    <a:pt x="5434" y="149377"/>
                  </a:lnTo>
                  <a:lnTo>
                    <a:pt x="181973" y="67903"/>
                  </a:lnTo>
                  <a:lnTo>
                    <a:pt x="181973" y="0"/>
                  </a:lnTo>
                  <a:close/>
                </a:path>
              </a:pathLst>
            </a:custGeom>
            <a:ln w="10868">
              <a:solidFill>
                <a:srgbClr val="212C6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4051248" y="3762456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24938" y="133084"/>
                  </a:moveTo>
                  <a:lnTo>
                    <a:pt x="133084" y="65181"/>
                  </a:lnTo>
                  <a:lnTo>
                    <a:pt x="5434" y="0"/>
                  </a:lnTo>
                  <a:lnTo>
                    <a:pt x="0" y="76050"/>
                  </a:lnTo>
                  <a:lnTo>
                    <a:pt x="124938" y="133084"/>
                  </a:lnTo>
                  <a:close/>
                </a:path>
              </a:pathLst>
            </a:custGeom>
            <a:ln w="10868">
              <a:solidFill>
                <a:srgbClr val="212C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16298896" y="2133725"/>
            <a:ext cx="1057275" cy="2064385"/>
            <a:chOff x="16298896" y="2133725"/>
            <a:chExt cx="1057275" cy="2064385"/>
          </a:xfrm>
        </p:grpSpPr>
        <p:sp>
          <p:nvSpPr>
            <p:cNvPr id="52" name="object 52" descr=""/>
            <p:cNvSpPr/>
            <p:nvPr/>
          </p:nvSpPr>
          <p:spPr>
            <a:xfrm>
              <a:off x="16320759" y="2140447"/>
              <a:ext cx="1013460" cy="2048510"/>
            </a:xfrm>
            <a:custGeom>
              <a:avLst/>
              <a:gdLst/>
              <a:ahLst/>
              <a:cxnLst/>
              <a:rect l="l" t="t" r="r" b="b"/>
              <a:pathLst>
                <a:path w="1013459" h="2048510">
                  <a:moveTo>
                    <a:pt x="1013152" y="0"/>
                  </a:moveTo>
                  <a:lnTo>
                    <a:pt x="0" y="0"/>
                  </a:lnTo>
                  <a:lnTo>
                    <a:pt x="0" y="2048126"/>
                  </a:lnTo>
                  <a:lnTo>
                    <a:pt x="1013152" y="2048126"/>
                  </a:lnTo>
                  <a:lnTo>
                    <a:pt x="1013152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6324490" y="2140443"/>
              <a:ext cx="1013460" cy="2048510"/>
            </a:xfrm>
            <a:custGeom>
              <a:avLst/>
              <a:gdLst/>
              <a:ahLst/>
              <a:cxnLst/>
              <a:rect l="l" t="t" r="r" b="b"/>
              <a:pathLst>
                <a:path w="1013459" h="2048510">
                  <a:moveTo>
                    <a:pt x="1013152" y="0"/>
                  </a:moveTo>
                  <a:lnTo>
                    <a:pt x="781368" y="0"/>
                  </a:lnTo>
                  <a:lnTo>
                    <a:pt x="746312" y="39165"/>
                  </a:lnTo>
                  <a:lnTo>
                    <a:pt x="710095" y="80171"/>
                  </a:lnTo>
                  <a:lnTo>
                    <a:pt x="673055" y="122730"/>
                  </a:lnTo>
                  <a:lnTo>
                    <a:pt x="635531" y="166557"/>
                  </a:lnTo>
                  <a:lnTo>
                    <a:pt x="597858" y="211366"/>
                  </a:lnTo>
                  <a:lnTo>
                    <a:pt x="560375" y="256868"/>
                  </a:lnTo>
                  <a:lnTo>
                    <a:pt x="523420" y="302780"/>
                  </a:lnTo>
                  <a:lnTo>
                    <a:pt x="487329" y="348813"/>
                  </a:lnTo>
                  <a:lnTo>
                    <a:pt x="452441" y="394681"/>
                  </a:lnTo>
                  <a:lnTo>
                    <a:pt x="419092" y="440099"/>
                  </a:lnTo>
                  <a:lnTo>
                    <a:pt x="387622" y="484780"/>
                  </a:lnTo>
                  <a:lnTo>
                    <a:pt x="358366" y="528437"/>
                  </a:lnTo>
                  <a:lnTo>
                    <a:pt x="331663" y="570783"/>
                  </a:lnTo>
                  <a:lnTo>
                    <a:pt x="307850" y="611534"/>
                  </a:lnTo>
                  <a:lnTo>
                    <a:pt x="287264" y="650402"/>
                  </a:lnTo>
                  <a:lnTo>
                    <a:pt x="270244" y="687100"/>
                  </a:lnTo>
                  <a:lnTo>
                    <a:pt x="248250" y="752844"/>
                  </a:lnTo>
                  <a:lnTo>
                    <a:pt x="241347" y="828713"/>
                  </a:lnTo>
                  <a:lnTo>
                    <a:pt x="240092" y="876408"/>
                  </a:lnTo>
                  <a:lnTo>
                    <a:pt x="240030" y="923983"/>
                  </a:lnTo>
                  <a:lnTo>
                    <a:pt x="241006" y="971022"/>
                  </a:lnTo>
                  <a:lnTo>
                    <a:pt x="242864" y="1017107"/>
                  </a:lnTo>
                  <a:lnTo>
                    <a:pt x="245448" y="1061821"/>
                  </a:lnTo>
                  <a:lnTo>
                    <a:pt x="247858" y="1117609"/>
                  </a:lnTo>
                  <a:lnTo>
                    <a:pt x="246678" y="1166801"/>
                  </a:lnTo>
                  <a:lnTo>
                    <a:pt x="241132" y="1211329"/>
                  </a:lnTo>
                  <a:lnTo>
                    <a:pt x="230443" y="1253126"/>
                  </a:lnTo>
                  <a:lnTo>
                    <a:pt x="213834" y="1294125"/>
                  </a:lnTo>
                  <a:lnTo>
                    <a:pt x="190530" y="1336259"/>
                  </a:lnTo>
                  <a:lnTo>
                    <a:pt x="159754" y="1381461"/>
                  </a:lnTo>
                  <a:lnTo>
                    <a:pt x="120729" y="1431663"/>
                  </a:lnTo>
                  <a:lnTo>
                    <a:pt x="0" y="1555648"/>
                  </a:lnTo>
                  <a:lnTo>
                    <a:pt x="0" y="2048136"/>
                  </a:lnTo>
                  <a:lnTo>
                    <a:pt x="198800" y="2048136"/>
                  </a:lnTo>
                  <a:lnTo>
                    <a:pt x="572160" y="1582443"/>
                  </a:lnTo>
                  <a:lnTo>
                    <a:pt x="595615" y="1544529"/>
                  </a:lnTo>
                  <a:lnTo>
                    <a:pt x="612660" y="1498678"/>
                  </a:lnTo>
                  <a:lnTo>
                    <a:pt x="622975" y="1447365"/>
                  </a:lnTo>
                  <a:lnTo>
                    <a:pt x="626244" y="1393069"/>
                  </a:lnTo>
                  <a:lnTo>
                    <a:pt x="622148" y="1338268"/>
                  </a:lnTo>
                  <a:lnTo>
                    <a:pt x="610368" y="1285437"/>
                  </a:lnTo>
                  <a:lnTo>
                    <a:pt x="597888" y="1235578"/>
                  </a:lnTo>
                  <a:lnTo>
                    <a:pt x="590302" y="1183745"/>
                  </a:lnTo>
                  <a:lnTo>
                    <a:pt x="587522" y="1131011"/>
                  </a:lnTo>
                  <a:lnTo>
                    <a:pt x="589459" y="1078451"/>
                  </a:lnTo>
                  <a:lnTo>
                    <a:pt x="596027" y="1027138"/>
                  </a:lnTo>
                  <a:lnTo>
                    <a:pt x="607136" y="978147"/>
                  </a:lnTo>
                  <a:lnTo>
                    <a:pt x="622700" y="932553"/>
                  </a:lnTo>
                  <a:lnTo>
                    <a:pt x="642629" y="891428"/>
                  </a:lnTo>
                  <a:lnTo>
                    <a:pt x="1013152" y="244893"/>
                  </a:lnTo>
                  <a:lnTo>
                    <a:pt x="1013152" y="0"/>
                  </a:lnTo>
                  <a:close/>
                </a:path>
              </a:pathLst>
            </a:custGeom>
            <a:solidFill>
              <a:srgbClr val="FFFFFF">
                <a:alpha val="53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6298896" y="2133725"/>
              <a:ext cx="1057275" cy="2064385"/>
            </a:xfrm>
            <a:custGeom>
              <a:avLst/>
              <a:gdLst/>
              <a:ahLst/>
              <a:cxnLst/>
              <a:rect l="l" t="t" r="r" b="b"/>
              <a:pathLst>
                <a:path w="1057275" h="2064385">
                  <a:moveTo>
                    <a:pt x="1035015" y="0"/>
                  </a:moveTo>
                  <a:lnTo>
                    <a:pt x="21852" y="0"/>
                  </a:lnTo>
                  <a:lnTo>
                    <a:pt x="13349" y="3023"/>
                  </a:lnTo>
                  <a:lnTo>
                    <a:pt x="6402" y="11267"/>
                  </a:lnTo>
                  <a:lnTo>
                    <a:pt x="1718" y="23496"/>
                  </a:lnTo>
                  <a:lnTo>
                    <a:pt x="0" y="38470"/>
                  </a:lnTo>
                  <a:lnTo>
                    <a:pt x="0" y="2025844"/>
                  </a:lnTo>
                  <a:lnTo>
                    <a:pt x="1718" y="2040822"/>
                  </a:lnTo>
                  <a:lnTo>
                    <a:pt x="6402" y="2053050"/>
                  </a:lnTo>
                  <a:lnTo>
                    <a:pt x="13349" y="2061292"/>
                  </a:lnTo>
                  <a:lnTo>
                    <a:pt x="21852" y="2064314"/>
                  </a:lnTo>
                  <a:lnTo>
                    <a:pt x="1035015" y="2064314"/>
                  </a:lnTo>
                  <a:lnTo>
                    <a:pt x="1043518" y="2061292"/>
                  </a:lnTo>
                  <a:lnTo>
                    <a:pt x="1050465" y="2053050"/>
                  </a:lnTo>
                  <a:lnTo>
                    <a:pt x="1055150" y="2040822"/>
                  </a:lnTo>
                  <a:lnTo>
                    <a:pt x="1056868" y="2025844"/>
                  </a:lnTo>
                  <a:lnTo>
                    <a:pt x="1056868" y="2015216"/>
                  </a:lnTo>
                  <a:lnTo>
                    <a:pt x="43705" y="2015216"/>
                  </a:lnTo>
                  <a:lnTo>
                    <a:pt x="43705" y="46365"/>
                  </a:lnTo>
                  <a:lnTo>
                    <a:pt x="1056868" y="46365"/>
                  </a:lnTo>
                  <a:lnTo>
                    <a:pt x="1056868" y="38470"/>
                  </a:lnTo>
                  <a:lnTo>
                    <a:pt x="1055150" y="23496"/>
                  </a:lnTo>
                  <a:lnTo>
                    <a:pt x="1050465" y="11267"/>
                  </a:lnTo>
                  <a:lnTo>
                    <a:pt x="1043518" y="3023"/>
                  </a:lnTo>
                  <a:lnTo>
                    <a:pt x="1035015" y="0"/>
                  </a:lnTo>
                  <a:close/>
                </a:path>
                <a:path w="1057275" h="2064385">
                  <a:moveTo>
                    <a:pt x="1056868" y="46365"/>
                  </a:moveTo>
                  <a:lnTo>
                    <a:pt x="1013152" y="46365"/>
                  </a:lnTo>
                  <a:lnTo>
                    <a:pt x="1013152" y="2015216"/>
                  </a:lnTo>
                  <a:lnTo>
                    <a:pt x="1056868" y="2015216"/>
                  </a:lnTo>
                  <a:lnTo>
                    <a:pt x="1056868" y="46365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16063541" y="4727845"/>
            <a:ext cx="1675130" cy="1244600"/>
            <a:chOff x="16063541" y="4727845"/>
            <a:chExt cx="1675130" cy="1244600"/>
          </a:xfrm>
        </p:grpSpPr>
        <p:sp>
          <p:nvSpPr>
            <p:cNvPr id="56" name="object 56" descr=""/>
            <p:cNvSpPr/>
            <p:nvPr/>
          </p:nvSpPr>
          <p:spPr>
            <a:xfrm>
              <a:off x="16063531" y="4727847"/>
              <a:ext cx="1675130" cy="1244600"/>
            </a:xfrm>
            <a:custGeom>
              <a:avLst/>
              <a:gdLst/>
              <a:ahLst/>
              <a:cxnLst/>
              <a:rect l="l" t="t" r="r" b="b"/>
              <a:pathLst>
                <a:path w="1675130" h="1244600">
                  <a:moveTo>
                    <a:pt x="1675015" y="0"/>
                  </a:moveTo>
                  <a:lnTo>
                    <a:pt x="0" y="0"/>
                  </a:lnTo>
                  <a:lnTo>
                    <a:pt x="0" y="78206"/>
                  </a:lnTo>
                  <a:lnTo>
                    <a:pt x="53505" y="78206"/>
                  </a:lnTo>
                  <a:lnTo>
                    <a:pt x="53505" y="1244257"/>
                  </a:lnTo>
                  <a:lnTo>
                    <a:pt x="1633867" y="1244257"/>
                  </a:lnTo>
                  <a:lnTo>
                    <a:pt x="1633867" y="78206"/>
                  </a:lnTo>
                  <a:lnTo>
                    <a:pt x="1675015" y="78206"/>
                  </a:lnTo>
                  <a:lnTo>
                    <a:pt x="1675015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6117048" y="4810413"/>
              <a:ext cx="1581785" cy="0"/>
            </a:xfrm>
            <a:custGeom>
              <a:avLst/>
              <a:gdLst/>
              <a:ahLst/>
              <a:cxnLst/>
              <a:rect l="l" t="t" r="r" b="b"/>
              <a:pathLst>
                <a:path w="1581784" h="0">
                  <a:moveTo>
                    <a:pt x="0" y="0"/>
                  </a:moveTo>
                  <a:lnTo>
                    <a:pt x="1581731" y="0"/>
                  </a:lnTo>
                </a:path>
              </a:pathLst>
            </a:custGeom>
            <a:ln w="8230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7080080" y="4808780"/>
              <a:ext cx="0" cy="1160780"/>
            </a:xfrm>
            <a:custGeom>
              <a:avLst/>
              <a:gdLst/>
              <a:ahLst/>
              <a:cxnLst/>
              <a:rect l="l" t="t" r="r" b="b"/>
              <a:pathLst>
                <a:path w="0" h="1160779">
                  <a:moveTo>
                    <a:pt x="0" y="1160582"/>
                  </a:moveTo>
                  <a:lnTo>
                    <a:pt x="0" y="0"/>
                  </a:lnTo>
                </a:path>
              </a:pathLst>
            </a:custGeom>
            <a:ln w="8230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7118494" y="4838962"/>
              <a:ext cx="537845" cy="1102995"/>
            </a:xfrm>
            <a:custGeom>
              <a:avLst/>
              <a:gdLst/>
              <a:ahLst/>
              <a:cxnLst/>
              <a:rect l="l" t="t" r="r" b="b"/>
              <a:pathLst>
                <a:path w="537844" h="1102995">
                  <a:moveTo>
                    <a:pt x="537763" y="0"/>
                  </a:moveTo>
                  <a:lnTo>
                    <a:pt x="0" y="0"/>
                  </a:lnTo>
                  <a:lnTo>
                    <a:pt x="0" y="1102961"/>
                  </a:lnTo>
                  <a:lnTo>
                    <a:pt x="537763" y="1102961"/>
                  </a:lnTo>
                  <a:lnTo>
                    <a:pt x="537763" y="0"/>
                  </a:lnTo>
                  <a:close/>
                </a:path>
              </a:pathLst>
            </a:custGeom>
            <a:ln w="8230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7118491" y="4838965"/>
              <a:ext cx="537845" cy="1102995"/>
            </a:xfrm>
            <a:custGeom>
              <a:avLst/>
              <a:gdLst/>
              <a:ahLst/>
              <a:cxnLst/>
              <a:rect l="l" t="t" r="r" b="b"/>
              <a:pathLst>
                <a:path w="537844" h="1102995">
                  <a:moveTo>
                    <a:pt x="0" y="1102961"/>
                  </a:moveTo>
                  <a:lnTo>
                    <a:pt x="537763" y="0"/>
                  </a:lnTo>
                </a:path>
              </a:pathLst>
            </a:custGeom>
            <a:ln w="8230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7118491" y="4838965"/>
              <a:ext cx="537845" cy="1102995"/>
            </a:xfrm>
            <a:custGeom>
              <a:avLst/>
              <a:gdLst/>
              <a:ahLst/>
              <a:cxnLst/>
              <a:rect l="l" t="t" r="r" b="b"/>
              <a:pathLst>
                <a:path w="537844" h="1102995">
                  <a:moveTo>
                    <a:pt x="0" y="0"/>
                  </a:moveTo>
                  <a:lnTo>
                    <a:pt x="537763" y="1102961"/>
                  </a:lnTo>
                </a:path>
              </a:pathLst>
            </a:custGeom>
            <a:ln w="8230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6133508" y="4836219"/>
              <a:ext cx="913765" cy="1102995"/>
            </a:xfrm>
            <a:custGeom>
              <a:avLst/>
              <a:gdLst/>
              <a:ahLst/>
              <a:cxnLst/>
              <a:rect l="l" t="t" r="r" b="b"/>
              <a:pathLst>
                <a:path w="913765" h="1102995">
                  <a:moveTo>
                    <a:pt x="913647" y="0"/>
                  </a:moveTo>
                  <a:lnTo>
                    <a:pt x="0" y="0"/>
                  </a:lnTo>
                  <a:lnTo>
                    <a:pt x="0" y="1102961"/>
                  </a:lnTo>
                  <a:lnTo>
                    <a:pt x="913647" y="1102961"/>
                  </a:lnTo>
                  <a:lnTo>
                    <a:pt x="913647" y="0"/>
                  </a:lnTo>
                  <a:close/>
                </a:path>
              </a:pathLst>
            </a:custGeom>
            <a:ln w="8230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6534087" y="4836220"/>
              <a:ext cx="0" cy="1102995"/>
            </a:xfrm>
            <a:custGeom>
              <a:avLst/>
              <a:gdLst/>
              <a:ahLst/>
              <a:cxnLst/>
              <a:rect l="l" t="t" r="r" b="b"/>
              <a:pathLst>
                <a:path w="0" h="1102995">
                  <a:moveTo>
                    <a:pt x="0" y="1102961"/>
                  </a:moveTo>
                  <a:lnTo>
                    <a:pt x="0" y="0"/>
                  </a:lnTo>
                </a:path>
              </a:pathLst>
            </a:custGeom>
            <a:ln w="8230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71815" y="5295784"/>
              <a:ext cx="67903" cy="67914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25714" y="5295784"/>
              <a:ext cx="67903" cy="67914"/>
            </a:xfrm>
            <a:prstGeom prst="rect">
              <a:avLst/>
            </a:prstGeom>
          </p:spPr>
        </p:pic>
      </p:grpSp>
      <p:sp>
        <p:nvSpPr>
          <p:cNvPr id="66" name="object 66" descr=""/>
          <p:cNvSpPr/>
          <p:nvPr/>
        </p:nvSpPr>
        <p:spPr>
          <a:xfrm>
            <a:off x="17026579" y="4725787"/>
            <a:ext cx="0" cy="82550"/>
          </a:xfrm>
          <a:custGeom>
            <a:avLst/>
            <a:gdLst/>
            <a:ahLst/>
            <a:cxnLst/>
            <a:rect l="l" t="t" r="r" b="b"/>
            <a:pathLst>
              <a:path w="0" h="82550">
                <a:moveTo>
                  <a:pt x="0" y="82311"/>
                </a:moveTo>
                <a:lnTo>
                  <a:pt x="0" y="0"/>
                </a:lnTo>
              </a:path>
            </a:pathLst>
          </a:custGeom>
          <a:ln w="8230">
            <a:solidFill>
              <a:srgbClr val="233A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16144482" y="5955640"/>
            <a:ext cx="80010" cy="233679"/>
          </a:xfrm>
          <a:custGeom>
            <a:avLst/>
            <a:gdLst/>
            <a:ahLst/>
            <a:cxnLst/>
            <a:rect l="l" t="t" r="r" b="b"/>
            <a:pathLst>
              <a:path w="80009" h="233679">
                <a:moveTo>
                  <a:pt x="79568" y="0"/>
                </a:moveTo>
                <a:lnTo>
                  <a:pt x="0" y="0"/>
                </a:lnTo>
                <a:lnTo>
                  <a:pt x="0" y="233218"/>
                </a:lnTo>
                <a:lnTo>
                  <a:pt x="79568" y="233218"/>
                </a:lnTo>
                <a:lnTo>
                  <a:pt x="79568" y="0"/>
                </a:lnTo>
                <a:close/>
              </a:path>
            </a:pathLst>
          </a:custGeom>
          <a:solidFill>
            <a:srgbClr val="DFB5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6978562" y="5955640"/>
            <a:ext cx="80010" cy="233679"/>
          </a:xfrm>
          <a:custGeom>
            <a:avLst/>
            <a:gdLst/>
            <a:ahLst/>
            <a:cxnLst/>
            <a:rect l="l" t="t" r="r" b="b"/>
            <a:pathLst>
              <a:path w="80009" h="233679">
                <a:moveTo>
                  <a:pt x="79568" y="0"/>
                </a:moveTo>
                <a:lnTo>
                  <a:pt x="0" y="0"/>
                </a:lnTo>
                <a:lnTo>
                  <a:pt x="0" y="233218"/>
                </a:lnTo>
                <a:lnTo>
                  <a:pt x="79568" y="233218"/>
                </a:lnTo>
                <a:lnTo>
                  <a:pt x="79568" y="0"/>
                </a:lnTo>
                <a:close/>
              </a:path>
            </a:pathLst>
          </a:custGeom>
          <a:solidFill>
            <a:srgbClr val="DFB5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7595893" y="5955640"/>
            <a:ext cx="80010" cy="233679"/>
          </a:xfrm>
          <a:custGeom>
            <a:avLst/>
            <a:gdLst/>
            <a:ahLst/>
            <a:cxnLst/>
            <a:rect l="l" t="t" r="r" b="b"/>
            <a:pathLst>
              <a:path w="80009" h="233679">
                <a:moveTo>
                  <a:pt x="79568" y="0"/>
                </a:moveTo>
                <a:lnTo>
                  <a:pt x="0" y="0"/>
                </a:lnTo>
                <a:lnTo>
                  <a:pt x="0" y="233218"/>
                </a:lnTo>
                <a:lnTo>
                  <a:pt x="79568" y="233218"/>
                </a:lnTo>
                <a:lnTo>
                  <a:pt x="79568" y="0"/>
                </a:lnTo>
                <a:close/>
              </a:path>
            </a:pathLst>
          </a:custGeom>
          <a:solidFill>
            <a:srgbClr val="DFB5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65422" y="4403530"/>
            <a:ext cx="253960" cy="324678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10519969" y="2375375"/>
            <a:ext cx="934719" cy="1445260"/>
          </a:xfrm>
          <a:custGeom>
            <a:avLst/>
            <a:gdLst/>
            <a:ahLst/>
            <a:cxnLst/>
            <a:rect l="l" t="t" r="r" b="b"/>
            <a:pathLst>
              <a:path w="934720" h="1445260">
                <a:moveTo>
                  <a:pt x="934491" y="0"/>
                </a:moveTo>
                <a:lnTo>
                  <a:pt x="0" y="0"/>
                </a:lnTo>
                <a:lnTo>
                  <a:pt x="0" y="31750"/>
                </a:lnTo>
                <a:lnTo>
                  <a:pt x="0" y="1413510"/>
                </a:lnTo>
                <a:lnTo>
                  <a:pt x="0" y="1445260"/>
                </a:lnTo>
                <a:lnTo>
                  <a:pt x="934491" y="1445260"/>
                </a:lnTo>
                <a:lnTo>
                  <a:pt x="934491" y="1413510"/>
                </a:lnTo>
                <a:lnTo>
                  <a:pt x="32016" y="1413510"/>
                </a:lnTo>
                <a:lnTo>
                  <a:pt x="32016" y="31750"/>
                </a:lnTo>
                <a:lnTo>
                  <a:pt x="902487" y="31750"/>
                </a:lnTo>
                <a:lnTo>
                  <a:pt x="902487" y="1413065"/>
                </a:lnTo>
                <a:lnTo>
                  <a:pt x="934491" y="1413065"/>
                </a:lnTo>
                <a:lnTo>
                  <a:pt x="934491" y="31750"/>
                </a:lnTo>
                <a:lnTo>
                  <a:pt x="934491" y="31483"/>
                </a:lnTo>
                <a:lnTo>
                  <a:pt x="934491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9581439" y="2367755"/>
            <a:ext cx="723265" cy="683260"/>
          </a:xfrm>
          <a:custGeom>
            <a:avLst/>
            <a:gdLst/>
            <a:ahLst/>
            <a:cxnLst/>
            <a:rect l="l" t="t" r="r" b="b"/>
            <a:pathLst>
              <a:path w="723265" h="683260">
                <a:moveTo>
                  <a:pt x="723138" y="0"/>
                </a:moveTo>
                <a:lnTo>
                  <a:pt x="0" y="0"/>
                </a:lnTo>
                <a:lnTo>
                  <a:pt x="0" y="22860"/>
                </a:lnTo>
                <a:lnTo>
                  <a:pt x="0" y="659130"/>
                </a:lnTo>
                <a:lnTo>
                  <a:pt x="0" y="683260"/>
                </a:lnTo>
                <a:lnTo>
                  <a:pt x="723138" y="683260"/>
                </a:lnTo>
                <a:lnTo>
                  <a:pt x="723138" y="659650"/>
                </a:lnTo>
                <a:lnTo>
                  <a:pt x="723138" y="659130"/>
                </a:lnTo>
                <a:lnTo>
                  <a:pt x="723138" y="23101"/>
                </a:lnTo>
                <a:lnTo>
                  <a:pt x="699998" y="23101"/>
                </a:lnTo>
                <a:lnTo>
                  <a:pt x="699998" y="659130"/>
                </a:lnTo>
                <a:lnTo>
                  <a:pt x="23139" y="659130"/>
                </a:lnTo>
                <a:lnTo>
                  <a:pt x="23139" y="22860"/>
                </a:lnTo>
                <a:lnTo>
                  <a:pt x="723138" y="22860"/>
                </a:lnTo>
                <a:lnTo>
                  <a:pt x="723138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9581439" y="3142455"/>
            <a:ext cx="723265" cy="683260"/>
          </a:xfrm>
          <a:custGeom>
            <a:avLst/>
            <a:gdLst/>
            <a:ahLst/>
            <a:cxnLst/>
            <a:rect l="l" t="t" r="r" b="b"/>
            <a:pathLst>
              <a:path w="723265" h="683260">
                <a:moveTo>
                  <a:pt x="723138" y="0"/>
                </a:moveTo>
                <a:lnTo>
                  <a:pt x="0" y="0"/>
                </a:lnTo>
                <a:lnTo>
                  <a:pt x="0" y="24130"/>
                </a:lnTo>
                <a:lnTo>
                  <a:pt x="0" y="660400"/>
                </a:lnTo>
                <a:lnTo>
                  <a:pt x="0" y="683260"/>
                </a:lnTo>
                <a:lnTo>
                  <a:pt x="723138" y="683260"/>
                </a:lnTo>
                <a:lnTo>
                  <a:pt x="723138" y="660400"/>
                </a:lnTo>
                <a:lnTo>
                  <a:pt x="23139" y="660400"/>
                </a:lnTo>
                <a:lnTo>
                  <a:pt x="23139" y="24130"/>
                </a:lnTo>
                <a:lnTo>
                  <a:pt x="699998" y="24130"/>
                </a:lnTo>
                <a:lnTo>
                  <a:pt x="699998" y="660146"/>
                </a:lnTo>
                <a:lnTo>
                  <a:pt x="723138" y="660146"/>
                </a:lnTo>
                <a:lnTo>
                  <a:pt x="723138" y="24130"/>
                </a:lnTo>
                <a:lnTo>
                  <a:pt x="723138" y="23596"/>
                </a:lnTo>
                <a:lnTo>
                  <a:pt x="723138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4" name="object 74" descr=""/>
          <p:cNvGrpSpPr/>
          <p:nvPr/>
        </p:nvGrpSpPr>
        <p:grpSpPr>
          <a:xfrm>
            <a:off x="10623353" y="2485196"/>
            <a:ext cx="749935" cy="1183005"/>
            <a:chOff x="10623353" y="2485196"/>
            <a:chExt cx="749935" cy="1183005"/>
          </a:xfrm>
        </p:grpSpPr>
        <p:sp>
          <p:nvSpPr>
            <p:cNvPr id="75" name="object 75" descr=""/>
            <p:cNvSpPr/>
            <p:nvPr/>
          </p:nvSpPr>
          <p:spPr>
            <a:xfrm>
              <a:off x="10623353" y="2938603"/>
              <a:ext cx="749935" cy="729615"/>
            </a:xfrm>
            <a:custGeom>
              <a:avLst/>
              <a:gdLst/>
              <a:ahLst/>
              <a:cxnLst/>
              <a:rect l="l" t="t" r="r" b="b"/>
              <a:pathLst>
                <a:path w="749934" h="729614">
                  <a:moveTo>
                    <a:pt x="650419" y="0"/>
                  </a:moveTo>
                  <a:lnTo>
                    <a:pt x="610710" y="1194"/>
                  </a:lnTo>
                  <a:lnTo>
                    <a:pt x="574219" y="18253"/>
                  </a:lnTo>
                  <a:lnTo>
                    <a:pt x="543172" y="46600"/>
                  </a:lnTo>
                  <a:lnTo>
                    <a:pt x="519795" y="81662"/>
                  </a:lnTo>
                  <a:lnTo>
                    <a:pt x="503650" y="119678"/>
                  </a:lnTo>
                  <a:lnTo>
                    <a:pt x="490788" y="159078"/>
                  </a:lnTo>
                  <a:lnTo>
                    <a:pt x="478166" y="198597"/>
                  </a:lnTo>
                  <a:lnTo>
                    <a:pt x="462739" y="236966"/>
                  </a:lnTo>
                  <a:lnTo>
                    <a:pt x="440134" y="275464"/>
                  </a:lnTo>
                  <a:lnTo>
                    <a:pt x="411473" y="309705"/>
                  </a:lnTo>
                  <a:lnTo>
                    <a:pt x="377664" y="338905"/>
                  </a:lnTo>
                  <a:lnTo>
                    <a:pt x="339614" y="362280"/>
                  </a:lnTo>
                  <a:lnTo>
                    <a:pt x="298231" y="379046"/>
                  </a:lnTo>
                  <a:lnTo>
                    <a:pt x="255253" y="389278"/>
                  </a:lnTo>
                  <a:lnTo>
                    <a:pt x="211505" y="396557"/>
                  </a:lnTo>
                  <a:lnTo>
                    <a:pt x="168131" y="404862"/>
                  </a:lnTo>
                  <a:lnTo>
                    <a:pt x="126278" y="418175"/>
                  </a:lnTo>
                  <a:lnTo>
                    <a:pt x="88324" y="439527"/>
                  </a:lnTo>
                  <a:lnTo>
                    <a:pt x="55851" y="468524"/>
                  </a:lnTo>
                  <a:lnTo>
                    <a:pt x="29822" y="503561"/>
                  </a:lnTo>
                  <a:lnTo>
                    <a:pt x="11196" y="543036"/>
                  </a:lnTo>
                  <a:lnTo>
                    <a:pt x="935" y="585344"/>
                  </a:lnTo>
                  <a:lnTo>
                    <a:pt x="0" y="628881"/>
                  </a:lnTo>
                  <a:lnTo>
                    <a:pt x="4332" y="654187"/>
                  </a:lnTo>
                  <a:lnTo>
                    <a:pt x="12949" y="678323"/>
                  </a:lnTo>
                  <a:lnTo>
                    <a:pt x="26321" y="699576"/>
                  </a:lnTo>
                  <a:lnTo>
                    <a:pt x="44920" y="716229"/>
                  </a:lnTo>
                  <a:lnTo>
                    <a:pt x="80135" y="729018"/>
                  </a:lnTo>
                  <a:lnTo>
                    <a:pt x="118491" y="728590"/>
                  </a:lnTo>
                  <a:lnTo>
                    <a:pt x="158185" y="720717"/>
                  </a:lnTo>
                  <a:lnTo>
                    <a:pt x="197418" y="711172"/>
                  </a:lnTo>
                  <a:lnTo>
                    <a:pt x="247171" y="703738"/>
                  </a:lnTo>
                  <a:lnTo>
                    <a:pt x="297421" y="702001"/>
                  </a:lnTo>
                  <a:lnTo>
                    <a:pt x="348019" y="704143"/>
                  </a:lnTo>
                  <a:lnTo>
                    <a:pt x="398815" y="708348"/>
                  </a:lnTo>
                  <a:lnTo>
                    <a:pt x="449660" y="712798"/>
                  </a:lnTo>
                  <a:lnTo>
                    <a:pt x="500404" y="715676"/>
                  </a:lnTo>
                  <a:lnTo>
                    <a:pt x="550900" y="715163"/>
                  </a:lnTo>
                  <a:lnTo>
                    <a:pt x="600997" y="709444"/>
                  </a:lnTo>
                  <a:lnTo>
                    <a:pt x="666282" y="686931"/>
                  </a:lnTo>
                  <a:lnTo>
                    <a:pt x="711454" y="639069"/>
                  </a:lnTo>
                  <a:lnTo>
                    <a:pt x="719073" y="606790"/>
                  </a:lnTo>
                  <a:lnTo>
                    <a:pt x="718012" y="573110"/>
                  </a:lnTo>
                  <a:lnTo>
                    <a:pt x="712847" y="538767"/>
                  </a:lnTo>
                  <a:lnTo>
                    <a:pt x="708156" y="504497"/>
                  </a:lnTo>
                  <a:lnTo>
                    <a:pt x="709011" y="452898"/>
                  </a:lnTo>
                  <a:lnTo>
                    <a:pt x="717645" y="401727"/>
                  </a:lnTo>
                  <a:lnTo>
                    <a:pt x="729754" y="350723"/>
                  </a:lnTo>
                  <a:lnTo>
                    <a:pt x="741035" y="299624"/>
                  </a:lnTo>
                  <a:lnTo>
                    <a:pt x="746697" y="260660"/>
                  </a:lnTo>
                  <a:lnTo>
                    <a:pt x="749420" y="221382"/>
                  </a:lnTo>
                  <a:lnTo>
                    <a:pt x="749196" y="182010"/>
                  </a:lnTo>
                  <a:lnTo>
                    <a:pt x="746019" y="142770"/>
                  </a:lnTo>
                  <a:lnTo>
                    <a:pt x="736475" y="96490"/>
                  </a:lnTo>
                  <a:lnTo>
                    <a:pt x="718037" y="53134"/>
                  </a:lnTo>
                  <a:lnTo>
                    <a:pt x="689689" y="18903"/>
                  </a:lnTo>
                  <a:lnTo>
                    <a:pt x="65041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0644143" y="2502468"/>
              <a:ext cx="444500" cy="721995"/>
            </a:xfrm>
            <a:custGeom>
              <a:avLst/>
              <a:gdLst/>
              <a:ahLst/>
              <a:cxnLst/>
              <a:rect l="l" t="t" r="r" b="b"/>
              <a:pathLst>
                <a:path w="444500" h="721994">
                  <a:moveTo>
                    <a:pt x="91099" y="0"/>
                  </a:moveTo>
                  <a:lnTo>
                    <a:pt x="35631" y="28625"/>
                  </a:lnTo>
                  <a:lnTo>
                    <a:pt x="12171" y="80558"/>
                  </a:lnTo>
                  <a:lnTo>
                    <a:pt x="11608" y="107281"/>
                  </a:lnTo>
                  <a:lnTo>
                    <a:pt x="14301" y="134454"/>
                  </a:lnTo>
                  <a:lnTo>
                    <a:pt x="17724" y="161519"/>
                  </a:lnTo>
                  <a:lnTo>
                    <a:pt x="20259" y="212822"/>
                  </a:lnTo>
                  <a:lnTo>
                    <a:pt x="17923" y="264215"/>
                  </a:lnTo>
                  <a:lnTo>
                    <a:pt x="12721" y="315604"/>
                  </a:lnTo>
                  <a:lnTo>
                    <a:pt x="6656" y="366895"/>
                  </a:lnTo>
                  <a:lnTo>
                    <a:pt x="1749" y="418396"/>
                  </a:lnTo>
                  <a:lnTo>
                    <a:pt x="0" y="470079"/>
                  </a:lnTo>
                  <a:lnTo>
                    <a:pt x="3358" y="521320"/>
                  </a:lnTo>
                  <a:lnTo>
                    <a:pt x="13777" y="571496"/>
                  </a:lnTo>
                  <a:lnTo>
                    <a:pt x="33563" y="619443"/>
                  </a:lnTo>
                  <a:lnTo>
                    <a:pt x="63106" y="661995"/>
                  </a:lnTo>
                  <a:lnTo>
                    <a:pt x="101455" y="695497"/>
                  </a:lnTo>
                  <a:lnTo>
                    <a:pt x="147657" y="716298"/>
                  </a:lnTo>
                  <a:lnTo>
                    <a:pt x="192469" y="721553"/>
                  </a:lnTo>
                  <a:lnTo>
                    <a:pt x="236613" y="714863"/>
                  </a:lnTo>
                  <a:lnTo>
                    <a:pt x="279224" y="698289"/>
                  </a:lnTo>
                  <a:lnTo>
                    <a:pt x="319437" y="673895"/>
                  </a:lnTo>
                  <a:lnTo>
                    <a:pt x="356388" y="643742"/>
                  </a:lnTo>
                  <a:lnTo>
                    <a:pt x="389210" y="609893"/>
                  </a:lnTo>
                  <a:lnTo>
                    <a:pt x="419987" y="569446"/>
                  </a:lnTo>
                  <a:lnTo>
                    <a:pt x="440350" y="523550"/>
                  </a:lnTo>
                  <a:lnTo>
                    <a:pt x="444371" y="491078"/>
                  </a:lnTo>
                  <a:lnTo>
                    <a:pt x="440923" y="458459"/>
                  </a:lnTo>
                  <a:lnTo>
                    <a:pt x="415817" y="397428"/>
                  </a:lnTo>
                  <a:lnTo>
                    <a:pt x="373804" y="346915"/>
                  </a:lnTo>
                  <a:lnTo>
                    <a:pt x="322500" y="305159"/>
                  </a:lnTo>
                  <a:lnTo>
                    <a:pt x="296436" y="286702"/>
                  </a:lnTo>
                  <a:lnTo>
                    <a:pt x="271216" y="267100"/>
                  </a:lnTo>
                  <a:lnTo>
                    <a:pt x="232608" y="218627"/>
                  </a:lnTo>
                  <a:lnTo>
                    <a:pt x="219655" y="151557"/>
                  </a:lnTo>
                  <a:lnTo>
                    <a:pt x="217347" y="116778"/>
                  </a:lnTo>
                  <a:lnTo>
                    <a:pt x="211163" y="82830"/>
                  </a:lnTo>
                  <a:lnTo>
                    <a:pt x="198154" y="53779"/>
                  </a:lnTo>
                  <a:lnTo>
                    <a:pt x="178141" y="29020"/>
                  </a:lnTo>
                  <a:lnTo>
                    <a:pt x="152547" y="10497"/>
                  </a:lnTo>
                  <a:lnTo>
                    <a:pt x="122799" y="152"/>
                  </a:lnTo>
                  <a:lnTo>
                    <a:pt x="91099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0901234" y="2485196"/>
              <a:ext cx="433070" cy="348615"/>
            </a:xfrm>
            <a:custGeom>
              <a:avLst/>
              <a:gdLst/>
              <a:ahLst/>
              <a:cxnLst/>
              <a:rect l="l" t="t" r="r" b="b"/>
              <a:pathLst>
                <a:path w="433070" h="348614">
                  <a:moveTo>
                    <a:pt x="154862" y="0"/>
                  </a:moveTo>
                  <a:lnTo>
                    <a:pt x="103230" y="2328"/>
                  </a:lnTo>
                  <a:lnTo>
                    <a:pt x="48028" y="14750"/>
                  </a:lnTo>
                  <a:lnTo>
                    <a:pt x="15755" y="41599"/>
                  </a:lnTo>
                  <a:lnTo>
                    <a:pt x="0" y="86366"/>
                  </a:lnTo>
                  <a:lnTo>
                    <a:pt x="552" y="110440"/>
                  </a:lnTo>
                  <a:lnTo>
                    <a:pt x="16163" y="155350"/>
                  </a:lnTo>
                  <a:lnTo>
                    <a:pt x="45085" y="193757"/>
                  </a:lnTo>
                  <a:lnTo>
                    <a:pt x="85966" y="228582"/>
                  </a:lnTo>
                  <a:lnTo>
                    <a:pt x="130789" y="258593"/>
                  </a:lnTo>
                  <a:lnTo>
                    <a:pt x="241767" y="329735"/>
                  </a:lnTo>
                  <a:lnTo>
                    <a:pt x="313857" y="348481"/>
                  </a:lnTo>
                  <a:lnTo>
                    <a:pt x="355310" y="334037"/>
                  </a:lnTo>
                  <a:lnTo>
                    <a:pt x="390682" y="305560"/>
                  </a:lnTo>
                  <a:lnTo>
                    <a:pt x="415597" y="267577"/>
                  </a:lnTo>
                  <a:lnTo>
                    <a:pt x="428596" y="224985"/>
                  </a:lnTo>
                  <a:lnTo>
                    <a:pt x="432743" y="180448"/>
                  </a:lnTo>
                  <a:lnTo>
                    <a:pt x="430442" y="135110"/>
                  </a:lnTo>
                  <a:lnTo>
                    <a:pt x="424099" y="90116"/>
                  </a:lnTo>
                  <a:lnTo>
                    <a:pt x="408861" y="44792"/>
                  </a:lnTo>
                  <a:lnTo>
                    <a:pt x="370627" y="22981"/>
                  </a:lnTo>
                  <a:lnTo>
                    <a:pt x="309578" y="13093"/>
                  </a:lnTo>
                  <a:lnTo>
                    <a:pt x="258119" y="6258"/>
                  </a:lnTo>
                  <a:lnTo>
                    <a:pt x="206519" y="1602"/>
                  </a:lnTo>
                  <a:lnTo>
                    <a:pt x="154862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/>
          <p:nvPr/>
        </p:nvSpPr>
        <p:spPr>
          <a:xfrm>
            <a:off x="9639298" y="2421811"/>
            <a:ext cx="603885" cy="570865"/>
          </a:xfrm>
          <a:custGeom>
            <a:avLst/>
            <a:gdLst/>
            <a:ahLst/>
            <a:cxnLst/>
            <a:rect l="l" t="t" r="r" b="b"/>
            <a:pathLst>
              <a:path w="603884" h="570864">
                <a:moveTo>
                  <a:pt x="603573" y="0"/>
                </a:moveTo>
                <a:lnTo>
                  <a:pt x="0" y="0"/>
                </a:lnTo>
                <a:lnTo>
                  <a:pt x="0" y="570799"/>
                </a:lnTo>
                <a:lnTo>
                  <a:pt x="603573" y="570799"/>
                </a:lnTo>
                <a:lnTo>
                  <a:pt x="603573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9639298" y="3202792"/>
            <a:ext cx="603885" cy="570865"/>
          </a:xfrm>
          <a:custGeom>
            <a:avLst/>
            <a:gdLst/>
            <a:ahLst/>
            <a:cxnLst/>
            <a:rect l="l" t="t" r="r" b="b"/>
            <a:pathLst>
              <a:path w="603884" h="570864">
                <a:moveTo>
                  <a:pt x="603573" y="0"/>
                </a:moveTo>
                <a:lnTo>
                  <a:pt x="0" y="0"/>
                </a:lnTo>
                <a:lnTo>
                  <a:pt x="0" y="570799"/>
                </a:lnTo>
                <a:lnTo>
                  <a:pt x="603573" y="570799"/>
                </a:lnTo>
                <a:lnTo>
                  <a:pt x="603573" y="0"/>
                </a:lnTo>
                <a:close/>
              </a:path>
            </a:pathLst>
          </a:custGeom>
          <a:solidFill>
            <a:srgbClr val="81D3F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0" name="object 8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38583" y="4357852"/>
            <a:ext cx="255696" cy="238003"/>
          </a:xfrm>
          <a:prstGeom prst="rect">
            <a:avLst/>
          </a:prstGeom>
        </p:spPr>
      </p:pic>
      <p:sp>
        <p:nvSpPr>
          <p:cNvPr id="81" name="object 81" descr=""/>
          <p:cNvSpPr/>
          <p:nvPr/>
        </p:nvSpPr>
        <p:spPr>
          <a:xfrm>
            <a:off x="7703201" y="4672960"/>
            <a:ext cx="794385" cy="1539875"/>
          </a:xfrm>
          <a:custGeom>
            <a:avLst/>
            <a:gdLst/>
            <a:ahLst/>
            <a:cxnLst/>
            <a:rect l="l" t="t" r="r" b="b"/>
            <a:pathLst>
              <a:path w="794384" h="1539875">
                <a:moveTo>
                  <a:pt x="694973" y="0"/>
                </a:moveTo>
                <a:lnTo>
                  <a:pt x="50385" y="0"/>
                </a:lnTo>
                <a:lnTo>
                  <a:pt x="44532" y="6052"/>
                </a:lnTo>
                <a:lnTo>
                  <a:pt x="0" y="1532215"/>
                </a:lnTo>
                <a:lnTo>
                  <a:pt x="5738" y="1538738"/>
                </a:lnTo>
                <a:lnTo>
                  <a:pt x="13036" y="1538968"/>
                </a:lnTo>
                <a:lnTo>
                  <a:pt x="19978" y="1539335"/>
                </a:lnTo>
                <a:lnTo>
                  <a:pt x="26438" y="1533105"/>
                </a:lnTo>
                <a:lnTo>
                  <a:pt x="51391" y="677958"/>
                </a:lnTo>
                <a:lnTo>
                  <a:pt x="741934" y="677958"/>
                </a:lnTo>
                <a:lnTo>
                  <a:pt x="738966" y="629541"/>
                </a:lnTo>
                <a:lnTo>
                  <a:pt x="52804" y="629541"/>
                </a:lnTo>
                <a:lnTo>
                  <a:pt x="70353" y="28239"/>
                </a:lnTo>
                <a:lnTo>
                  <a:pt x="702114" y="28239"/>
                </a:lnTo>
                <a:lnTo>
                  <a:pt x="700743" y="5779"/>
                </a:lnTo>
                <a:lnTo>
                  <a:pt x="694973" y="0"/>
                </a:lnTo>
                <a:close/>
              </a:path>
              <a:path w="794384" h="1539875">
                <a:moveTo>
                  <a:pt x="741934" y="677958"/>
                </a:moveTo>
                <a:lnTo>
                  <a:pt x="715423" y="677958"/>
                </a:lnTo>
                <a:lnTo>
                  <a:pt x="767840" y="1533251"/>
                </a:lnTo>
                <a:lnTo>
                  <a:pt x="773651" y="1538989"/>
                </a:lnTo>
                <a:lnTo>
                  <a:pt x="780845" y="1538989"/>
                </a:lnTo>
                <a:lnTo>
                  <a:pt x="788729" y="1538445"/>
                </a:lnTo>
                <a:lnTo>
                  <a:pt x="794258" y="1531722"/>
                </a:lnTo>
                <a:lnTo>
                  <a:pt x="741934" y="677958"/>
                </a:lnTo>
                <a:close/>
              </a:path>
              <a:path w="794384" h="1539875">
                <a:moveTo>
                  <a:pt x="702114" y="28239"/>
                </a:moveTo>
                <a:lnTo>
                  <a:pt x="675602" y="28239"/>
                </a:lnTo>
                <a:lnTo>
                  <a:pt x="712459" y="629541"/>
                </a:lnTo>
                <a:lnTo>
                  <a:pt x="738966" y="629541"/>
                </a:lnTo>
                <a:lnTo>
                  <a:pt x="702114" y="28239"/>
                </a:lnTo>
                <a:close/>
              </a:path>
            </a:pathLst>
          </a:custGeom>
          <a:solidFill>
            <a:srgbClr val="81D3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2" name="object 82" descr=""/>
          <p:cNvGrpSpPr/>
          <p:nvPr/>
        </p:nvGrpSpPr>
        <p:grpSpPr>
          <a:xfrm>
            <a:off x="7678363" y="3522805"/>
            <a:ext cx="2418715" cy="2689860"/>
            <a:chOff x="7678363" y="3522805"/>
            <a:chExt cx="2418715" cy="2689860"/>
          </a:xfrm>
        </p:grpSpPr>
        <p:sp>
          <p:nvSpPr>
            <p:cNvPr id="83" name="object 83" descr=""/>
            <p:cNvSpPr/>
            <p:nvPr/>
          </p:nvSpPr>
          <p:spPr>
            <a:xfrm>
              <a:off x="9302292" y="4672960"/>
              <a:ext cx="794385" cy="1539875"/>
            </a:xfrm>
            <a:custGeom>
              <a:avLst/>
              <a:gdLst/>
              <a:ahLst/>
              <a:cxnLst/>
              <a:rect l="l" t="t" r="r" b="b"/>
              <a:pathLst>
                <a:path w="794384" h="1539875">
                  <a:moveTo>
                    <a:pt x="694973" y="0"/>
                  </a:moveTo>
                  <a:lnTo>
                    <a:pt x="50385" y="0"/>
                  </a:lnTo>
                  <a:lnTo>
                    <a:pt x="44532" y="6052"/>
                  </a:lnTo>
                  <a:lnTo>
                    <a:pt x="0" y="1532215"/>
                  </a:lnTo>
                  <a:lnTo>
                    <a:pt x="5738" y="1538738"/>
                  </a:lnTo>
                  <a:lnTo>
                    <a:pt x="13036" y="1538968"/>
                  </a:lnTo>
                  <a:lnTo>
                    <a:pt x="19988" y="1539335"/>
                  </a:lnTo>
                  <a:lnTo>
                    <a:pt x="26438" y="1533105"/>
                  </a:lnTo>
                  <a:lnTo>
                    <a:pt x="51391" y="677958"/>
                  </a:lnTo>
                  <a:lnTo>
                    <a:pt x="741934" y="677958"/>
                  </a:lnTo>
                  <a:lnTo>
                    <a:pt x="738966" y="629541"/>
                  </a:lnTo>
                  <a:lnTo>
                    <a:pt x="52804" y="629541"/>
                  </a:lnTo>
                  <a:lnTo>
                    <a:pt x="70353" y="28239"/>
                  </a:lnTo>
                  <a:lnTo>
                    <a:pt x="702114" y="28239"/>
                  </a:lnTo>
                  <a:lnTo>
                    <a:pt x="700743" y="5779"/>
                  </a:lnTo>
                  <a:lnTo>
                    <a:pt x="694973" y="0"/>
                  </a:lnTo>
                  <a:close/>
                </a:path>
                <a:path w="794384" h="1539875">
                  <a:moveTo>
                    <a:pt x="741934" y="677958"/>
                  </a:moveTo>
                  <a:lnTo>
                    <a:pt x="715423" y="677958"/>
                  </a:lnTo>
                  <a:lnTo>
                    <a:pt x="767850" y="1533251"/>
                  </a:lnTo>
                  <a:lnTo>
                    <a:pt x="773662" y="1538989"/>
                  </a:lnTo>
                  <a:lnTo>
                    <a:pt x="780855" y="1538989"/>
                  </a:lnTo>
                  <a:lnTo>
                    <a:pt x="788729" y="1538445"/>
                  </a:lnTo>
                  <a:lnTo>
                    <a:pt x="794258" y="1531722"/>
                  </a:lnTo>
                  <a:lnTo>
                    <a:pt x="741934" y="677958"/>
                  </a:lnTo>
                  <a:close/>
                </a:path>
                <a:path w="794384" h="1539875">
                  <a:moveTo>
                    <a:pt x="702114" y="28239"/>
                  </a:moveTo>
                  <a:lnTo>
                    <a:pt x="675602" y="28239"/>
                  </a:lnTo>
                  <a:lnTo>
                    <a:pt x="712459" y="629541"/>
                  </a:lnTo>
                  <a:lnTo>
                    <a:pt x="738966" y="629541"/>
                  </a:lnTo>
                  <a:lnTo>
                    <a:pt x="702114" y="28239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7678363" y="4581295"/>
              <a:ext cx="2368550" cy="107950"/>
            </a:xfrm>
            <a:custGeom>
              <a:avLst/>
              <a:gdLst/>
              <a:ahLst/>
              <a:cxnLst/>
              <a:rect l="l" t="t" r="r" b="b"/>
              <a:pathLst>
                <a:path w="2368550" h="107950">
                  <a:moveTo>
                    <a:pt x="2368304" y="0"/>
                  </a:moveTo>
                  <a:lnTo>
                    <a:pt x="0" y="0"/>
                  </a:lnTo>
                  <a:lnTo>
                    <a:pt x="0" y="107850"/>
                  </a:lnTo>
                  <a:lnTo>
                    <a:pt x="2368304" y="107850"/>
                  </a:lnTo>
                  <a:lnTo>
                    <a:pt x="2368304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8255974" y="4228606"/>
              <a:ext cx="491490" cy="353060"/>
            </a:xfrm>
            <a:custGeom>
              <a:avLst/>
              <a:gdLst/>
              <a:ahLst/>
              <a:cxnLst/>
              <a:rect l="l" t="t" r="r" b="b"/>
              <a:pathLst>
                <a:path w="491490" h="353060">
                  <a:moveTo>
                    <a:pt x="473284" y="0"/>
                  </a:moveTo>
                  <a:lnTo>
                    <a:pt x="142707" y="0"/>
                  </a:lnTo>
                  <a:lnTo>
                    <a:pt x="0" y="352973"/>
                  </a:lnTo>
                  <a:lnTo>
                    <a:pt x="491241" y="352973"/>
                  </a:lnTo>
                  <a:lnTo>
                    <a:pt x="491241" y="293195"/>
                  </a:lnTo>
                  <a:lnTo>
                    <a:pt x="353559" y="293195"/>
                  </a:lnTo>
                  <a:lnTo>
                    <a:pt x="473284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341005" y="4228614"/>
              <a:ext cx="388620" cy="141605"/>
            </a:xfrm>
            <a:custGeom>
              <a:avLst/>
              <a:gdLst/>
              <a:ahLst/>
              <a:cxnLst/>
              <a:rect l="l" t="t" r="r" b="b"/>
              <a:pathLst>
                <a:path w="388620" h="141604">
                  <a:moveTo>
                    <a:pt x="388249" y="0"/>
                  </a:moveTo>
                  <a:lnTo>
                    <a:pt x="57684" y="0"/>
                  </a:lnTo>
                  <a:lnTo>
                    <a:pt x="0" y="141252"/>
                  </a:lnTo>
                  <a:lnTo>
                    <a:pt x="330565" y="141252"/>
                  </a:lnTo>
                  <a:lnTo>
                    <a:pt x="388249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007132" y="3522811"/>
              <a:ext cx="1129030" cy="772795"/>
            </a:xfrm>
            <a:custGeom>
              <a:avLst/>
              <a:gdLst/>
              <a:ahLst/>
              <a:cxnLst/>
              <a:rect l="l" t="t" r="r" b="b"/>
              <a:pathLst>
                <a:path w="1129029" h="772795">
                  <a:moveTo>
                    <a:pt x="994419" y="0"/>
                  </a:moveTo>
                  <a:lnTo>
                    <a:pt x="49453" y="0"/>
                  </a:lnTo>
                  <a:lnTo>
                    <a:pt x="28620" y="4372"/>
                  </a:lnTo>
                  <a:lnTo>
                    <a:pt x="12181" y="16133"/>
                  </a:lnTo>
                  <a:lnTo>
                    <a:pt x="2015" y="33245"/>
                  </a:lnTo>
                  <a:lnTo>
                    <a:pt x="0" y="53673"/>
                  </a:lnTo>
                  <a:lnTo>
                    <a:pt x="84845" y="730585"/>
                  </a:lnTo>
                  <a:lnTo>
                    <a:pt x="90300" y="747338"/>
                  </a:lnTo>
                  <a:lnTo>
                    <a:pt x="101253" y="760715"/>
                  </a:lnTo>
                  <a:lnTo>
                    <a:pt x="116368" y="769576"/>
                  </a:lnTo>
                  <a:lnTo>
                    <a:pt x="134310" y="772782"/>
                  </a:lnTo>
                  <a:lnTo>
                    <a:pt x="1079265" y="772782"/>
                  </a:lnTo>
                  <a:lnTo>
                    <a:pt x="1100103" y="768410"/>
                  </a:lnTo>
                  <a:lnTo>
                    <a:pt x="1116543" y="756649"/>
                  </a:lnTo>
                  <a:lnTo>
                    <a:pt x="1126709" y="739537"/>
                  </a:lnTo>
                  <a:lnTo>
                    <a:pt x="1128730" y="719108"/>
                  </a:lnTo>
                  <a:lnTo>
                    <a:pt x="1043884" y="42197"/>
                  </a:lnTo>
                  <a:lnTo>
                    <a:pt x="1038423" y="25444"/>
                  </a:lnTo>
                  <a:lnTo>
                    <a:pt x="1027468" y="12067"/>
                  </a:lnTo>
                  <a:lnTo>
                    <a:pt x="1012355" y="3206"/>
                  </a:lnTo>
                  <a:lnTo>
                    <a:pt x="994419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007134" y="3522805"/>
              <a:ext cx="178435" cy="772795"/>
            </a:xfrm>
            <a:custGeom>
              <a:avLst/>
              <a:gdLst/>
              <a:ahLst/>
              <a:cxnLst/>
              <a:rect l="l" t="t" r="r" b="b"/>
              <a:pathLst>
                <a:path w="178434" h="772795">
                  <a:moveTo>
                    <a:pt x="93148" y="0"/>
                  </a:moveTo>
                  <a:lnTo>
                    <a:pt x="49453" y="0"/>
                  </a:lnTo>
                  <a:lnTo>
                    <a:pt x="28620" y="4374"/>
                  </a:lnTo>
                  <a:lnTo>
                    <a:pt x="12181" y="16138"/>
                  </a:lnTo>
                  <a:lnTo>
                    <a:pt x="2015" y="33254"/>
                  </a:lnTo>
                  <a:lnTo>
                    <a:pt x="0" y="53684"/>
                  </a:lnTo>
                  <a:lnTo>
                    <a:pt x="84845" y="730595"/>
                  </a:lnTo>
                  <a:lnTo>
                    <a:pt x="90300" y="747348"/>
                  </a:lnTo>
                  <a:lnTo>
                    <a:pt x="101252" y="760725"/>
                  </a:lnTo>
                  <a:lnTo>
                    <a:pt x="116363" y="769586"/>
                  </a:lnTo>
                  <a:lnTo>
                    <a:pt x="134299" y="772793"/>
                  </a:lnTo>
                  <a:lnTo>
                    <a:pt x="177994" y="772793"/>
                  </a:lnTo>
                  <a:lnTo>
                    <a:pt x="160052" y="769586"/>
                  </a:lnTo>
                  <a:lnTo>
                    <a:pt x="144937" y="760725"/>
                  </a:lnTo>
                  <a:lnTo>
                    <a:pt x="133985" y="747348"/>
                  </a:lnTo>
                  <a:lnTo>
                    <a:pt x="128530" y="730595"/>
                  </a:lnTo>
                  <a:lnTo>
                    <a:pt x="43684" y="53684"/>
                  </a:lnTo>
                  <a:lnTo>
                    <a:pt x="45700" y="33254"/>
                  </a:lnTo>
                  <a:lnTo>
                    <a:pt x="55867" y="16138"/>
                  </a:lnTo>
                  <a:lnTo>
                    <a:pt x="72309" y="4374"/>
                  </a:lnTo>
                  <a:lnTo>
                    <a:pt x="93148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8084596" y="3549992"/>
              <a:ext cx="1022350" cy="699135"/>
            </a:xfrm>
            <a:custGeom>
              <a:avLst/>
              <a:gdLst/>
              <a:ahLst/>
              <a:cxnLst/>
              <a:rect l="l" t="t" r="r" b="b"/>
              <a:pathLst>
                <a:path w="1022350" h="699135">
                  <a:moveTo>
                    <a:pt x="931092" y="0"/>
                  </a:moveTo>
                  <a:lnTo>
                    <a:pt x="0" y="0"/>
                  </a:lnTo>
                  <a:lnTo>
                    <a:pt x="90991" y="699004"/>
                  </a:lnTo>
                  <a:lnTo>
                    <a:pt x="1022084" y="699004"/>
                  </a:lnTo>
                  <a:lnTo>
                    <a:pt x="931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8373929" y="4519981"/>
              <a:ext cx="236220" cy="0"/>
            </a:xfrm>
            <a:custGeom>
              <a:avLst/>
              <a:gdLst/>
              <a:ahLst/>
              <a:cxnLst/>
              <a:rect l="l" t="t" r="r" b="b"/>
              <a:pathLst>
                <a:path w="236220" h="0">
                  <a:moveTo>
                    <a:pt x="235605" y="0"/>
                  </a:moveTo>
                  <a:lnTo>
                    <a:pt x="0" y="0"/>
                  </a:lnTo>
                </a:path>
              </a:pathLst>
            </a:custGeom>
            <a:ln w="9968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8405984" y="3745781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20" h="401320">
                  <a:moveTo>
                    <a:pt x="200412" y="0"/>
                  </a:moveTo>
                  <a:lnTo>
                    <a:pt x="154459" y="5292"/>
                  </a:lnTo>
                  <a:lnTo>
                    <a:pt x="112275" y="20369"/>
                  </a:lnTo>
                  <a:lnTo>
                    <a:pt x="75063" y="44026"/>
                  </a:lnTo>
                  <a:lnTo>
                    <a:pt x="44027" y="75061"/>
                  </a:lnTo>
                  <a:lnTo>
                    <a:pt x="20369" y="112271"/>
                  </a:lnTo>
                  <a:lnTo>
                    <a:pt x="5292" y="154452"/>
                  </a:lnTo>
                  <a:lnTo>
                    <a:pt x="0" y="200402"/>
                  </a:lnTo>
                  <a:lnTo>
                    <a:pt x="5292" y="246356"/>
                  </a:lnTo>
                  <a:lnTo>
                    <a:pt x="20369" y="288542"/>
                  </a:lnTo>
                  <a:lnTo>
                    <a:pt x="44027" y="325755"/>
                  </a:lnTo>
                  <a:lnTo>
                    <a:pt x="75063" y="356793"/>
                  </a:lnTo>
                  <a:lnTo>
                    <a:pt x="112275" y="380453"/>
                  </a:lnTo>
                  <a:lnTo>
                    <a:pt x="154459" y="395532"/>
                  </a:lnTo>
                  <a:lnTo>
                    <a:pt x="200412" y="400825"/>
                  </a:lnTo>
                  <a:lnTo>
                    <a:pt x="246362" y="395532"/>
                  </a:lnTo>
                  <a:lnTo>
                    <a:pt x="288543" y="380453"/>
                  </a:lnTo>
                  <a:lnTo>
                    <a:pt x="325753" y="356793"/>
                  </a:lnTo>
                  <a:lnTo>
                    <a:pt x="356788" y="325755"/>
                  </a:lnTo>
                  <a:lnTo>
                    <a:pt x="380445" y="288542"/>
                  </a:lnTo>
                  <a:lnTo>
                    <a:pt x="395522" y="246356"/>
                  </a:lnTo>
                  <a:lnTo>
                    <a:pt x="400815" y="200402"/>
                  </a:lnTo>
                  <a:lnTo>
                    <a:pt x="395522" y="154452"/>
                  </a:lnTo>
                  <a:lnTo>
                    <a:pt x="380445" y="112271"/>
                  </a:lnTo>
                  <a:lnTo>
                    <a:pt x="356788" y="75061"/>
                  </a:lnTo>
                  <a:lnTo>
                    <a:pt x="325753" y="44026"/>
                  </a:lnTo>
                  <a:lnTo>
                    <a:pt x="288543" y="20369"/>
                  </a:lnTo>
                  <a:lnTo>
                    <a:pt x="246362" y="5292"/>
                  </a:lnTo>
                  <a:lnTo>
                    <a:pt x="200412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51950" y="3745781"/>
              <a:ext cx="247680" cy="205367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8606531" y="3761948"/>
              <a:ext cx="200660" cy="377825"/>
            </a:xfrm>
            <a:custGeom>
              <a:avLst/>
              <a:gdLst/>
              <a:ahLst/>
              <a:cxnLst/>
              <a:rect l="l" t="t" r="r" b="b"/>
              <a:pathLst>
                <a:path w="200659" h="377825">
                  <a:moveTo>
                    <a:pt x="76240" y="0"/>
                  </a:moveTo>
                  <a:lnTo>
                    <a:pt x="0" y="189199"/>
                  </a:lnTo>
                  <a:lnTo>
                    <a:pt x="51373" y="377377"/>
                  </a:lnTo>
                  <a:lnTo>
                    <a:pt x="87996" y="364286"/>
                  </a:lnTo>
                  <a:lnTo>
                    <a:pt x="125205" y="340626"/>
                  </a:lnTo>
                  <a:lnTo>
                    <a:pt x="156240" y="309587"/>
                  </a:lnTo>
                  <a:lnTo>
                    <a:pt x="179898" y="272374"/>
                  </a:lnTo>
                  <a:lnTo>
                    <a:pt x="194974" y="230188"/>
                  </a:lnTo>
                  <a:lnTo>
                    <a:pt x="200267" y="184234"/>
                  </a:lnTo>
                  <a:lnTo>
                    <a:pt x="194974" y="138284"/>
                  </a:lnTo>
                  <a:lnTo>
                    <a:pt x="179898" y="96103"/>
                  </a:lnTo>
                  <a:lnTo>
                    <a:pt x="156240" y="58894"/>
                  </a:lnTo>
                  <a:lnTo>
                    <a:pt x="125205" y="27859"/>
                  </a:lnTo>
                  <a:lnTo>
                    <a:pt x="87996" y="4201"/>
                  </a:lnTo>
                  <a:lnTo>
                    <a:pt x="7624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07642" y="3761793"/>
              <a:ext cx="248844" cy="282590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8720317" y="3744614"/>
              <a:ext cx="281940" cy="64135"/>
            </a:xfrm>
            <a:custGeom>
              <a:avLst/>
              <a:gdLst/>
              <a:ahLst/>
              <a:cxnLst/>
              <a:rect l="l" t="t" r="r" b="b"/>
              <a:pathLst>
                <a:path w="281940" h="64135">
                  <a:moveTo>
                    <a:pt x="0" y="63893"/>
                  </a:moveTo>
                  <a:lnTo>
                    <a:pt x="63893" y="0"/>
                  </a:lnTo>
                  <a:lnTo>
                    <a:pt x="281624" y="0"/>
                  </a:lnTo>
                </a:path>
              </a:pathLst>
            </a:custGeom>
            <a:ln w="354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8785399" y="3674056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09" h="0">
                  <a:moveTo>
                    <a:pt x="0" y="0"/>
                  </a:moveTo>
                  <a:lnTo>
                    <a:pt x="79432" y="0"/>
                  </a:lnTo>
                </a:path>
              </a:pathLst>
            </a:custGeom>
            <a:ln w="354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8883907" y="3673170"/>
              <a:ext cx="95885" cy="0"/>
            </a:xfrm>
            <a:custGeom>
              <a:avLst/>
              <a:gdLst/>
              <a:ahLst/>
              <a:cxnLst/>
              <a:rect l="l" t="t" r="r" b="b"/>
              <a:pathLst>
                <a:path w="95884" h="0">
                  <a:moveTo>
                    <a:pt x="0" y="0"/>
                  </a:moveTo>
                  <a:lnTo>
                    <a:pt x="95400" y="0"/>
                  </a:lnTo>
                </a:path>
              </a:pathLst>
            </a:custGeom>
            <a:ln w="354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8784511" y="3698019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 h="0">
                  <a:moveTo>
                    <a:pt x="0" y="0"/>
                  </a:moveTo>
                  <a:lnTo>
                    <a:pt x="165073" y="0"/>
                  </a:lnTo>
                </a:path>
              </a:pathLst>
            </a:custGeom>
            <a:ln w="354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8784511" y="3723312"/>
              <a:ext cx="193675" cy="0"/>
            </a:xfrm>
            <a:custGeom>
              <a:avLst/>
              <a:gdLst/>
              <a:ahLst/>
              <a:cxnLst/>
              <a:rect l="l" t="t" r="r" b="b"/>
              <a:pathLst>
                <a:path w="193675" h="0">
                  <a:moveTo>
                    <a:pt x="0" y="0"/>
                  </a:moveTo>
                  <a:lnTo>
                    <a:pt x="193470" y="0"/>
                  </a:lnTo>
                </a:path>
              </a:pathLst>
            </a:custGeom>
            <a:ln w="354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8283980" y="3707337"/>
              <a:ext cx="193675" cy="0"/>
            </a:xfrm>
            <a:custGeom>
              <a:avLst/>
              <a:gdLst/>
              <a:ahLst/>
              <a:cxnLst/>
              <a:rect l="l" t="t" r="r" b="b"/>
              <a:pathLst>
                <a:path w="193675" h="0">
                  <a:moveTo>
                    <a:pt x="0" y="0"/>
                  </a:moveTo>
                  <a:lnTo>
                    <a:pt x="193470" y="0"/>
                  </a:lnTo>
                </a:path>
              </a:pathLst>
            </a:custGeom>
            <a:ln w="354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8229839" y="3959377"/>
              <a:ext cx="227329" cy="0"/>
            </a:xfrm>
            <a:custGeom>
              <a:avLst/>
              <a:gdLst/>
              <a:ahLst/>
              <a:cxnLst/>
              <a:rect l="l" t="t" r="r" b="b"/>
              <a:pathLst>
                <a:path w="227329" h="0">
                  <a:moveTo>
                    <a:pt x="227197" y="0"/>
                  </a:moveTo>
                  <a:lnTo>
                    <a:pt x="0" y="0"/>
                  </a:lnTo>
                </a:path>
              </a:pathLst>
            </a:custGeom>
            <a:ln w="354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8230436" y="3876547"/>
              <a:ext cx="72390" cy="0"/>
            </a:xfrm>
            <a:custGeom>
              <a:avLst/>
              <a:gdLst/>
              <a:ahLst/>
              <a:cxnLst/>
              <a:rect l="l" t="t" r="r" b="b"/>
              <a:pathLst>
                <a:path w="72390" h="0">
                  <a:moveTo>
                    <a:pt x="0" y="0"/>
                  </a:moveTo>
                  <a:lnTo>
                    <a:pt x="72175" y="0"/>
                  </a:lnTo>
                </a:path>
              </a:pathLst>
            </a:custGeom>
            <a:ln w="354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230436" y="3900214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 h="0">
                  <a:moveTo>
                    <a:pt x="0" y="0"/>
                  </a:moveTo>
                  <a:lnTo>
                    <a:pt x="121881" y="0"/>
                  </a:lnTo>
                </a:path>
              </a:pathLst>
            </a:custGeom>
            <a:ln w="4617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8230436" y="3929203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 h="0">
                  <a:moveTo>
                    <a:pt x="0" y="0"/>
                  </a:moveTo>
                  <a:lnTo>
                    <a:pt x="121881" y="0"/>
                  </a:lnTo>
                </a:path>
              </a:pathLst>
            </a:custGeom>
            <a:ln w="4617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8317408" y="3876547"/>
              <a:ext cx="72390" cy="0"/>
            </a:xfrm>
            <a:custGeom>
              <a:avLst/>
              <a:gdLst/>
              <a:ahLst/>
              <a:cxnLst/>
              <a:rect l="l" t="t" r="r" b="b"/>
              <a:pathLst>
                <a:path w="72390" h="0">
                  <a:moveTo>
                    <a:pt x="0" y="0"/>
                  </a:moveTo>
                  <a:lnTo>
                    <a:pt x="72175" y="0"/>
                  </a:lnTo>
                </a:path>
              </a:pathLst>
            </a:custGeom>
            <a:ln w="354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8283090" y="3733959"/>
              <a:ext cx="269875" cy="55244"/>
            </a:xfrm>
            <a:custGeom>
              <a:avLst/>
              <a:gdLst/>
              <a:ahLst/>
              <a:cxnLst/>
              <a:rect l="l" t="t" r="r" b="b"/>
              <a:pathLst>
                <a:path w="269875" h="55245">
                  <a:moveTo>
                    <a:pt x="269792" y="55024"/>
                  </a:moveTo>
                  <a:lnTo>
                    <a:pt x="225417" y="0"/>
                  </a:lnTo>
                  <a:lnTo>
                    <a:pt x="0" y="0"/>
                  </a:lnTo>
                </a:path>
              </a:pathLst>
            </a:custGeom>
            <a:ln w="4617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 descr=""/>
          <p:cNvGrpSpPr/>
          <p:nvPr/>
        </p:nvGrpSpPr>
        <p:grpSpPr>
          <a:xfrm>
            <a:off x="1878195" y="9997615"/>
            <a:ext cx="3865245" cy="337185"/>
            <a:chOff x="1878195" y="9997615"/>
            <a:chExt cx="3865245" cy="337185"/>
          </a:xfrm>
        </p:grpSpPr>
        <p:sp>
          <p:nvSpPr>
            <p:cNvPr id="108" name="object 108" descr=""/>
            <p:cNvSpPr/>
            <p:nvPr/>
          </p:nvSpPr>
          <p:spPr>
            <a:xfrm>
              <a:off x="1878195" y="9997615"/>
              <a:ext cx="3865245" cy="337185"/>
            </a:xfrm>
            <a:custGeom>
              <a:avLst/>
              <a:gdLst/>
              <a:ahLst/>
              <a:cxnLst/>
              <a:rect l="l" t="t" r="r" b="b"/>
              <a:pathLst>
                <a:path w="3865245" h="337184">
                  <a:moveTo>
                    <a:pt x="1932558" y="0"/>
                  </a:moveTo>
                  <a:lnTo>
                    <a:pt x="1852898" y="140"/>
                  </a:lnTo>
                  <a:lnTo>
                    <a:pt x="1774058" y="558"/>
                  </a:lnTo>
                  <a:lnTo>
                    <a:pt x="1696100" y="1249"/>
                  </a:lnTo>
                  <a:lnTo>
                    <a:pt x="1619086" y="2206"/>
                  </a:lnTo>
                  <a:lnTo>
                    <a:pt x="1543079" y="3424"/>
                  </a:lnTo>
                  <a:lnTo>
                    <a:pt x="1468140" y="4899"/>
                  </a:lnTo>
                  <a:lnTo>
                    <a:pt x="1394333" y="6624"/>
                  </a:lnTo>
                  <a:lnTo>
                    <a:pt x="1321718" y="8594"/>
                  </a:lnTo>
                  <a:lnTo>
                    <a:pt x="1250359" y="10803"/>
                  </a:lnTo>
                  <a:lnTo>
                    <a:pt x="1180317" y="13247"/>
                  </a:lnTo>
                  <a:lnTo>
                    <a:pt x="1111654" y="15920"/>
                  </a:lnTo>
                  <a:lnTo>
                    <a:pt x="1044434" y="18816"/>
                  </a:lnTo>
                  <a:lnTo>
                    <a:pt x="978717" y="21929"/>
                  </a:lnTo>
                  <a:lnTo>
                    <a:pt x="914566" y="25256"/>
                  </a:lnTo>
                  <a:lnTo>
                    <a:pt x="852044" y="28789"/>
                  </a:lnTo>
                  <a:lnTo>
                    <a:pt x="791212" y="32525"/>
                  </a:lnTo>
                  <a:lnTo>
                    <a:pt x="732132" y="36456"/>
                  </a:lnTo>
                  <a:lnTo>
                    <a:pt x="674867" y="40578"/>
                  </a:lnTo>
                  <a:lnTo>
                    <a:pt x="619480" y="44886"/>
                  </a:lnTo>
                  <a:lnTo>
                    <a:pt x="566031" y="49374"/>
                  </a:lnTo>
                  <a:lnTo>
                    <a:pt x="514583" y="54036"/>
                  </a:lnTo>
                  <a:lnTo>
                    <a:pt x="465199" y="58867"/>
                  </a:lnTo>
                  <a:lnTo>
                    <a:pt x="417940" y="63862"/>
                  </a:lnTo>
                  <a:lnTo>
                    <a:pt x="372870" y="69016"/>
                  </a:lnTo>
                  <a:lnTo>
                    <a:pt x="330049" y="74322"/>
                  </a:lnTo>
                  <a:lnTo>
                    <a:pt x="289540" y="79775"/>
                  </a:lnTo>
                  <a:lnTo>
                    <a:pt x="251405" y="85371"/>
                  </a:lnTo>
                  <a:lnTo>
                    <a:pt x="182508" y="96967"/>
                  </a:lnTo>
                  <a:lnTo>
                    <a:pt x="123853" y="109065"/>
                  </a:lnTo>
                  <a:lnTo>
                    <a:pt x="75939" y="121624"/>
                  </a:lnTo>
                  <a:lnTo>
                    <a:pt x="39262" y="134598"/>
                  </a:lnTo>
                  <a:lnTo>
                    <a:pt x="6406" y="154745"/>
                  </a:lnTo>
                  <a:lnTo>
                    <a:pt x="0" y="168570"/>
                  </a:lnTo>
                  <a:lnTo>
                    <a:pt x="1611" y="175519"/>
                  </a:lnTo>
                  <a:lnTo>
                    <a:pt x="39262" y="202542"/>
                  </a:lnTo>
                  <a:lnTo>
                    <a:pt x="75939" y="215517"/>
                  </a:lnTo>
                  <a:lnTo>
                    <a:pt x="123853" y="228075"/>
                  </a:lnTo>
                  <a:lnTo>
                    <a:pt x="182508" y="240174"/>
                  </a:lnTo>
                  <a:lnTo>
                    <a:pt x="251405" y="251769"/>
                  </a:lnTo>
                  <a:lnTo>
                    <a:pt x="289540" y="257365"/>
                  </a:lnTo>
                  <a:lnTo>
                    <a:pt x="330049" y="262819"/>
                  </a:lnTo>
                  <a:lnTo>
                    <a:pt x="372870" y="268125"/>
                  </a:lnTo>
                  <a:lnTo>
                    <a:pt x="417940" y="273278"/>
                  </a:lnTo>
                  <a:lnTo>
                    <a:pt x="465199" y="278273"/>
                  </a:lnTo>
                  <a:lnTo>
                    <a:pt x="514583" y="283105"/>
                  </a:lnTo>
                  <a:lnTo>
                    <a:pt x="566031" y="287767"/>
                  </a:lnTo>
                  <a:lnTo>
                    <a:pt x="619480" y="292255"/>
                  </a:lnTo>
                  <a:lnTo>
                    <a:pt x="674867" y="296562"/>
                  </a:lnTo>
                  <a:lnTo>
                    <a:pt x="732132" y="300685"/>
                  </a:lnTo>
                  <a:lnTo>
                    <a:pt x="791212" y="304616"/>
                  </a:lnTo>
                  <a:lnTo>
                    <a:pt x="852044" y="308351"/>
                  </a:lnTo>
                  <a:lnTo>
                    <a:pt x="914566" y="311885"/>
                  </a:lnTo>
                  <a:lnTo>
                    <a:pt x="978717" y="315211"/>
                  </a:lnTo>
                  <a:lnTo>
                    <a:pt x="1044434" y="318325"/>
                  </a:lnTo>
                  <a:lnTo>
                    <a:pt x="1111654" y="321221"/>
                  </a:lnTo>
                  <a:lnTo>
                    <a:pt x="1180317" y="323894"/>
                  </a:lnTo>
                  <a:lnTo>
                    <a:pt x="1250359" y="326337"/>
                  </a:lnTo>
                  <a:lnTo>
                    <a:pt x="1321718" y="328547"/>
                  </a:lnTo>
                  <a:lnTo>
                    <a:pt x="1394333" y="330517"/>
                  </a:lnTo>
                  <a:lnTo>
                    <a:pt x="1468140" y="332242"/>
                  </a:lnTo>
                  <a:lnTo>
                    <a:pt x="1543079" y="333716"/>
                  </a:lnTo>
                  <a:lnTo>
                    <a:pt x="1619086" y="334935"/>
                  </a:lnTo>
                  <a:lnTo>
                    <a:pt x="1696100" y="335892"/>
                  </a:lnTo>
                  <a:lnTo>
                    <a:pt x="1774058" y="336582"/>
                  </a:lnTo>
                  <a:lnTo>
                    <a:pt x="1852898" y="337000"/>
                  </a:lnTo>
                  <a:lnTo>
                    <a:pt x="1932558" y="337141"/>
                  </a:lnTo>
                  <a:lnTo>
                    <a:pt x="2012218" y="337000"/>
                  </a:lnTo>
                  <a:lnTo>
                    <a:pt x="2091058" y="336582"/>
                  </a:lnTo>
                  <a:lnTo>
                    <a:pt x="2169015" y="335892"/>
                  </a:lnTo>
                  <a:lnTo>
                    <a:pt x="2246028" y="334935"/>
                  </a:lnTo>
                  <a:lnTo>
                    <a:pt x="2322035" y="333716"/>
                  </a:lnTo>
                  <a:lnTo>
                    <a:pt x="2396973" y="332242"/>
                  </a:lnTo>
                  <a:lnTo>
                    <a:pt x="2470781" y="330517"/>
                  </a:lnTo>
                  <a:lnTo>
                    <a:pt x="2543395" y="328547"/>
                  </a:lnTo>
                  <a:lnTo>
                    <a:pt x="2614754" y="326337"/>
                  </a:lnTo>
                  <a:lnTo>
                    <a:pt x="2684796" y="323894"/>
                  </a:lnTo>
                  <a:lnTo>
                    <a:pt x="2753458" y="321221"/>
                  </a:lnTo>
                  <a:lnTo>
                    <a:pt x="2820679" y="318325"/>
                  </a:lnTo>
                  <a:lnTo>
                    <a:pt x="2886395" y="315211"/>
                  </a:lnTo>
                  <a:lnTo>
                    <a:pt x="2950546" y="311885"/>
                  </a:lnTo>
                  <a:lnTo>
                    <a:pt x="3013069" y="308351"/>
                  </a:lnTo>
                  <a:lnTo>
                    <a:pt x="3073901" y="304616"/>
                  </a:lnTo>
                  <a:lnTo>
                    <a:pt x="3132980" y="300685"/>
                  </a:lnTo>
                  <a:lnTo>
                    <a:pt x="3190245" y="296562"/>
                  </a:lnTo>
                  <a:lnTo>
                    <a:pt x="3245633" y="292255"/>
                  </a:lnTo>
                  <a:lnTo>
                    <a:pt x="3299082" y="287767"/>
                  </a:lnTo>
                  <a:lnTo>
                    <a:pt x="3350530" y="283105"/>
                  </a:lnTo>
                  <a:lnTo>
                    <a:pt x="3399914" y="278273"/>
                  </a:lnTo>
                  <a:lnTo>
                    <a:pt x="3447173" y="273278"/>
                  </a:lnTo>
                  <a:lnTo>
                    <a:pt x="3492244" y="268125"/>
                  </a:lnTo>
                  <a:lnTo>
                    <a:pt x="3535065" y="262819"/>
                  </a:lnTo>
                  <a:lnTo>
                    <a:pt x="3575575" y="257365"/>
                  </a:lnTo>
                  <a:lnTo>
                    <a:pt x="3613709" y="251769"/>
                  </a:lnTo>
                  <a:lnTo>
                    <a:pt x="3682608" y="240174"/>
                  </a:lnTo>
                  <a:lnTo>
                    <a:pt x="3741263" y="228075"/>
                  </a:lnTo>
                  <a:lnTo>
                    <a:pt x="3789178" y="215517"/>
                  </a:lnTo>
                  <a:lnTo>
                    <a:pt x="3825854" y="202542"/>
                  </a:lnTo>
                  <a:lnTo>
                    <a:pt x="3858711" y="182395"/>
                  </a:lnTo>
                  <a:lnTo>
                    <a:pt x="3865117" y="168570"/>
                  </a:lnTo>
                  <a:lnTo>
                    <a:pt x="3863505" y="161622"/>
                  </a:lnTo>
                  <a:lnTo>
                    <a:pt x="3825854" y="134598"/>
                  </a:lnTo>
                  <a:lnTo>
                    <a:pt x="3789178" y="121624"/>
                  </a:lnTo>
                  <a:lnTo>
                    <a:pt x="3741263" y="109065"/>
                  </a:lnTo>
                  <a:lnTo>
                    <a:pt x="3682608" y="96967"/>
                  </a:lnTo>
                  <a:lnTo>
                    <a:pt x="3613709" y="85371"/>
                  </a:lnTo>
                  <a:lnTo>
                    <a:pt x="3575575" y="79775"/>
                  </a:lnTo>
                  <a:lnTo>
                    <a:pt x="3535065" y="74322"/>
                  </a:lnTo>
                  <a:lnTo>
                    <a:pt x="3492244" y="69016"/>
                  </a:lnTo>
                  <a:lnTo>
                    <a:pt x="3447173" y="63862"/>
                  </a:lnTo>
                  <a:lnTo>
                    <a:pt x="3399914" y="58867"/>
                  </a:lnTo>
                  <a:lnTo>
                    <a:pt x="3350530" y="54036"/>
                  </a:lnTo>
                  <a:lnTo>
                    <a:pt x="3299082" y="49374"/>
                  </a:lnTo>
                  <a:lnTo>
                    <a:pt x="3245633" y="44886"/>
                  </a:lnTo>
                  <a:lnTo>
                    <a:pt x="3190245" y="40578"/>
                  </a:lnTo>
                  <a:lnTo>
                    <a:pt x="3132980" y="36456"/>
                  </a:lnTo>
                  <a:lnTo>
                    <a:pt x="3073901" y="32525"/>
                  </a:lnTo>
                  <a:lnTo>
                    <a:pt x="3013069" y="28789"/>
                  </a:lnTo>
                  <a:lnTo>
                    <a:pt x="2950546" y="25256"/>
                  </a:lnTo>
                  <a:lnTo>
                    <a:pt x="2886395" y="21929"/>
                  </a:lnTo>
                  <a:lnTo>
                    <a:pt x="2820679" y="18816"/>
                  </a:lnTo>
                  <a:lnTo>
                    <a:pt x="2753458" y="15920"/>
                  </a:lnTo>
                  <a:lnTo>
                    <a:pt x="2684796" y="13247"/>
                  </a:lnTo>
                  <a:lnTo>
                    <a:pt x="2614754" y="10803"/>
                  </a:lnTo>
                  <a:lnTo>
                    <a:pt x="2543395" y="8594"/>
                  </a:lnTo>
                  <a:lnTo>
                    <a:pt x="2470781" y="6624"/>
                  </a:lnTo>
                  <a:lnTo>
                    <a:pt x="2396973" y="4899"/>
                  </a:lnTo>
                  <a:lnTo>
                    <a:pt x="2322035" y="3424"/>
                  </a:lnTo>
                  <a:lnTo>
                    <a:pt x="2246028" y="2206"/>
                  </a:lnTo>
                  <a:lnTo>
                    <a:pt x="2169015" y="1249"/>
                  </a:lnTo>
                  <a:lnTo>
                    <a:pt x="2091058" y="558"/>
                  </a:lnTo>
                  <a:lnTo>
                    <a:pt x="2012218" y="140"/>
                  </a:lnTo>
                  <a:lnTo>
                    <a:pt x="1932558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2117308" y="10056392"/>
              <a:ext cx="3348354" cy="227329"/>
            </a:xfrm>
            <a:custGeom>
              <a:avLst/>
              <a:gdLst/>
              <a:ahLst/>
              <a:cxnLst/>
              <a:rect l="l" t="t" r="r" b="b"/>
              <a:pathLst>
                <a:path w="3348354" h="227329">
                  <a:moveTo>
                    <a:pt x="3348002" y="113546"/>
                  </a:moveTo>
                  <a:lnTo>
                    <a:pt x="3301204" y="140318"/>
                  </a:lnTo>
                  <a:lnTo>
                    <a:pt x="3257710" y="150429"/>
                  </a:lnTo>
                  <a:lnTo>
                    <a:pt x="3201111" y="160126"/>
                  </a:lnTo>
                  <a:lnTo>
                    <a:pt x="3132109" y="169363"/>
                  </a:lnTo>
                  <a:lnTo>
                    <a:pt x="3093176" y="173794"/>
                  </a:lnTo>
                  <a:lnTo>
                    <a:pt x="3051406" y="178092"/>
                  </a:lnTo>
                  <a:lnTo>
                    <a:pt x="3006885" y="182251"/>
                  </a:lnTo>
                  <a:lnTo>
                    <a:pt x="2959702" y="186266"/>
                  </a:lnTo>
                  <a:lnTo>
                    <a:pt x="2909944" y="190129"/>
                  </a:lnTo>
                  <a:lnTo>
                    <a:pt x="2857699" y="193835"/>
                  </a:lnTo>
                  <a:lnTo>
                    <a:pt x="2803055" y="197379"/>
                  </a:lnTo>
                  <a:lnTo>
                    <a:pt x="2746099" y="200754"/>
                  </a:lnTo>
                  <a:lnTo>
                    <a:pt x="2686920" y="203954"/>
                  </a:lnTo>
                  <a:lnTo>
                    <a:pt x="2625604" y="206974"/>
                  </a:lnTo>
                  <a:lnTo>
                    <a:pt x="2562240" y="209807"/>
                  </a:lnTo>
                  <a:lnTo>
                    <a:pt x="2496915" y="212448"/>
                  </a:lnTo>
                  <a:lnTo>
                    <a:pt x="2429716" y="214891"/>
                  </a:lnTo>
                  <a:lnTo>
                    <a:pt x="2360732" y="217129"/>
                  </a:lnTo>
                  <a:lnTo>
                    <a:pt x="2290051" y="219156"/>
                  </a:lnTo>
                  <a:lnTo>
                    <a:pt x="2217759" y="220968"/>
                  </a:lnTo>
                  <a:lnTo>
                    <a:pt x="2143945" y="222557"/>
                  </a:lnTo>
                  <a:lnTo>
                    <a:pt x="2068696" y="223918"/>
                  </a:lnTo>
                  <a:lnTo>
                    <a:pt x="1992101" y="225045"/>
                  </a:lnTo>
                  <a:lnTo>
                    <a:pt x="1914245" y="225931"/>
                  </a:lnTo>
                  <a:lnTo>
                    <a:pt x="1835219" y="226572"/>
                  </a:lnTo>
                  <a:lnTo>
                    <a:pt x="1755108" y="226961"/>
                  </a:lnTo>
                  <a:lnTo>
                    <a:pt x="1674001" y="227092"/>
                  </a:lnTo>
                  <a:lnTo>
                    <a:pt x="1592894" y="226961"/>
                  </a:lnTo>
                  <a:lnTo>
                    <a:pt x="1512783" y="226572"/>
                  </a:lnTo>
                  <a:lnTo>
                    <a:pt x="1433756" y="225931"/>
                  </a:lnTo>
                  <a:lnTo>
                    <a:pt x="1355901" y="225045"/>
                  </a:lnTo>
                  <a:lnTo>
                    <a:pt x="1279305" y="223918"/>
                  </a:lnTo>
                  <a:lnTo>
                    <a:pt x="1204057" y="222557"/>
                  </a:lnTo>
                  <a:lnTo>
                    <a:pt x="1130243" y="220968"/>
                  </a:lnTo>
                  <a:lnTo>
                    <a:pt x="1057951" y="219156"/>
                  </a:lnTo>
                  <a:lnTo>
                    <a:pt x="987269" y="217129"/>
                  </a:lnTo>
                  <a:lnTo>
                    <a:pt x="918286" y="214891"/>
                  </a:lnTo>
                  <a:lnTo>
                    <a:pt x="851087" y="212448"/>
                  </a:lnTo>
                  <a:lnTo>
                    <a:pt x="785762" y="209807"/>
                  </a:lnTo>
                  <a:lnTo>
                    <a:pt x="722398" y="206974"/>
                  </a:lnTo>
                  <a:lnTo>
                    <a:pt x="661082" y="203954"/>
                  </a:lnTo>
                  <a:lnTo>
                    <a:pt x="601902" y="200754"/>
                  </a:lnTo>
                  <a:lnTo>
                    <a:pt x="544947" y="197379"/>
                  </a:lnTo>
                  <a:lnTo>
                    <a:pt x="490303" y="193835"/>
                  </a:lnTo>
                  <a:lnTo>
                    <a:pt x="438058" y="190129"/>
                  </a:lnTo>
                  <a:lnTo>
                    <a:pt x="388300" y="186266"/>
                  </a:lnTo>
                  <a:lnTo>
                    <a:pt x="341117" y="182251"/>
                  </a:lnTo>
                  <a:lnTo>
                    <a:pt x="296596" y="178092"/>
                  </a:lnTo>
                  <a:lnTo>
                    <a:pt x="254825" y="173794"/>
                  </a:lnTo>
                  <a:lnTo>
                    <a:pt x="215893" y="169363"/>
                  </a:lnTo>
                  <a:lnTo>
                    <a:pt x="146891" y="160126"/>
                  </a:lnTo>
                  <a:lnTo>
                    <a:pt x="90292" y="150429"/>
                  </a:lnTo>
                  <a:lnTo>
                    <a:pt x="46798" y="140318"/>
                  </a:lnTo>
                  <a:lnTo>
                    <a:pt x="7663" y="124481"/>
                  </a:lnTo>
                  <a:lnTo>
                    <a:pt x="0" y="113546"/>
                  </a:lnTo>
                  <a:lnTo>
                    <a:pt x="1930" y="108044"/>
                  </a:lnTo>
                  <a:lnTo>
                    <a:pt x="46798" y="86774"/>
                  </a:lnTo>
                  <a:lnTo>
                    <a:pt x="90292" y="76663"/>
                  </a:lnTo>
                  <a:lnTo>
                    <a:pt x="146891" y="66965"/>
                  </a:lnTo>
                  <a:lnTo>
                    <a:pt x="215893" y="57728"/>
                  </a:lnTo>
                  <a:lnTo>
                    <a:pt x="254825" y="53297"/>
                  </a:lnTo>
                  <a:lnTo>
                    <a:pt x="296596" y="48999"/>
                  </a:lnTo>
                  <a:lnTo>
                    <a:pt x="341117" y="44840"/>
                  </a:lnTo>
                  <a:lnTo>
                    <a:pt x="388300" y="40826"/>
                  </a:lnTo>
                  <a:lnTo>
                    <a:pt x="438058" y="36963"/>
                  </a:lnTo>
                  <a:lnTo>
                    <a:pt x="490303" y="33256"/>
                  </a:lnTo>
                  <a:lnTo>
                    <a:pt x="544947" y="29713"/>
                  </a:lnTo>
                  <a:lnTo>
                    <a:pt x="601902" y="26338"/>
                  </a:lnTo>
                  <a:lnTo>
                    <a:pt x="661082" y="23137"/>
                  </a:lnTo>
                  <a:lnTo>
                    <a:pt x="722398" y="20117"/>
                  </a:lnTo>
                  <a:lnTo>
                    <a:pt x="785762" y="17284"/>
                  </a:lnTo>
                  <a:lnTo>
                    <a:pt x="851087" y="14643"/>
                  </a:lnTo>
                  <a:lnTo>
                    <a:pt x="918286" y="12201"/>
                  </a:lnTo>
                  <a:lnTo>
                    <a:pt x="987269" y="9963"/>
                  </a:lnTo>
                  <a:lnTo>
                    <a:pt x="1057951" y="7935"/>
                  </a:lnTo>
                  <a:lnTo>
                    <a:pt x="1130243" y="6124"/>
                  </a:lnTo>
                  <a:lnTo>
                    <a:pt x="1204057" y="4535"/>
                  </a:lnTo>
                  <a:lnTo>
                    <a:pt x="1279305" y="3174"/>
                  </a:lnTo>
                  <a:lnTo>
                    <a:pt x="1355901" y="2047"/>
                  </a:lnTo>
                  <a:lnTo>
                    <a:pt x="1433756" y="1160"/>
                  </a:lnTo>
                  <a:lnTo>
                    <a:pt x="1512783" y="519"/>
                  </a:lnTo>
                  <a:lnTo>
                    <a:pt x="1592894" y="130"/>
                  </a:lnTo>
                  <a:lnTo>
                    <a:pt x="1674001" y="0"/>
                  </a:lnTo>
                  <a:lnTo>
                    <a:pt x="1755108" y="130"/>
                  </a:lnTo>
                  <a:lnTo>
                    <a:pt x="1835219" y="519"/>
                  </a:lnTo>
                  <a:lnTo>
                    <a:pt x="1914245" y="1160"/>
                  </a:lnTo>
                  <a:lnTo>
                    <a:pt x="1992101" y="2047"/>
                  </a:lnTo>
                  <a:lnTo>
                    <a:pt x="2068696" y="3174"/>
                  </a:lnTo>
                  <a:lnTo>
                    <a:pt x="2143945" y="4535"/>
                  </a:lnTo>
                  <a:lnTo>
                    <a:pt x="2217759" y="6124"/>
                  </a:lnTo>
                  <a:lnTo>
                    <a:pt x="2290051" y="7935"/>
                  </a:lnTo>
                  <a:lnTo>
                    <a:pt x="2360732" y="9963"/>
                  </a:lnTo>
                  <a:lnTo>
                    <a:pt x="2429716" y="12201"/>
                  </a:lnTo>
                  <a:lnTo>
                    <a:pt x="2496915" y="14643"/>
                  </a:lnTo>
                  <a:lnTo>
                    <a:pt x="2562240" y="17284"/>
                  </a:lnTo>
                  <a:lnTo>
                    <a:pt x="2625604" y="20117"/>
                  </a:lnTo>
                  <a:lnTo>
                    <a:pt x="2686920" y="23137"/>
                  </a:lnTo>
                  <a:lnTo>
                    <a:pt x="2746099" y="26338"/>
                  </a:lnTo>
                  <a:lnTo>
                    <a:pt x="2803055" y="29713"/>
                  </a:lnTo>
                  <a:lnTo>
                    <a:pt x="2857699" y="33256"/>
                  </a:lnTo>
                  <a:lnTo>
                    <a:pt x="2909944" y="36963"/>
                  </a:lnTo>
                  <a:lnTo>
                    <a:pt x="2959702" y="40826"/>
                  </a:lnTo>
                  <a:lnTo>
                    <a:pt x="3006885" y="44840"/>
                  </a:lnTo>
                  <a:lnTo>
                    <a:pt x="3051406" y="48999"/>
                  </a:lnTo>
                  <a:lnTo>
                    <a:pt x="3093176" y="53297"/>
                  </a:lnTo>
                  <a:lnTo>
                    <a:pt x="3132109" y="57728"/>
                  </a:lnTo>
                  <a:lnTo>
                    <a:pt x="3201111" y="66965"/>
                  </a:lnTo>
                  <a:lnTo>
                    <a:pt x="3257710" y="76663"/>
                  </a:lnTo>
                  <a:lnTo>
                    <a:pt x="3301204" y="86774"/>
                  </a:lnTo>
                  <a:lnTo>
                    <a:pt x="3340339" y="102610"/>
                  </a:lnTo>
                  <a:lnTo>
                    <a:pt x="3348002" y="113546"/>
                  </a:lnTo>
                  <a:close/>
                </a:path>
              </a:pathLst>
            </a:custGeom>
            <a:ln w="1332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" name="object 110" descr=""/>
          <p:cNvGrpSpPr/>
          <p:nvPr/>
        </p:nvGrpSpPr>
        <p:grpSpPr>
          <a:xfrm>
            <a:off x="4312266" y="7558073"/>
            <a:ext cx="1711960" cy="1026794"/>
            <a:chOff x="4312266" y="7558073"/>
            <a:chExt cx="1711960" cy="1026794"/>
          </a:xfrm>
        </p:grpSpPr>
        <p:sp>
          <p:nvSpPr>
            <p:cNvPr id="111" name="object 111" descr=""/>
            <p:cNvSpPr/>
            <p:nvPr/>
          </p:nvSpPr>
          <p:spPr>
            <a:xfrm>
              <a:off x="4312266" y="7558073"/>
              <a:ext cx="1711960" cy="1026794"/>
            </a:xfrm>
            <a:custGeom>
              <a:avLst/>
              <a:gdLst/>
              <a:ahLst/>
              <a:cxnLst/>
              <a:rect l="l" t="t" r="r" b="b"/>
              <a:pathLst>
                <a:path w="1711960" h="1026795">
                  <a:moveTo>
                    <a:pt x="1711508" y="0"/>
                  </a:moveTo>
                  <a:lnTo>
                    <a:pt x="0" y="0"/>
                  </a:lnTo>
                  <a:lnTo>
                    <a:pt x="0" y="1026345"/>
                  </a:lnTo>
                  <a:lnTo>
                    <a:pt x="1711508" y="1026345"/>
                  </a:lnTo>
                  <a:lnTo>
                    <a:pt x="1711508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4344506" y="7588805"/>
              <a:ext cx="1600200" cy="965200"/>
            </a:xfrm>
            <a:custGeom>
              <a:avLst/>
              <a:gdLst/>
              <a:ahLst/>
              <a:cxnLst/>
              <a:rect l="l" t="t" r="r" b="b"/>
              <a:pathLst>
                <a:path w="1600200" h="965200">
                  <a:moveTo>
                    <a:pt x="1599773" y="0"/>
                  </a:moveTo>
                  <a:lnTo>
                    <a:pt x="0" y="0"/>
                  </a:lnTo>
                  <a:lnTo>
                    <a:pt x="0" y="964881"/>
                  </a:lnTo>
                  <a:lnTo>
                    <a:pt x="1599773" y="964881"/>
                  </a:lnTo>
                  <a:lnTo>
                    <a:pt x="1599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979008" y="7558386"/>
              <a:ext cx="0" cy="1026794"/>
            </a:xfrm>
            <a:custGeom>
              <a:avLst/>
              <a:gdLst/>
              <a:ahLst/>
              <a:cxnLst/>
              <a:rect l="l" t="t" r="r" b="b"/>
              <a:pathLst>
                <a:path w="0" h="1026795">
                  <a:moveTo>
                    <a:pt x="0" y="0"/>
                  </a:moveTo>
                  <a:lnTo>
                    <a:pt x="0" y="1026335"/>
                  </a:lnTo>
                </a:path>
              </a:pathLst>
            </a:custGeom>
            <a:ln w="8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/>
          <p:nvPr/>
        </p:nvSpPr>
        <p:spPr>
          <a:xfrm>
            <a:off x="2773114" y="7918902"/>
            <a:ext cx="227329" cy="1901189"/>
          </a:xfrm>
          <a:custGeom>
            <a:avLst/>
            <a:gdLst/>
            <a:ahLst/>
            <a:cxnLst/>
            <a:rect l="l" t="t" r="r" b="b"/>
            <a:pathLst>
              <a:path w="227330" h="1901190">
                <a:moveTo>
                  <a:pt x="0" y="0"/>
                </a:moveTo>
                <a:lnTo>
                  <a:pt x="227260" y="1901188"/>
                </a:lnTo>
              </a:path>
            </a:pathLst>
          </a:custGeom>
          <a:ln w="23946">
            <a:solidFill>
              <a:srgbClr val="259CA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5" name="object 115" descr=""/>
          <p:cNvGrpSpPr/>
          <p:nvPr/>
        </p:nvGrpSpPr>
        <p:grpSpPr>
          <a:xfrm>
            <a:off x="2051050" y="7602994"/>
            <a:ext cx="3145790" cy="2552065"/>
            <a:chOff x="2051050" y="7602994"/>
            <a:chExt cx="3145790" cy="2552065"/>
          </a:xfrm>
        </p:grpSpPr>
        <p:sp>
          <p:nvSpPr>
            <p:cNvPr id="116" name="object 116" descr=""/>
            <p:cNvSpPr/>
            <p:nvPr/>
          </p:nvSpPr>
          <p:spPr>
            <a:xfrm>
              <a:off x="2461327" y="7918902"/>
              <a:ext cx="227329" cy="1901189"/>
            </a:xfrm>
            <a:custGeom>
              <a:avLst/>
              <a:gdLst/>
              <a:ahLst/>
              <a:cxnLst/>
              <a:rect l="l" t="t" r="r" b="b"/>
              <a:pathLst>
                <a:path w="227330" h="1901190">
                  <a:moveTo>
                    <a:pt x="227260" y="0"/>
                  </a:moveTo>
                  <a:lnTo>
                    <a:pt x="0" y="1901188"/>
                  </a:lnTo>
                </a:path>
              </a:pathLst>
            </a:custGeom>
            <a:ln w="23946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2635236" y="8385192"/>
              <a:ext cx="189230" cy="0"/>
            </a:xfrm>
            <a:custGeom>
              <a:avLst/>
              <a:gdLst/>
              <a:ahLst/>
              <a:cxnLst/>
              <a:rect l="l" t="t" r="r" b="b"/>
              <a:pathLst>
                <a:path w="189230" h="0">
                  <a:moveTo>
                    <a:pt x="0" y="0"/>
                  </a:moveTo>
                  <a:lnTo>
                    <a:pt x="189146" y="0"/>
                  </a:lnTo>
                </a:path>
              </a:pathLst>
            </a:custGeom>
            <a:ln w="23946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2726000" y="8381728"/>
              <a:ext cx="0" cy="1311275"/>
            </a:xfrm>
            <a:custGeom>
              <a:avLst/>
              <a:gdLst/>
              <a:ahLst/>
              <a:cxnLst/>
              <a:rect l="l" t="t" r="r" b="b"/>
              <a:pathLst>
                <a:path w="0" h="1311275">
                  <a:moveTo>
                    <a:pt x="0" y="0"/>
                  </a:moveTo>
                  <a:lnTo>
                    <a:pt x="0" y="1310881"/>
                  </a:lnTo>
                </a:path>
              </a:pathLst>
            </a:custGeom>
            <a:ln w="23946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2434198" y="7602994"/>
              <a:ext cx="572135" cy="468630"/>
            </a:xfrm>
            <a:custGeom>
              <a:avLst/>
              <a:gdLst/>
              <a:ahLst/>
              <a:cxnLst/>
              <a:rect l="l" t="t" r="r" b="b"/>
              <a:pathLst>
                <a:path w="572135" h="468629">
                  <a:moveTo>
                    <a:pt x="572076" y="0"/>
                  </a:moveTo>
                  <a:lnTo>
                    <a:pt x="0" y="0"/>
                  </a:lnTo>
                  <a:lnTo>
                    <a:pt x="0" y="468341"/>
                  </a:lnTo>
                  <a:lnTo>
                    <a:pt x="572076" y="468341"/>
                  </a:lnTo>
                  <a:lnTo>
                    <a:pt x="572076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2434189" y="7945515"/>
              <a:ext cx="572135" cy="23495"/>
            </a:xfrm>
            <a:custGeom>
              <a:avLst/>
              <a:gdLst/>
              <a:ahLst/>
              <a:cxnLst/>
              <a:rect l="l" t="t" r="r" b="b"/>
              <a:pathLst>
                <a:path w="572135" h="23495">
                  <a:moveTo>
                    <a:pt x="0" y="23172"/>
                  </a:moveTo>
                  <a:lnTo>
                    <a:pt x="572076" y="23172"/>
                  </a:lnTo>
                  <a:lnTo>
                    <a:pt x="572076" y="0"/>
                  </a:lnTo>
                  <a:lnTo>
                    <a:pt x="0" y="0"/>
                  </a:lnTo>
                  <a:lnTo>
                    <a:pt x="0" y="23172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2051050" y="8629922"/>
              <a:ext cx="3145790" cy="1259205"/>
            </a:xfrm>
            <a:custGeom>
              <a:avLst/>
              <a:gdLst/>
              <a:ahLst/>
              <a:cxnLst/>
              <a:rect l="l" t="t" r="r" b="b"/>
              <a:pathLst>
                <a:path w="3145790" h="1259204">
                  <a:moveTo>
                    <a:pt x="2167358" y="0"/>
                  </a:moveTo>
                  <a:lnTo>
                    <a:pt x="0" y="0"/>
                  </a:lnTo>
                  <a:lnTo>
                    <a:pt x="264316" y="1258872"/>
                  </a:lnTo>
                  <a:lnTo>
                    <a:pt x="3063027" y="1258872"/>
                  </a:lnTo>
                  <a:lnTo>
                    <a:pt x="3145307" y="562213"/>
                  </a:lnTo>
                  <a:lnTo>
                    <a:pt x="2233439" y="562213"/>
                  </a:lnTo>
                  <a:lnTo>
                    <a:pt x="2167358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3879209" y="8634000"/>
              <a:ext cx="200660" cy="1252220"/>
            </a:xfrm>
            <a:custGeom>
              <a:avLst/>
              <a:gdLst/>
              <a:ahLst/>
              <a:cxnLst/>
              <a:rect l="l" t="t" r="r" b="b"/>
              <a:pathLst>
                <a:path w="200660" h="1252220">
                  <a:moveTo>
                    <a:pt x="0" y="0"/>
                  </a:moveTo>
                  <a:lnTo>
                    <a:pt x="200433" y="1251741"/>
                  </a:lnTo>
                </a:path>
              </a:pathLst>
            </a:custGeom>
            <a:ln w="8806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2282317" y="9867411"/>
              <a:ext cx="2864485" cy="287655"/>
            </a:xfrm>
            <a:custGeom>
              <a:avLst/>
              <a:gdLst/>
              <a:ahLst/>
              <a:cxnLst/>
              <a:rect l="l" t="t" r="r" b="b"/>
              <a:pathLst>
                <a:path w="2864485" h="287654">
                  <a:moveTo>
                    <a:pt x="2864485" y="0"/>
                  </a:moveTo>
                  <a:lnTo>
                    <a:pt x="0" y="0"/>
                  </a:lnTo>
                  <a:lnTo>
                    <a:pt x="0" y="48895"/>
                  </a:lnTo>
                  <a:lnTo>
                    <a:pt x="77089" y="48895"/>
                  </a:lnTo>
                  <a:lnTo>
                    <a:pt x="105727" y="287185"/>
                  </a:lnTo>
                  <a:lnTo>
                    <a:pt x="142074" y="287185"/>
                  </a:lnTo>
                  <a:lnTo>
                    <a:pt x="176631" y="48895"/>
                  </a:lnTo>
                  <a:lnTo>
                    <a:pt x="1699298" y="48895"/>
                  </a:lnTo>
                  <a:lnTo>
                    <a:pt x="1727949" y="287185"/>
                  </a:lnTo>
                  <a:lnTo>
                    <a:pt x="1764284" y="287185"/>
                  </a:lnTo>
                  <a:lnTo>
                    <a:pt x="1798840" y="48895"/>
                  </a:lnTo>
                  <a:lnTo>
                    <a:pt x="2697073" y="48895"/>
                  </a:lnTo>
                  <a:lnTo>
                    <a:pt x="2725724" y="287185"/>
                  </a:lnTo>
                  <a:lnTo>
                    <a:pt x="2762059" y="287185"/>
                  </a:lnTo>
                  <a:lnTo>
                    <a:pt x="2796616" y="48895"/>
                  </a:lnTo>
                  <a:lnTo>
                    <a:pt x="2864485" y="48895"/>
                  </a:lnTo>
                  <a:lnTo>
                    <a:pt x="286448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4" name="object 124" descr=""/>
          <p:cNvGrpSpPr/>
          <p:nvPr/>
        </p:nvGrpSpPr>
        <p:grpSpPr>
          <a:xfrm>
            <a:off x="15233671" y="2308066"/>
            <a:ext cx="594360" cy="797560"/>
            <a:chOff x="15233671" y="2308066"/>
            <a:chExt cx="594360" cy="797560"/>
          </a:xfrm>
        </p:grpSpPr>
        <p:sp>
          <p:nvSpPr>
            <p:cNvPr id="125" name="object 125" descr=""/>
            <p:cNvSpPr/>
            <p:nvPr/>
          </p:nvSpPr>
          <p:spPr>
            <a:xfrm>
              <a:off x="15247828" y="2322034"/>
              <a:ext cx="566420" cy="770890"/>
            </a:xfrm>
            <a:custGeom>
              <a:avLst/>
              <a:gdLst/>
              <a:ahLst/>
              <a:cxnLst/>
              <a:rect l="l" t="t" r="r" b="b"/>
              <a:pathLst>
                <a:path w="566419" h="770889">
                  <a:moveTo>
                    <a:pt x="565982" y="0"/>
                  </a:moveTo>
                  <a:lnTo>
                    <a:pt x="0" y="0"/>
                  </a:lnTo>
                  <a:lnTo>
                    <a:pt x="0" y="770468"/>
                  </a:lnTo>
                  <a:lnTo>
                    <a:pt x="565982" y="770468"/>
                  </a:lnTo>
                  <a:lnTo>
                    <a:pt x="565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5287251" y="2372378"/>
              <a:ext cx="474980" cy="680085"/>
            </a:xfrm>
            <a:custGeom>
              <a:avLst/>
              <a:gdLst/>
              <a:ahLst/>
              <a:cxnLst/>
              <a:rect l="l" t="t" r="r" b="b"/>
              <a:pathLst>
                <a:path w="474980" h="680085">
                  <a:moveTo>
                    <a:pt x="474708" y="0"/>
                  </a:moveTo>
                  <a:lnTo>
                    <a:pt x="0" y="0"/>
                  </a:lnTo>
                  <a:lnTo>
                    <a:pt x="0" y="679926"/>
                  </a:lnTo>
                  <a:lnTo>
                    <a:pt x="474708" y="679926"/>
                  </a:lnTo>
                  <a:lnTo>
                    <a:pt x="47470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5340548" y="2508479"/>
              <a:ext cx="382905" cy="328930"/>
            </a:xfrm>
            <a:custGeom>
              <a:avLst/>
              <a:gdLst/>
              <a:ahLst/>
              <a:cxnLst/>
              <a:rect l="l" t="t" r="r" b="b"/>
              <a:pathLst>
                <a:path w="382905" h="328930">
                  <a:moveTo>
                    <a:pt x="163042" y="1270"/>
                  </a:moveTo>
                  <a:lnTo>
                    <a:pt x="120796" y="1270"/>
                  </a:lnTo>
                  <a:lnTo>
                    <a:pt x="110710" y="3810"/>
                  </a:lnTo>
                  <a:lnTo>
                    <a:pt x="101096" y="5080"/>
                  </a:lnTo>
                  <a:lnTo>
                    <a:pt x="92037" y="7620"/>
                  </a:lnTo>
                  <a:lnTo>
                    <a:pt x="83642" y="11430"/>
                  </a:lnTo>
                  <a:lnTo>
                    <a:pt x="75909" y="15240"/>
                  </a:lnTo>
                  <a:lnTo>
                    <a:pt x="68835" y="20320"/>
                  </a:lnTo>
                  <a:lnTo>
                    <a:pt x="62464" y="24130"/>
                  </a:lnTo>
                  <a:lnTo>
                    <a:pt x="56843" y="30480"/>
                  </a:lnTo>
                  <a:lnTo>
                    <a:pt x="51972" y="35560"/>
                  </a:lnTo>
                  <a:lnTo>
                    <a:pt x="47851" y="43180"/>
                  </a:lnTo>
                  <a:lnTo>
                    <a:pt x="40344" y="81280"/>
                  </a:lnTo>
                  <a:lnTo>
                    <a:pt x="41548" y="87630"/>
                  </a:lnTo>
                  <a:lnTo>
                    <a:pt x="61799" y="123190"/>
                  </a:lnTo>
                  <a:lnTo>
                    <a:pt x="71652" y="132080"/>
                  </a:lnTo>
                  <a:lnTo>
                    <a:pt x="76542" y="137160"/>
                  </a:lnTo>
                  <a:lnTo>
                    <a:pt x="81390" y="139700"/>
                  </a:lnTo>
                  <a:lnTo>
                    <a:pt x="73912" y="143510"/>
                  </a:lnTo>
                  <a:lnTo>
                    <a:pt x="66494" y="146050"/>
                  </a:lnTo>
                  <a:lnTo>
                    <a:pt x="51841" y="153670"/>
                  </a:lnTo>
                  <a:lnTo>
                    <a:pt x="20324" y="177800"/>
                  </a:lnTo>
                  <a:lnTo>
                    <a:pt x="11001" y="191770"/>
                  </a:lnTo>
                  <a:lnTo>
                    <a:pt x="7151" y="198120"/>
                  </a:lnTo>
                  <a:lnTo>
                    <a:pt x="4019" y="205740"/>
                  </a:lnTo>
                  <a:lnTo>
                    <a:pt x="1785" y="214630"/>
                  </a:lnTo>
                  <a:lnTo>
                    <a:pt x="445" y="222250"/>
                  </a:lnTo>
                  <a:lnTo>
                    <a:pt x="0" y="232410"/>
                  </a:lnTo>
                  <a:lnTo>
                    <a:pt x="593" y="243840"/>
                  </a:lnTo>
                  <a:lnTo>
                    <a:pt x="14709" y="283210"/>
                  </a:lnTo>
                  <a:lnTo>
                    <a:pt x="44734" y="311150"/>
                  </a:lnTo>
                  <a:lnTo>
                    <a:pt x="88039" y="326390"/>
                  </a:lnTo>
                  <a:lnTo>
                    <a:pt x="113428" y="328930"/>
                  </a:lnTo>
                  <a:lnTo>
                    <a:pt x="147360" y="328930"/>
                  </a:lnTo>
                  <a:lnTo>
                    <a:pt x="192544" y="318770"/>
                  </a:lnTo>
                  <a:lnTo>
                    <a:pt x="227982" y="303530"/>
                  </a:lnTo>
                  <a:lnTo>
                    <a:pt x="236118" y="298450"/>
                  </a:lnTo>
                  <a:lnTo>
                    <a:pt x="243081" y="294640"/>
                  </a:lnTo>
                  <a:lnTo>
                    <a:pt x="248872" y="289560"/>
                  </a:lnTo>
                  <a:lnTo>
                    <a:pt x="382794" y="289560"/>
                  </a:lnTo>
                  <a:lnTo>
                    <a:pt x="382794" y="276860"/>
                  </a:lnTo>
                  <a:lnTo>
                    <a:pt x="122362" y="276860"/>
                  </a:lnTo>
                  <a:lnTo>
                    <a:pt x="114813" y="275590"/>
                  </a:lnTo>
                  <a:lnTo>
                    <a:pt x="81704" y="254000"/>
                  </a:lnTo>
                  <a:lnTo>
                    <a:pt x="75055" y="236220"/>
                  </a:lnTo>
                  <a:lnTo>
                    <a:pt x="75055" y="220980"/>
                  </a:lnTo>
                  <a:lnTo>
                    <a:pt x="94604" y="186690"/>
                  </a:lnTo>
                  <a:lnTo>
                    <a:pt x="124069" y="168910"/>
                  </a:lnTo>
                  <a:lnTo>
                    <a:pt x="223513" y="168910"/>
                  </a:lnTo>
                  <a:lnTo>
                    <a:pt x="215323" y="162560"/>
                  </a:lnTo>
                  <a:lnTo>
                    <a:pt x="208600" y="157480"/>
                  </a:lnTo>
                  <a:lnTo>
                    <a:pt x="194842" y="148590"/>
                  </a:lnTo>
                  <a:lnTo>
                    <a:pt x="187638" y="144780"/>
                  </a:lnTo>
                  <a:lnTo>
                    <a:pt x="180141" y="142240"/>
                  </a:lnTo>
                  <a:lnTo>
                    <a:pt x="193532" y="135890"/>
                  </a:lnTo>
                  <a:lnTo>
                    <a:pt x="205326" y="129540"/>
                  </a:lnTo>
                  <a:lnTo>
                    <a:pt x="215521" y="121920"/>
                  </a:lnTo>
                  <a:lnTo>
                    <a:pt x="221662" y="115570"/>
                  </a:lnTo>
                  <a:lnTo>
                    <a:pt x="135566" y="115570"/>
                  </a:lnTo>
                  <a:lnTo>
                    <a:pt x="129715" y="111760"/>
                  </a:lnTo>
                  <a:lnTo>
                    <a:pt x="106960" y="83820"/>
                  </a:lnTo>
                  <a:lnTo>
                    <a:pt x="106960" y="72390"/>
                  </a:lnTo>
                  <a:lnTo>
                    <a:pt x="137220" y="46990"/>
                  </a:lnTo>
                  <a:lnTo>
                    <a:pt x="235145" y="46990"/>
                  </a:lnTo>
                  <a:lnTo>
                    <a:pt x="232684" y="41910"/>
                  </a:lnTo>
                  <a:lnTo>
                    <a:pt x="228794" y="35560"/>
                  </a:lnTo>
                  <a:lnTo>
                    <a:pt x="224176" y="30480"/>
                  </a:lnTo>
                  <a:lnTo>
                    <a:pt x="218828" y="24130"/>
                  </a:lnTo>
                  <a:lnTo>
                    <a:pt x="212747" y="20320"/>
                  </a:lnTo>
                  <a:lnTo>
                    <a:pt x="205983" y="15240"/>
                  </a:lnTo>
                  <a:lnTo>
                    <a:pt x="198586" y="11430"/>
                  </a:lnTo>
                  <a:lnTo>
                    <a:pt x="190555" y="8890"/>
                  </a:lnTo>
                  <a:lnTo>
                    <a:pt x="181889" y="5080"/>
                  </a:lnTo>
                  <a:lnTo>
                    <a:pt x="172693" y="3810"/>
                  </a:lnTo>
                  <a:lnTo>
                    <a:pt x="163042" y="1270"/>
                  </a:lnTo>
                  <a:close/>
                </a:path>
                <a:path w="382905" h="328930">
                  <a:moveTo>
                    <a:pt x="382794" y="289560"/>
                  </a:moveTo>
                  <a:lnTo>
                    <a:pt x="248872" y="289560"/>
                  </a:lnTo>
                  <a:lnTo>
                    <a:pt x="254180" y="295910"/>
                  </a:lnTo>
                  <a:lnTo>
                    <a:pt x="259814" y="300990"/>
                  </a:lnTo>
                  <a:lnTo>
                    <a:pt x="271688" y="309880"/>
                  </a:lnTo>
                  <a:lnTo>
                    <a:pt x="277981" y="314960"/>
                  </a:lnTo>
                  <a:lnTo>
                    <a:pt x="291279" y="321310"/>
                  </a:lnTo>
                  <a:lnTo>
                    <a:pt x="298325" y="323850"/>
                  </a:lnTo>
                  <a:lnTo>
                    <a:pt x="313173" y="328930"/>
                  </a:lnTo>
                  <a:lnTo>
                    <a:pt x="344069" y="328930"/>
                  </a:lnTo>
                  <a:lnTo>
                    <a:pt x="350892" y="327660"/>
                  </a:lnTo>
                  <a:lnTo>
                    <a:pt x="357350" y="327660"/>
                  </a:lnTo>
                  <a:lnTo>
                    <a:pt x="363646" y="326390"/>
                  </a:lnTo>
                  <a:lnTo>
                    <a:pt x="369986" y="323850"/>
                  </a:lnTo>
                  <a:lnTo>
                    <a:pt x="376368" y="322580"/>
                  </a:lnTo>
                  <a:lnTo>
                    <a:pt x="382794" y="320040"/>
                  </a:lnTo>
                  <a:lnTo>
                    <a:pt x="382794" y="289560"/>
                  </a:lnTo>
                  <a:close/>
                </a:path>
                <a:path w="382905" h="328930">
                  <a:moveTo>
                    <a:pt x="382794" y="266700"/>
                  </a:moveTo>
                  <a:lnTo>
                    <a:pt x="377014" y="270510"/>
                  </a:lnTo>
                  <a:lnTo>
                    <a:pt x="370208" y="271780"/>
                  </a:lnTo>
                  <a:lnTo>
                    <a:pt x="354565" y="275590"/>
                  </a:lnTo>
                  <a:lnTo>
                    <a:pt x="144074" y="275590"/>
                  </a:lnTo>
                  <a:lnTo>
                    <a:pt x="137461" y="276860"/>
                  </a:lnTo>
                  <a:lnTo>
                    <a:pt x="382794" y="276860"/>
                  </a:lnTo>
                  <a:lnTo>
                    <a:pt x="382794" y="266700"/>
                  </a:lnTo>
                  <a:close/>
                </a:path>
                <a:path w="382905" h="328930">
                  <a:moveTo>
                    <a:pt x="223513" y="168910"/>
                  </a:moveTo>
                  <a:lnTo>
                    <a:pt x="124069" y="168910"/>
                  </a:lnTo>
                  <a:lnTo>
                    <a:pt x="131734" y="172720"/>
                  </a:lnTo>
                  <a:lnTo>
                    <a:pt x="139357" y="175260"/>
                  </a:lnTo>
                  <a:lnTo>
                    <a:pt x="146948" y="180340"/>
                  </a:lnTo>
                  <a:lnTo>
                    <a:pt x="187190" y="209550"/>
                  </a:lnTo>
                  <a:lnTo>
                    <a:pt x="216736" y="246380"/>
                  </a:lnTo>
                  <a:lnTo>
                    <a:pt x="211574" y="250190"/>
                  </a:lnTo>
                  <a:lnTo>
                    <a:pt x="205899" y="254000"/>
                  </a:lnTo>
                  <a:lnTo>
                    <a:pt x="193543" y="261620"/>
                  </a:lnTo>
                  <a:lnTo>
                    <a:pt x="186863" y="264160"/>
                  </a:lnTo>
                  <a:lnTo>
                    <a:pt x="172476" y="270510"/>
                  </a:lnTo>
                  <a:lnTo>
                    <a:pt x="164811" y="271780"/>
                  </a:lnTo>
                  <a:lnTo>
                    <a:pt x="156686" y="274320"/>
                  </a:lnTo>
                  <a:lnTo>
                    <a:pt x="150482" y="275590"/>
                  </a:lnTo>
                  <a:lnTo>
                    <a:pt x="332209" y="275590"/>
                  </a:lnTo>
                  <a:lnTo>
                    <a:pt x="324555" y="274320"/>
                  </a:lnTo>
                  <a:lnTo>
                    <a:pt x="316419" y="270510"/>
                  </a:lnTo>
                  <a:lnTo>
                    <a:pt x="304399" y="262890"/>
                  </a:lnTo>
                  <a:lnTo>
                    <a:pt x="298517" y="257810"/>
                  </a:lnTo>
                  <a:lnTo>
                    <a:pt x="292724" y="252730"/>
                  </a:lnTo>
                  <a:lnTo>
                    <a:pt x="299960" y="245110"/>
                  </a:lnTo>
                  <a:lnTo>
                    <a:pt x="306889" y="237490"/>
                  </a:lnTo>
                  <a:lnTo>
                    <a:pt x="313510" y="229870"/>
                  </a:lnTo>
                  <a:lnTo>
                    <a:pt x="319822" y="220980"/>
                  </a:lnTo>
                  <a:lnTo>
                    <a:pt x="325751" y="213360"/>
                  </a:lnTo>
                  <a:lnTo>
                    <a:pt x="328879" y="208280"/>
                  </a:lnTo>
                  <a:lnTo>
                    <a:pt x="259657" y="208280"/>
                  </a:lnTo>
                  <a:lnTo>
                    <a:pt x="255065" y="201930"/>
                  </a:lnTo>
                  <a:lnTo>
                    <a:pt x="250446" y="196850"/>
                  </a:lnTo>
                  <a:lnTo>
                    <a:pt x="245802" y="190500"/>
                  </a:lnTo>
                  <a:lnTo>
                    <a:pt x="241134" y="185420"/>
                  </a:lnTo>
                  <a:lnTo>
                    <a:pt x="236410" y="180340"/>
                  </a:lnTo>
                  <a:lnTo>
                    <a:pt x="231629" y="176530"/>
                  </a:lnTo>
                  <a:lnTo>
                    <a:pt x="226789" y="171450"/>
                  </a:lnTo>
                  <a:lnTo>
                    <a:pt x="223513" y="168910"/>
                  </a:lnTo>
                  <a:close/>
                </a:path>
                <a:path w="382905" h="328930">
                  <a:moveTo>
                    <a:pt x="354188" y="74930"/>
                  </a:moveTo>
                  <a:lnTo>
                    <a:pt x="291090" y="74930"/>
                  </a:lnTo>
                  <a:lnTo>
                    <a:pt x="292640" y="80010"/>
                  </a:lnTo>
                  <a:lnTo>
                    <a:pt x="293781" y="85090"/>
                  </a:lnTo>
                  <a:lnTo>
                    <a:pt x="295195" y="95250"/>
                  </a:lnTo>
                  <a:lnTo>
                    <a:pt x="295367" y="97790"/>
                  </a:lnTo>
                  <a:lnTo>
                    <a:pt x="295488" y="107950"/>
                  </a:lnTo>
                  <a:lnTo>
                    <a:pt x="295020" y="119380"/>
                  </a:lnTo>
                  <a:lnTo>
                    <a:pt x="287216" y="160020"/>
                  </a:lnTo>
                  <a:lnTo>
                    <a:pt x="268589" y="196850"/>
                  </a:lnTo>
                  <a:lnTo>
                    <a:pt x="259657" y="208280"/>
                  </a:lnTo>
                  <a:lnTo>
                    <a:pt x="328879" y="208280"/>
                  </a:lnTo>
                  <a:lnTo>
                    <a:pt x="348520" y="166370"/>
                  </a:lnTo>
                  <a:lnTo>
                    <a:pt x="357904" y="125730"/>
                  </a:lnTo>
                  <a:lnTo>
                    <a:pt x="359034" y="107950"/>
                  </a:lnTo>
                  <a:lnTo>
                    <a:pt x="359010" y="97790"/>
                  </a:lnTo>
                  <a:lnTo>
                    <a:pt x="358711" y="93980"/>
                  </a:lnTo>
                  <a:lnTo>
                    <a:pt x="357151" y="85090"/>
                  </a:lnTo>
                  <a:lnTo>
                    <a:pt x="355905" y="80010"/>
                  </a:lnTo>
                  <a:lnTo>
                    <a:pt x="354188" y="74930"/>
                  </a:lnTo>
                  <a:close/>
                </a:path>
                <a:path w="382905" h="328930">
                  <a:moveTo>
                    <a:pt x="235145" y="46990"/>
                  </a:moveTo>
                  <a:lnTo>
                    <a:pt x="146592" y="46990"/>
                  </a:lnTo>
                  <a:lnTo>
                    <a:pt x="150581" y="48260"/>
                  </a:lnTo>
                  <a:lnTo>
                    <a:pt x="158089" y="50800"/>
                  </a:lnTo>
                  <a:lnTo>
                    <a:pt x="174036" y="71120"/>
                  </a:lnTo>
                  <a:lnTo>
                    <a:pt x="174036" y="80010"/>
                  </a:lnTo>
                  <a:lnTo>
                    <a:pt x="145618" y="111760"/>
                  </a:lnTo>
                  <a:lnTo>
                    <a:pt x="135566" y="115570"/>
                  </a:lnTo>
                  <a:lnTo>
                    <a:pt x="221662" y="115570"/>
                  </a:lnTo>
                  <a:lnTo>
                    <a:pt x="238737" y="81280"/>
                  </a:lnTo>
                  <a:lnTo>
                    <a:pt x="239636" y="68580"/>
                  </a:lnTo>
                  <a:lnTo>
                    <a:pt x="239271" y="62230"/>
                  </a:lnTo>
                  <a:lnTo>
                    <a:pt x="237956" y="54610"/>
                  </a:lnTo>
                  <a:lnTo>
                    <a:pt x="235760" y="48260"/>
                  </a:lnTo>
                  <a:lnTo>
                    <a:pt x="235145" y="46990"/>
                  </a:lnTo>
                  <a:close/>
                </a:path>
                <a:path w="382905" h="328930">
                  <a:moveTo>
                    <a:pt x="142372" y="0"/>
                  </a:moveTo>
                  <a:lnTo>
                    <a:pt x="131351" y="1270"/>
                  </a:lnTo>
                  <a:lnTo>
                    <a:pt x="152935" y="1270"/>
                  </a:lnTo>
                  <a:lnTo>
                    <a:pt x="142372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5243695" y="2322035"/>
              <a:ext cx="566420" cy="770890"/>
            </a:xfrm>
            <a:custGeom>
              <a:avLst/>
              <a:gdLst/>
              <a:ahLst/>
              <a:cxnLst/>
              <a:rect l="l" t="t" r="r" b="b"/>
              <a:pathLst>
                <a:path w="566419" h="770889">
                  <a:moveTo>
                    <a:pt x="565975" y="0"/>
                  </a:moveTo>
                  <a:lnTo>
                    <a:pt x="488861" y="0"/>
                  </a:lnTo>
                  <a:lnTo>
                    <a:pt x="0" y="523481"/>
                  </a:lnTo>
                  <a:lnTo>
                    <a:pt x="0" y="696798"/>
                  </a:lnTo>
                  <a:lnTo>
                    <a:pt x="565975" y="90754"/>
                  </a:lnTo>
                  <a:lnTo>
                    <a:pt x="565975" y="0"/>
                  </a:lnTo>
                  <a:close/>
                </a:path>
                <a:path w="566419" h="770889">
                  <a:moveTo>
                    <a:pt x="565988" y="176758"/>
                  </a:moveTo>
                  <a:lnTo>
                    <a:pt x="11518" y="770470"/>
                  </a:lnTo>
                  <a:lnTo>
                    <a:pt x="77584" y="770470"/>
                  </a:lnTo>
                  <a:lnTo>
                    <a:pt x="565988" y="247484"/>
                  </a:lnTo>
                  <a:lnTo>
                    <a:pt x="565988" y="176758"/>
                  </a:lnTo>
                  <a:close/>
                </a:path>
              </a:pathLst>
            </a:custGeom>
            <a:solidFill>
              <a:srgbClr val="FFFFFF">
                <a:alpha val="4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5253131" y="2321196"/>
              <a:ext cx="561975" cy="767715"/>
            </a:xfrm>
            <a:custGeom>
              <a:avLst/>
              <a:gdLst/>
              <a:ahLst/>
              <a:cxnLst/>
              <a:rect l="l" t="t" r="r" b="b"/>
              <a:pathLst>
                <a:path w="561975" h="767714">
                  <a:moveTo>
                    <a:pt x="561564" y="0"/>
                  </a:moveTo>
                  <a:lnTo>
                    <a:pt x="0" y="0"/>
                  </a:lnTo>
                  <a:lnTo>
                    <a:pt x="0" y="16470"/>
                  </a:lnTo>
                  <a:lnTo>
                    <a:pt x="261" y="26794"/>
                  </a:lnTo>
                  <a:lnTo>
                    <a:pt x="533261" y="26794"/>
                  </a:lnTo>
                  <a:lnTo>
                    <a:pt x="533261" y="764269"/>
                  </a:lnTo>
                  <a:lnTo>
                    <a:pt x="554506" y="766640"/>
                  </a:lnTo>
                  <a:lnTo>
                    <a:pt x="561564" y="767599"/>
                  </a:lnTo>
                  <a:lnTo>
                    <a:pt x="561564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5233662" y="2308065"/>
              <a:ext cx="594360" cy="797560"/>
            </a:xfrm>
            <a:custGeom>
              <a:avLst/>
              <a:gdLst/>
              <a:ahLst/>
              <a:cxnLst/>
              <a:rect l="l" t="t" r="r" b="b"/>
              <a:pathLst>
                <a:path w="594359" h="797560">
                  <a:moveTo>
                    <a:pt x="594283" y="0"/>
                  </a:moveTo>
                  <a:lnTo>
                    <a:pt x="566000" y="0"/>
                  </a:lnTo>
                  <a:lnTo>
                    <a:pt x="566000" y="27940"/>
                  </a:lnTo>
                  <a:lnTo>
                    <a:pt x="566000" y="770890"/>
                  </a:lnTo>
                  <a:lnTo>
                    <a:pt x="28308" y="770890"/>
                  </a:lnTo>
                  <a:lnTo>
                    <a:pt x="28308" y="27940"/>
                  </a:lnTo>
                  <a:lnTo>
                    <a:pt x="566000" y="27940"/>
                  </a:lnTo>
                  <a:lnTo>
                    <a:pt x="566000" y="0"/>
                  </a:lnTo>
                  <a:lnTo>
                    <a:pt x="0" y="0"/>
                  </a:lnTo>
                  <a:lnTo>
                    <a:pt x="0" y="27940"/>
                  </a:lnTo>
                  <a:lnTo>
                    <a:pt x="0" y="770890"/>
                  </a:lnTo>
                  <a:lnTo>
                    <a:pt x="0" y="797560"/>
                  </a:lnTo>
                  <a:lnTo>
                    <a:pt x="594283" y="797560"/>
                  </a:lnTo>
                  <a:lnTo>
                    <a:pt x="594283" y="771042"/>
                  </a:lnTo>
                  <a:lnTo>
                    <a:pt x="594283" y="770890"/>
                  </a:lnTo>
                  <a:lnTo>
                    <a:pt x="594283" y="27940"/>
                  </a:lnTo>
                  <a:lnTo>
                    <a:pt x="594283" y="27368"/>
                  </a:lnTo>
                  <a:lnTo>
                    <a:pt x="594283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" name="object 131" descr=""/>
          <p:cNvGrpSpPr/>
          <p:nvPr/>
        </p:nvGrpSpPr>
        <p:grpSpPr>
          <a:xfrm>
            <a:off x="15253724" y="3247866"/>
            <a:ext cx="546100" cy="732790"/>
            <a:chOff x="15253724" y="3247866"/>
            <a:chExt cx="546100" cy="732790"/>
          </a:xfrm>
        </p:grpSpPr>
        <p:sp>
          <p:nvSpPr>
            <p:cNvPr id="132" name="object 132" descr=""/>
            <p:cNvSpPr/>
            <p:nvPr/>
          </p:nvSpPr>
          <p:spPr>
            <a:xfrm>
              <a:off x="15266729" y="3260560"/>
              <a:ext cx="520065" cy="708025"/>
            </a:xfrm>
            <a:custGeom>
              <a:avLst/>
              <a:gdLst/>
              <a:ahLst/>
              <a:cxnLst/>
              <a:rect l="l" t="t" r="r" b="b"/>
              <a:pathLst>
                <a:path w="520065" h="708025">
                  <a:moveTo>
                    <a:pt x="520005" y="0"/>
                  </a:moveTo>
                  <a:lnTo>
                    <a:pt x="0" y="0"/>
                  </a:lnTo>
                  <a:lnTo>
                    <a:pt x="0" y="707873"/>
                  </a:lnTo>
                  <a:lnTo>
                    <a:pt x="520005" y="707873"/>
                  </a:lnTo>
                  <a:lnTo>
                    <a:pt x="5200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5302948" y="3306810"/>
              <a:ext cx="436245" cy="624840"/>
            </a:xfrm>
            <a:custGeom>
              <a:avLst/>
              <a:gdLst/>
              <a:ahLst/>
              <a:cxnLst/>
              <a:rect l="l" t="t" r="r" b="b"/>
              <a:pathLst>
                <a:path w="436244" h="624839">
                  <a:moveTo>
                    <a:pt x="436143" y="0"/>
                  </a:moveTo>
                  <a:lnTo>
                    <a:pt x="0" y="0"/>
                  </a:lnTo>
                  <a:lnTo>
                    <a:pt x="0" y="624693"/>
                  </a:lnTo>
                  <a:lnTo>
                    <a:pt x="436143" y="624693"/>
                  </a:lnTo>
                  <a:lnTo>
                    <a:pt x="436143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5262924" y="3260565"/>
              <a:ext cx="520065" cy="708025"/>
            </a:xfrm>
            <a:custGeom>
              <a:avLst/>
              <a:gdLst/>
              <a:ahLst/>
              <a:cxnLst/>
              <a:rect l="l" t="t" r="r" b="b"/>
              <a:pathLst>
                <a:path w="520065" h="708025">
                  <a:moveTo>
                    <a:pt x="520014" y="162394"/>
                  </a:moveTo>
                  <a:lnTo>
                    <a:pt x="10591" y="707872"/>
                  </a:lnTo>
                  <a:lnTo>
                    <a:pt x="71285" y="707872"/>
                  </a:lnTo>
                  <a:lnTo>
                    <a:pt x="520014" y="227393"/>
                  </a:lnTo>
                  <a:lnTo>
                    <a:pt x="520014" y="162394"/>
                  </a:lnTo>
                  <a:close/>
                </a:path>
                <a:path w="520065" h="708025">
                  <a:moveTo>
                    <a:pt x="520014" y="0"/>
                  </a:moveTo>
                  <a:lnTo>
                    <a:pt x="449148" y="0"/>
                  </a:lnTo>
                  <a:lnTo>
                    <a:pt x="0" y="480949"/>
                  </a:lnTo>
                  <a:lnTo>
                    <a:pt x="0" y="640194"/>
                  </a:lnTo>
                  <a:lnTo>
                    <a:pt x="520014" y="83375"/>
                  </a:lnTo>
                  <a:lnTo>
                    <a:pt x="520014" y="0"/>
                  </a:lnTo>
                  <a:close/>
                </a:path>
              </a:pathLst>
            </a:custGeom>
            <a:solidFill>
              <a:srgbClr val="FFFFFF">
                <a:alpha val="4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5271600" y="3259791"/>
              <a:ext cx="516255" cy="705485"/>
            </a:xfrm>
            <a:custGeom>
              <a:avLst/>
              <a:gdLst/>
              <a:ahLst/>
              <a:cxnLst/>
              <a:rect l="l" t="t" r="r" b="b"/>
              <a:pathLst>
                <a:path w="516255" h="705485">
                  <a:moveTo>
                    <a:pt x="515942" y="0"/>
                  </a:moveTo>
                  <a:lnTo>
                    <a:pt x="0" y="0"/>
                  </a:lnTo>
                  <a:lnTo>
                    <a:pt x="0" y="15130"/>
                  </a:lnTo>
                  <a:lnTo>
                    <a:pt x="240" y="24617"/>
                  </a:lnTo>
                  <a:lnTo>
                    <a:pt x="489943" y="24617"/>
                  </a:lnTo>
                  <a:lnTo>
                    <a:pt x="489943" y="702188"/>
                  </a:lnTo>
                  <a:lnTo>
                    <a:pt x="509457" y="704362"/>
                  </a:lnTo>
                  <a:lnTo>
                    <a:pt x="515942" y="705245"/>
                  </a:lnTo>
                  <a:lnTo>
                    <a:pt x="515942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5253717" y="3247865"/>
              <a:ext cx="546100" cy="732790"/>
            </a:xfrm>
            <a:custGeom>
              <a:avLst/>
              <a:gdLst/>
              <a:ahLst/>
              <a:cxnLst/>
              <a:rect l="l" t="t" r="r" b="b"/>
              <a:pathLst>
                <a:path w="546100" h="732789">
                  <a:moveTo>
                    <a:pt x="480174" y="687209"/>
                  </a:moveTo>
                  <a:lnTo>
                    <a:pt x="446151" y="573620"/>
                  </a:lnTo>
                  <a:lnTo>
                    <a:pt x="422173" y="493585"/>
                  </a:lnTo>
                  <a:lnTo>
                    <a:pt x="372275" y="327012"/>
                  </a:lnTo>
                  <a:lnTo>
                    <a:pt x="322922" y="162242"/>
                  </a:lnTo>
                  <a:lnTo>
                    <a:pt x="314159" y="162242"/>
                  </a:lnTo>
                  <a:lnTo>
                    <a:pt x="314159" y="493585"/>
                  </a:lnTo>
                  <a:lnTo>
                    <a:pt x="219748" y="493585"/>
                  </a:lnTo>
                  <a:lnTo>
                    <a:pt x="265823" y="327012"/>
                  </a:lnTo>
                  <a:lnTo>
                    <a:pt x="268097" y="327012"/>
                  </a:lnTo>
                  <a:lnTo>
                    <a:pt x="314159" y="493585"/>
                  </a:lnTo>
                  <a:lnTo>
                    <a:pt x="314159" y="162242"/>
                  </a:lnTo>
                  <a:lnTo>
                    <a:pt x="211747" y="162242"/>
                  </a:lnTo>
                  <a:lnTo>
                    <a:pt x="54508" y="687209"/>
                  </a:lnTo>
                  <a:lnTo>
                    <a:pt x="166446" y="687209"/>
                  </a:lnTo>
                  <a:lnTo>
                    <a:pt x="197662" y="573620"/>
                  </a:lnTo>
                  <a:lnTo>
                    <a:pt x="336245" y="573620"/>
                  </a:lnTo>
                  <a:lnTo>
                    <a:pt x="367842" y="687209"/>
                  </a:lnTo>
                  <a:lnTo>
                    <a:pt x="480174" y="687209"/>
                  </a:lnTo>
                  <a:close/>
                </a:path>
                <a:path w="546100" h="732789">
                  <a:moveTo>
                    <a:pt x="546011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708660"/>
                  </a:lnTo>
                  <a:lnTo>
                    <a:pt x="0" y="732790"/>
                  </a:lnTo>
                  <a:lnTo>
                    <a:pt x="546011" y="732790"/>
                  </a:lnTo>
                  <a:lnTo>
                    <a:pt x="546011" y="708660"/>
                  </a:lnTo>
                  <a:lnTo>
                    <a:pt x="25996" y="708660"/>
                  </a:lnTo>
                  <a:lnTo>
                    <a:pt x="25996" y="25400"/>
                  </a:lnTo>
                  <a:lnTo>
                    <a:pt x="520001" y="25400"/>
                  </a:lnTo>
                  <a:lnTo>
                    <a:pt x="520001" y="708266"/>
                  </a:lnTo>
                  <a:lnTo>
                    <a:pt x="546011" y="708266"/>
                  </a:lnTo>
                  <a:lnTo>
                    <a:pt x="546011" y="25400"/>
                  </a:lnTo>
                  <a:lnTo>
                    <a:pt x="546011" y="25006"/>
                  </a:lnTo>
                  <a:lnTo>
                    <a:pt x="54601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7" name="object 137" descr=""/>
          <p:cNvGrpSpPr/>
          <p:nvPr/>
        </p:nvGrpSpPr>
        <p:grpSpPr>
          <a:xfrm>
            <a:off x="16857402" y="4275039"/>
            <a:ext cx="187960" cy="457200"/>
            <a:chOff x="16857402" y="4275039"/>
            <a:chExt cx="187960" cy="457200"/>
          </a:xfrm>
        </p:grpSpPr>
        <p:sp>
          <p:nvSpPr>
            <p:cNvPr id="138" name="object 138" descr=""/>
            <p:cNvSpPr/>
            <p:nvPr/>
          </p:nvSpPr>
          <p:spPr>
            <a:xfrm>
              <a:off x="16857403" y="4275039"/>
              <a:ext cx="187960" cy="457200"/>
            </a:xfrm>
            <a:custGeom>
              <a:avLst/>
              <a:gdLst/>
              <a:ahLst/>
              <a:cxnLst/>
              <a:rect l="l" t="t" r="r" b="b"/>
              <a:pathLst>
                <a:path w="187959" h="457200">
                  <a:moveTo>
                    <a:pt x="0" y="0"/>
                  </a:moveTo>
                  <a:lnTo>
                    <a:pt x="46616" y="452729"/>
                  </a:lnTo>
                  <a:lnTo>
                    <a:pt x="51223" y="456897"/>
                  </a:lnTo>
                  <a:lnTo>
                    <a:pt x="135346" y="457012"/>
                  </a:lnTo>
                  <a:lnTo>
                    <a:pt x="139974" y="452855"/>
                  </a:lnTo>
                  <a:lnTo>
                    <a:pt x="187774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6857402" y="4275040"/>
              <a:ext cx="187960" cy="24130"/>
            </a:xfrm>
            <a:custGeom>
              <a:avLst/>
              <a:gdLst/>
              <a:ahLst/>
              <a:cxnLst/>
              <a:rect l="l" t="t" r="r" b="b"/>
              <a:pathLst>
                <a:path w="187959" h="24129">
                  <a:moveTo>
                    <a:pt x="0" y="0"/>
                  </a:moveTo>
                  <a:lnTo>
                    <a:pt x="2450" y="23821"/>
                  </a:lnTo>
                  <a:lnTo>
                    <a:pt x="185261" y="24062"/>
                  </a:lnTo>
                  <a:lnTo>
                    <a:pt x="187774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6898861" y="4679374"/>
              <a:ext cx="104139" cy="52705"/>
            </a:xfrm>
            <a:custGeom>
              <a:avLst/>
              <a:gdLst/>
              <a:ahLst/>
              <a:cxnLst/>
              <a:rect l="l" t="t" r="r" b="b"/>
              <a:pathLst>
                <a:path w="104140" h="52704">
                  <a:moveTo>
                    <a:pt x="0" y="0"/>
                  </a:moveTo>
                  <a:lnTo>
                    <a:pt x="5015" y="48396"/>
                  </a:lnTo>
                  <a:lnTo>
                    <a:pt x="9654" y="52563"/>
                  </a:lnTo>
                  <a:lnTo>
                    <a:pt x="94311" y="52668"/>
                  </a:lnTo>
                  <a:lnTo>
                    <a:pt x="98970" y="48511"/>
                  </a:lnTo>
                  <a:lnTo>
                    <a:pt x="104112" y="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6900894" y="4697824"/>
              <a:ext cx="100330" cy="15240"/>
            </a:xfrm>
            <a:custGeom>
              <a:avLst/>
              <a:gdLst/>
              <a:ahLst/>
              <a:cxnLst/>
              <a:rect l="l" t="t" r="r" b="b"/>
              <a:pathLst>
                <a:path w="100330" h="15239">
                  <a:moveTo>
                    <a:pt x="99987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25400" y="2540"/>
                  </a:lnTo>
                  <a:lnTo>
                    <a:pt x="25400" y="11430"/>
                  </a:lnTo>
                  <a:lnTo>
                    <a:pt x="27787" y="11430"/>
                  </a:lnTo>
                  <a:lnTo>
                    <a:pt x="27787" y="15240"/>
                  </a:lnTo>
                  <a:lnTo>
                    <a:pt x="75069" y="15240"/>
                  </a:lnTo>
                  <a:lnTo>
                    <a:pt x="75069" y="11430"/>
                  </a:lnTo>
                  <a:lnTo>
                    <a:pt x="77419" y="11430"/>
                  </a:lnTo>
                  <a:lnTo>
                    <a:pt x="77419" y="2540"/>
                  </a:lnTo>
                  <a:lnTo>
                    <a:pt x="99987" y="2540"/>
                  </a:lnTo>
                  <a:lnTo>
                    <a:pt x="99987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2" name="object 142" descr=""/>
          <p:cNvGrpSpPr/>
          <p:nvPr/>
        </p:nvGrpSpPr>
        <p:grpSpPr>
          <a:xfrm>
            <a:off x="17303233" y="3823598"/>
            <a:ext cx="172720" cy="563245"/>
            <a:chOff x="17303233" y="3823598"/>
            <a:chExt cx="172720" cy="563245"/>
          </a:xfrm>
        </p:grpSpPr>
        <p:sp>
          <p:nvSpPr>
            <p:cNvPr id="143" name="object 143" descr=""/>
            <p:cNvSpPr/>
            <p:nvPr/>
          </p:nvSpPr>
          <p:spPr>
            <a:xfrm>
              <a:off x="17303233" y="3823598"/>
              <a:ext cx="112395" cy="563245"/>
            </a:xfrm>
            <a:custGeom>
              <a:avLst/>
              <a:gdLst/>
              <a:ahLst/>
              <a:cxnLst/>
              <a:rect l="l" t="t" r="r" b="b"/>
              <a:pathLst>
                <a:path w="112394" h="563245">
                  <a:moveTo>
                    <a:pt x="36910" y="0"/>
                  </a:moveTo>
                  <a:lnTo>
                    <a:pt x="25869" y="3065"/>
                  </a:lnTo>
                  <a:lnTo>
                    <a:pt x="14375" y="20235"/>
                  </a:lnTo>
                  <a:lnTo>
                    <a:pt x="3109" y="47498"/>
                  </a:lnTo>
                  <a:lnTo>
                    <a:pt x="0" y="76558"/>
                  </a:lnTo>
                  <a:lnTo>
                    <a:pt x="7359" y="104096"/>
                  </a:lnTo>
                  <a:lnTo>
                    <a:pt x="17450" y="133570"/>
                  </a:lnTo>
                  <a:lnTo>
                    <a:pt x="22533" y="168437"/>
                  </a:lnTo>
                  <a:lnTo>
                    <a:pt x="23671" y="203260"/>
                  </a:lnTo>
                  <a:lnTo>
                    <a:pt x="27996" y="232414"/>
                  </a:lnTo>
                  <a:lnTo>
                    <a:pt x="36872" y="259079"/>
                  </a:lnTo>
                  <a:lnTo>
                    <a:pt x="51663" y="286434"/>
                  </a:lnTo>
                  <a:lnTo>
                    <a:pt x="60390" y="320610"/>
                  </a:lnTo>
                  <a:lnTo>
                    <a:pt x="55915" y="361840"/>
                  </a:lnTo>
                  <a:lnTo>
                    <a:pt x="46887" y="404452"/>
                  </a:lnTo>
                  <a:lnTo>
                    <a:pt x="41956" y="442774"/>
                  </a:lnTo>
                  <a:lnTo>
                    <a:pt x="47988" y="476585"/>
                  </a:lnTo>
                  <a:lnTo>
                    <a:pt x="61076" y="508597"/>
                  </a:lnTo>
                  <a:lnTo>
                    <a:pt x="73708" y="537566"/>
                  </a:lnTo>
                  <a:lnTo>
                    <a:pt x="78374" y="562247"/>
                  </a:lnTo>
                  <a:lnTo>
                    <a:pt x="92028" y="562980"/>
                  </a:lnTo>
                  <a:lnTo>
                    <a:pt x="102960" y="562247"/>
                  </a:lnTo>
                  <a:lnTo>
                    <a:pt x="105207" y="550360"/>
                  </a:lnTo>
                  <a:lnTo>
                    <a:pt x="105721" y="526893"/>
                  </a:lnTo>
                  <a:lnTo>
                    <a:pt x="105383" y="496032"/>
                  </a:lnTo>
                  <a:lnTo>
                    <a:pt x="105075" y="461957"/>
                  </a:lnTo>
                  <a:lnTo>
                    <a:pt x="107960" y="423284"/>
                  </a:lnTo>
                  <a:lnTo>
                    <a:pt x="111767" y="379357"/>
                  </a:lnTo>
                  <a:lnTo>
                    <a:pt x="109223" y="335431"/>
                  </a:lnTo>
                  <a:lnTo>
                    <a:pt x="93054" y="296758"/>
                  </a:lnTo>
                  <a:lnTo>
                    <a:pt x="72075" y="266727"/>
                  </a:lnTo>
                  <a:lnTo>
                    <a:pt x="59732" y="242368"/>
                  </a:lnTo>
                  <a:lnTo>
                    <a:pt x="55675" y="219393"/>
                  </a:lnTo>
                  <a:lnTo>
                    <a:pt x="59558" y="193515"/>
                  </a:lnTo>
                  <a:lnTo>
                    <a:pt x="62403" y="169456"/>
                  </a:lnTo>
                  <a:lnTo>
                    <a:pt x="59110" y="151480"/>
                  </a:lnTo>
                  <a:lnTo>
                    <a:pt x="55146" y="134610"/>
                  </a:lnTo>
                  <a:lnTo>
                    <a:pt x="55977" y="113873"/>
                  </a:lnTo>
                  <a:lnTo>
                    <a:pt x="59097" y="89513"/>
                  </a:lnTo>
                  <a:lnTo>
                    <a:pt x="58475" y="65015"/>
                  </a:lnTo>
                  <a:lnTo>
                    <a:pt x="54314" y="40240"/>
                  </a:lnTo>
                  <a:lnTo>
                    <a:pt x="46815" y="15049"/>
                  </a:lnTo>
                  <a:lnTo>
                    <a:pt x="36910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400722" y="4271540"/>
              <a:ext cx="75114" cy="114524"/>
            </a:xfrm>
            <a:prstGeom prst="rect">
              <a:avLst/>
            </a:prstGeom>
          </p:spPr>
        </p:pic>
      </p:grpSp>
      <p:grpSp>
        <p:nvGrpSpPr>
          <p:cNvPr id="145" name="object 145" descr=""/>
          <p:cNvGrpSpPr/>
          <p:nvPr/>
        </p:nvGrpSpPr>
        <p:grpSpPr>
          <a:xfrm>
            <a:off x="17596473" y="3865288"/>
            <a:ext cx="185420" cy="521334"/>
            <a:chOff x="17596473" y="3865288"/>
            <a:chExt cx="185420" cy="521334"/>
          </a:xfrm>
        </p:grpSpPr>
        <p:pic>
          <p:nvPicPr>
            <p:cNvPr id="146" name="object 14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631677" y="4188692"/>
              <a:ext cx="150098" cy="197482"/>
            </a:xfrm>
            <a:prstGeom prst="rect">
              <a:avLst/>
            </a:prstGeom>
          </p:spPr>
        </p:pic>
        <p:sp>
          <p:nvSpPr>
            <p:cNvPr id="147" name="object 147" descr=""/>
            <p:cNvSpPr/>
            <p:nvPr/>
          </p:nvSpPr>
          <p:spPr>
            <a:xfrm>
              <a:off x="17596473" y="3865288"/>
              <a:ext cx="176530" cy="514984"/>
            </a:xfrm>
            <a:custGeom>
              <a:avLst/>
              <a:gdLst/>
              <a:ahLst/>
              <a:cxnLst/>
              <a:rect l="l" t="t" r="r" b="b"/>
              <a:pathLst>
                <a:path w="176530" h="514985">
                  <a:moveTo>
                    <a:pt x="66586" y="0"/>
                  </a:moveTo>
                  <a:lnTo>
                    <a:pt x="59038" y="8642"/>
                  </a:lnTo>
                  <a:lnTo>
                    <a:pt x="52019" y="23508"/>
                  </a:lnTo>
                  <a:lnTo>
                    <a:pt x="48996" y="44698"/>
                  </a:lnTo>
                  <a:lnTo>
                    <a:pt x="55534" y="71902"/>
                  </a:lnTo>
                  <a:lnTo>
                    <a:pt x="68705" y="100350"/>
                  </a:lnTo>
                  <a:lnTo>
                    <a:pt x="85578" y="125274"/>
                  </a:lnTo>
                  <a:lnTo>
                    <a:pt x="97813" y="146173"/>
                  </a:lnTo>
                  <a:lnTo>
                    <a:pt x="100146" y="167175"/>
                  </a:lnTo>
                  <a:lnTo>
                    <a:pt x="94283" y="190456"/>
                  </a:lnTo>
                  <a:lnTo>
                    <a:pt x="81934" y="218193"/>
                  </a:lnTo>
                  <a:lnTo>
                    <a:pt x="69734" y="249185"/>
                  </a:lnTo>
                  <a:lnTo>
                    <a:pt x="59409" y="281111"/>
                  </a:lnTo>
                  <a:lnTo>
                    <a:pt x="45326" y="314488"/>
                  </a:lnTo>
                  <a:lnTo>
                    <a:pt x="21852" y="349833"/>
                  </a:lnTo>
                  <a:lnTo>
                    <a:pt x="7170" y="387688"/>
                  </a:lnTo>
                  <a:lnTo>
                    <a:pt x="10926" y="427822"/>
                  </a:lnTo>
                  <a:lnTo>
                    <a:pt x="14681" y="469614"/>
                  </a:lnTo>
                  <a:lnTo>
                    <a:pt x="0" y="512446"/>
                  </a:lnTo>
                  <a:lnTo>
                    <a:pt x="9109" y="514655"/>
                  </a:lnTo>
                  <a:lnTo>
                    <a:pt x="48345" y="489800"/>
                  </a:lnTo>
                  <a:lnTo>
                    <a:pt x="67369" y="443862"/>
                  </a:lnTo>
                  <a:lnTo>
                    <a:pt x="63429" y="419905"/>
                  </a:lnTo>
                  <a:lnTo>
                    <a:pt x="67052" y="394328"/>
                  </a:lnTo>
                  <a:lnTo>
                    <a:pt x="79028" y="366691"/>
                  </a:lnTo>
                  <a:lnTo>
                    <a:pt x="120717" y="307383"/>
                  </a:lnTo>
                  <a:lnTo>
                    <a:pt x="133605" y="281528"/>
                  </a:lnTo>
                  <a:lnTo>
                    <a:pt x="143419" y="256915"/>
                  </a:lnTo>
                  <a:lnTo>
                    <a:pt x="154770" y="231470"/>
                  </a:lnTo>
                  <a:lnTo>
                    <a:pt x="166349" y="209223"/>
                  </a:lnTo>
                  <a:lnTo>
                    <a:pt x="173628" y="190401"/>
                  </a:lnTo>
                  <a:lnTo>
                    <a:pt x="176403" y="167175"/>
                  </a:lnTo>
                  <a:lnTo>
                    <a:pt x="174486" y="131913"/>
                  </a:lnTo>
                  <a:lnTo>
                    <a:pt x="168231" y="94044"/>
                  </a:lnTo>
                  <a:lnTo>
                    <a:pt x="156575" y="65405"/>
                  </a:lnTo>
                  <a:lnTo>
                    <a:pt x="137173" y="41536"/>
                  </a:lnTo>
                  <a:lnTo>
                    <a:pt x="107682" y="17979"/>
                  </a:lnTo>
                  <a:lnTo>
                    <a:pt x="80767" y="1729"/>
                  </a:lnTo>
                  <a:lnTo>
                    <a:pt x="66586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8" name="object 14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230928" y="4073529"/>
            <a:ext cx="140437" cy="155974"/>
          </a:xfrm>
          <a:prstGeom prst="rect">
            <a:avLst/>
          </a:prstGeom>
        </p:spPr>
      </p:pic>
      <p:pic>
        <p:nvPicPr>
          <p:cNvPr id="149" name="object 14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338575" y="3878975"/>
            <a:ext cx="91237" cy="69839"/>
          </a:xfrm>
          <a:prstGeom prst="rect">
            <a:avLst/>
          </a:prstGeom>
        </p:spPr>
      </p:pic>
      <p:grpSp>
        <p:nvGrpSpPr>
          <p:cNvPr id="150" name="object 150" descr=""/>
          <p:cNvGrpSpPr/>
          <p:nvPr/>
        </p:nvGrpSpPr>
        <p:grpSpPr>
          <a:xfrm>
            <a:off x="17477511" y="3714014"/>
            <a:ext cx="155575" cy="669925"/>
            <a:chOff x="17477511" y="3714014"/>
            <a:chExt cx="155575" cy="669925"/>
          </a:xfrm>
        </p:grpSpPr>
        <p:sp>
          <p:nvSpPr>
            <p:cNvPr id="151" name="object 151" descr=""/>
            <p:cNvSpPr/>
            <p:nvPr/>
          </p:nvSpPr>
          <p:spPr>
            <a:xfrm>
              <a:off x="17493320" y="3714014"/>
              <a:ext cx="136525" cy="669290"/>
            </a:xfrm>
            <a:custGeom>
              <a:avLst/>
              <a:gdLst/>
              <a:ahLst/>
              <a:cxnLst/>
              <a:rect l="l" t="t" r="r" b="b"/>
              <a:pathLst>
                <a:path w="136525" h="669289">
                  <a:moveTo>
                    <a:pt x="88584" y="0"/>
                  </a:moveTo>
                  <a:lnTo>
                    <a:pt x="79945" y="15211"/>
                  </a:lnTo>
                  <a:lnTo>
                    <a:pt x="75458" y="51162"/>
                  </a:lnTo>
                  <a:lnTo>
                    <a:pt x="70395" y="95823"/>
                  </a:lnTo>
                  <a:lnTo>
                    <a:pt x="60030" y="137168"/>
                  </a:lnTo>
                  <a:lnTo>
                    <a:pt x="48156" y="172015"/>
                  </a:lnTo>
                  <a:lnTo>
                    <a:pt x="41528" y="206861"/>
                  </a:lnTo>
                  <a:lnTo>
                    <a:pt x="39910" y="244194"/>
                  </a:lnTo>
                  <a:lnTo>
                    <a:pt x="43067" y="286504"/>
                  </a:lnTo>
                  <a:lnTo>
                    <a:pt x="45170" y="325454"/>
                  </a:lnTo>
                  <a:lnTo>
                    <a:pt x="40787" y="357489"/>
                  </a:lnTo>
                  <a:lnTo>
                    <a:pt x="30260" y="392292"/>
                  </a:lnTo>
                  <a:lnTo>
                    <a:pt x="13927" y="439546"/>
                  </a:lnTo>
                  <a:lnTo>
                    <a:pt x="2898" y="486589"/>
                  </a:lnTo>
                  <a:lnTo>
                    <a:pt x="0" y="535248"/>
                  </a:lnTo>
                  <a:lnTo>
                    <a:pt x="4618" y="582902"/>
                  </a:lnTo>
                  <a:lnTo>
                    <a:pt x="16142" y="626927"/>
                  </a:lnTo>
                  <a:lnTo>
                    <a:pt x="33958" y="664702"/>
                  </a:lnTo>
                  <a:lnTo>
                    <a:pt x="63802" y="669163"/>
                  </a:lnTo>
                  <a:lnTo>
                    <a:pt x="68281" y="668147"/>
                  </a:lnTo>
                  <a:lnTo>
                    <a:pt x="68859" y="658342"/>
                  </a:lnTo>
                  <a:lnTo>
                    <a:pt x="70786" y="637305"/>
                  </a:lnTo>
                  <a:lnTo>
                    <a:pt x="69639" y="609286"/>
                  </a:lnTo>
                  <a:lnTo>
                    <a:pt x="49964" y="539942"/>
                  </a:lnTo>
                  <a:lnTo>
                    <a:pt x="45746" y="491288"/>
                  </a:lnTo>
                  <a:lnTo>
                    <a:pt x="50063" y="441182"/>
                  </a:lnTo>
                  <a:lnTo>
                    <a:pt x="64637" y="398228"/>
                  </a:lnTo>
                  <a:lnTo>
                    <a:pt x="83085" y="364733"/>
                  </a:lnTo>
                  <a:lnTo>
                    <a:pt x="96765" y="335176"/>
                  </a:lnTo>
                  <a:lnTo>
                    <a:pt x="104008" y="306451"/>
                  </a:lnTo>
                  <a:lnTo>
                    <a:pt x="103149" y="275447"/>
                  </a:lnTo>
                  <a:lnTo>
                    <a:pt x="100487" y="245976"/>
                  </a:lnTo>
                  <a:lnTo>
                    <a:pt x="103683" y="218892"/>
                  </a:lnTo>
                  <a:lnTo>
                    <a:pt x="113138" y="186623"/>
                  </a:lnTo>
                  <a:lnTo>
                    <a:pt x="129253" y="141597"/>
                  </a:lnTo>
                  <a:lnTo>
                    <a:pt x="136211" y="88982"/>
                  </a:lnTo>
                  <a:lnTo>
                    <a:pt x="124849" y="43418"/>
                  </a:lnTo>
                  <a:lnTo>
                    <a:pt x="105521" y="11544"/>
                  </a:lnTo>
                  <a:lnTo>
                    <a:pt x="88584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2" name="object 15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30722" y="4099993"/>
              <a:ext cx="102156" cy="211368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477511" y="3957523"/>
              <a:ext cx="77216" cy="105314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17521105" y="3714014"/>
              <a:ext cx="108585" cy="669925"/>
            </a:xfrm>
            <a:custGeom>
              <a:avLst/>
              <a:gdLst/>
              <a:ahLst/>
              <a:cxnLst/>
              <a:rect l="l" t="t" r="r" b="b"/>
              <a:pathLst>
                <a:path w="108584" h="669925">
                  <a:moveTo>
                    <a:pt x="60798" y="0"/>
                  </a:moveTo>
                  <a:lnTo>
                    <a:pt x="57688" y="209"/>
                  </a:lnTo>
                  <a:lnTo>
                    <a:pt x="55437" y="3560"/>
                  </a:lnTo>
                  <a:lnTo>
                    <a:pt x="53688" y="9182"/>
                  </a:lnTo>
                  <a:lnTo>
                    <a:pt x="57212" y="57146"/>
                  </a:lnTo>
                  <a:lnTo>
                    <a:pt x="64645" y="96316"/>
                  </a:lnTo>
                  <a:lnTo>
                    <a:pt x="66948" y="130853"/>
                  </a:lnTo>
                  <a:lnTo>
                    <a:pt x="55081" y="164916"/>
                  </a:lnTo>
                  <a:lnTo>
                    <a:pt x="38092" y="200062"/>
                  </a:lnTo>
                  <a:lnTo>
                    <a:pt x="32498" y="232397"/>
                  </a:lnTo>
                  <a:lnTo>
                    <a:pt x="34549" y="267381"/>
                  </a:lnTo>
                  <a:lnTo>
                    <a:pt x="40495" y="310472"/>
                  </a:lnTo>
                  <a:lnTo>
                    <a:pt x="41462" y="353064"/>
                  </a:lnTo>
                  <a:lnTo>
                    <a:pt x="33434" y="388975"/>
                  </a:lnTo>
                  <a:lnTo>
                    <a:pt x="19950" y="427300"/>
                  </a:lnTo>
                  <a:lnTo>
                    <a:pt x="4548" y="477137"/>
                  </a:lnTo>
                  <a:lnTo>
                    <a:pt x="0" y="528621"/>
                  </a:lnTo>
                  <a:lnTo>
                    <a:pt x="6952" y="581101"/>
                  </a:lnTo>
                  <a:lnTo>
                    <a:pt x="18089" y="629338"/>
                  </a:lnTo>
                  <a:lnTo>
                    <a:pt x="26098" y="668094"/>
                  </a:lnTo>
                  <a:lnTo>
                    <a:pt x="34192" y="669236"/>
                  </a:lnTo>
                  <a:lnTo>
                    <a:pt x="41458" y="669853"/>
                  </a:lnTo>
                  <a:lnTo>
                    <a:pt x="40495" y="668147"/>
                  </a:lnTo>
                  <a:lnTo>
                    <a:pt x="41073" y="658342"/>
                  </a:lnTo>
                  <a:lnTo>
                    <a:pt x="43000" y="637305"/>
                  </a:lnTo>
                  <a:lnTo>
                    <a:pt x="41853" y="609286"/>
                  </a:lnTo>
                  <a:lnTo>
                    <a:pt x="22178" y="539946"/>
                  </a:lnTo>
                  <a:lnTo>
                    <a:pt x="17960" y="491292"/>
                  </a:lnTo>
                  <a:lnTo>
                    <a:pt x="22277" y="441184"/>
                  </a:lnTo>
                  <a:lnTo>
                    <a:pt x="36851" y="398228"/>
                  </a:lnTo>
                  <a:lnTo>
                    <a:pt x="55299" y="364733"/>
                  </a:lnTo>
                  <a:lnTo>
                    <a:pt x="68978" y="335176"/>
                  </a:lnTo>
                  <a:lnTo>
                    <a:pt x="76222" y="306451"/>
                  </a:lnTo>
                  <a:lnTo>
                    <a:pt x="75363" y="275447"/>
                  </a:lnTo>
                  <a:lnTo>
                    <a:pt x="72701" y="245976"/>
                  </a:lnTo>
                  <a:lnTo>
                    <a:pt x="75897" y="218892"/>
                  </a:lnTo>
                  <a:lnTo>
                    <a:pt x="85352" y="186623"/>
                  </a:lnTo>
                  <a:lnTo>
                    <a:pt x="101467" y="141597"/>
                  </a:lnTo>
                  <a:lnTo>
                    <a:pt x="108425" y="88982"/>
                  </a:lnTo>
                  <a:lnTo>
                    <a:pt x="97063" y="43418"/>
                  </a:lnTo>
                  <a:lnTo>
                    <a:pt x="77735" y="11544"/>
                  </a:lnTo>
                  <a:lnTo>
                    <a:pt x="60798" y="0"/>
                  </a:lnTo>
                  <a:close/>
                </a:path>
              </a:pathLst>
            </a:custGeom>
            <a:solidFill>
              <a:srgbClr val="9BCF6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5" name="object 155" descr=""/>
          <p:cNvGrpSpPr/>
          <p:nvPr/>
        </p:nvGrpSpPr>
        <p:grpSpPr>
          <a:xfrm>
            <a:off x="17231684" y="3825341"/>
            <a:ext cx="244475" cy="561340"/>
            <a:chOff x="17231684" y="3825341"/>
            <a:chExt cx="244475" cy="561340"/>
          </a:xfrm>
        </p:grpSpPr>
        <p:sp>
          <p:nvSpPr>
            <p:cNvPr id="156" name="object 156" descr=""/>
            <p:cNvSpPr/>
            <p:nvPr/>
          </p:nvSpPr>
          <p:spPr>
            <a:xfrm>
              <a:off x="17332843" y="3825341"/>
              <a:ext cx="82550" cy="561340"/>
            </a:xfrm>
            <a:custGeom>
              <a:avLst/>
              <a:gdLst/>
              <a:ahLst/>
              <a:cxnLst/>
              <a:rect l="l" t="t" r="r" b="b"/>
              <a:pathLst>
                <a:path w="82550" h="561339">
                  <a:moveTo>
                    <a:pt x="9725" y="0"/>
                  </a:moveTo>
                  <a:lnTo>
                    <a:pt x="1635" y="51556"/>
                  </a:lnTo>
                  <a:lnTo>
                    <a:pt x="0" y="75876"/>
                  </a:lnTo>
                  <a:lnTo>
                    <a:pt x="3307" y="94269"/>
                  </a:lnTo>
                  <a:lnTo>
                    <a:pt x="10881" y="116451"/>
                  </a:lnTo>
                  <a:lnTo>
                    <a:pt x="14605" y="140168"/>
                  </a:lnTo>
                  <a:lnTo>
                    <a:pt x="14795" y="163045"/>
                  </a:lnTo>
                  <a:lnTo>
                    <a:pt x="9022" y="200472"/>
                  </a:lnTo>
                  <a:lnTo>
                    <a:pt x="11589" y="220779"/>
                  </a:lnTo>
                  <a:lnTo>
                    <a:pt x="22080" y="245926"/>
                  </a:lnTo>
                  <a:lnTo>
                    <a:pt x="43106" y="278211"/>
                  </a:lnTo>
                  <a:lnTo>
                    <a:pt x="60827" y="310386"/>
                  </a:lnTo>
                  <a:lnTo>
                    <a:pt x="63746" y="338619"/>
                  </a:lnTo>
                  <a:lnTo>
                    <a:pt x="58012" y="370348"/>
                  </a:lnTo>
                  <a:lnTo>
                    <a:pt x="49776" y="413013"/>
                  </a:lnTo>
                  <a:lnTo>
                    <a:pt x="47639" y="456093"/>
                  </a:lnTo>
                  <a:lnTo>
                    <a:pt x="51352" y="493122"/>
                  </a:lnTo>
                  <a:lnTo>
                    <a:pt x="55348" y="527019"/>
                  </a:lnTo>
                  <a:lnTo>
                    <a:pt x="54059" y="560705"/>
                  </a:lnTo>
                  <a:lnTo>
                    <a:pt x="66687" y="560956"/>
                  </a:lnTo>
                  <a:lnTo>
                    <a:pt x="73346" y="560506"/>
                  </a:lnTo>
                  <a:lnTo>
                    <a:pt x="75600" y="548618"/>
                  </a:lnTo>
                  <a:lnTo>
                    <a:pt x="76117" y="525151"/>
                  </a:lnTo>
                  <a:lnTo>
                    <a:pt x="75472" y="460205"/>
                  </a:lnTo>
                  <a:lnTo>
                    <a:pt x="78357" y="421539"/>
                  </a:lnTo>
                  <a:lnTo>
                    <a:pt x="82163" y="377615"/>
                  </a:lnTo>
                  <a:lnTo>
                    <a:pt x="79615" y="333689"/>
                  </a:lnTo>
                  <a:lnTo>
                    <a:pt x="63441" y="295017"/>
                  </a:lnTo>
                  <a:lnTo>
                    <a:pt x="42462" y="264986"/>
                  </a:lnTo>
                  <a:lnTo>
                    <a:pt x="30119" y="240627"/>
                  </a:lnTo>
                  <a:lnTo>
                    <a:pt x="26062" y="217652"/>
                  </a:lnTo>
                  <a:lnTo>
                    <a:pt x="29944" y="191774"/>
                  </a:lnTo>
                  <a:lnTo>
                    <a:pt x="32794" y="167710"/>
                  </a:lnTo>
                  <a:lnTo>
                    <a:pt x="29501" y="149733"/>
                  </a:lnTo>
                  <a:lnTo>
                    <a:pt x="25534" y="132863"/>
                  </a:lnTo>
                  <a:lnTo>
                    <a:pt x="26363" y="112122"/>
                  </a:lnTo>
                  <a:lnTo>
                    <a:pt x="29483" y="87762"/>
                  </a:lnTo>
                  <a:lnTo>
                    <a:pt x="28862" y="63265"/>
                  </a:lnTo>
                  <a:lnTo>
                    <a:pt x="24701" y="38492"/>
                  </a:lnTo>
                  <a:lnTo>
                    <a:pt x="17201" y="13308"/>
                  </a:lnTo>
                  <a:lnTo>
                    <a:pt x="14866" y="6795"/>
                  </a:lnTo>
                  <a:lnTo>
                    <a:pt x="12353" y="2471"/>
                  </a:lnTo>
                  <a:lnTo>
                    <a:pt x="9725" y="0"/>
                  </a:lnTo>
                  <a:close/>
                </a:path>
              </a:pathLst>
            </a:custGeom>
            <a:solidFill>
              <a:srgbClr val="9BCF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231684" y="4073530"/>
              <a:ext cx="139474" cy="155764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17367961" y="3878979"/>
              <a:ext cx="107950" cy="507365"/>
            </a:xfrm>
            <a:custGeom>
              <a:avLst/>
              <a:gdLst/>
              <a:ahLst/>
              <a:cxnLst/>
              <a:rect l="l" t="t" r="r" b="b"/>
              <a:pathLst>
                <a:path w="107950" h="507364">
                  <a:moveTo>
                    <a:pt x="61849" y="28625"/>
                  </a:moveTo>
                  <a:lnTo>
                    <a:pt x="52514" y="14389"/>
                  </a:lnTo>
                  <a:lnTo>
                    <a:pt x="41249" y="4292"/>
                  </a:lnTo>
                  <a:lnTo>
                    <a:pt x="30518" y="0"/>
                  </a:lnTo>
                  <a:lnTo>
                    <a:pt x="22745" y="3187"/>
                  </a:lnTo>
                  <a:lnTo>
                    <a:pt x="40538" y="16916"/>
                  </a:lnTo>
                  <a:lnTo>
                    <a:pt x="44348" y="32816"/>
                  </a:lnTo>
                  <a:lnTo>
                    <a:pt x="14312" y="63906"/>
                  </a:lnTo>
                  <a:lnTo>
                    <a:pt x="0" y="70294"/>
                  </a:lnTo>
                  <a:lnTo>
                    <a:pt x="24917" y="66395"/>
                  </a:lnTo>
                  <a:lnTo>
                    <a:pt x="46558" y="56121"/>
                  </a:lnTo>
                  <a:lnTo>
                    <a:pt x="60375" y="42506"/>
                  </a:lnTo>
                  <a:lnTo>
                    <a:pt x="61849" y="28625"/>
                  </a:lnTo>
                  <a:close/>
                </a:path>
                <a:path w="107950" h="507364">
                  <a:moveTo>
                    <a:pt x="107873" y="461352"/>
                  </a:moveTo>
                  <a:lnTo>
                    <a:pt x="101041" y="422986"/>
                  </a:lnTo>
                  <a:lnTo>
                    <a:pt x="65189" y="394131"/>
                  </a:lnTo>
                  <a:lnTo>
                    <a:pt x="55524" y="392569"/>
                  </a:lnTo>
                  <a:lnTo>
                    <a:pt x="60401" y="414007"/>
                  </a:lnTo>
                  <a:lnTo>
                    <a:pt x="70307" y="430174"/>
                  </a:lnTo>
                  <a:lnTo>
                    <a:pt x="76733" y="446824"/>
                  </a:lnTo>
                  <a:lnTo>
                    <a:pt x="59436" y="490740"/>
                  </a:lnTo>
                  <a:lnTo>
                    <a:pt x="48666" y="507212"/>
                  </a:lnTo>
                  <a:lnTo>
                    <a:pt x="56261" y="507034"/>
                  </a:lnTo>
                  <a:lnTo>
                    <a:pt x="60071" y="504291"/>
                  </a:lnTo>
                  <a:lnTo>
                    <a:pt x="94640" y="484047"/>
                  </a:lnTo>
                  <a:lnTo>
                    <a:pt x="107873" y="461352"/>
                  </a:lnTo>
                  <a:close/>
                </a:path>
              </a:pathLst>
            </a:custGeom>
            <a:solidFill>
              <a:srgbClr val="9BCF6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9" name="object 159" descr=""/>
          <p:cNvGrpSpPr/>
          <p:nvPr/>
        </p:nvGrpSpPr>
        <p:grpSpPr>
          <a:xfrm>
            <a:off x="17310591" y="3864509"/>
            <a:ext cx="471805" cy="862965"/>
            <a:chOff x="17310591" y="3864509"/>
            <a:chExt cx="471805" cy="862965"/>
          </a:xfrm>
        </p:grpSpPr>
        <p:pic>
          <p:nvPicPr>
            <p:cNvPr id="160" name="object 16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543054" y="4099968"/>
              <a:ext cx="89826" cy="204862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675669" y="4186717"/>
              <a:ext cx="106105" cy="187125"/>
            </a:xfrm>
            <a:prstGeom prst="rect">
              <a:avLst/>
            </a:prstGeom>
          </p:spPr>
        </p:pic>
        <p:sp>
          <p:nvSpPr>
            <p:cNvPr id="162" name="object 162" descr=""/>
            <p:cNvSpPr/>
            <p:nvPr/>
          </p:nvSpPr>
          <p:spPr>
            <a:xfrm>
              <a:off x="17498060" y="3864514"/>
              <a:ext cx="274955" cy="513715"/>
            </a:xfrm>
            <a:custGeom>
              <a:avLst/>
              <a:gdLst/>
              <a:ahLst/>
              <a:cxnLst/>
              <a:rect l="l" t="t" r="r" b="b"/>
              <a:pathLst>
                <a:path w="274955" h="513714">
                  <a:moveTo>
                    <a:pt x="56997" y="172770"/>
                  </a:moveTo>
                  <a:lnTo>
                    <a:pt x="55499" y="167982"/>
                  </a:lnTo>
                  <a:lnTo>
                    <a:pt x="50660" y="164414"/>
                  </a:lnTo>
                  <a:lnTo>
                    <a:pt x="27139" y="153085"/>
                  </a:lnTo>
                  <a:lnTo>
                    <a:pt x="18084" y="138277"/>
                  </a:lnTo>
                  <a:lnTo>
                    <a:pt x="15544" y="120484"/>
                  </a:lnTo>
                  <a:lnTo>
                    <a:pt x="11607" y="100241"/>
                  </a:lnTo>
                  <a:lnTo>
                    <a:pt x="9626" y="94424"/>
                  </a:lnTo>
                  <a:lnTo>
                    <a:pt x="5092" y="92354"/>
                  </a:lnTo>
                  <a:lnTo>
                    <a:pt x="0" y="93167"/>
                  </a:lnTo>
                  <a:lnTo>
                    <a:pt x="2895" y="107569"/>
                  </a:lnTo>
                  <a:lnTo>
                    <a:pt x="7416" y="135572"/>
                  </a:lnTo>
                  <a:lnTo>
                    <a:pt x="10502" y="149847"/>
                  </a:lnTo>
                  <a:lnTo>
                    <a:pt x="16687" y="158902"/>
                  </a:lnTo>
                  <a:lnTo>
                    <a:pt x="28143" y="165658"/>
                  </a:lnTo>
                  <a:lnTo>
                    <a:pt x="42341" y="171462"/>
                  </a:lnTo>
                  <a:lnTo>
                    <a:pt x="56807" y="177647"/>
                  </a:lnTo>
                  <a:lnTo>
                    <a:pt x="56997" y="172770"/>
                  </a:lnTo>
                  <a:close/>
                </a:path>
                <a:path w="274955" h="513714">
                  <a:moveTo>
                    <a:pt x="274815" y="168008"/>
                  </a:moveTo>
                  <a:lnTo>
                    <a:pt x="266636" y="94818"/>
                  </a:lnTo>
                  <a:lnTo>
                    <a:pt x="235585" y="42316"/>
                  </a:lnTo>
                  <a:lnTo>
                    <a:pt x="193344" y="10210"/>
                  </a:lnTo>
                  <a:lnTo>
                    <a:pt x="169418" y="0"/>
                  </a:lnTo>
                  <a:lnTo>
                    <a:pt x="183273" y="41490"/>
                  </a:lnTo>
                  <a:lnTo>
                    <a:pt x="207860" y="78651"/>
                  </a:lnTo>
                  <a:lnTo>
                    <a:pt x="230073" y="119811"/>
                  </a:lnTo>
                  <a:lnTo>
                    <a:pt x="236753" y="173316"/>
                  </a:lnTo>
                  <a:lnTo>
                    <a:pt x="228295" y="229006"/>
                  </a:lnTo>
                  <a:lnTo>
                    <a:pt x="214033" y="274243"/>
                  </a:lnTo>
                  <a:lnTo>
                    <a:pt x="194284" y="313626"/>
                  </a:lnTo>
                  <a:lnTo>
                    <a:pt x="169418" y="351713"/>
                  </a:lnTo>
                  <a:lnTo>
                    <a:pt x="147116" y="383311"/>
                  </a:lnTo>
                  <a:lnTo>
                    <a:pt x="134366" y="404190"/>
                  </a:lnTo>
                  <a:lnTo>
                    <a:pt x="130505" y="420471"/>
                  </a:lnTo>
                  <a:lnTo>
                    <a:pt x="134823" y="438251"/>
                  </a:lnTo>
                  <a:lnTo>
                    <a:pt x="137287" y="455053"/>
                  </a:lnTo>
                  <a:lnTo>
                    <a:pt x="134137" y="474776"/>
                  </a:lnTo>
                  <a:lnTo>
                    <a:pt x="126936" y="495096"/>
                  </a:lnTo>
                  <a:lnTo>
                    <a:pt x="117271" y="513664"/>
                  </a:lnTo>
                  <a:lnTo>
                    <a:pt x="120256" y="513219"/>
                  </a:lnTo>
                  <a:lnTo>
                    <a:pt x="152171" y="491045"/>
                  </a:lnTo>
                  <a:lnTo>
                    <a:pt x="167551" y="476504"/>
                  </a:lnTo>
                  <a:lnTo>
                    <a:pt x="170662" y="463181"/>
                  </a:lnTo>
                  <a:lnTo>
                    <a:pt x="165773" y="444639"/>
                  </a:lnTo>
                  <a:lnTo>
                    <a:pt x="161836" y="420674"/>
                  </a:lnTo>
                  <a:lnTo>
                    <a:pt x="165455" y="395109"/>
                  </a:lnTo>
                  <a:lnTo>
                    <a:pt x="177431" y="367474"/>
                  </a:lnTo>
                  <a:lnTo>
                    <a:pt x="219125" y="308165"/>
                  </a:lnTo>
                  <a:lnTo>
                    <a:pt x="232016" y="282308"/>
                  </a:lnTo>
                  <a:lnTo>
                    <a:pt x="241820" y="257695"/>
                  </a:lnTo>
                  <a:lnTo>
                    <a:pt x="253174" y="232257"/>
                  </a:lnTo>
                  <a:lnTo>
                    <a:pt x="264756" y="210007"/>
                  </a:lnTo>
                  <a:lnTo>
                    <a:pt x="272034" y="191185"/>
                  </a:lnTo>
                  <a:lnTo>
                    <a:pt x="274815" y="168008"/>
                  </a:lnTo>
                  <a:close/>
                </a:path>
              </a:pathLst>
            </a:custGeom>
            <a:solidFill>
              <a:srgbClr val="9BCF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310591" y="4365775"/>
              <a:ext cx="418186" cy="361454"/>
            </a:xfrm>
            <a:prstGeom prst="rect">
              <a:avLst/>
            </a:prstGeom>
          </p:spPr>
        </p:pic>
      </p:grpSp>
      <p:pic>
        <p:nvPicPr>
          <p:cNvPr id="164" name="object 16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125687" y="4270841"/>
            <a:ext cx="782268" cy="1944616"/>
          </a:xfrm>
          <a:prstGeom prst="rect">
            <a:avLst/>
          </a:prstGeom>
        </p:spPr>
      </p:pic>
      <p:pic>
        <p:nvPicPr>
          <p:cNvPr id="165" name="object 16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57329" y="8285513"/>
            <a:ext cx="1164046" cy="1964307"/>
          </a:xfrm>
          <a:prstGeom prst="rect">
            <a:avLst/>
          </a:prstGeom>
        </p:spPr>
      </p:pic>
      <p:grpSp>
        <p:nvGrpSpPr>
          <p:cNvPr id="166" name="object 166" descr=""/>
          <p:cNvGrpSpPr/>
          <p:nvPr/>
        </p:nvGrpSpPr>
        <p:grpSpPr>
          <a:xfrm>
            <a:off x="7505128" y="4393897"/>
            <a:ext cx="3270885" cy="1919605"/>
            <a:chOff x="7505128" y="4393897"/>
            <a:chExt cx="3270885" cy="1919605"/>
          </a:xfrm>
        </p:grpSpPr>
        <p:sp>
          <p:nvSpPr>
            <p:cNvPr id="167" name="object 167" descr=""/>
            <p:cNvSpPr/>
            <p:nvPr/>
          </p:nvSpPr>
          <p:spPr>
            <a:xfrm>
              <a:off x="7505128" y="6119767"/>
              <a:ext cx="3249930" cy="193675"/>
            </a:xfrm>
            <a:custGeom>
              <a:avLst/>
              <a:gdLst/>
              <a:ahLst/>
              <a:cxnLst/>
              <a:rect l="l" t="t" r="r" b="b"/>
              <a:pathLst>
                <a:path w="3249929" h="193675">
                  <a:moveTo>
                    <a:pt x="3249549" y="103746"/>
                  </a:moveTo>
                  <a:lnTo>
                    <a:pt x="3200755" y="71666"/>
                  </a:lnTo>
                  <a:lnTo>
                    <a:pt x="3120758" y="53835"/>
                  </a:lnTo>
                  <a:lnTo>
                    <a:pt x="3068967" y="46329"/>
                  </a:lnTo>
                  <a:lnTo>
                    <a:pt x="3010395" y="39916"/>
                  </a:lnTo>
                  <a:lnTo>
                    <a:pt x="2945841" y="34734"/>
                  </a:lnTo>
                  <a:lnTo>
                    <a:pt x="2876143" y="30886"/>
                  </a:lnTo>
                  <a:lnTo>
                    <a:pt x="2802090" y="28486"/>
                  </a:lnTo>
                  <a:lnTo>
                    <a:pt x="2724493" y="27660"/>
                  </a:lnTo>
                  <a:lnTo>
                    <a:pt x="2646908" y="28486"/>
                  </a:lnTo>
                  <a:lnTo>
                    <a:pt x="2572855" y="30886"/>
                  </a:lnTo>
                  <a:lnTo>
                    <a:pt x="2503144" y="34734"/>
                  </a:lnTo>
                  <a:lnTo>
                    <a:pt x="2497505" y="35191"/>
                  </a:lnTo>
                  <a:lnTo>
                    <a:pt x="2483650" y="34010"/>
                  </a:lnTo>
                  <a:lnTo>
                    <a:pt x="2433688" y="30200"/>
                  </a:lnTo>
                  <a:lnTo>
                    <a:pt x="2380894" y="26568"/>
                  </a:lnTo>
                  <a:lnTo>
                    <a:pt x="2325370" y="23139"/>
                  </a:lnTo>
                  <a:lnTo>
                    <a:pt x="2267254" y="19913"/>
                  </a:lnTo>
                  <a:lnTo>
                    <a:pt x="2206650" y="16891"/>
                  </a:lnTo>
                  <a:lnTo>
                    <a:pt x="2143683" y="14097"/>
                  </a:lnTo>
                  <a:lnTo>
                    <a:pt x="2078482" y="11531"/>
                  </a:lnTo>
                  <a:lnTo>
                    <a:pt x="2011159" y="9194"/>
                  </a:lnTo>
                  <a:lnTo>
                    <a:pt x="1941817" y="7112"/>
                  </a:lnTo>
                  <a:lnTo>
                    <a:pt x="1870595" y="5270"/>
                  </a:lnTo>
                  <a:lnTo>
                    <a:pt x="1797621" y="3695"/>
                  </a:lnTo>
                  <a:lnTo>
                    <a:pt x="1722983" y="2387"/>
                  </a:lnTo>
                  <a:lnTo>
                    <a:pt x="1646821" y="1346"/>
                  </a:lnTo>
                  <a:lnTo>
                    <a:pt x="1569250" y="596"/>
                  </a:lnTo>
                  <a:lnTo>
                    <a:pt x="1490395" y="152"/>
                  </a:lnTo>
                  <a:lnTo>
                    <a:pt x="1410360" y="0"/>
                  </a:lnTo>
                  <a:lnTo>
                    <a:pt x="1330325" y="152"/>
                  </a:lnTo>
                  <a:lnTo>
                    <a:pt x="1251470" y="596"/>
                  </a:lnTo>
                  <a:lnTo>
                    <a:pt x="1173899" y="1346"/>
                  </a:lnTo>
                  <a:lnTo>
                    <a:pt x="1097737" y="2387"/>
                  </a:lnTo>
                  <a:lnTo>
                    <a:pt x="1023099" y="3695"/>
                  </a:lnTo>
                  <a:lnTo>
                    <a:pt x="950112" y="5270"/>
                  </a:lnTo>
                  <a:lnTo>
                    <a:pt x="878890" y="7112"/>
                  </a:lnTo>
                  <a:lnTo>
                    <a:pt x="809561" y="9194"/>
                  </a:lnTo>
                  <a:lnTo>
                    <a:pt x="742226" y="11531"/>
                  </a:lnTo>
                  <a:lnTo>
                    <a:pt x="677024" y="14097"/>
                  </a:lnTo>
                  <a:lnTo>
                    <a:pt x="614070" y="16891"/>
                  </a:lnTo>
                  <a:lnTo>
                    <a:pt x="553466" y="19913"/>
                  </a:lnTo>
                  <a:lnTo>
                    <a:pt x="495350" y="23139"/>
                  </a:lnTo>
                  <a:lnTo>
                    <a:pt x="439826" y="26568"/>
                  </a:lnTo>
                  <a:lnTo>
                    <a:pt x="387019" y="30200"/>
                  </a:lnTo>
                  <a:lnTo>
                    <a:pt x="337058" y="34010"/>
                  </a:lnTo>
                  <a:lnTo>
                    <a:pt x="290055" y="37998"/>
                  </a:lnTo>
                  <a:lnTo>
                    <a:pt x="246126" y="42164"/>
                  </a:lnTo>
                  <a:lnTo>
                    <a:pt x="205397" y="46482"/>
                  </a:lnTo>
                  <a:lnTo>
                    <a:pt x="133985" y="55575"/>
                  </a:lnTo>
                  <a:lnTo>
                    <a:pt x="76796" y="65227"/>
                  </a:lnTo>
                  <a:lnTo>
                    <a:pt x="34759" y="75361"/>
                  </a:lnTo>
                  <a:lnTo>
                    <a:pt x="0" y="96824"/>
                  </a:lnTo>
                  <a:lnTo>
                    <a:pt x="2222" y="102323"/>
                  </a:lnTo>
                  <a:lnTo>
                    <a:pt x="53822" y="123418"/>
                  </a:lnTo>
                  <a:lnTo>
                    <a:pt x="103555" y="133324"/>
                  </a:lnTo>
                  <a:lnTo>
                    <a:pt x="167982" y="142709"/>
                  </a:lnTo>
                  <a:lnTo>
                    <a:pt x="246126" y="151498"/>
                  </a:lnTo>
                  <a:lnTo>
                    <a:pt x="290055" y="155663"/>
                  </a:lnTo>
                  <a:lnTo>
                    <a:pt x="337058" y="159651"/>
                  </a:lnTo>
                  <a:lnTo>
                    <a:pt x="387019" y="163461"/>
                  </a:lnTo>
                  <a:lnTo>
                    <a:pt x="439826" y="167093"/>
                  </a:lnTo>
                  <a:lnTo>
                    <a:pt x="495350" y="170522"/>
                  </a:lnTo>
                  <a:lnTo>
                    <a:pt x="553466" y="173748"/>
                  </a:lnTo>
                  <a:lnTo>
                    <a:pt x="614070" y="176771"/>
                  </a:lnTo>
                  <a:lnTo>
                    <a:pt x="677024" y="179565"/>
                  </a:lnTo>
                  <a:lnTo>
                    <a:pt x="742226" y="182130"/>
                  </a:lnTo>
                  <a:lnTo>
                    <a:pt x="809561" y="184467"/>
                  </a:lnTo>
                  <a:lnTo>
                    <a:pt x="878890" y="186550"/>
                  </a:lnTo>
                  <a:lnTo>
                    <a:pt x="950112" y="188391"/>
                  </a:lnTo>
                  <a:lnTo>
                    <a:pt x="1023099" y="189966"/>
                  </a:lnTo>
                  <a:lnTo>
                    <a:pt x="1097737" y="191274"/>
                  </a:lnTo>
                  <a:lnTo>
                    <a:pt x="1173899" y="192303"/>
                  </a:lnTo>
                  <a:lnTo>
                    <a:pt x="1251470" y="193052"/>
                  </a:lnTo>
                  <a:lnTo>
                    <a:pt x="1330325" y="193509"/>
                  </a:lnTo>
                  <a:lnTo>
                    <a:pt x="1410360" y="193662"/>
                  </a:lnTo>
                  <a:lnTo>
                    <a:pt x="1490395" y="193509"/>
                  </a:lnTo>
                  <a:lnTo>
                    <a:pt x="1569250" y="193052"/>
                  </a:lnTo>
                  <a:lnTo>
                    <a:pt x="1646821" y="192303"/>
                  </a:lnTo>
                  <a:lnTo>
                    <a:pt x="1722983" y="191274"/>
                  </a:lnTo>
                  <a:lnTo>
                    <a:pt x="1797621" y="189966"/>
                  </a:lnTo>
                  <a:lnTo>
                    <a:pt x="1870595" y="188391"/>
                  </a:lnTo>
                  <a:lnTo>
                    <a:pt x="1941817" y="186550"/>
                  </a:lnTo>
                  <a:lnTo>
                    <a:pt x="2011159" y="184467"/>
                  </a:lnTo>
                  <a:lnTo>
                    <a:pt x="2078482" y="182130"/>
                  </a:lnTo>
                  <a:lnTo>
                    <a:pt x="2143683" y="179565"/>
                  </a:lnTo>
                  <a:lnTo>
                    <a:pt x="2206650" y="176771"/>
                  </a:lnTo>
                  <a:lnTo>
                    <a:pt x="2267254" y="173748"/>
                  </a:lnTo>
                  <a:lnTo>
                    <a:pt x="2325370" y="170522"/>
                  </a:lnTo>
                  <a:lnTo>
                    <a:pt x="2380894" y="167093"/>
                  </a:lnTo>
                  <a:lnTo>
                    <a:pt x="2413622" y="164846"/>
                  </a:lnTo>
                  <a:lnTo>
                    <a:pt x="2438603" y="167576"/>
                  </a:lnTo>
                  <a:lnTo>
                    <a:pt x="2503144" y="172758"/>
                  </a:lnTo>
                  <a:lnTo>
                    <a:pt x="2572855" y="176606"/>
                  </a:lnTo>
                  <a:lnTo>
                    <a:pt x="2646908" y="179006"/>
                  </a:lnTo>
                  <a:lnTo>
                    <a:pt x="2724493" y="179832"/>
                  </a:lnTo>
                  <a:lnTo>
                    <a:pt x="2802090" y="179006"/>
                  </a:lnTo>
                  <a:lnTo>
                    <a:pt x="2876143" y="176606"/>
                  </a:lnTo>
                  <a:lnTo>
                    <a:pt x="2945841" y="172758"/>
                  </a:lnTo>
                  <a:lnTo>
                    <a:pt x="3010395" y="167576"/>
                  </a:lnTo>
                  <a:lnTo>
                    <a:pt x="3068967" y="161163"/>
                  </a:lnTo>
                  <a:lnTo>
                    <a:pt x="3120758" y="153657"/>
                  </a:lnTo>
                  <a:lnTo>
                    <a:pt x="3164967" y="145173"/>
                  </a:lnTo>
                  <a:lnTo>
                    <a:pt x="3227324" y="125717"/>
                  </a:lnTo>
                  <a:lnTo>
                    <a:pt x="3243859" y="114985"/>
                  </a:lnTo>
                  <a:lnTo>
                    <a:pt x="3249549" y="103746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9797377" y="5397264"/>
              <a:ext cx="862330" cy="847725"/>
            </a:xfrm>
            <a:custGeom>
              <a:avLst/>
              <a:gdLst/>
              <a:ahLst/>
              <a:cxnLst/>
              <a:rect l="l" t="t" r="r" b="b"/>
              <a:pathLst>
                <a:path w="862329" h="847725">
                  <a:moveTo>
                    <a:pt x="249059" y="0"/>
                  </a:moveTo>
                  <a:lnTo>
                    <a:pt x="178498" y="0"/>
                  </a:lnTo>
                  <a:lnTo>
                    <a:pt x="0" y="847534"/>
                  </a:lnTo>
                  <a:lnTo>
                    <a:pt x="26111" y="847534"/>
                  </a:lnTo>
                  <a:lnTo>
                    <a:pt x="249059" y="0"/>
                  </a:lnTo>
                  <a:close/>
                </a:path>
                <a:path w="862329" h="847725">
                  <a:moveTo>
                    <a:pt x="861949" y="847534"/>
                  </a:moveTo>
                  <a:lnTo>
                    <a:pt x="689902" y="0"/>
                  </a:lnTo>
                  <a:lnTo>
                    <a:pt x="613016" y="0"/>
                  </a:lnTo>
                  <a:lnTo>
                    <a:pt x="835774" y="847534"/>
                  </a:lnTo>
                  <a:lnTo>
                    <a:pt x="861949" y="847534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9797377" y="5397264"/>
              <a:ext cx="862330" cy="847725"/>
            </a:xfrm>
            <a:custGeom>
              <a:avLst/>
              <a:gdLst/>
              <a:ahLst/>
              <a:cxnLst/>
              <a:rect l="l" t="t" r="r" b="b"/>
              <a:pathLst>
                <a:path w="862329" h="847725">
                  <a:moveTo>
                    <a:pt x="249059" y="0"/>
                  </a:moveTo>
                  <a:lnTo>
                    <a:pt x="178498" y="0"/>
                  </a:lnTo>
                  <a:lnTo>
                    <a:pt x="0" y="847534"/>
                  </a:lnTo>
                  <a:lnTo>
                    <a:pt x="26111" y="847534"/>
                  </a:lnTo>
                  <a:lnTo>
                    <a:pt x="249059" y="0"/>
                  </a:lnTo>
                  <a:close/>
                </a:path>
                <a:path w="862329" h="847725">
                  <a:moveTo>
                    <a:pt x="861949" y="847534"/>
                  </a:moveTo>
                  <a:lnTo>
                    <a:pt x="689902" y="0"/>
                  </a:lnTo>
                  <a:lnTo>
                    <a:pt x="613016" y="0"/>
                  </a:lnTo>
                  <a:lnTo>
                    <a:pt x="835774" y="847534"/>
                  </a:lnTo>
                  <a:lnTo>
                    <a:pt x="861949" y="847534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9818327" y="4393897"/>
              <a:ext cx="957580" cy="1030605"/>
            </a:xfrm>
            <a:custGeom>
              <a:avLst/>
              <a:gdLst/>
              <a:ahLst/>
              <a:cxnLst/>
              <a:rect l="l" t="t" r="r" b="b"/>
              <a:pathLst>
                <a:path w="957579" h="1030604">
                  <a:moveTo>
                    <a:pt x="957112" y="0"/>
                  </a:moveTo>
                  <a:lnTo>
                    <a:pt x="897244" y="315"/>
                  </a:lnTo>
                  <a:lnTo>
                    <a:pt x="843550" y="2254"/>
                  </a:lnTo>
                  <a:lnTo>
                    <a:pt x="795986" y="7311"/>
                  </a:lnTo>
                  <a:lnTo>
                    <a:pt x="754511" y="16977"/>
                  </a:lnTo>
                  <a:lnTo>
                    <a:pt x="719081" y="32745"/>
                  </a:lnTo>
                  <a:lnTo>
                    <a:pt x="666187" y="88554"/>
                  </a:lnTo>
                  <a:lnTo>
                    <a:pt x="648638" y="131579"/>
                  </a:lnTo>
                  <a:lnTo>
                    <a:pt x="636964" y="186674"/>
                  </a:lnTo>
                  <a:lnTo>
                    <a:pt x="629521" y="237957"/>
                  </a:lnTo>
                  <a:lnTo>
                    <a:pt x="621745" y="289106"/>
                  </a:lnTo>
                  <a:lnTo>
                    <a:pt x="613703" y="340087"/>
                  </a:lnTo>
                  <a:lnTo>
                    <a:pt x="605466" y="390869"/>
                  </a:lnTo>
                  <a:lnTo>
                    <a:pt x="571941" y="591367"/>
                  </a:lnTo>
                  <a:lnTo>
                    <a:pt x="555796" y="689590"/>
                  </a:lnTo>
                  <a:lnTo>
                    <a:pt x="548119" y="738082"/>
                  </a:lnTo>
                  <a:lnTo>
                    <a:pt x="534116" y="806545"/>
                  </a:lnTo>
                  <a:lnTo>
                    <a:pt x="516145" y="858879"/>
                  </a:lnTo>
                  <a:lnTo>
                    <a:pt x="494307" y="897123"/>
                  </a:lnTo>
                  <a:lnTo>
                    <a:pt x="439423" y="939502"/>
                  </a:lnTo>
                  <a:lnTo>
                    <a:pt x="370260" y="950002"/>
                  </a:lnTo>
                  <a:lnTo>
                    <a:pt x="0" y="950002"/>
                  </a:lnTo>
                  <a:lnTo>
                    <a:pt x="2655" y="978422"/>
                  </a:lnTo>
                  <a:lnTo>
                    <a:pt x="13667" y="1004164"/>
                  </a:lnTo>
                  <a:lnTo>
                    <a:pt x="37600" y="1022832"/>
                  </a:lnTo>
                  <a:lnTo>
                    <a:pt x="79023" y="1030031"/>
                  </a:lnTo>
                  <a:lnTo>
                    <a:pt x="652535" y="1030031"/>
                  </a:lnTo>
                  <a:lnTo>
                    <a:pt x="712031" y="1026149"/>
                  </a:lnTo>
                  <a:lnTo>
                    <a:pt x="758283" y="1014872"/>
                  </a:lnTo>
                  <a:lnTo>
                    <a:pt x="793160" y="996750"/>
                  </a:lnTo>
                  <a:lnTo>
                    <a:pt x="836261" y="942179"/>
                  </a:lnTo>
                  <a:lnTo>
                    <a:pt x="856286" y="866845"/>
                  </a:lnTo>
                  <a:lnTo>
                    <a:pt x="862316" y="822770"/>
                  </a:lnTo>
                  <a:lnTo>
                    <a:pt x="868182" y="775159"/>
                  </a:lnTo>
                  <a:lnTo>
                    <a:pt x="885380" y="641345"/>
                  </a:lnTo>
                  <a:lnTo>
                    <a:pt x="900377" y="515994"/>
                  </a:lnTo>
                  <a:lnTo>
                    <a:pt x="921508" y="326436"/>
                  </a:lnTo>
                  <a:lnTo>
                    <a:pt x="95711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 descr=""/>
          <p:cNvSpPr txBox="1"/>
          <p:nvPr/>
        </p:nvSpPr>
        <p:spPr>
          <a:xfrm>
            <a:off x="624158" y="728636"/>
            <a:ext cx="293941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50967" y="8893430"/>
            <a:ext cx="1907539" cy="395605"/>
          </a:xfrm>
          <a:custGeom>
            <a:avLst/>
            <a:gdLst/>
            <a:ahLst/>
            <a:cxnLst/>
            <a:rect l="l" t="t" r="r" b="b"/>
            <a:pathLst>
              <a:path w="1907540" h="395604">
                <a:moveTo>
                  <a:pt x="953583" y="0"/>
                </a:moveTo>
                <a:lnTo>
                  <a:pt x="879062" y="595"/>
                </a:lnTo>
                <a:lnTo>
                  <a:pt x="806109" y="2350"/>
                </a:lnTo>
                <a:lnTo>
                  <a:pt x="734937" y="5223"/>
                </a:lnTo>
                <a:lnTo>
                  <a:pt x="665757" y="9169"/>
                </a:lnTo>
                <a:lnTo>
                  <a:pt x="598782" y="14143"/>
                </a:lnTo>
                <a:lnTo>
                  <a:pt x="534224" y="20103"/>
                </a:lnTo>
                <a:lnTo>
                  <a:pt x="472294" y="27003"/>
                </a:lnTo>
                <a:lnTo>
                  <a:pt x="413204" y="34801"/>
                </a:lnTo>
                <a:lnTo>
                  <a:pt x="357168" y="43451"/>
                </a:lnTo>
                <a:lnTo>
                  <a:pt x="304396" y="52910"/>
                </a:lnTo>
                <a:lnTo>
                  <a:pt x="255100" y="63135"/>
                </a:lnTo>
                <a:lnTo>
                  <a:pt x="209493" y="74080"/>
                </a:lnTo>
                <a:lnTo>
                  <a:pt x="167787" y="85703"/>
                </a:lnTo>
                <a:lnTo>
                  <a:pt x="130193" y="97959"/>
                </a:lnTo>
                <a:lnTo>
                  <a:pt x="68191" y="124194"/>
                </a:lnTo>
                <a:lnTo>
                  <a:pt x="25185" y="152434"/>
                </a:lnTo>
                <a:lnTo>
                  <a:pt x="0" y="197784"/>
                </a:lnTo>
                <a:lnTo>
                  <a:pt x="2869" y="213241"/>
                </a:lnTo>
                <a:lnTo>
                  <a:pt x="44208" y="257483"/>
                </a:lnTo>
                <a:lnTo>
                  <a:pt x="96924" y="284764"/>
                </a:lnTo>
                <a:lnTo>
                  <a:pt x="167787" y="309865"/>
                </a:lnTo>
                <a:lnTo>
                  <a:pt x="209493" y="321488"/>
                </a:lnTo>
                <a:lnTo>
                  <a:pt x="255100" y="332433"/>
                </a:lnTo>
                <a:lnTo>
                  <a:pt x="304396" y="342658"/>
                </a:lnTo>
                <a:lnTo>
                  <a:pt x="357168" y="352117"/>
                </a:lnTo>
                <a:lnTo>
                  <a:pt x="413204" y="360768"/>
                </a:lnTo>
                <a:lnTo>
                  <a:pt x="472294" y="368565"/>
                </a:lnTo>
                <a:lnTo>
                  <a:pt x="534224" y="375465"/>
                </a:lnTo>
                <a:lnTo>
                  <a:pt x="598782" y="381425"/>
                </a:lnTo>
                <a:lnTo>
                  <a:pt x="665757" y="386399"/>
                </a:lnTo>
                <a:lnTo>
                  <a:pt x="734937" y="390345"/>
                </a:lnTo>
                <a:lnTo>
                  <a:pt x="806109" y="393218"/>
                </a:lnTo>
                <a:lnTo>
                  <a:pt x="879062" y="394974"/>
                </a:lnTo>
                <a:lnTo>
                  <a:pt x="953583" y="395569"/>
                </a:lnTo>
                <a:lnTo>
                  <a:pt x="1028106" y="394974"/>
                </a:lnTo>
                <a:lnTo>
                  <a:pt x="1101059" y="393218"/>
                </a:lnTo>
                <a:lnTo>
                  <a:pt x="1172232" y="390345"/>
                </a:lnTo>
                <a:lnTo>
                  <a:pt x="1241413" y="386399"/>
                </a:lnTo>
                <a:lnTo>
                  <a:pt x="1308388" y="381425"/>
                </a:lnTo>
                <a:lnTo>
                  <a:pt x="1372947" y="375465"/>
                </a:lnTo>
                <a:lnTo>
                  <a:pt x="1434877" y="368565"/>
                </a:lnTo>
                <a:lnTo>
                  <a:pt x="1493966" y="360768"/>
                </a:lnTo>
                <a:lnTo>
                  <a:pt x="1550003" y="352117"/>
                </a:lnTo>
                <a:lnTo>
                  <a:pt x="1602775" y="342658"/>
                </a:lnTo>
                <a:lnTo>
                  <a:pt x="1652070" y="332433"/>
                </a:lnTo>
                <a:lnTo>
                  <a:pt x="1697676" y="321488"/>
                </a:lnTo>
                <a:lnTo>
                  <a:pt x="1739382" y="309865"/>
                </a:lnTo>
                <a:lnTo>
                  <a:pt x="1776975" y="297609"/>
                </a:lnTo>
                <a:lnTo>
                  <a:pt x="1838976" y="271374"/>
                </a:lnTo>
                <a:lnTo>
                  <a:pt x="1881982" y="243134"/>
                </a:lnTo>
                <a:lnTo>
                  <a:pt x="1907167" y="197784"/>
                </a:lnTo>
                <a:lnTo>
                  <a:pt x="1904298" y="182327"/>
                </a:lnTo>
                <a:lnTo>
                  <a:pt x="1862959" y="138086"/>
                </a:lnTo>
                <a:lnTo>
                  <a:pt x="1810244" y="110804"/>
                </a:lnTo>
                <a:lnTo>
                  <a:pt x="1739382" y="85703"/>
                </a:lnTo>
                <a:lnTo>
                  <a:pt x="1697676" y="74080"/>
                </a:lnTo>
                <a:lnTo>
                  <a:pt x="1652070" y="63135"/>
                </a:lnTo>
                <a:lnTo>
                  <a:pt x="1602775" y="52910"/>
                </a:lnTo>
                <a:lnTo>
                  <a:pt x="1550003" y="43451"/>
                </a:lnTo>
                <a:lnTo>
                  <a:pt x="1493966" y="34801"/>
                </a:lnTo>
                <a:lnTo>
                  <a:pt x="1434877" y="27003"/>
                </a:lnTo>
                <a:lnTo>
                  <a:pt x="1372947" y="20103"/>
                </a:lnTo>
                <a:lnTo>
                  <a:pt x="1308388" y="14143"/>
                </a:lnTo>
                <a:lnTo>
                  <a:pt x="1241413" y="9169"/>
                </a:lnTo>
                <a:lnTo>
                  <a:pt x="1172232" y="5223"/>
                </a:lnTo>
                <a:lnTo>
                  <a:pt x="1101059" y="2350"/>
                </a:lnTo>
                <a:lnTo>
                  <a:pt x="1028106" y="595"/>
                </a:lnTo>
                <a:lnTo>
                  <a:pt x="953583" y="0"/>
                </a:lnTo>
                <a:close/>
              </a:path>
            </a:pathLst>
          </a:custGeom>
          <a:solidFill>
            <a:srgbClr val="808080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426167" y="9542191"/>
            <a:ext cx="1380490" cy="286385"/>
          </a:xfrm>
          <a:custGeom>
            <a:avLst/>
            <a:gdLst/>
            <a:ahLst/>
            <a:cxnLst/>
            <a:rect l="l" t="t" r="r" b="b"/>
            <a:pathLst>
              <a:path w="1380489" h="286384">
                <a:moveTo>
                  <a:pt x="690156" y="0"/>
                </a:moveTo>
                <a:lnTo>
                  <a:pt x="614957" y="840"/>
                </a:lnTo>
                <a:lnTo>
                  <a:pt x="542102" y="3301"/>
                </a:lnTo>
                <a:lnTo>
                  <a:pt x="472014" y="7298"/>
                </a:lnTo>
                <a:lnTo>
                  <a:pt x="405114" y="12741"/>
                </a:lnTo>
                <a:lnTo>
                  <a:pt x="341822" y="19544"/>
                </a:lnTo>
                <a:lnTo>
                  <a:pt x="282560" y="27620"/>
                </a:lnTo>
                <a:lnTo>
                  <a:pt x="227748" y="36880"/>
                </a:lnTo>
                <a:lnTo>
                  <a:pt x="177808" y="47238"/>
                </a:lnTo>
                <a:lnTo>
                  <a:pt x="133160" y="58607"/>
                </a:lnTo>
                <a:lnTo>
                  <a:pt x="94227" y="70899"/>
                </a:lnTo>
                <a:lnTo>
                  <a:pt x="35184" y="97902"/>
                </a:lnTo>
                <a:lnTo>
                  <a:pt x="4049" y="127550"/>
                </a:lnTo>
                <a:lnTo>
                  <a:pt x="0" y="143147"/>
                </a:lnTo>
                <a:lnTo>
                  <a:pt x="4049" y="158744"/>
                </a:lnTo>
                <a:lnTo>
                  <a:pt x="35184" y="188392"/>
                </a:lnTo>
                <a:lnTo>
                  <a:pt x="94227" y="215395"/>
                </a:lnTo>
                <a:lnTo>
                  <a:pt x="133160" y="227687"/>
                </a:lnTo>
                <a:lnTo>
                  <a:pt x="177808" y="239055"/>
                </a:lnTo>
                <a:lnTo>
                  <a:pt x="227748" y="249414"/>
                </a:lnTo>
                <a:lnTo>
                  <a:pt x="282560" y="258674"/>
                </a:lnTo>
                <a:lnTo>
                  <a:pt x="341822" y="266750"/>
                </a:lnTo>
                <a:lnTo>
                  <a:pt x="405114" y="273553"/>
                </a:lnTo>
                <a:lnTo>
                  <a:pt x="472014" y="278996"/>
                </a:lnTo>
                <a:lnTo>
                  <a:pt x="542102" y="282993"/>
                </a:lnTo>
                <a:lnTo>
                  <a:pt x="614957" y="285454"/>
                </a:lnTo>
                <a:lnTo>
                  <a:pt x="690156" y="286294"/>
                </a:lnTo>
                <a:lnTo>
                  <a:pt x="765356" y="285454"/>
                </a:lnTo>
                <a:lnTo>
                  <a:pt x="838211" y="282993"/>
                </a:lnTo>
                <a:lnTo>
                  <a:pt x="908299" y="278996"/>
                </a:lnTo>
                <a:lnTo>
                  <a:pt x="975199" y="273553"/>
                </a:lnTo>
                <a:lnTo>
                  <a:pt x="1038491" y="266750"/>
                </a:lnTo>
                <a:lnTo>
                  <a:pt x="1097753" y="258674"/>
                </a:lnTo>
                <a:lnTo>
                  <a:pt x="1152565" y="249414"/>
                </a:lnTo>
                <a:lnTo>
                  <a:pt x="1202505" y="239055"/>
                </a:lnTo>
                <a:lnTo>
                  <a:pt x="1247153" y="227687"/>
                </a:lnTo>
                <a:lnTo>
                  <a:pt x="1286086" y="215395"/>
                </a:lnTo>
                <a:lnTo>
                  <a:pt x="1345129" y="188392"/>
                </a:lnTo>
                <a:lnTo>
                  <a:pt x="1376264" y="158744"/>
                </a:lnTo>
                <a:lnTo>
                  <a:pt x="1380313" y="143147"/>
                </a:lnTo>
                <a:lnTo>
                  <a:pt x="1376264" y="127550"/>
                </a:lnTo>
                <a:lnTo>
                  <a:pt x="1345129" y="97902"/>
                </a:lnTo>
                <a:lnTo>
                  <a:pt x="1286086" y="70899"/>
                </a:lnTo>
                <a:lnTo>
                  <a:pt x="1247153" y="58607"/>
                </a:lnTo>
                <a:lnTo>
                  <a:pt x="1202505" y="47238"/>
                </a:lnTo>
                <a:lnTo>
                  <a:pt x="1152565" y="36880"/>
                </a:lnTo>
                <a:lnTo>
                  <a:pt x="1097753" y="27620"/>
                </a:lnTo>
                <a:lnTo>
                  <a:pt x="1038491" y="19544"/>
                </a:lnTo>
                <a:lnTo>
                  <a:pt x="975199" y="12741"/>
                </a:lnTo>
                <a:lnTo>
                  <a:pt x="908299" y="7298"/>
                </a:lnTo>
                <a:lnTo>
                  <a:pt x="838211" y="3301"/>
                </a:lnTo>
                <a:lnTo>
                  <a:pt x="765356" y="840"/>
                </a:lnTo>
                <a:lnTo>
                  <a:pt x="690156" y="0"/>
                </a:lnTo>
                <a:close/>
              </a:path>
            </a:pathLst>
          </a:custGeom>
          <a:solidFill>
            <a:srgbClr val="80808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712176" y="9002703"/>
            <a:ext cx="1380490" cy="286385"/>
          </a:xfrm>
          <a:custGeom>
            <a:avLst/>
            <a:gdLst/>
            <a:ahLst/>
            <a:cxnLst/>
            <a:rect l="l" t="t" r="r" b="b"/>
            <a:pathLst>
              <a:path w="1380490" h="286384">
                <a:moveTo>
                  <a:pt x="690156" y="0"/>
                </a:moveTo>
                <a:lnTo>
                  <a:pt x="614957" y="840"/>
                </a:lnTo>
                <a:lnTo>
                  <a:pt x="542102" y="3301"/>
                </a:lnTo>
                <a:lnTo>
                  <a:pt x="472014" y="7298"/>
                </a:lnTo>
                <a:lnTo>
                  <a:pt x="405114" y="12741"/>
                </a:lnTo>
                <a:lnTo>
                  <a:pt x="341822" y="19544"/>
                </a:lnTo>
                <a:lnTo>
                  <a:pt x="282560" y="27620"/>
                </a:lnTo>
                <a:lnTo>
                  <a:pt x="227748" y="36880"/>
                </a:lnTo>
                <a:lnTo>
                  <a:pt x="177808" y="47238"/>
                </a:lnTo>
                <a:lnTo>
                  <a:pt x="133160" y="58607"/>
                </a:lnTo>
                <a:lnTo>
                  <a:pt x="94227" y="70899"/>
                </a:lnTo>
                <a:lnTo>
                  <a:pt x="35184" y="97902"/>
                </a:lnTo>
                <a:lnTo>
                  <a:pt x="4049" y="127550"/>
                </a:lnTo>
                <a:lnTo>
                  <a:pt x="0" y="143147"/>
                </a:lnTo>
                <a:lnTo>
                  <a:pt x="4049" y="158744"/>
                </a:lnTo>
                <a:lnTo>
                  <a:pt x="35184" y="188392"/>
                </a:lnTo>
                <a:lnTo>
                  <a:pt x="94227" y="215395"/>
                </a:lnTo>
                <a:lnTo>
                  <a:pt x="133160" y="227687"/>
                </a:lnTo>
                <a:lnTo>
                  <a:pt x="177808" y="239055"/>
                </a:lnTo>
                <a:lnTo>
                  <a:pt x="227748" y="249414"/>
                </a:lnTo>
                <a:lnTo>
                  <a:pt x="282560" y="258674"/>
                </a:lnTo>
                <a:lnTo>
                  <a:pt x="341822" y="266750"/>
                </a:lnTo>
                <a:lnTo>
                  <a:pt x="405114" y="273553"/>
                </a:lnTo>
                <a:lnTo>
                  <a:pt x="472014" y="278996"/>
                </a:lnTo>
                <a:lnTo>
                  <a:pt x="542102" y="282993"/>
                </a:lnTo>
                <a:lnTo>
                  <a:pt x="614957" y="285454"/>
                </a:lnTo>
                <a:lnTo>
                  <a:pt x="690156" y="286294"/>
                </a:lnTo>
                <a:lnTo>
                  <a:pt x="765356" y="285454"/>
                </a:lnTo>
                <a:lnTo>
                  <a:pt x="838211" y="282993"/>
                </a:lnTo>
                <a:lnTo>
                  <a:pt x="908299" y="278996"/>
                </a:lnTo>
                <a:lnTo>
                  <a:pt x="975199" y="273553"/>
                </a:lnTo>
                <a:lnTo>
                  <a:pt x="1038491" y="266750"/>
                </a:lnTo>
                <a:lnTo>
                  <a:pt x="1097753" y="258674"/>
                </a:lnTo>
                <a:lnTo>
                  <a:pt x="1152565" y="249414"/>
                </a:lnTo>
                <a:lnTo>
                  <a:pt x="1202505" y="239055"/>
                </a:lnTo>
                <a:lnTo>
                  <a:pt x="1247153" y="227687"/>
                </a:lnTo>
                <a:lnTo>
                  <a:pt x="1286086" y="215395"/>
                </a:lnTo>
                <a:lnTo>
                  <a:pt x="1345129" y="188392"/>
                </a:lnTo>
                <a:lnTo>
                  <a:pt x="1376264" y="158744"/>
                </a:lnTo>
                <a:lnTo>
                  <a:pt x="1380313" y="143147"/>
                </a:lnTo>
                <a:lnTo>
                  <a:pt x="1376264" y="127550"/>
                </a:lnTo>
                <a:lnTo>
                  <a:pt x="1345129" y="97902"/>
                </a:lnTo>
                <a:lnTo>
                  <a:pt x="1286086" y="70899"/>
                </a:lnTo>
                <a:lnTo>
                  <a:pt x="1247153" y="58607"/>
                </a:lnTo>
                <a:lnTo>
                  <a:pt x="1202505" y="47238"/>
                </a:lnTo>
                <a:lnTo>
                  <a:pt x="1152565" y="36880"/>
                </a:lnTo>
                <a:lnTo>
                  <a:pt x="1097753" y="27620"/>
                </a:lnTo>
                <a:lnTo>
                  <a:pt x="1038491" y="19544"/>
                </a:lnTo>
                <a:lnTo>
                  <a:pt x="975199" y="12741"/>
                </a:lnTo>
                <a:lnTo>
                  <a:pt x="908299" y="7298"/>
                </a:lnTo>
                <a:lnTo>
                  <a:pt x="838211" y="3301"/>
                </a:lnTo>
                <a:lnTo>
                  <a:pt x="765356" y="840"/>
                </a:lnTo>
                <a:lnTo>
                  <a:pt x="690156" y="0"/>
                </a:lnTo>
                <a:close/>
              </a:path>
            </a:pathLst>
          </a:custGeom>
          <a:solidFill>
            <a:srgbClr val="80808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495356" y="8928112"/>
            <a:ext cx="15687040" cy="0"/>
          </a:xfrm>
          <a:custGeom>
            <a:avLst/>
            <a:gdLst/>
            <a:ahLst/>
            <a:cxnLst/>
            <a:rect l="l" t="t" r="r" b="b"/>
            <a:pathLst>
              <a:path w="15687040" h="0">
                <a:moveTo>
                  <a:pt x="0" y="0"/>
                </a:moveTo>
                <a:lnTo>
                  <a:pt x="15686695" y="0"/>
                </a:lnTo>
              </a:path>
            </a:pathLst>
          </a:custGeom>
          <a:ln w="10470">
            <a:solidFill>
              <a:srgbClr val="FADF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800215" y="5291042"/>
            <a:ext cx="2339340" cy="1100455"/>
          </a:xfrm>
          <a:custGeom>
            <a:avLst/>
            <a:gdLst/>
            <a:ahLst/>
            <a:cxnLst/>
            <a:rect l="l" t="t" r="r" b="b"/>
            <a:pathLst>
              <a:path w="2339340" h="1100454">
                <a:moveTo>
                  <a:pt x="747242" y="401878"/>
                </a:moveTo>
                <a:lnTo>
                  <a:pt x="745832" y="394868"/>
                </a:lnTo>
                <a:lnTo>
                  <a:pt x="741972" y="389140"/>
                </a:lnTo>
                <a:lnTo>
                  <a:pt x="736244" y="385279"/>
                </a:lnTo>
                <a:lnTo>
                  <a:pt x="729234" y="383870"/>
                </a:lnTo>
                <a:lnTo>
                  <a:pt x="18008" y="383870"/>
                </a:lnTo>
                <a:lnTo>
                  <a:pt x="10998" y="385279"/>
                </a:lnTo>
                <a:lnTo>
                  <a:pt x="5270" y="389140"/>
                </a:lnTo>
                <a:lnTo>
                  <a:pt x="1409" y="394868"/>
                </a:lnTo>
                <a:lnTo>
                  <a:pt x="0" y="401878"/>
                </a:lnTo>
                <a:lnTo>
                  <a:pt x="0" y="703643"/>
                </a:lnTo>
                <a:lnTo>
                  <a:pt x="1409" y="710653"/>
                </a:lnTo>
                <a:lnTo>
                  <a:pt x="5270" y="716381"/>
                </a:lnTo>
                <a:lnTo>
                  <a:pt x="10998" y="720255"/>
                </a:lnTo>
                <a:lnTo>
                  <a:pt x="18008" y="721664"/>
                </a:lnTo>
                <a:lnTo>
                  <a:pt x="729234" y="721664"/>
                </a:lnTo>
                <a:lnTo>
                  <a:pt x="736244" y="720255"/>
                </a:lnTo>
                <a:lnTo>
                  <a:pt x="741972" y="716381"/>
                </a:lnTo>
                <a:lnTo>
                  <a:pt x="745832" y="710653"/>
                </a:lnTo>
                <a:lnTo>
                  <a:pt x="747242" y="703643"/>
                </a:lnTo>
                <a:lnTo>
                  <a:pt x="747242" y="401878"/>
                </a:lnTo>
                <a:close/>
              </a:path>
              <a:path w="2339340" h="1100454">
                <a:moveTo>
                  <a:pt x="1172057" y="18021"/>
                </a:moveTo>
                <a:lnTo>
                  <a:pt x="1170647" y="11010"/>
                </a:lnTo>
                <a:lnTo>
                  <a:pt x="1166774" y="5283"/>
                </a:lnTo>
                <a:lnTo>
                  <a:pt x="1161046" y="1422"/>
                </a:lnTo>
                <a:lnTo>
                  <a:pt x="1154036" y="0"/>
                </a:lnTo>
                <a:lnTo>
                  <a:pt x="442823" y="0"/>
                </a:lnTo>
                <a:lnTo>
                  <a:pt x="435813" y="1422"/>
                </a:lnTo>
                <a:lnTo>
                  <a:pt x="430085" y="5283"/>
                </a:lnTo>
                <a:lnTo>
                  <a:pt x="426224" y="11010"/>
                </a:lnTo>
                <a:lnTo>
                  <a:pt x="424802" y="18021"/>
                </a:lnTo>
                <a:lnTo>
                  <a:pt x="424802" y="319786"/>
                </a:lnTo>
                <a:lnTo>
                  <a:pt x="426224" y="326796"/>
                </a:lnTo>
                <a:lnTo>
                  <a:pt x="430085" y="332524"/>
                </a:lnTo>
                <a:lnTo>
                  <a:pt x="435813" y="336384"/>
                </a:lnTo>
                <a:lnTo>
                  <a:pt x="442823" y="337807"/>
                </a:lnTo>
                <a:lnTo>
                  <a:pt x="1154036" y="337807"/>
                </a:lnTo>
                <a:lnTo>
                  <a:pt x="1161046" y="336384"/>
                </a:lnTo>
                <a:lnTo>
                  <a:pt x="1166774" y="332524"/>
                </a:lnTo>
                <a:lnTo>
                  <a:pt x="1170647" y="326796"/>
                </a:lnTo>
                <a:lnTo>
                  <a:pt x="1172057" y="319786"/>
                </a:lnTo>
                <a:lnTo>
                  <a:pt x="1172057" y="18021"/>
                </a:lnTo>
                <a:close/>
              </a:path>
              <a:path w="2339340" h="1100454">
                <a:moveTo>
                  <a:pt x="1187411" y="780630"/>
                </a:moveTo>
                <a:lnTo>
                  <a:pt x="1186002" y="773607"/>
                </a:lnTo>
                <a:lnTo>
                  <a:pt x="1182128" y="767880"/>
                </a:lnTo>
                <a:lnTo>
                  <a:pt x="1176401" y="764019"/>
                </a:lnTo>
                <a:lnTo>
                  <a:pt x="1169390" y="762609"/>
                </a:lnTo>
                <a:lnTo>
                  <a:pt x="458177" y="762609"/>
                </a:lnTo>
                <a:lnTo>
                  <a:pt x="451167" y="764019"/>
                </a:lnTo>
                <a:lnTo>
                  <a:pt x="445439" y="767880"/>
                </a:lnTo>
                <a:lnTo>
                  <a:pt x="441579" y="773607"/>
                </a:lnTo>
                <a:lnTo>
                  <a:pt x="440156" y="780618"/>
                </a:lnTo>
                <a:lnTo>
                  <a:pt x="440156" y="1082382"/>
                </a:lnTo>
                <a:lnTo>
                  <a:pt x="441579" y="1089406"/>
                </a:lnTo>
                <a:lnTo>
                  <a:pt x="445439" y="1095133"/>
                </a:lnTo>
                <a:lnTo>
                  <a:pt x="451167" y="1098994"/>
                </a:lnTo>
                <a:lnTo>
                  <a:pt x="458177" y="1100404"/>
                </a:lnTo>
                <a:lnTo>
                  <a:pt x="1169390" y="1100404"/>
                </a:lnTo>
                <a:lnTo>
                  <a:pt x="1176401" y="1098994"/>
                </a:lnTo>
                <a:lnTo>
                  <a:pt x="1182128" y="1095133"/>
                </a:lnTo>
                <a:lnTo>
                  <a:pt x="1186002" y="1089406"/>
                </a:lnTo>
                <a:lnTo>
                  <a:pt x="1187411" y="1082382"/>
                </a:lnTo>
                <a:lnTo>
                  <a:pt x="1187411" y="780630"/>
                </a:lnTo>
                <a:close/>
              </a:path>
              <a:path w="2339340" h="1100454">
                <a:moveTo>
                  <a:pt x="1550797" y="396760"/>
                </a:moveTo>
                <a:lnTo>
                  <a:pt x="1549374" y="389750"/>
                </a:lnTo>
                <a:lnTo>
                  <a:pt x="1545526" y="384022"/>
                </a:lnTo>
                <a:lnTo>
                  <a:pt x="1539798" y="380161"/>
                </a:lnTo>
                <a:lnTo>
                  <a:pt x="1532788" y="378752"/>
                </a:lnTo>
                <a:lnTo>
                  <a:pt x="821563" y="378752"/>
                </a:lnTo>
                <a:lnTo>
                  <a:pt x="814552" y="380161"/>
                </a:lnTo>
                <a:lnTo>
                  <a:pt x="808824" y="384022"/>
                </a:lnTo>
                <a:lnTo>
                  <a:pt x="804964" y="389750"/>
                </a:lnTo>
                <a:lnTo>
                  <a:pt x="803554" y="396760"/>
                </a:lnTo>
                <a:lnTo>
                  <a:pt x="803554" y="698525"/>
                </a:lnTo>
                <a:lnTo>
                  <a:pt x="804964" y="705535"/>
                </a:lnTo>
                <a:lnTo>
                  <a:pt x="808824" y="711263"/>
                </a:lnTo>
                <a:lnTo>
                  <a:pt x="814552" y="715137"/>
                </a:lnTo>
                <a:lnTo>
                  <a:pt x="821563" y="716546"/>
                </a:lnTo>
                <a:lnTo>
                  <a:pt x="1532788" y="716546"/>
                </a:lnTo>
                <a:lnTo>
                  <a:pt x="1539798" y="715137"/>
                </a:lnTo>
                <a:lnTo>
                  <a:pt x="1545526" y="711263"/>
                </a:lnTo>
                <a:lnTo>
                  <a:pt x="1549374" y="705535"/>
                </a:lnTo>
                <a:lnTo>
                  <a:pt x="1550797" y="698525"/>
                </a:lnTo>
                <a:lnTo>
                  <a:pt x="1550797" y="396760"/>
                </a:lnTo>
                <a:close/>
              </a:path>
              <a:path w="2339340" h="1100454">
                <a:moveTo>
                  <a:pt x="1960245" y="18021"/>
                </a:moveTo>
                <a:lnTo>
                  <a:pt x="1958835" y="11010"/>
                </a:lnTo>
                <a:lnTo>
                  <a:pt x="1954974" y="5283"/>
                </a:lnTo>
                <a:lnTo>
                  <a:pt x="1949246" y="1422"/>
                </a:lnTo>
                <a:lnTo>
                  <a:pt x="1942236" y="0"/>
                </a:lnTo>
                <a:lnTo>
                  <a:pt x="1231011" y="0"/>
                </a:lnTo>
                <a:lnTo>
                  <a:pt x="1224000" y="1422"/>
                </a:lnTo>
                <a:lnTo>
                  <a:pt x="1218272" y="5283"/>
                </a:lnTo>
                <a:lnTo>
                  <a:pt x="1214412" y="11010"/>
                </a:lnTo>
                <a:lnTo>
                  <a:pt x="1213002" y="18021"/>
                </a:lnTo>
                <a:lnTo>
                  <a:pt x="1213002" y="319786"/>
                </a:lnTo>
                <a:lnTo>
                  <a:pt x="1214412" y="326796"/>
                </a:lnTo>
                <a:lnTo>
                  <a:pt x="1218272" y="332524"/>
                </a:lnTo>
                <a:lnTo>
                  <a:pt x="1224000" y="336384"/>
                </a:lnTo>
                <a:lnTo>
                  <a:pt x="1231011" y="337807"/>
                </a:lnTo>
                <a:lnTo>
                  <a:pt x="1942236" y="337807"/>
                </a:lnTo>
                <a:lnTo>
                  <a:pt x="1949246" y="336384"/>
                </a:lnTo>
                <a:lnTo>
                  <a:pt x="1954974" y="332524"/>
                </a:lnTo>
                <a:lnTo>
                  <a:pt x="1958835" y="326796"/>
                </a:lnTo>
                <a:lnTo>
                  <a:pt x="1960245" y="319786"/>
                </a:lnTo>
                <a:lnTo>
                  <a:pt x="1960245" y="18021"/>
                </a:lnTo>
                <a:close/>
              </a:path>
              <a:path w="2339340" h="1100454">
                <a:moveTo>
                  <a:pt x="1985835" y="775500"/>
                </a:moveTo>
                <a:lnTo>
                  <a:pt x="1984425" y="768489"/>
                </a:lnTo>
                <a:lnTo>
                  <a:pt x="1980565" y="762762"/>
                </a:lnTo>
                <a:lnTo>
                  <a:pt x="1974837" y="758901"/>
                </a:lnTo>
                <a:lnTo>
                  <a:pt x="1967826" y="757491"/>
                </a:lnTo>
                <a:lnTo>
                  <a:pt x="1256614" y="757491"/>
                </a:lnTo>
                <a:lnTo>
                  <a:pt x="1249591" y="758901"/>
                </a:lnTo>
                <a:lnTo>
                  <a:pt x="1243863" y="762762"/>
                </a:lnTo>
                <a:lnTo>
                  <a:pt x="1240002" y="768489"/>
                </a:lnTo>
                <a:lnTo>
                  <a:pt x="1238592" y="775500"/>
                </a:lnTo>
                <a:lnTo>
                  <a:pt x="1238592" y="1077264"/>
                </a:lnTo>
                <a:lnTo>
                  <a:pt x="1240002" y="1084287"/>
                </a:lnTo>
                <a:lnTo>
                  <a:pt x="1243863" y="1090015"/>
                </a:lnTo>
                <a:lnTo>
                  <a:pt x="1249591" y="1093876"/>
                </a:lnTo>
                <a:lnTo>
                  <a:pt x="1256614" y="1095286"/>
                </a:lnTo>
                <a:lnTo>
                  <a:pt x="1967826" y="1095286"/>
                </a:lnTo>
                <a:lnTo>
                  <a:pt x="1974837" y="1093876"/>
                </a:lnTo>
                <a:lnTo>
                  <a:pt x="1980565" y="1090015"/>
                </a:lnTo>
                <a:lnTo>
                  <a:pt x="1984425" y="1084287"/>
                </a:lnTo>
                <a:lnTo>
                  <a:pt x="1985835" y="1077264"/>
                </a:lnTo>
                <a:lnTo>
                  <a:pt x="1985835" y="775500"/>
                </a:lnTo>
                <a:close/>
              </a:path>
              <a:path w="2339340" h="1100454">
                <a:moveTo>
                  <a:pt x="2338984" y="396760"/>
                </a:moveTo>
                <a:lnTo>
                  <a:pt x="2337574" y="389750"/>
                </a:lnTo>
                <a:lnTo>
                  <a:pt x="2333714" y="384022"/>
                </a:lnTo>
                <a:lnTo>
                  <a:pt x="2327986" y="380161"/>
                </a:lnTo>
                <a:lnTo>
                  <a:pt x="2320975" y="378752"/>
                </a:lnTo>
                <a:lnTo>
                  <a:pt x="1609763" y="378752"/>
                </a:lnTo>
                <a:lnTo>
                  <a:pt x="1602752" y="380161"/>
                </a:lnTo>
                <a:lnTo>
                  <a:pt x="1597025" y="384022"/>
                </a:lnTo>
                <a:lnTo>
                  <a:pt x="1593164" y="389750"/>
                </a:lnTo>
                <a:lnTo>
                  <a:pt x="1591741" y="396773"/>
                </a:lnTo>
                <a:lnTo>
                  <a:pt x="1591741" y="698525"/>
                </a:lnTo>
                <a:lnTo>
                  <a:pt x="1593164" y="705535"/>
                </a:lnTo>
                <a:lnTo>
                  <a:pt x="1597025" y="711263"/>
                </a:lnTo>
                <a:lnTo>
                  <a:pt x="1602752" y="715137"/>
                </a:lnTo>
                <a:lnTo>
                  <a:pt x="1609763" y="716546"/>
                </a:lnTo>
                <a:lnTo>
                  <a:pt x="2320975" y="716546"/>
                </a:lnTo>
                <a:lnTo>
                  <a:pt x="2327986" y="715137"/>
                </a:lnTo>
                <a:lnTo>
                  <a:pt x="2333714" y="711263"/>
                </a:lnTo>
                <a:lnTo>
                  <a:pt x="2337574" y="705535"/>
                </a:lnTo>
                <a:lnTo>
                  <a:pt x="2338984" y="698525"/>
                </a:lnTo>
                <a:lnTo>
                  <a:pt x="2338984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825804" y="4533563"/>
            <a:ext cx="1541145" cy="716915"/>
          </a:xfrm>
          <a:custGeom>
            <a:avLst/>
            <a:gdLst/>
            <a:ahLst/>
            <a:cxnLst/>
            <a:rect l="l" t="t" r="r" b="b"/>
            <a:pathLst>
              <a:path w="1541144" h="716914">
                <a:moveTo>
                  <a:pt x="747255" y="396760"/>
                </a:moveTo>
                <a:lnTo>
                  <a:pt x="745832" y="389737"/>
                </a:lnTo>
                <a:lnTo>
                  <a:pt x="741972" y="384009"/>
                </a:lnTo>
                <a:lnTo>
                  <a:pt x="736244" y="380149"/>
                </a:lnTo>
                <a:lnTo>
                  <a:pt x="729234" y="378739"/>
                </a:lnTo>
                <a:lnTo>
                  <a:pt x="18021" y="378739"/>
                </a:lnTo>
                <a:lnTo>
                  <a:pt x="10998" y="380149"/>
                </a:lnTo>
                <a:lnTo>
                  <a:pt x="5270" y="384009"/>
                </a:lnTo>
                <a:lnTo>
                  <a:pt x="1409" y="389737"/>
                </a:lnTo>
                <a:lnTo>
                  <a:pt x="0" y="396760"/>
                </a:lnTo>
                <a:lnTo>
                  <a:pt x="0" y="698525"/>
                </a:lnTo>
                <a:lnTo>
                  <a:pt x="1409" y="705535"/>
                </a:lnTo>
                <a:lnTo>
                  <a:pt x="5270" y="711263"/>
                </a:lnTo>
                <a:lnTo>
                  <a:pt x="10998" y="715124"/>
                </a:lnTo>
                <a:lnTo>
                  <a:pt x="18021" y="716534"/>
                </a:lnTo>
                <a:lnTo>
                  <a:pt x="729234" y="716534"/>
                </a:lnTo>
                <a:lnTo>
                  <a:pt x="736244" y="715124"/>
                </a:lnTo>
                <a:lnTo>
                  <a:pt x="741972" y="711263"/>
                </a:lnTo>
                <a:lnTo>
                  <a:pt x="745832" y="705535"/>
                </a:lnTo>
                <a:lnTo>
                  <a:pt x="747255" y="698525"/>
                </a:lnTo>
                <a:lnTo>
                  <a:pt x="747255" y="396760"/>
                </a:lnTo>
                <a:close/>
              </a:path>
              <a:path w="1541144" h="716914">
                <a:moveTo>
                  <a:pt x="1064564" y="18021"/>
                </a:moveTo>
                <a:lnTo>
                  <a:pt x="1063155" y="10998"/>
                </a:lnTo>
                <a:lnTo>
                  <a:pt x="1059294" y="5270"/>
                </a:lnTo>
                <a:lnTo>
                  <a:pt x="1053566" y="1409"/>
                </a:lnTo>
                <a:lnTo>
                  <a:pt x="1046556" y="0"/>
                </a:lnTo>
                <a:lnTo>
                  <a:pt x="335343" y="0"/>
                </a:lnTo>
                <a:lnTo>
                  <a:pt x="328333" y="1409"/>
                </a:lnTo>
                <a:lnTo>
                  <a:pt x="322605" y="5270"/>
                </a:lnTo>
                <a:lnTo>
                  <a:pt x="318744" y="10998"/>
                </a:lnTo>
                <a:lnTo>
                  <a:pt x="317322" y="18021"/>
                </a:lnTo>
                <a:lnTo>
                  <a:pt x="317322" y="319773"/>
                </a:lnTo>
                <a:lnTo>
                  <a:pt x="318744" y="326796"/>
                </a:lnTo>
                <a:lnTo>
                  <a:pt x="322605" y="332524"/>
                </a:lnTo>
                <a:lnTo>
                  <a:pt x="328320" y="336384"/>
                </a:lnTo>
                <a:lnTo>
                  <a:pt x="335330" y="337794"/>
                </a:lnTo>
                <a:lnTo>
                  <a:pt x="1046556" y="337794"/>
                </a:lnTo>
                <a:lnTo>
                  <a:pt x="1053566" y="336384"/>
                </a:lnTo>
                <a:lnTo>
                  <a:pt x="1059294" y="332524"/>
                </a:lnTo>
                <a:lnTo>
                  <a:pt x="1063155" y="326796"/>
                </a:lnTo>
                <a:lnTo>
                  <a:pt x="1064564" y="319773"/>
                </a:lnTo>
                <a:lnTo>
                  <a:pt x="1064564" y="18021"/>
                </a:lnTo>
                <a:close/>
              </a:path>
              <a:path w="1541144" h="716914">
                <a:moveTo>
                  <a:pt x="1540573" y="396760"/>
                </a:moveTo>
                <a:lnTo>
                  <a:pt x="1539151" y="389737"/>
                </a:lnTo>
                <a:lnTo>
                  <a:pt x="1535290" y="384009"/>
                </a:lnTo>
                <a:lnTo>
                  <a:pt x="1529562" y="380149"/>
                </a:lnTo>
                <a:lnTo>
                  <a:pt x="1522552" y="378739"/>
                </a:lnTo>
                <a:lnTo>
                  <a:pt x="811326" y="378739"/>
                </a:lnTo>
                <a:lnTo>
                  <a:pt x="804316" y="380149"/>
                </a:lnTo>
                <a:lnTo>
                  <a:pt x="798588" y="384009"/>
                </a:lnTo>
                <a:lnTo>
                  <a:pt x="794727" y="389737"/>
                </a:lnTo>
                <a:lnTo>
                  <a:pt x="793318" y="396760"/>
                </a:lnTo>
                <a:lnTo>
                  <a:pt x="793318" y="698525"/>
                </a:lnTo>
                <a:lnTo>
                  <a:pt x="794727" y="705535"/>
                </a:lnTo>
                <a:lnTo>
                  <a:pt x="798588" y="711263"/>
                </a:lnTo>
                <a:lnTo>
                  <a:pt x="804316" y="715124"/>
                </a:lnTo>
                <a:lnTo>
                  <a:pt x="811326" y="716534"/>
                </a:lnTo>
                <a:lnTo>
                  <a:pt x="1522552" y="716534"/>
                </a:lnTo>
                <a:lnTo>
                  <a:pt x="1529562" y="715124"/>
                </a:lnTo>
                <a:lnTo>
                  <a:pt x="1535290" y="711263"/>
                </a:lnTo>
                <a:lnTo>
                  <a:pt x="1539151" y="705535"/>
                </a:lnTo>
                <a:lnTo>
                  <a:pt x="1540573" y="698525"/>
                </a:lnTo>
                <a:lnTo>
                  <a:pt x="1540573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438018" y="4533563"/>
            <a:ext cx="2339340" cy="1100455"/>
          </a:xfrm>
          <a:custGeom>
            <a:avLst/>
            <a:gdLst/>
            <a:ahLst/>
            <a:cxnLst/>
            <a:rect l="l" t="t" r="r" b="b"/>
            <a:pathLst>
              <a:path w="2339340" h="1100454">
                <a:moveTo>
                  <a:pt x="747242" y="401866"/>
                </a:moveTo>
                <a:lnTo>
                  <a:pt x="745832" y="394855"/>
                </a:lnTo>
                <a:lnTo>
                  <a:pt x="741972" y="389128"/>
                </a:lnTo>
                <a:lnTo>
                  <a:pt x="736244" y="385267"/>
                </a:lnTo>
                <a:lnTo>
                  <a:pt x="729234" y="383857"/>
                </a:lnTo>
                <a:lnTo>
                  <a:pt x="18008" y="383857"/>
                </a:lnTo>
                <a:lnTo>
                  <a:pt x="10998" y="385267"/>
                </a:lnTo>
                <a:lnTo>
                  <a:pt x="5283" y="389128"/>
                </a:lnTo>
                <a:lnTo>
                  <a:pt x="1422" y="394855"/>
                </a:lnTo>
                <a:lnTo>
                  <a:pt x="0" y="401878"/>
                </a:lnTo>
                <a:lnTo>
                  <a:pt x="0" y="703643"/>
                </a:lnTo>
                <a:lnTo>
                  <a:pt x="1422" y="710653"/>
                </a:lnTo>
                <a:lnTo>
                  <a:pt x="5283" y="716381"/>
                </a:lnTo>
                <a:lnTo>
                  <a:pt x="10998" y="720242"/>
                </a:lnTo>
                <a:lnTo>
                  <a:pt x="18008" y="721664"/>
                </a:lnTo>
                <a:lnTo>
                  <a:pt x="729234" y="721664"/>
                </a:lnTo>
                <a:lnTo>
                  <a:pt x="736244" y="720242"/>
                </a:lnTo>
                <a:lnTo>
                  <a:pt x="741972" y="716381"/>
                </a:lnTo>
                <a:lnTo>
                  <a:pt x="745832" y="710653"/>
                </a:lnTo>
                <a:lnTo>
                  <a:pt x="747242" y="703643"/>
                </a:lnTo>
                <a:lnTo>
                  <a:pt x="747242" y="401866"/>
                </a:lnTo>
                <a:close/>
              </a:path>
              <a:path w="2339340" h="1100454">
                <a:moveTo>
                  <a:pt x="1172057" y="18021"/>
                </a:moveTo>
                <a:lnTo>
                  <a:pt x="1170635" y="10998"/>
                </a:lnTo>
                <a:lnTo>
                  <a:pt x="1166774" y="5270"/>
                </a:lnTo>
                <a:lnTo>
                  <a:pt x="1161059" y="1409"/>
                </a:lnTo>
                <a:lnTo>
                  <a:pt x="1154049" y="0"/>
                </a:lnTo>
                <a:lnTo>
                  <a:pt x="442823" y="0"/>
                </a:lnTo>
                <a:lnTo>
                  <a:pt x="435813" y="1409"/>
                </a:lnTo>
                <a:lnTo>
                  <a:pt x="430085" y="5270"/>
                </a:lnTo>
                <a:lnTo>
                  <a:pt x="426224" y="10998"/>
                </a:lnTo>
                <a:lnTo>
                  <a:pt x="424815" y="18008"/>
                </a:lnTo>
                <a:lnTo>
                  <a:pt x="424815" y="319773"/>
                </a:lnTo>
                <a:lnTo>
                  <a:pt x="426224" y="326796"/>
                </a:lnTo>
                <a:lnTo>
                  <a:pt x="430085" y="332524"/>
                </a:lnTo>
                <a:lnTo>
                  <a:pt x="435813" y="336384"/>
                </a:lnTo>
                <a:lnTo>
                  <a:pt x="442823" y="337794"/>
                </a:lnTo>
                <a:lnTo>
                  <a:pt x="1154049" y="337794"/>
                </a:lnTo>
                <a:lnTo>
                  <a:pt x="1161059" y="336384"/>
                </a:lnTo>
                <a:lnTo>
                  <a:pt x="1166774" y="332524"/>
                </a:lnTo>
                <a:lnTo>
                  <a:pt x="1170635" y="326796"/>
                </a:lnTo>
                <a:lnTo>
                  <a:pt x="1172057" y="319773"/>
                </a:lnTo>
                <a:lnTo>
                  <a:pt x="1172057" y="18021"/>
                </a:lnTo>
                <a:close/>
              </a:path>
              <a:path w="2339340" h="1100454">
                <a:moveTo>
                  <a:pt x="1187411" y="780618"/>
                </a:moveTo>
                <a:lnTo>
                  <a:pt x="1185989" y="773607"/>
                </a:lnTo>
                <a:lnTo>
                  <a:pt x="1182128" y="767880"/>
                </a:lnTo>
                <a:lnTo>
                  <a:pt x="1176413" y="764019"/>
                </a:lnTo>
                <a:lnTo>
                  <a:pt x="1169403" y="762596"/>
                </a:lnTo>
                <a:lnTo>
                  <a:pt x="458177" y="762596"/>
                </a:lnTo>
                <a:lnTo>
                  <a:pt x="451167" y="764019"/>
                </a:lnTo>
                <a:lnTo>
                  <a:pt x="445439" y="767880"/>
                </a:lnTo>
                <a:lnTo>
                  <a:pt x="441579" y="773607"/>
                </a:lnTo>
                <a:lnTo>
                  <a:pt x="440169" y="780618"/>
                </a:lnTo>
                <a:lnTo>
                  <a:pt x="440169" y="1082382"/>
                </a:lnTo>
                <a:lnTo>
                  <a:pt x="441579" y="1089393"/>
                </a:lnTo>
                <a:lnTo>
                  <a:pt x="445439" y="1095121"/>
                </a:lnTo>
                <a:lnTo>
                  <a:pt x="451167" y="1098981"/>
                </a:lnTo>
                <a:lnTo>
                  <a:pt x="458177" y="1100404"/>
                </a:lnTo>
                <a:lnTo>
                  <a:pt x="1169403" y="1100404"/>
                </a:lnTo>
                <a:lnTo>
                  <a:pt x="1176413" y="1098981"/>
                </a:lnTo>
                <a:lnTo>
                  <a:pt x="1182128" y="1095121"/>
                </a:lnTo>
                <a:lnTo>
                  <a:pt x="1185989" y="1089393"/>
                </a:lnTo>
                <a:lnTo>
                  <a:pt x="1187411" y="1082382"/>
                </a:lnTo>
                <a:lnTo>
                  <a:pt x="1187411" y="780618"/>
                </a:lnTo>
                <a:close/>
              </a:path>
              <a:path w="2339340" h="1100454">
                <a:moveTo>
                  <a:pt x="1550797" y="396760"/>
                </a:moveTo>
                <a:lnTo>
                  <a:pt x="1549387" y="389737"/>
                </a:lnTo>
                <a:lnTo>
                  <a:pt x="1545526" y="384009"/>
                </a:lnTo>
                <a:lnTo>
                  <a:pt x="1539798" y="380149"/>
                </a:lnTo>
                <a:lnTo>
                  <a:pt x="1532788" y="378739"/>
                </a:lnTo>
                <a:lnTo>
                  <a:pt x="821563" y="378739"/>
                </a:lnTo>
                <a:lnTo>
                  <a:pt x="814552" y="380149"/>
                </a:lnTo>
                <a:lnTo>
                  <a:pt x="808824" y="384009"/>
                </a:lnTo>
                <a:lnTo>
                  <a:pt x="804964" y="389737"/>
                </a:lnTo>
                <a:lnTo>
                  <a:pt x="803554" y="396760"/>
                </a:lnTo>
                <a:lnTo>
                  <a:pt x="803554" y="698525"/>
                </a:lnTo>
                <a:lnTo>
                  <a:pt x="804964" y="705535"/>
                </a:lnTo>
                <a:lnTo>
                  <a:pt x="808824" y="711263"/>
                </a:lnTo>
                <a:lnTo>
                  <a:pt x="814552" y="715124"/>
                </a:lnTo>
                <a:lnTo>
                  <a:pt x="821563" y="716534"/>
                </a:lnTo>
                <a:lnTo>
                  <a:pt x="1532788" y="716534"/>
                </a:lnTo>
                <a:lnTo>
                  <a:pt x="1539798" y="715124"/>
                </a:lnTo>
                <a:lnTo>
                  <a:pt x="1545526" y="711263"/>
                </a:lnTo>
                <a:lnTo>
                  <a:pt x="1549387" y="705535"/>
                </a:lnTo>
                <a:lnTo>
                  <a:pt x="1550797" y="698525"/>
                </a:lnTo>
                <a:lnTo>
                  <a:pt x="1550797" y="396760"/>
                </a:lnTo>
                <a:close/>
              </a:path>
              <a:path w="2339340" h="1100454">
                <a:moveTo>
                  <a:pt x="1960245" y="18008"/>
                </a:moveTo>
                <a:lnTo>
                  <a:pt x="1958835" y="10998"/>
                </a:lnTo>
                <a:lnTo>
                  <a:pt x="1954974" y="5270"/>
                </a:lnTo>
                <a:lnTo>
                  <a:pt x="1949246" y="1409"/>
                </a:lnTo>
                <a:lnTo>
                  <a:pt x="1942236" y="0"/>
                </a:lnTo>
                <a:lnTo>
                  <a:pt x="1231011" y="0"/>
                </a:lnTo>
                <a:lnTo>
                  <a:pt x="1224000" y="1409"/>
                </a:lnTo>
                <a:lnTo>
                  <a:pt x="1218272" y="5270"/>
                </a:lnTo>
                <a:lnTo>
                  <a:pt x="1214424" y="10998"/>
                </a:lnTo>
                <a:lnTo>
                  <a:pt x="1213002" y="18021"/>
                </a:lnTo>
                <a:lnTo>
                  <a:pt x="1213002" y="319773"/>
                </a:lnTo>
                <a:lnTo>
                  <a:pt x="1214424" y="326796"/>
                </a:lnTo>
                <a:lnTo>
                  <a:pt x="1218272" y="332524"/>
                </a:lnTo>
                <a:lnTo>
                  <a:pt x="1224000" y="336384"/>
                </a:lnTo>
                <a:lnTo>
                  <a:pt x="1231011" y="337794"/>
                </a:lnTo>
                <a:lnTo>
                  <a:pt x="1942236" y="337794"/>
                </a:lnTo>
                <a:lnTo>
                  <a:pt x="1949246" y="336384"/>
                </a:lnTo>
                <a:lnTo>
                  <a:pt x="1954974" y="332524"/>
                </a:lnTo>
                <a:lnTo>
                  <a:pt x="1958835" y="326796"/>
                </a:lnTo>
                <a:lnTo>
                  <a:pt x="1960245" y="319773"/>
                </a:lnTo>
                <a:lnTo>
                  <a:pt x="1960245" y="18008"/>
                </a:lnTo>
                <a:close/>
              </a:path>
              <a:path w="2339340" h="1100454">
                <a:moveTo>
                  <a:pt x="1985848" y="775500"/>
                </a:moveTo>
                <a:lnTo>
                  <a:pt x="1984438" y="768489"/>
                </a:lnTo>
                <a:lnTo>
                  <a:pt x="1980565" y="762762"/>
                </a:lnTo>
                <a:lnTo>
                  <a:pt x="1974837" y="758901"/>
                </a:lnTo>
                <a:lnTo>
                  <a:pt x="1967826" y="757478"/>
                </a:lnTo>
                <a:lnTo>
                  <a:pt x="1256601" y="757478"/>
                </a:lnTo>
                <a:lnTo>
                  <a:pt x="1249591" y="758901"/>
                </a:lnTo>
                <a:lnTo>
                  <a:pt x="1243876" y="762762"/>
                </a:lnTo>
                <a:lnTo>
                  <a:pt x="1240015" y="768489"/>
                </a:lnTo>
                <a:lnTo>
                  <a:pt x="1238592" y="775500"/>
                </a:lnTo>
                <a:lnTo>
                  <a:pt x="1238592" y="1077264"/>
                </a:lnTo>
                <a:lnTo>
                  <a:pt x="1240015" y="1084275"/>
                </a:lnTo>
                <a:lnTo>
                  <a:pt x="1243876" y="1090002"/>
                </a:lnTo>
                <a:lnTo>
                  <a:pt x="1249591" y="1093863"/>
                </a:lnTo>
                <a:lnTo>
                  <a:pt x="1256601" y="1095286"/>
                </a:lnTo>
                <a:lnTo>
                  <a:pt x="1967826" y="1095286"/>
                </a:lnTo>
                <a:lnTo>
                  <a:pt x="1974837" y="1093863"/>
                </a:lnTo>
                <a:lnTo>
                  <a:pt x="1980565" y="1090002"/>
                </a:lnTo>
                <a:lnTo>
                  <a:pt x="1984438" y="1084275"/>
                </a:lnTo>
                <a:lnTo>
                  <a:pt x="1985848" y="1077264"/>
                </a:lnTo>
                <a:lnTo>
                  <a:pt x="1985848" y="775500"/>
                </a:lnTo>
                <a:close/>
              </a:path>
              <a:path w="2339340" h="1100454">
                <a:moveTo>
                  <a:pt x="2338997" y="396760"/>
                </a:moveTo>
                <a:lnTo>
                  <a:pt x="2337574" y="389737"/>
                </a:lnTo>
                <a:lnTo>
                  <a:pt x="2333714" y="384009"/>
                </a:lnTo>
                <a:lnTo>
                  <a:pt x="2327986" y="380149"/>
                </a:lnTo>
                <a:lnTo>
                  <a:pt x="2320975" y="378739"/>
                </a:lnTo>
                <a:lnTo>
                  <a:pt x="1609763" y="378739"/>
                </a:lnTo>
                <a:lnTo>
                  <a:pt x="1602740" y="380149"/>
                </a:lnTo>
                <a:lnTo>
                  <a:pt x="1597025" y="384009"/>
                </a:lnTo>
                <a:lnTo>
                  <a:pt x="1593164" y="389737"/>
                </a:lnTo>
                <a:lnTo>
                  <a:pt x="1591741" y="396748"/>
                </a:lnTo>
                <a:lnTo>
                  <a:pt x="1591741" y="698525"/>
                </a:lnTo>
                <a:lnTo>
                  <a:pt x="1593164" y="705535"/>
                </a:lnTo>
                <a:lnTo>
                  <a:pt x="1597025" y="711263"/>
                </a:lnTo>
                <a:lnTo>
                  <a:pt x="1602752" y="715124"/>
                </a:lnTo>
                <a:lnTo>
                  <a:pt x="1609763" y="716534"/>
                </a:lnTo>
                <a:lnTo>
                  <a:pt x="2320975" y="716534"/>
                </a:lnTo>
                <a:lnTo>
                  <a:pt x="2327986" y="715124"/>
                </a:lnTo>
                <a:lnTo>
                  <a:pt x="2333714" y="711263"/>
                </a:lnTo>
                <a:lnTo>
                  <a:pt x="2337574" y="705535"/>
                </a:lnTo>
                <a:lnTo>
                  <a:pt x="2338997" y="698525"/>
                </a:lnTo>
                <a:lnTo>
                  <a:pt x="2338997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463609" y="3018592"/>
            <a:ext cx="3030220" cy="1474470"/>
          </a:xfrm>
          <a:custGeom>
            <a:avLst/>
            <a:gdLst/>
            <a:ahLst/>
            <a:cxnLst/>
            <a:rect l="l" t="t" r="r" b="b"/>
            <a:pathLst>
              <a:path w="3030219" h="1474470">
                <a:moveTo>
                  <a:pt x="747242" y="1154239"/>
                </a:moveTo>
                <a:lnTo>
                  <a:pt x="745832" y="1147229"/>
                </a:lnTo>
                <a:lnTo>
                  <a:pt x="741972" y="1141501"/>
                </a:lnTo>
                <a:lnTo>
                  <a:pt x="736244" y="1137640"/>
                </a:lnTo>
                <a:lnTo>
                  <a:pt x="729234" y="1136218"/>
                </a:lnTo>
                <a:lnTo>
                  <a:pt x="18008" y="1136218"/>
                </a:lnTo>
                <a:lnTo>
                  <a:pt x="10998" y="1137640"/>
                </a:lnTo>
                <a:lnTo>
                  <a:pt x="5283" y="1141501"/>
                </a:lnTo>
                <a:lnTo>
                  <a:pt x="1422" y="1147229"/>
                </a:lnTo>
                <a:lnTo>
                  <a:pt x="0" y="1154239"/>
                </a:lnTo>
                <a:lnTo>
                  <a:pt x="0" y="1456004"/>
                </a:lnTo>
                <a:lnTo>
                  <a:pt x="1422" y="1463014"/>
                </a:lnTo>
                <a:lnTo>
                  <a:pt x="5283" y="1468742"/>
                </a:lnTo>
                <a:lnTo>
                  <a:pt x="10998" y="1472603"/>
                </a:lnTo>
                <a:lnTo>
                  <a:pt x="18008" y="1474025"/>
                </a:lnTo>
                <a:lnTo>
                  <a:pt x="729234" y="1474025"/>
                </a:lnTo>
                <a:lnTo>
                  <a:pt x="736244" y="1472603"/>
                </a:lnTo>
                <a:lnTo>
                  <a:pt x="741972" y="1468742"/>
                </a:lnTo>
                <a:lnTo>
                  <a:pt x="745832" y="1463014"/>
                </a:lnTo>
                <a:lnTo>
                  <a:pt x="747242" y="1456004"/>
                </a:lnTo>
                <a:lnTo>
                  <a:pt x="747242" y="1154239"/>
                </a:lnTo>
                <a:close/>
              </a:path>
              <a:path w="3030219" h="1474470">
                <a:moveTo>
                  <a:pt x="1064577" y="775500"/>
                </a:moveTo>
                <a:lnTo>
                  <a:pt x="1063167" y="768489"/>
                </a:lnTo>
                <a:lnTo>
                  <a:pt x="1059307" y="762762"/>
                </a:lnTo>
                <a:lnTo>
                  <a:pt x="1053579" y="758901"/>
                </a:lnTo>
                <a:lnTo>
                  <a:pt x="1046568" y="757478"/>
                </a:lnTo>
                <a:lnTo>
                  <a:pt x="335343" y="757478"/>
                </a:lnTo>
                <a:lnTo>
                  <a:pt x="328333" y="758901"/>
                </a:lnTo>
                <a:lnTo>
                  <a:pt x="322605" y="762762"/>
                </a:lnTo>
                <a:lnTo>
                  <a:pt x="318744" y="768489"/>
                </a:lnTo>
                <a:lnTo>
                  <a:pt x="317322" y="775500"/>
                </a:lnTo>
                <a:lnTo>
                  <a:pt x="317322" y="1077264"/>
                </a:lnTo>
                <a:lnTo>
                  <a:pt x="318744" y="1084275"/>
                </a:lnTo>
                <a:lnTo>
                  <a:pt x="322605" y="1090002"/>
                </a:lnTo>
                <a:lnTo>
                  <a:pt x="328333" y="1093863"/>
                </a:lnTo>
                <a:lnTo>
                  <a:pt x="335343" y="1095286"/>
                </a:lnTo>
                <a:lnTo>
                  <a:pt x="1046568" y="1095286"/>
                </a:lnTo>
                <a:lnTo>
                  <a:pt x="1053579" y="1093863"/>
                </a:lnTo>
                <a:lnTo>
                  <a:pt x="1059307" y="1090002"/>
                </a:lnTo>
                <a:lnTo>
                  <a:pt x="1063167" y="1084275"/>
                </a:lnTo>
                <a:lnTo>
                  <a:pt x="1064577" y="1077264"/>
                </a:lnTo>
                <a:lnTo>
                  <a:pt x="1064577" y="775500"/>
                </a:lnTo>
                <a:close/>
              </a:path>
              <a:path w="3030219" h="1474470">
                <a:moveTo>
                  <a:pt x="1438211" y="401878"/>
                </a:moveTo>
                <a:lnTo>
                  <a:pt x="1436789" y="394855"/>
                </a:lnTo>
                <a:lnTo>
                  <a:pt x="1432928" y="389128"/>
                </a:lnTo>
                <a:lnTo>
                  <a:pt x="1427200" y="385267"/>
                </a:lnTo>
                <a:lnTo>
                  <a:pt x="1420190" y="383857"/>
                </a:lnTo>
                <a:lnTo>
                  <a:pt x="708977" y="383857"/>
                </a:lnTo>
                <a:lnTo>
                  <a:pt x="701954" y="385267"/>
                </a:lnTo>
                <a:lnTo>
                  <a:pt x="696226" y="389128"/>
                </a:lnTo>
                <a:lnTo>
                  <a:pt x="692365" y="394855"/>
                </a:lnTo>
                <a:lnTo>
                  <a:pt x="690956" y="401878"/>
                </a:lnTo>
                <a:lnTo>
                  <a:pt x="690956" y="703630"/>
                </a:lnTo>
                <a:lnTo>
                  <a:pt x="692365" y="710653"/>
                </a:lnTo>
                <a:lnTo>
                  <a:pt x="696226" y="716381"/>
                </a:lnTo>
                <a:lnTo>
                  <a:pt x="701954" y="720242"/>
                </a:lnTo>
                <a:lnTo>
                  <a:pt x="708977" y="721652"/>
                </a:lnTo>
                <a:lnTo>
                  <a:pt x="1420190" y="721652"/>
                </a:lnTo>
                <a:lnTo>
                  <a:pt x="1427200" y="720242"/>
                </a:lnTo>
                <a:lnTo>
                  <a:pt x="1432928" y="716381"/>
                </a:lnTo>
                <a:lnTo>
                  <a:pt x="1436789" y="710653"/>
                </a:lnTo>
                <a:lnTo>
                  <a:pt x="1438211" y="703630"/>
                </a:lnTo>
                <a:lnTo>
                  <a:pt x="1438211" y="401878"/>
                </a:lnTo>
                <a:close/>
              </a:path>
              <a:path w="3030219" h="1474470">
                <a:moveTo>
                  <a:pt x="1540560" y="1154239"/>
                </a:moveTo>
                <a:lnTo>
                  <a:pt x="1539151" y="1147229"/>
                </a:lnTo>
                <a:lnTo>
                  <a:pt x="1535290" y="1141501"/>
                </a:lnTo>
                <a:lnTo>
                  <a:pt x="1529562" y="1137640"/>
                </a:lnTo>
                <a:lnTo>
                  <a:pt x="1522552" y="1136218"/>
                </a:lnTo>
                <a:lnTo>
                  <a:pt x="811339" y="1136218"/>
                </a:lnTo>
                <a:lnTo>
                  <a:pt x="804316" y="1137640"/>
                </a:lnTo>
                <a:lnTo>
                  <a:pt x="798588" y="1141501"/>
                </a:lnTo>
                <a:lnTo>
                  <a:pt x="794727" y="1147229"/>
                </a:lnTo>
                <a:lnTo>
                  <a:pt x="793318" y="1154239"/>
                </a:lnTo>
                <a:lnTo>
                  <a:pt x="793318" y="1456004"/>
                </a:lnTo>
                <a:lnTo>
                  <a:pt x="794727" y="1463014"/>
                </a:lnTo>
                <a:lnTo>
                  <a:pt x="798588" y="1468742"/>
                </a:lnTo>
                <a:lnTo>
                  <a:pt x="804316" y="1472603"/>
                </a:lnTo>
                <a:lnTo>
                  <a:pt x="811339" y="1474025"/>
                </a:lnTo>
                <a:lnTo>
                  <a:pt x="1522552" y="1474025"/>
                </a:lnTo>
                <a:lnTo>
                  <a:pt x="1529562" y="1472603"/>
                </a:lnTo>
                <a:lnTo>
                  <a:pt x="1535290" y="1468742"/>
                </a:lnTo>
                <a:lnTo>
                  <a:pt x="1539151" y="1463014"/>
                </a:lnTo>
                <a:lnTo>
                  <a:pt x="1540560" y="1456004"/>
                </a:lnTo>
                <a:lnTo>
                  <a:pt x="1540560" y="1154239"/>
                </a:lnTo>
                <a:close/>
              </a:path>
              <a:path w="3030219" h="1474470">
                <a:moveTo>
                  <a:pt x="1863001" y="18008"/>
                </a:moveTo>
                <a:lnTo>
                  <a:pt x="1861591" y="10998"/>
                </a:lnTo>
                <a:lnTo>
                  <a:pt x="1857730" y="5270"/>
                </a:lnTo>
                <a:lnTo>
                  <a:pt x="1852002" y="1409"/>
                </a:lnTo>
                <a:lnTo>
                  <a:pt x="1844992" y="0"/>
                </a:lnTo>
                <a:lnTo>
                  <a:pt x="1133779" y="0"/>
                </a:lnTo>
                <a:lnTo>
                  <a:pt x="1126769" y="1409"/>
                </a:lnTo>
                <a:lnTo>
                  <a:pt x="1121041" y="5270"/>
                </a:lnTo>
                <a:lnTo>
                  <a:pt x="1117180" y="10998"/>
                </a:lnTo>
                <a:lnTo>
                  <a:pt x="1115758" y="18008"/>
                </a:lnTo>
                <a:lnTo>
                  <a:pt x="1115758" y="319773"/>
                </a:lnTo>
                <a:lnTo>
                  <a:pt x="1117180" y="326783"/>
                </a:lnTo>
                <a:lnTo>
                  <a:pt x="1121041" y="332511"/>
                </a:lnTo>
                <a:lnTo>
                  <a:pt x="1126769" y="336384"/>
                </a:lnTo>
                <a:lnTo>
                  <a:pt x="1133779" y="337794"/>
                </a:lnTo>
                <a:lnTo>
                  <a:pt x="1844992" y="337794"/>
                </a:lnTo>
                <a:lnTo>
                  <a:pt x="1852002" y="336384"/>
                </a:lnTo>
                <a:lnTo>
                  <a:pt x="1857730" y="332511"/>
                </a:lnTo>
                <a:lnTo>
                  <a:pt x="1861591" y="326783"/>
                </a:lnTo>
                <a:lnTo>
                  <a:pt x="1863001" y="319773"/>
                </a:lnTo>
                <a:lnTo>
                  <a:pt x="1863001" y="18008"/>
                </a:lnTo>
                <a:close/>
              </a:path>
              <a:path w="3030219" h="1474470">
                <a:moveTo>
                  <a:pt x="1878355" y="780605"/>
                </a:moveTo>
                <a:lnTo>
                  <a:pt x="1876945" y="773595"/>
                </a:lnTo>
                <a:lnTo>
                  <a:pt x="1873084" y="767880"/>
                </a:lnTo>
                <a:lnTo>
                  <a:pt x="1867357" y="764019"/>
                </a:lnTo>
                <a:lnTo>
                  <a:pt x="1860346" y="762596"/>
                </a:lnTo>
                <a:lnTo>
                  <a:pt x="1149121" y="762596"/>
                </a:lnTo>
                <a:lnTo>
                  <a:pt x="1142111" y="764019"/>
                </a:lnTo>
                <a:lnTo>
                  <a:pt x="1136396" y="767880"/>
                </a:lnTo>
                <a:lnTo>
                  <a:pt x="1132535" y="773607"/>
                </a:lnTo>
                <a:lnTo>
                  <a:pt x="1131112" y="780618"/>
                </a:lnTo>
                <a:lnTo>
                  <a:pt x="1131112" y="1082382"/>
                </a:lnTo>
                <a:lnTo>
                  <a:pt x="1132535" y="1089393"/>
                </a:lnTo>
                <a:lnTo>
                  <a:pt x="1136396" y="1095121"/>
                </a:lnTo>
                <a:lnTo>
                  <a:pt x="1142111" y="1098981"/>
                </a:lnTo>
                <a:lnTo>
                  <a:pt x="1149121" y="1100404"/>
                </a:lnTo>
                <a:lnTo>
                  <a:pt x="1860346" y="1100404"/>
                </a:lnTo>
                <a:lnTo>
                  <a:pt x="1867357" y="1098981"/>
                </a:lnTo>
                <a:lnTo>
                  <a:pt x="1873084" y="1095121"/>
                </a:lnTo>
                <a:lnTo>
                  <a:pt x="1876945" y="1089393"/>
                </a:lnTo>
                <a:lnTo>
                  <a:pt x="1878355" y="1082382"/>
                </a:lnTo>
                <a:lnTo>
                  <a:pt x="1878355" y="780605"/>
                </a:lnTo>
                <a:close/>
              </a:path>
              <a:path w="3030219" h="1474470">
                <a:moveTo>
                  <a:pt x="2241753" y="396760"/>
                </a:moveTo>
                <a:lnTo>
                  <a:pt x="2240343" y="389737"/>
                </a:lnTo>
                <a:lnTo>
                  <a:pt x="2236482" y="384009"/>
                </a:lnTo>
                <a:lnTo>
                  <a:pt x="2230755" y="380149"/>
                </a:lnTo>
                <a:lnTo>
                  <a:pt x="2223732" y="378739"/>
                </a:lnTo>
                <a:lnTo>
                  <a:pt x="1512519" y="378739"/>
                </a:lnTo>
                <a:lnTo>
                  <a:pt x="1505496" y="380149"/>
                </a:lnTo>
                <a:lnTo>
                  <a:pt x="1499781" y="384009"/>
                </a:lnTo>
                <a:lnTo>
                  <a:pt x="1495920" y="389737"/>
                </a:lnTo>
                <a:lnTo>
                  <a:pt x="1494497" y="396760"/>
                </a:lnTo>
                <a:lnTo>
                  <a:pt x="1494497" y="698512"/>
                </a:lnTo>
                <a:lnTo>
                  <a:pt x="1495920" y="705535"/>
                </a:lnTo>
                <a:lnTo>
                  <a:pt x="1499781" y="711263"/>
                </a:lnTo>
                <a:lnTo>
                  <a:pt x="1505496" y="715124"/>
                </a:lnTo>
                <a:lnTo>
                  <a:pt x="1512519" y="716534"/>
                </a:lnTo>
                <a:lnTo>
                  <a:pt x="2223732" y="716534"/>
                </a:lnTo>
                <a:lnTo>
                  <a:pt x="2230755" y="715124"/>
                </a:lnTo>
                <a:lnTo>
                  <a:pt x="2236482" y="711263"/>
                </a:lnTo>
                <a:lnTo>
                  <a:pt x="2240343" y="705535"/>
                </a:lnTo>
                <a:lnTo>
                  <a:pt x="2241753" y="698512"/>
                </a:lnTo>
                <a:lnTo>
                  <a:pt x="2241753" y="396760"/>
                </a:lnTo>
                <a:close/>
              </a:path>
              <a:path w="3030219" h="1474470">
                <a:moveTo>
                  <a:pt x="2651214" y="18008"/>
                </a:moveTo>
                <a:lnTo>
                  <a:pt x="2649791" y="10998"/>
                </a:lnTo>
                <a:lnTo>
                  <a:pt x="2645930" y="5270"/>
                </a:lnTo>
                <a:lnTo>
                  <a:pt x="2640203" y="1409"/>
                </a:lnTo>
                <a:lnTo>
                  <a:pt x="2633192" y="0"/>
                </a:lnTo>
                <a:lnTo>
                  <a:pt x="1921967" y="0"/>
                </a:lnTo>
                <a:lnTo>
                  <a:pt x="1914956" y="1409"/>
                </a:lnTo>
                <a:lnTo>
                  <a:pt x="1909229" y="5270"/>
                </a:lnTo>
                <a:lnTo>
                  <a:pt x="1905368" y="10998"/>
                </a:lnTo>
                <a:lnTo>
                  <a:pt x="1903958" y="18008"/>
                </a:lnTo>
                <a:lnTo>
                  <a:pt x="1903958" y="319773"/>
                </a:lnTo>
                <a:lnTo>
                  <a:pt x="1905368" y="326783"/>
                </a:lnTo>
                <a:lnTo>
                  <a:pt x="1909229" y="332511"/>
                </a:lnTo>
                <a:lnTo>
                  <a:pt x="1914956" y="336384"/>
                </a:lnTo>
                <a:lnTo>
                  <a:pt x="1921967" y="337794"/>
                </a:lnTo>
                <a:lnTo>
                  <a:pt x="2633192" y="337794"/>
                </a:lnTo>
                <a:lnTo>
                  <a:pt x="2640203" y="336384"/>
                </a:lnTo>
                <a:lnTo>
                  <a:pt x="2645930" y="332511"/>
                </a:lnTo>
                <a:lnTo>
                  <a:pt x="2649791" y="326783"/>
                </a:lnTo>
                <a:lnTo>
                  <a:pt x="2651214" y="319773"/>
                </a:lnTo>
                <a:lnTo>
                  <a:pt x="2651214" y="18008"/>
                </a:lnTo>
                <a:close/>
              </a:path>
              <a:path w="3030219" h="1474470">
                <a:moveTo>
                  <a:pt x="2676791" y="775487"/>
                </a:moveTo>
                <a:lnTo>
                  <a:pt x="2675382" y="768477"/>
                </a:lnTo>
                <a:lnTo>
                  <a:pt x="2671521" y="762762"/>
                </a:lnTo>
                <a:lnTo>
                  <a:pt x="2665793" y="758901"/>
                </a:lnTo>
                <a:lnTo>
                  <a:pt x="2658783" y="757478"/>
                </a:lnTo>
                <a:lnTo>
                  <a:pt x="1947557" y="757478"/>
                </a:lnTo>
                <a:lnTo>
                  <a:pt x="1940547" y="758901"/>
                </a:lnTo>
                <a:lnTo>
                  <a:pt x="1934819" y="762762"/>
                </a:lnTo>
                <a:lnTo>
                  <a:pt x="1930958" y="768477"/>
                </a:lnTo>
                <a:lnTo>
                  <a:pt x="1929549" y="775487"/>
                </a:lnTo>
                <a:lnTo>
                  <a:pt x="1929549" y="1077264"/>
                </a:lnTo>
                <a:lnTo>
                  <a:pt x="1930958" y="1084275"/>
                </a:lnTo>
                <a:lnTo>
                  <a:pt x="1934819" y="1090002"/>
                </a:lnTo>
                <a:lnTo>
                  <a:pt x="1940547" y="1093863"/>
                </a:lnTo>
                <a:lnTo>
                  <a:pt x="1947557" y="1095286"/>
                </a:lnTo>
                <a:lnTo>
                  <a:pt x="2658783" y="1095286"/>
                </a:lnTo>
                <a:lnTo>
                  <a:pt x="2665793" y="1093863"/>
                </a:lnTo>
                <a:lnTo>
                  <a:pt x="2671521" y="1090002"/>
                </a:lnTo>
                <a:lnTo>
                  <a:pt x="2675382" y="1084275"/>
                </a:lnTo>
                <a:lnTo>
                  <a:pt x="2676791" y="1077264"/>
                </a:lnTo>
                <a:lnTo>
                  <a:pt x="2676791" y="775487"/>
                </a:lnTo>
                <a:close/>
              </a:path>
              <a:path w="3030219" h="1474470">
                <a:moveTo>
                  <a:pt x="3029940" y="396760"/>
                </a:moveTo>
                <a:lnTo>
                  <a:pt x="3028531" y="389737"/>
                </a:lnTo>
                <a:lnTo>
                  <a:pt x="3024670" y="384009"/>
                </a:lnTo>
                <a:lnTo>
                  <a:pt x="3018942" y="380149"/>
                </a:lnTo>
                <a:lnTo>
                  <a:pt x="3011932" y="378739"/>
                </a:lnTo>
                <a:lnTo>
                  <a:pt x="2300706" y="378739"/>
                </a:lnTo>
                <a:lnTo>
                  <a:pt x="2293696" y="380149"/>
                </a:lnTo>
                <a:lnTo>
                  <a:pt x="2287968" y="384009"/>
                </a:lnTo>
                <a:lnTo>
                  <a:pt x="2284107" y="389737"/>
                </a:lnTo>
                <a:lnTo>
                  <a:pt x="2282698" y="396748"/>
                </a:lnTo>
                <a:lnTo>
                  <a:pt x="2282698" y="698512"/>
                </a:lnTo>
                <a:lnTo>
                  <a:pt x="2284107" y="705535"/>
                </a:lnTo>
                <a:lnTo>
                  <a:pt x="2287968" y="711263"/>
                </a:lnTo>
                <a:lnTo>
                  <a:pt x="2293696" y="715124"/>
                </a:lnTo>
                <a:lnTo>
                  <a:pt x="2300719" y="716534"/>
                </a:lnTo>
                <a:lnTo>
                  <a:pt x="3011932" y="716534"/>
                </a:lnTo>
                <a:lnTo>
                  <a:pt x="3018942" y="715124"/>
                </a:lnTo>
                <a:lnTo>
                  <a:pt x="3024670" y="711263"/>
                </a:lnTo>
                <a:lnTo>
                  <a:pt x="3028531" y="705535"/>
                </a:lnTo>
                <a:lnTo>
                  <a:pt x="3029940" y="698512"/>
                </a:lnTo>
                <a:lnTo>
                  <a:pt x="3029940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6180156" y="2261101"/>
            <a:ext cx="1541145" cy="716915"/>
          </a:xfrm>
          <a:custGeom>
            <a:avLst/>
            <a:gdLst/>
            <a:ahLst/>
            <a:cxnLst/>
            <a:rect l="l" t="t" r="r" b="b"/>
            <a:pathLst>
              <a:path w="1541144" h="716914">
                <a:moveTo>
                  <a:pt x="747255" y="396748"/>
                </a:moveTo>
                <a:lnTo>
                  <a:pt x="745832" y="389737"/>
                </a:lnTo>
                <a:lnTo>
                  <a:pt x="741972" y="384022"/>
                </a:lnTo>
                <a:lnTo>
                  <a:pt x="736244" y="380161"/>
                </a:lnTo>
                <a:lnTo>
                  <a:pt x="729234" y="378739"/>
                </a:lnTo>
                <a:lnTo>
                  <a:pt x="18008" y="378739"/>
                </a:lnTo>
                <a:lnTo>
                  <a:pt x="10998" y="380161"/>
                </a:lnTo>
                <a:lnTo>
                  <a:pt x="5270" y="384022"/>
                </a:lnTo>
                <a:lnTo>
                  <a:pt x="1409" y="389737"/>
                </a:lnTo>
                <a:lnTo>
                  <a:pt x="0" y="396748"/>
                </a:lnTo>
                <a:lnTo>
                  <a:pt x="0" y="698525"/>
                </a:lnTo>
                <a:lnTo>
                  <a:pt x="1409" y="705535"/>
                </a:lnTo>
                <a:lnTo>
                  <a:pt x="5270" y="711263"/>
                </a:lnTo>
                <a:lnTo>
                  <a:pt x="10998" y="715124"/>
                </a:lnTo>
                <a:lnTo>
                  <a:pt x="18008" y="716546"/>
                </a:lnTo>
                <a:lnTo>
                  <a:pt x="729234" y="716546"/>
                </a:lnTo>
                <a:lnTo>
                  <a:pt x="736244" y="715124"/>
                </a:lnTo>
                <a:lnTo>
                  <a:pt x="741972" y="711263"/>
                </a:lnTo>
                <a:lnTo>
                  <a:pt x="745832" y="705535"/>
                </a:lnTo>
                <a:lnTo>
                  <a:pt x="747255" y="698525"/>
                </a:lnTo>
                <a:lnTo>
                  <a:pt x="747255" y="396748"/>
                </a:lnTo>
                <a:close/>
              </a:path>
              <a:path w="1541144" h="716914">
                <a:moveTo>
                  <a:pt x="1064564" y="18008"/>
                </a:moveTo>
                <a:lnTo>
                  <a:pt x="1063155" y="10998"/>
                </a:lnTo>
                <a:lnTo>
                  <a:pt x="1059294" y="5270"/>
                </a:lnTo>
                <a:lnTo>
                  <a:pt x="1053566" y="1409"/>
                </a:lnTo>
                <a:lnTo>
                  <a:pt x="1046556" y="0"/>
                </a:lnTo>
                <a:lnTo>
                  <a:pt x="335330" y="0"/>
                </a:lnTo>
                <a:lnTo>
                  <a:pt x="328320" y="1409"/>
                </a:lnTo>
                <a:lnTo>
                  <a:pt x="322592" y="5270"/>
                </a:lnTo>
                <a:lnTo>
                  <a:pt x="318744" y="10998"/>
                </a:lnTo>
                <a:lnTo>
                  <a:pt x="317322" y="18008"/>
                </a:lnTo>
                <a:lnTo>
                  <a:pt x="317322" y="319786"/>
                </a:lnTo>
                <a:lnTo>
                  <a:pt x="318744" y="326796"/>
                </a:lnTo>
                <a:lnTo>
                  <a:pt x="322592" y="332524"/>
                </a:lnTo>
                <a:lnTo>
                  <a:pt x="328320" y="336384"/>
                </a:lnTo>
                <a:lnTo>
                  <a:pt x="335330" y="337807"/>
                </a:lnTo>
                <a:lnTo>
                  <a:pt x="1046556" y="337807"/>
                </a:lnTo>
                <a:lnTo>
                  <a:pt x="1053566" y="336384"/>
                </a:lnTo>
                <a:lnTo>
                  <a:pt x="1059294" y="332524"/>
                </a:lnTo>
                <a:lnTo>
                  <a:pt x="1063155" y="326796"/>
                </a:lnTo>
                <a:lnTo>
                  <a:pt x="1064564" y="319786"/>
                </a:lnTo>
                <a:lnTo>
                  <a:pt x="1064564" y="18008"/>
                </a:lnTo>
                <a:close/>
              </a:path>
              <a:path w="1541144" h="716914">
                <a:moveTo>
                  <a:pt x="1540560" y="396748"/>
                </a:moveTo>
                <a:lnTo>
                  <a:pt x="1539151" y="389737"/>
                </a:lnTo>
                <a:lnTo>
                  <a:pt x="1535290" y="384022"/>
                </a:lnTo>
                <a:lnTo>
                  <a:pt x="1529562" y="380161"/>
                </a:lnTo>
                <a:lnTo>
                  <a:pt x="1522539" y="378739"/>
                </a:lnTo>
                <a:lnTo>
                  <a:pt x="811326" y="378739"/>
                </a:lnTo>
                <a:lnTo>
                  <a:pt x="804316" y="380161"/>
                </a:lnTo>
                <a:lnTo>
                  <a:pt x="798588" y="384022"/>
                </a:lnTo>
                <a:lnTo>
                  <a:pt x="794727" y="389737"/>
                </a:lnTo>
                <a:lnTo>
                  <a:pt x="793305" y="396748"/>
                </a:lnTo>
                <a:lnTo>
                  <a:pt x="793305" y="698525"/>
                </a:lnTo>
                <a:lnTo>
                  <a:pt x="794727" y="705535"/>
                </a:lnTo>
                <a:lnTo>
                  <a:pt x="798588" y="711263"/>
                </a:lnTo>
                <a:lnTo>
                  <a:pt x="804303" y="715124"/>
                </a:lnTo>
                <a:lnTo>
                  <a:pt x="811314" y="716546"/>
                </a:lnTo>
                <a:lnTo>
                  <a:pt x="1522539" y="716546"/>
                </a:lnTo>
                <a:lnTo>
                  <a:pt x="1529562" y="715124"/>
                </a:lnTo>
                <a:lnTo>
                  <a:pt x="1535290" y="711263"/>
                </a:lnTo>
                <a:lnTo>
                  <a:pt x="1539151" y="705535"/>
                </a:lnTo>
                <a:lnTo>
                  <a:pt x="1540560" y="698525"/>
                </a:lnTo>
                <a:lnTo>
                  <a:pt x="1540560" y="396748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2080519" y="3765835"/>
            <a:ext cx="2339340" cy="1100455"/>
          </a:xfrm>
          <a:custGeom>
            <a:avLst/>
            <a:gdLst/>
            <a:ahLst/>
            <a:cxnLst/>
            <a:rect l="l" t="t" r="r" b="b"/>
            <a:pathLst>
              <a:path w="2339340" h="1100454">
                <a:moveTo>
                  <a:pt x="747242" y="401878"/>
                </a:moveTo>
                <a:lnTo>
                  <a:pt x="745820" y="394868"/>
                </a:lnTo>
                <a:lnTo>
                  <a:pt x="741972" y="389140"/>
                </a:lnTo>
                <a:lnTo>
                  <a:pt x="736244" y="385279"/>
                </a:lnTo>
                <a:lnTo>
                  <a:pt x="729234" y="383857"/>
                </a:lnTo>
                <a:lnTo>
                  <a:pt x="18008" y="383857"/>
                </a:lnTo>
                <a:lnTo>
                  <a:pt x="10998" y="385279"/>
                </a:lnTo>
                <a:lnTo>
                  <a:pt x="5270" y="389140"/>
                </a:lnTo>
                <a:lnTo>
                  <a:pt x="1409" y="394868"/>
                </a:lnTo>
                <a:lnTo>
                  <a:pt x="0" y="401878"/>
                </a:lnTo>
                <a:lnTo>
                  <a:pt x="0" y="703643"/>
                </a:lnTo>
                <a:lnTo>
                  <a:pt x="1409" y="710653"/>
                </a:lnTo>
                <a:lnTo>
                  <a:pt x="5270" y="716381"/>
                </a:lnTo>
                <a:lnTo>
                  <a:pt x="10998" y="720242"/>
                </a:lnTo>
                <a:lnTo>
                  <a:pt x="18008" y="721664"/>
                </a:lnTo>
                <a:lnTo>
                  <a:pt x="729234" y="721664"/>
                </a:lnTo>
                <a:lnTo>
                  <a:pt x="736244" y="720242"/>
                </a:lnTo>
                <a:lnTo>
                  <a:pt x="741972" y="716381"/>
                </a:lnTo>
                <a:lnTo>
                  <a:pt x="745820" y="710653"/>
                </a:lnTo>
                <a:lnTo>
                  <a:pt x="747242" y="703643"/>
                </a:lnTo>
                <a:lnTo>
                  <a:pt x="747242" y="401878"/>
                </a:lnTo>
                <a:close/>
              </a:path>
              <a:path w="2339340" h="1100454">
                <a:moveTo>
                  <a:pt x="1172057" y="18008"/>
                </a:moveTo>
                <a:lnTo>
                  <a:pt x="1170635" y="10998"/>
                </a:lnTo>
                <a:lnTo>
                  <a:pt x="1166774" y="5283"/>
                </a:lnTo>
                <a:lnTo>
                  <a:pt x="1161046" y="1422"/>
                </a:lnTo>
                <a:lnTo>
                  <a:pt x="1154036" y="0"/>
                </a:lnTo>
                <a:lnTo>
                  <a:pt x="442823" y="0"/>
                </a:lnTo>
                <a:lnTo>
                  <a:pt x="435800" y="1422"/>
                </a:lnTo>
                <a:lnTo>
                  <a:pt x="430072" y="5283"/>
                </a:lnTo>
                <a:lnTo>
                  <a:pt x="426212" y="10998"/>
                </a:lnTo>
                <a:lnTo>
                  <a:pt x="424802" y="18008"/>
                </a:lnTo>
                <a:lnTo>
                  <a:pt x="424802" y="319786"/>
                </a:lnTo>
                <a:lnTo>
                  <a:pt x="426212" y="326796"/>
                </a:lnTo>
                <a:lnTo>
                  <a:pt x="430072" y="332524"/>
                </a:lnTo>
                <a:lnTo>
                  <a:pt x="435800" y="336384"/>
                </a:lnTo>
                <a:lnTo>
                  <a:pt x="442810" y="337807"/>
                </a:lnTo>
                <a:lnTo>
                  <a:pt x="1154036" y="337807"/>
                </a:lnTo>
                <a:lnTo>
                  <a:pt x="1161046" y="336384"/>
                </a:lnTo>
                <a:lnTo>
                  <a:pt x="1166774" y="332524"/>
                </a:lnTo>
                <a:lnTo>
                  <a:pt x="1170635" y="326796"/>
                </a:lnTo>
                <a:lnTo>
                  <a:pt x="1172057" y="319786"/>
                </a:lnTo>
                <a:lnTo>
                  <a:pt x="1172057" y="18008"/>
                </a:lnTo>
                <a:close/>
              </a:path>
              <a:path w="2339340" h="1100454">
                <a:moveTo>
                  <a:pt x="1187411" y="780630"/>
                </a:moveTo>
                <a:lnTo>
                  <a:pt x="1185989" y="773607"/>
                </a:lnTo>
                <a:lnTo>
                  <a:pt x="1182128" y="767880"/>
                </a:lnTo>
                <a:lnTo>
                  <a:pt x="1176401" y="764019"/>
                </a:lnTo>
                <a:lnTo>
                  <a:pt x="1169390" y="762609"/>
                </a:lnTo>
                <a:lnTo>
                  <a:pt x="458177" y="762609"/>
                </a:lnTo>
                <a:lnTo>
                  <a:pt x="451154" y="764019"/>
                </a:lnTo>
                <a:lnTo>
                  <a:pt x="445427" y="767880"/>
                </a:lnTo>
                <a:lnTo>
                  <a:pt x="441566" y="773607"/>
                </a:lnTo>
                <a:lnTo>
                  <a:pt x="440156" y="780618"/>
                </a:lnTo>
                <a:lnTo>
                  <a:pt x="440156" y="1082382"/>
                </a:lnTo>
                <a:lnTo>
                  <a:pt x="441566" y="1089393"/>
                </a:lnTo>
                <a:lnTo>
                  <a:pt x="445427" y="1095133"/>
                </a:lnTo>
                <a:lnTo>
                  <a:pt x="451154" y="1098994"/>
                </a:lnTo>
                <a:lnTo>
                  <a:pt x="458177" y="1100404"/>
                </a:lnTo>
                <a:lnTo>
                  <a:pt x="1169390" y="1100404"/>
                </a:lnTo>
                <a:lnTo>
                  <a:pt x="1176401" y="1098994"/>
                </a:lnTo>
                <a:lnTo>
                  <a:pt x="1182128" y="1095133"/>
                </a:lnTo>
                <a:lnTo>
                  <a:pt x="1185989" y="1089393"/>
                </a:lnTo>
                <a:lnTo>
                  <a:pt x="1187411" y="1082382"/>
                </a:lnTo>
                <a:lnTo>
                  <a:pt x="1187411" y="780630"/>
                </a:lnTo>
                <a:close/>
              </a:path>
              <a:path w="2339340" h="1100454">
                <a:moveTo>
                  <a:pt x="1550797" y="396748"/>
                </a:moveTo>
                <a:lnTo>
                  <a:pt x="1549387" y="389737"/>
                </a:lnTo>
                <a:lnTo>
                  <a:pt x="1545513" y="384022"/>
                </a:lnTo>
                <a:lnTo>
                  <a:pt x="1539786" y="380161"/>
                </a:lnTo>
                <a:lnTo>
                  <a:pt x="1532775" y="378739"/>
                </a:lnTo>
                <a:lnTo>
                  <a:pt x="821550" y="378739"/>
                </a:lnTo>
                <a:lnTo>
                  <a:pt x="814539" y="380161"/>
                </a:lnTo>
                <a:lnTo>
                  <a:pt x="808824" y="384022"/>
                </a:lnTo>
                <a:lnTo>
                  <a:pt x="804964" y="389737"/>
                </a:lnTo>
                <a:lnTo>
                  <a:pt x="803541" y="396748"/>
                </a:lnTo>
                <a:lnTo>
                  <a:pt x="803541" y="698525"/>
                </a:lnTo>
                <a:lnTo>
                  <a:pt x="804964" y="705535"/>
                </a:lnTo>
                <a:lnTo>
                  <a:pt x="808824" y="711263"/>
                </a:lnTo>
                <a:lnTo>
                  <a:pt x="814552" y="715124"/>
                </a:lnTo>
                <a:lnTo>
                  <a:pt x="821563" y="716546"/>
                </a:lnTo>
                <a:lnTo>
                  <a:pt x="1532775" y="716546"/>
                </a:lnTo>
                <a:lnTo>
                  <a:pt x="1539786" y="715124"/>
                </a:lnTo>
                <a:lnTo>
                  <a:pt x="1545513" y="711263"/>
                </a:lnTo>
                <a:lnTo>
                  <a:pt x="1549387" y="705535"/>
                </a:lnTo>
                <a:lnTo>
                  <a:pt x="1550797" y="698525"/>
                </a:lnTo>
                <a:lnTo>
                  <a:pt x="1550797" y="396748"/>
                </a:lnTo>
                <a:close/>
              </a:path>
              <a:path w="2339340" h="1100454">
                <a:moveTo>
                  <a:pt x="1960245" y="18008"/>
                </a:moveTo>
                <a:lnTo>
                  <a:pt x="1958822" y="10998"/>
                </a:lnTo>
                <a:lnTo>
                  <a:pt x="1954961" y="5283"/>
                </a:lnTo>
                <a:lnTo>
                  <a:pt x="1949246" y="1422"/>
                </a:lnTo>
                <a:lnTo>
                  <a:pt x="1942236" y="0"/>
                </a:lnTo>
                <a:lnTo>
                  <a:pt x="1231011" y="0"/>
                </a:lnTo>
                <a:lnTo>
                  <a:pt x="1224000" y="1422"/>
                </a:lnTo>
                <a:lnTo>
                  <a:pt x="1218272" y="5283"/>
                </a:lnTo>
                <a:lnTo>
                  <a:pt x="1214412" y="10998"/>
                </a:lnTo>
                <a:lnTo>
                  <a:pt x="1213002" y="18008"/>
                </a:lnTo>
                <a:lnTo>
                  <a:pt x="1213002" y="319786"/>
                </a:lnTo>
                <a:lnTo>
                  <a:pt x="1214412" y="326796"/>
                </a:lnTo>
                <a:lnTo>
                  <a:pt x="1218272" y="332524"/>
                </a:lnTo>
                <a:lnTo>
                  <a:pt x="1224000" y="336384"/>
                </a:lnTo>
                <a:lnTo>
                  <a:pt x="1231011" y="337807"/>
                </a:lnTo>
                <a:lnTo>
                  <a:pt x="1942236" y="337807"/>
                </a:lnTo>
                <a:lnTo>
                  <a:pt x="1949246" y="336384"/>
                </a:lnTo>
                <a:lnTo>
                  <a:pt x="1954961" y="332524"/>
                </a:lnTo>
                <a:lnTo>
                  <a:pt x="1958822" y="326796"/>
                </a:lnTo>
                <a:lnTo>
                  <a:pt x="1960245" y="319786"/>
                </a:lnTo>
                <a:lnTo>
                  <a:pt x="1960245" y="18008"/>
                </a:lnTo>
                <a:close/>
              </a:path>
              <a:path w="2339340" h="1100454">
                <a:moveTo>
                  <a:pt x="1985835" y="775500"/>
                </a:moveTo>
                <a:lnTo>
                  <a:pt x="1984413" y="768489"/>
                </a:lnTo>
                <a:lnTo>
                  <a:pt x="1980552" y="762762"/>
                </a:lnTo>
                <a:lnTo>
                  <a:pt x="1974837" y="758901"/>
                </a:lnTo>
                <a:lnTo>
                  <a:pt x="1967826" y="757491"/>
                </a:lnTo>
                <a:lnTo>
                  <a:pt x="1256614" y="757491"/>
                </a:lnTo>
                <a:lnTo>
                  <a:pt x="1249591" y="758901"/>
                </a:lnTo>
                <a:lnTo>
                  <a:pt x="1243863" y="762762"/>
                </a:lnTo>
                <a:lnTo>
                  <a:pt x="1240002" y="768489"/>
                </a:lnTo>
                <a:lnTo>
                  <a:pt x="1238592" y="775500"/>
                </a:lnTo>
                <a:lnTo>
                  <a:pt x="1238592" y="1077264"/>
                </a:lnTo>
                <a:lnTo>
                  <a:pt x="1240002" y="1084275"/>
                </a:lnTo>
                <a:lnTo>
                  <a:pt x="1243863" y="1090015"/>
                </a:lnTo>
                <a:lnTo>
                  <a:pt x="1249591" y="1093876"/>
                </a:lnTo>
                <a:lnTo>
                  <a:pt x="1256614" y="1095286"/>
                </a:lnTo>
                <a:lnTo>
                  <a:pt x="1967826" y="1095286"/>
                </a:lnTo>
                <a:lnTo>
                  <a:pt x="1974837" y="1093876"/>
                </a:lnTo>
                <a:lnTo>
                  <a:pt x="1980552" y="1090015"/>
                </a:lnTo>
                <a:lnTo>
                  <a:pt x="1984413" y="1084275"/>
                </a:lnTo>
                <a:lnTo>
                  <a:pt x="1985835" y="1077264"/>
                </a:lnTo>
                <a:lnTo>
                  <a:pt x="1985835" y="775500"/>
                </a:lnTo>
                <a:close/>
              </a:path>
              <a:path w="2339340" h="1100454">
                <a:moveTo>
                  <a:pt x="2338984" y="396748"/>
                </a:moveTo>
                <a:lnTo>
                  <a:pt x="2337574" y="389737"/>
                </a:lnTo>
                <a:lnTo>
                  <a:pt x="2333714" y="384022"/>
                </a:lnTo>
                <a:lnTo>
                  <a:pt x="2327986" y="380161"/>
                </a:lnTo>
                <a:lnTo>
                  <a:pt x="2320975" y="378739"/>
                </a:lnTo>
                <a:lnTo>
                  <a:pt x="1609763" y="378739"/>
                </a:lnTo>
                <a:lnTo>
                  <a:pt x="1602740" y="380161"/>
                </a:lnTo>
                <a:lnTo>
                  <a:pt x="1597012" y="384022"/>
                </a:lnTo>
                <a:lnTo>
                  <a:pt x="1593151" y="389737"/>
                </a:lnTo>
                <a:lnTo>
                  <a:pt x="1591741" y="396748"/>
                </a:lnTo>
                <a:lnTo>
                  <a:pt x="1591741" y="698525"/>
                </a:lnTo>
                <a:lnTo>
                  <a:pt x="1593151" y="705535"/>
                </a:lnTo>
                <a:lnTo>
                  <a:pt x="1597012" y="711263"/>
                </a:lnTo>
                <a:lnTo>
                  <a:pt x="1602740" y="715124"/>
                </a:lnTo>
                <a:lnTo>
                  <a:pt x="1609763" y="716546"/>
                </a:lnTo>
                <a:lnTo>
                  <a:pt x="2320975" y="716546"/>
                </a:lnTo>
                <a:lnTo>
                  <a:pt x="2327986" y="715124"/>
                </a:lnTo>
                <a:lnTo>
                  <a:pt x="2333714" y="711263"/>
                </a:lnTo>
                <a:lnTo>
                  <a:pt x="2337574" y="705535"/>
                </a:lnTo>
                <a:lnTo>
                  <a:pt x="2338984" y="698525"/>
                </a:lnTo>
                <a:lnTo>
                  <a:pt x="2338984" y="396748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106110" y="3008356"/>
            <a:ext cx="1541145" cy="716915"/>
          </a:xfrm>
          <a:custGeom>
            <a:avLst/>
            <a:gdLst/>
            <a:ahLst/>
            <a:cxnLst/>
            <a:rect l="l" t="t" r="r" b="b"/>
            <a:pathLst>
              <a:path w="1541144" h="716914">
                <a:moveTo>
                  <a:pt x="747242" y="396748"/>
                </a:moveTo>
                <a:lnTo>
                  <a:pt x="745820" y="389737"/>
                </a:lnTo>
                <a:lnTo>
                  <a:pt x="741972" y="384009"/>
                </a:lnTo>
                <a:lnTo>
                  <a:pt x="736244" y="380149"/>
                </a:lnTo>
                <a:lnTo>
                  <a:pt x="729234" y="378739"/>
                </a:lnTo>
                <a:lnTo>
                  <a:pt x="18008" y="378739"/>
                </a:lnTo>
                <a:lnTo>
                  <a:pt x="10998" y="380149"/>
                </a:lnTo>
                <a:lnTo>
                  <a:pt x="5270" y="384009"/>
                </a:lnTo>
                <a:lnTo>
                  <a:pt x="1409" y="389737"/>
                </a:lnTo>
                <a:lnTo>
                  <a:pt x="0" y="396748"/>
                </a:lnTo>
                <a:lnTo>
                  <a:pt x="0" y="698512"/>
                </a:lnTo>
                <a:lnTo>
                  <a:pt x="1409" y="705535"/>
                </a:lnTo>
                <a:lnTo>
                  <a:pt x="5270" y="711263"/>
                </a:lnTo>
                <a:lnTo>
                  <a:pt x="10998" y="715124"/>
                </a:lnTo>
                <a:lnTo>
                  <a:pt x="18008" y="716534"/>
                </a:lnTo>
                <a:lnTo>
                  <a:pt x="729234" y="716534"/>
                </a:lnTo>
                <a:lnTo>
                  <a:pt x="736244" y="715124"/>
                </a:lnTo>
                <a:lnTo>
                  <a:pt x="741972" y="711263"/>
                </a:lnTo>
                <a:lnTo>
                  <a:pt x="745820" y="705535"/>
                </a:lnTo>
                <a:lnTo>
                  <a:pt x="747242" y="698512"/>
                </a:lnTo>
                <a:lnTo>
                  <a:pt x="747242" y="396748"/>
                </a:lnTo>
                <a:close/>
              </a:path>
              <a:path w="1541144" h="716914">
                <a:moveTo>
                  <a:pt x="1064564" y="18008"/>
                </a:moveTo>
                <a:lnTo>
                  <a:pt x="1063155" y="10998"/>
                </a:lnTo>
                <a:lnTo>
                  <a:pt x="1059294" y="5270"/>
                </a:lnTo>
                <a:lnTo>
                  <a:pt x="1053566" y="1409"/>
                </a:lnTo>
                <a:lnTo>
                  <a:pt x="1046556" y="0"/>
                </a:lnTo>
                <a:lnTo>
                  <a:pt x="335330" y="0"/>
                </a:lnTo>
                <a:lnTo>
                  <a:pt x="328320" y="1409"/>
                </a:lnTo>
                <a:lnTo>
                  <a:pt x="322592" y="5270"/>
                </a:lnTo>
                <a:lnTo>
                  <a:pt x="318731" y="10998"/>
                </a:lnTo>
                <a:lnTo>
                  <a:pt x="317322" y="18008"/>
                </a:lnTo>
                <a:lnTo>
                  <a:pt x="317322" y="319773"/>
                </a:lnTo>
                <a:lnTo>
                  <a:pt x="318731" y="326783"/>
                </a:lnTo>
                <a:lnTo>
                  <a:pt x="322592" y="332511"/>
                </a:lnTo>
                <a:lnTo>
                  <a:pt x="328320" y="336384"/>
                </a:lnTo>
                <a:lnTo>
                  <a:pt x="335330" y="337794"/>
                </a:lnTo>
                <a:lnTo>
                  <a:pt x="1046556" y="337794"/>
                </a:lnTo>
                <a:lnTo>
                  <a:pt x="1053566" y="336384"/>
                </a:lnTo>
                <a:lnTo>
                  <a:pt x="1059294" y="332511"/>
                </a:lnTo>
                <a:lnTo>
                  <a:pt x="1063155" y="326783"/>
                </a:lnTo>
                <a:lnTo>
                  <a:pt x="1064564" y="319773"/>
                </a:lnTo>
                <a:lnTo>
                  <a:pt x="1064564" y="18008"/>
                </a:lnTo>
                <a:close/>
              </a:path>
              <a:path w="1541144" h="716914">
                <a:moveTo>
                  <a:pt x="1540560" y="396748"/>
                </a:moveTo>
                <a:lnTo>
                  <a:pt x="1539151" y="389737"/>
                </a:lnTo>
                <a:lnTo>
                  <a:pt x="1535290" y="384009"/>
                </a:lnTo>
                <a:lnTo>
                  <a:pt x="1529562" y="380149"/>
                </a:lnTo>
                <a:lnTo>
                  <a:pt x="1522539" y="378739"/>
                </a:lnTo>
                <a:lnTo>
                  <a:pt x="811314" y="378739"/>
                </a:lnTo>
                <a:lnTo>
                  <a:pt x="804303" y="380149"/>
                </a:lnTo>
                <a:lnTo>
                  <a:pt x="798588" y="384009"/>
                </a:lnTo>
                <a:lnTo>
                  <a:pt x="794727" y="389737"/>
                </a:lnTo>
                <a:lnTo>
                  <a:pt x="793305" y="396748"/>
                </a:lnTo>
                <a:lnTo>
                  <a:pt x="793305" y="698512"/>
                </a:lnTo>
                <a:lnTo>
                  <a:pt x="794727" y="705535"/>
                </a:lnTo>
                <a:lnTo>
                  <a:pt x="798588" y="711263"/>
                </a:lnTo>
                <a:lnTo>
                  <a:pt x="804303" y="715124"/>
                </a:lnTo>
                <a:lnTo>
                  <a:pt x="811314" y="716534"/>
                </a:lnTo>
                <a:lnTo>
                  <a:pt x="1522539" y="716534"/>
                </a:lnTo>
                <a:lnTo>
                  <a:pt x="1529562" y="715124"/>
                </a:lnTo>
                <a:lnTo>
                  <a:pt x="1535290" y="711263"/>
                </a:lnTo>
                <a:lnTo>
                  <a:pt x="1539151" y="705535"/>
                </a:lnTo>
                <a:lnTo>
                  <a:pt x="1540560" y="698512"/>
                </a:lnTo>
                <a:lnTo>
                  <a:pt x="1540560" y="396748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5852165" y="6428161"/>
            <a:ext cx="2339340" cy="1100455"/>
          </a:xfrm>
          <a:custGeom>
            <a:avLst/>
            <a:gdLst/>
            <a:ahLst/>
            <a:cxnLst/>
            <a:rect l="l" t="t" r="r" b="b"/>
            <a:pathLst>
              <a:path w="2339340" h="1100454">
                <a:moveTo>
                  <a:pt x="747255" y="401866"/>
                </a:moveTo>
                <a:lnTo>
                  <a:pt x="745845" y="394855"/>
                </a:lnTo>
                <a:lnTo>
                  <a:pt x="741984" y="389128"/>
                </a:lnTo>
                <a:lnTo>
                  <a:pt x="736257" y="385267"/>
                </a:lnTo>
                <a:lnTo>
                  <a:pt x="729234" y="383857"/>
                </a:lnTo>
                <a:lnTo>
                  <a:pt x="18021" y="383857"/>
                </a:lnTo>
                <a:lnTo>
                  <a:pt x="11010" y="385267"/>
                </a:lnTo>
                <a:lnTo>
                  <a:pt x="5283" y="389128"/>
                </a:lnTo>
                <a:lnTo>
                  <a:pt x="1422" y="394855"/>
                </a:lnTo>
                <a:lnTo>
                  <a:pt x="0" y="401866"/>
                </a:lnTo>
                <a:lnTo>
                  <a:pt x="0" y="703630"/>
                </a:lnTo>
                <a:lnTo>
                  <a:pt x="1422" y="710653"/>
                </a:lnTo>
                <a:lnTo>
                  <a:pt x="5283" y="716381"/>
                </a:lnTo>
                <a:lnTo>
                  <a:pt x="11010" y="720242"/>
                </a:lnTo>
                <a:lnTo>
                  <a:pt x="18021" y="721652"/>
                </a:lnTo>
                <a:lnTo>
                  <a:pt x="729234" y="721652"/>
                </a:lnTo>
                <a:lnTo>
                  <a:pt x="736257" y="720242"/>
                </a:lnTo>
                <a:lnTo>
                  <a:pt x="741984" y="716381"/>
                </a:lnTo>
                <a:lnTo>
                  <a:pt x="745845" y="710653"/>
                </a:lnTo>
                <a:lnTo>
                  <a:pt x="747255" y="703630"/>
                </a:lnTo>
                <a:lnTo>
                  <a:pt x="747255" y="401866"/>
                </a:lnTo>
                <a:close/>
              </a:path>
              <a:path w="2339340" h="1100454">
                <a:moveTo>
                  <a:pt x="1172057" y="18021"/>
                </a:moveTo>
                <a:lnTo>
                  <a:pt x="1170647" y="10998"/>
                </a:lnTo>
                <a:lnTo>
                  <a:pt x="1166787" y="5270"/>
                </a:lnTo>
                <a:lnTo>
                  <a:pt x="1161059" y="1409"/>
                </a:lnTo>
                <a:lnTo>
                  <a:pt x="1154049" y="0"/>
                </a:lnTo>
                <a:lnTo>
                  <a:pt x="442823" y="0"/>
                </a:lnTo>
                <a:lnTo>
                  <a:pt x="435813" y="1409"/>
                </a:lnTo>
                <a:lnTo>
                  <a:pt x="430085" y="5270"/>
                </a:lnTo>
                <a:lnTo>
                  <a:pt x="426224" y="10998"/>
                </a:lnTo>
                <a:lnTo>
                  <a:pt x="424815" y="18021"/>
                </a:lnTo>
                <a:lnTo>
                  <a:pt x="424815" y="319773"/>
                </a:lnTo>
                <a:lnTo>
                  <a:pt x="426224" y="326783"/>
                </a:lnTo>
                <a:lnTo>
                  <a:pt x="430085" y="332511"/>
                </a:lnTo>
                <a:lnTo>
                  <a:pt x="435813" y="336384"/>
                </a:lnTo>
                <a:lnTo>
                  <a:pt x="442823" y="337794"/>
                </a:lnTo>
                <a:lnTo>
                  <a:pt x="1154049" y="337794"/>
                </a:lnTo>
                <a:lnTo>
                  <a:pt x="1161059" y="336384"/>
                </a:lnTo>
                <a:lnTo>
                  <a:pt x="1166787" y="332511"/>
                </a:lnTo>
                <a:lnTo>
                  <a:pt x="1170647" y="326783"/>
                </a:lnTo>
                <a:lnTo>
                  <a:pt x="1172057" y="319773"/>
                </a:lnTo>
                <a:lnTo>
                  <a:pt x="1172057" y="18021"/>
                </a:lnTo>
                <a:close/>
              </a:path>
              <a:path w="2339340" h="1100454">
                <a:moveTo>
                  <a:pt x="1187411" y="780605"/>
                </a:moveTo>
                <a:lnTo>
                  <a:pt x="1186002" y="773595"/>
                </a:lnTo>
                <a:lnTo>
                  <a:pt x="1182141" y="767880"/>
                </a:lnTo>
                <a:lnTo>
                  <a:pt x="1176413" y="764019"/>
                </a:lnTo>
                <a:lnTo>
                  <a:pt x="1169403" y="762596"/>
                </a:lnTo>
                <a:lnTo>
                  <a:pt x="458177" y="762596"/>
                </a:lnTo>
                <a:lnTo>
                  <a:pt x="451167" y="764019"/>
                </a:lnTo>
                <a:lnTo>
                  <a:pt x="445439" y="767880"/>
                </a:lnTo>
                <a:lnTo>
                  <a:pt x="441579" y="773595"/>
                </a:lnTo>
                <a:lnTo>
                  <a:pt x="440169" y="780605"/>
                </a:lnTo>
                <a:lnTo>
                  <a:pt x="440169" y="1082382"/>
                </a:lnTo>
                <a:lnTo>
                  <a:pt x="441579" y="1089393"/>
                </a:lnTo>
                <a:lnTo>
                  <a:pt x="445439" y="1095121"/>
                </a:lnTo>
                <a:lnTo>
                  <a:pt x="451167" y="1098981"/>
                </a:lnTo>
                <a:lnTo>
                  <a:pt x="458177" y="1100404"/>
                </a:lnTo>
                <a:lnTo>
                  <a:pt x="1169403" y="1100404"/>
                </a:lnTo>
                <a:lnTo>
                  <a:pt x="1176413" y="1098981"/>
                </a:lnTo>
                <a:lnTo>
                  <a:pt x="1182141" y="1095121"/>
                </a:lnTo>
                <a:lnTo>
                  <a:pt x="1186002" y="1089393"/>
                </a:lnTo>
                <a:lnTo>
                  <a:pt x="1187411" y="1082382"/>
                </a:lnTo>
                <a:lnTo>
                  <a:pt x="1187411" y="780605"/>
                </a:lnTo>
                <a:close/>
              </a:path>
              <a:path w="2339340" h="1100454">
                <a:moveTo>
                  <a:pt x="1550797" y="396748"/>
                </a:moveTo>
                <a:lnTo>
                  <a:pt x="1549387" y="389737"/>
                </a:lnTo>
                <a:lnTo>
                  <a:pt x="1545526" y="384009"/>
                </a:lnTo>
                <a:lnTo>
                  <a:pt x="1539798" y="380149"/>
                </a:lnTo>
                <a:lnTo>
                  <a:pt x="1532788" y="378739"/>
                </a:lnTo>
                <a:lnTo>
                  <a:pt x="821563" y="378739"/>
                </a:lnTo>
                <a:lnTo>
                  <a:pt x="814552" y="380149"/>
                </a:lnTo>
                <a:lnTo>
                  <a:pt x="808837" y="384009"/>
                </a:lnTo>
                <a:lnTo>
                  <a:pt x="804976" y="389737"/>
                </a:lnTo>
                <a:lnTo>
                  <a:pt x="803554" y="396760"/>
                </a:lnTo>
                <a:lnTo>
                  <a:pt x="803554" y="698525"/>
                </a:lnTo>
                <a:lnTo>
                  <a:pt x="804976" y="705535"/>
                </a:lnTo>
                <a:lnTo>
                  <a:pt x="808837" y="711263"/>
                </a:lnTo>
                <a:lnTo>
                  <a:pt x="814552" y="715124"/>
                </a:lnTo>
                <a:lnTo>
                  <a:pt x="821563" y="716534"/>
                </a:lnTo>
                <a:lnTo>
                  <a:pt x="1532788" y="716534"/>
                </a:lnTo>
                <a:lnTo>
                  <a:pt x="1539798" y="715124"/>
                </a:lnTo>
                <a:lnTo>
                  <a:pt x="1545526" y="711263"/>
                </a:lnTo>
                <a:lnTo>
                  <a:pt x="1549387" y="705535"/>
                </a:lnTo>
                <a:lnTo>
                  <a:pt x="1550797" y="698525"/>
                </a:lnTo>
                <a:lnTo>
                  <a:pt x="1550797" y="396748"/>
                </a:lnTo>
                <a:close/>
              </a:path>
              <a:path w="2339340" h="1100454">
                <a:moveTo>
                  <a:pt x="1960257" y="18021"/>
                </a:moveTo>
                <a:lnTo>
                  <a:pt x="1958835" y="10998"/>
                </a:lnTo>
                <a:lnTo>
                  <a:pt x="1954974" y="5270"/>
                </a:lnTo>
                <a:lnTo>
                  <a:pt x="1949246" y="1409"/>
                </a:lnTo>
                <a:lnTo>
                  <a:pt x="1942236" y="0"/>
                </a:lnTo>
                <a:lnTo>
                  <a:pt x="1231023" y="0"/>
                </a:lnTo>
                <a:lnTo>
                  <a:pt x="1224013" y="1409"/>
                </a:lnTo>
                <a:lnTo>
                  <a:pt x="1218285" y="5270"/>
                </a:lnTo>
                <a:lnTo>
                  <a:pt x="1214424" y="10998"/>
                </a:lnTo>
                <a:lnTo>
                  <a:pt x="1213002" y="18021"/>
                </a:lnTo>
                <a:lnTo>
                  <a:pt x="1213002" y="319773"/>
                </a:lnTo>
                <a:lnTo>
                  <a:pt x="1214424" y="326783"/>
                </a:lnTo>
                <a:lnTo>
                  <a:pt x="1218285" y="332511"/>
                </a:lnTo>
                <a:lnTo>
                  <a:pt x="1224000" y="336384"/>
                </a:lnTo>
                <a:lnTo>
                  <a:pt x="1231011" y="337794"/>
                </a:lnTo>
                <a:lnTo>
                  <a:pt x="1942236" y="337794"/>
                </a:lnTo>
                <a:lnTo>
                  <a:pt x="1949246" y="336384"/>
                </a:lnTo>
                <a:lnTo>
                  <a:pt x="1954974" y="332511"/>
                </a:lnTo>
                <a:lnTo>
                  <a:pt x="1958835" y="326783"/>
                </a:lnTo>
                <a:lnTo>
                  <a:pt x="1960257" y="319773"/>
                </a:lnTo>
                <a:lnTo>
                  <a:pt x="1960257" y="18021"/>
                </a:lnTo>
                <a:close/>
              </a:path>
              <a:path w="2339340" h="1100454">
                <a:moveTo>
                  <a:pt x="1985848" y="775500"/>
                </a:moveTo>
                <a:lnTo>
                  <a:pt x="1984425" y="768489"/>
                </a:lnTo>
                <a:lnTo>
                  <a:pt x="1980565" y="762762"/>
                </a:lnTo>
                <a:lnTo>
                  <a:pt x="1974850" y="758901"/>
                </a:lnTo>
                <a:lnTo>
                  <a:pt x="1967839" y="757478"/>
                </a:lnTo>
                <a:lnTo>
                  <a:pt x="1256614" y="757478"/>
                </a:lnTo>
                <a:lnTo>
                  <a:pt x="1249603" y="758901"/>
                </a:lnTo>
                <a:lnTo>
                  <a:pt x="1243876" y="762762"/>
                </a:lnTo>
                <a:lnTo>
                  <a:pt x="1240015" y="768489"/>
                </a:lnTo>
                <a:lnTo>
                  <a:pt x="1238592" y="775500"/>
                </a:lnTo>
                <a:lnTo>
                  <a:pt x="1238592" y="1077264"/>
                </a:lnTo>
                <a:lnTo>
                  <a:pt x="1240015" y="1084275"/>
                </a:lnTo>
                <a:lnTo>
                  <a:pt x="1243876" y="1090002"/>
                </a:lnTo>
                <a:lnTo>
                  <a:pt x="1249603" y="1093863"/>
                </a:lnTo>
                <a:lnTo>
                  <a:pt x="1256614" y="1095286"/>
                </a:lnTo>
                <a:lnTo>
                  <a:pt x="1967839" y="1095286"/>
                </a:lnTo>
                <a:lnTo>
                  <a:pt x="1974850" y="1093863"/>
                </a:lnTo>
                <a:lnTo>
                  <a:pt x="1980565" y="1090002"/>
                </a:lnTo>
                <a:lnTo>
                  <a:pt x="1984425" y="1084275"/>
                </a:lnTo>
                <a:lnTo>
                  <a:pt x="1985848" y="1077264"/>
                </a:lnTo>
                <a:lnTo>
                  <a:pt x="1985848" y="775500"/>
                </a:lnTo>
                <a:close/>
              </a:path>
              <a:path w="2339340" h="1100454">
                <a:moveTo>
                  <a:pt x="2338997" y="396760"/>
                </a:moveTo>
                <a:lnTo>
                  <a:pt x="2337574" y="389737"/>
                </a:lnTo>
                <a:lnTo>
                  <a:pt x="2333726" y="384009"/>
                </a:lnTo>
                <a:lnTo>
                  <a:pt x="2327999" y="380149"/>
                </a:lnTo>
                <a:lnTo>
                  <a:pt x="2320988" y="378739"/>
                </a:lnTo>
                <a:lnTo>
                  <a:pt x="1609763" y="378739"/>
                </a:lnTo>
                <a:lnTo>
                  <a:pt x="1602752" y="380149"/>
                </a:lnTo>
                <a:lnTo>
                  <a:pt x="1597025" y="384009"/>
                </a:lnTo>
                <a:lnTo>
                  <a:pt x="1593164" y="389737"/>
                </a:lnTo>
                <a:lnTo>
                  <a:pt x="1591754" y="396748"/>
                </a:lnTo>
                <a:lnTo>
                  <a:pt x="1591754" y="698525"/>
                </a:lnTo>
                <a:lnTo>
                  <a:pt x="1593164" y="705535"/>
                </a:lnTo>
                <a:lnTo>
                  <a:pt x="1597025" y="711263"/>
                </a:lnTo>
                <a:lnTo>
                  <a:pt x="1602752" y="715124"/>
                </a:lnTo>
                <a:lnTo>
                  <a:pt x="1609763" y="716534"/>
                </a:lnTo>
                <a:lnTo>
                  <a:pt x="2320988" y="716534"/>
                </a:lnTo>
                <a:lnTo>
                  <a:pt x="2327999" y="715124"/>
                </a:lnTo>
                <a:lnTo>
                  <a:pt x="2333726" y="711263"/>
                </a:lnTo>
                <a:lnTo>
                  <a:pt x="2337574" y="705535"/>
                </a:lnTo>
                <a:lnTo>
                  <a:pt x="2338997" y="698525"/>
                </a:lnTo>
                <a:lnTo>
                  <a:pt x="2338997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5877768" y="5670670"/>
            <a:ext cx="1541145" cy="716915"/>
          </a:xfrm>
          <a:custGeom>
            <a:avLst/>
            <a:gdLst/>
            <a:ahLst/>
            <a:cxnLst/>
            <a:rect l="l" t="t" r="r" b="b"/>
            <a:pathLst>
              <a:path w="1541144" h="716914">
                <a:moveTo>
                  <a:pt x="747242" y="396748"/>
                </a:moveTo>
                <a:lnTo>
                  <a:pt x="745820" y="389737"/>
                </a:lnTo>
                <a:lnTo>
                  <a:pt x="741959" y="384022"/>
                </a:lnTo>
                <a:lnTo>
                  <a:pt x="736244" y="380161"/>
                </a:lnTo>
                <a:lnTo>
                  <a:pt x="729234" y="378739"/>
                </a:lnTo>
                <a:lnTo>
                  <a:pt x="18008" y="378739"/>
                </a:lnTo>
                <a:lnTo>
                  <a:pt x="10998" y="380161"/>
                </a:lnTo>
                <a:lnTo>
                  <a:pt x="5270" y="384022"/>
                </a:lnTo>
                <a:lnTo>
                  <a:pt x="1409" y="389737"/>
                </a:lnTo>
                <a:lnTo>
                  <a:pt x="0" y="396748"/>
                </a:lnTo>
                <a:lnTo>
                  <a:pt x="0" y="698525"/>
                </a:lnTo>
                <a:lnTo>
                  <a:pt x="1409" y="705535"/>
                </a:lnTo>
                <a:lnTo>
                  <a:pt x="5270" y="711263"/>
                </a:lnTo>
                <a:lnTo>
                  <a:pt x="10998" y="715124"/>
                </a:lnTo>
                <a:lnTo>
                  <a:pt x="18008" y="716546"/>
                </a:lnTo>
                <a:lnTo>
                  <a:pt x="729234" y="716546"/>
                </a:lnTo>
                <a:lnTo>
                  <a:pt x="736244" y="715124"/>
                </a:lnTo>
                <a:lnTo>
                  <a:pt x="741959" y="711263"/>
                </a:lnTo>
                <a:lnTo>
                  <a:pt x="745820" y="705535"/>
                </a:lnTo>
                <a:lnTo>
                  <a:pt x="747242" y="698525"/>
                </a:lnTo>
                <a:lnTo>
                  <a:pt x="747242" y="396748"/>
                </a:lnTo>
                <a:close/>
              </a:path>
              <a:path w="1541144" h="716914">
                <a:moveTo>
                  <a:pt x="1064564" y="18021"/>
                </a:moveTo>
                <a:lnTo>
                  <a:pt x="1063142" y="10998"/>
                </a:lnTo>
                <a:lnTo>
                  <a:pt x="1059294" y="5270"/>
                </a:lnTo>
                <a:lnTo>
                  <a:pt x="1053566" y="1422"/>
                </a:lnTo>
                <a:lnTo>
                  <a:pt x="1046556" y="0"/>
                </a:lnTo>
                <a:lnTo>
                  <a:pt x="335330" y="0"/>
                </a:lnTo>
                <a:lnTo>
                  <a:pt x="328320" y="1422"/>
                </a:lnTo>
                <a:lnTo>
                  <a:pt x="322592" y="5270"/>
                </a:lnTo>
                <a:lnTo>
                  <a:pt x="318731" y="10998"/>
                </a:lnTo>
                <a:lnTo>
                  <a:pt x="317322" y="18021"/>
                </a:lnTo>
                <a:lnTo>
                  <a:pt x="317322" y="319786"/>
                </a:lnTo>
                <a:lnTo>
                  <a:pt x="318731" y="326796"/>
                </a:lnTo>
                <a:lnTo>
                  <a:pt x="322592" y="332524"/>
                </a:lnTo>
                <a:lnTo>
                  <a:pt x="328320" y="336384"/>
                </a:lnTo>
                <a:lnTo>
                  <a:pt x="335330" y="337807"/>
                </a:lnTo>
                <a:lnTo>
                  <a:pt x="1046556" y="337807"/>
                </a:lnTo>
                <a:lnTo>
                  <a:pt x="1053566" y="336384"/>
                </a:lnTo>
                <a:lnTo>
                  <a:pt x="1059294" y="332524"/>
                </a:lnTo>
                <a:lnTo>
                  <a:pt x="1063142" y="326796"/>
                </a:lnTo>
                <a:lnTo>
                  <a:pt x="1064564" y="319786"/>
                </a:lnTo>
                <a:lnTo>
                  <a:pt x="1064564" y="18021"/>
                </a:lnTo>
                <a:close/>
              </a:path>
              <a:path w="1541144" h="716914">
                <a:moveTo>
                  <a:pt x="1540548" y="396748"/>
                </a:moveTo>
                <a:lnTo>
                  <a:pt x="1539138" y="389737"/>
                </a:lnTo>
                <a:lnTo>
                  <a:pt x="1535277" y="384022"/>
                </a:lnTo>
                <a:lnTo>
                  <a:pt x="1529549" y="380161"/>
                </a:lnTo>
                <a:lnTo>
                  <a:pt x="1522539" y="378739"/>
                </a:lnTo>
                <a:lnTo>
                  <a:pt x="811314" y="378739"/>
                </a:lnTo>
                <a:lnTo>
                  <a:pt x="804303" y="380161"/>
                </a:lnTo>
                <a:lnTo>
                  <a:pt x="798588" y="384022"/>
                </a:lnTo>
                <a:lnTo>
                  <a:pt x="794727" y="389737"/>
                </a:lnTo>
                <a:lnTo>
                  <a:pt x="793305" y="396748"/>
                </a:lnTo>
                <a:lnTo>
                  <a:pt x="793305" y="698525"/>
                </a:lnTo>
                <a:lnTo>
                  <a:pt x="794727" y="705535"/>
                </a:lnTo>
                <a:lnTo>
                  <a:pt x="798588" y="711263"/>
                </a:lnTo>
                <a:lnTo>
                  <a:pt x="804303" y="715124"/>
                </a:lnTo>
                <a:lnTo>
                  <a:pt x="811314" y="716546"/>
                </a:lnTo>
                <a:lnTo>
                  <a:pt x="1522539" y="716546"/>
                </a:lnTo>
                <a:lnTo>
                  <a:pt x="1529549" y="715124"/>
                </a:lnTo>
                <a:lnTo>
                  <a:pt x="1535277" y="711263"/>
                </a:lnTo>
                <a:lnTo>
                  <a:pt x="1539138" y="705535"/>
                </a:lnTo>
                <a:lnTo>
                  <a:pt x="1540548" y="698525"/>
                </a:lnTo>
                <a:lnTo>
                  <a:pt x="1540548" y="396748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040100" y="6031553"/>
            <a:ext cx="2339340" cy="1100455"/>
          </a:xfrm>
          <a:custGeom>
            <a:avLst/>
            <a:gdLst/>
            <a:ahLst/>
            <a:cxnLst/>
            <a:rect l="l" t="t" r="r" b="b"/>
            <a:pathLst>
              <a:path w="2339340" h="1100454">
                <a:moveTo>
                  <a:pt x="747255" y="401878"/>
                </a:moveTo>
                <a:lnTo>
                  <a:pt x="745832" y="394868"/>
                </a:lnTo>
                <a:lnTo>
                  <a:pt x="741972" y="389140"/>
                </a:lnTo>
                <a:lnTo>
                  <a:pt x="736244" y="385279"/>
                </a:lnTo>
                <a:lnTo>
                  <a:pt x="729234" y="383870"/>
                </a:lnTo>
                <a:lnTo>
                  <a:pt x="18008" y="383870"/>
                </a:lnTo>
                <a:lnTo>
                  <a:pt x="10998" y="385279"/>
                </a:lnTo>
                <a:lnTo>
                  <a:pt x="5283" y="389140"/>
                </a:lnTo>
                <a:lnTo>
                  <a:pt x="1422" y="394868"/>
                </a:lnTo>
                <a:lnTo>
                  <a:pt x="0" y="401878"/>
                </a:lnTo>
                <a:lnTo>
                  <a:pt x="0" y="703643"/>
                </a:lnTo>
                <a:lnTo>
                  <a:pt x="1422" y="710653"/>
                </a:lnTo>
                <a:lnTo>
                  <a:pt x="5283" y="716381"/>
                </a:lnTo>
                <a:lnTo>
                  <a:pt x="10998" y="720255"/>
                </a:lnTo>
                <a:lnTo>
                  <a:pt x="18008" y="721664"/>
                </a:lnTo>
                <a:lnTo>
                  <a:pt x="729234" y="721664"/>
                </a:lnTo>
                <a:lnTo>
                  <a:pt x="736244" y="720255"/>
                </a:lnTo>
                <a:lnTo>
                  <a:pt x="741972" y="716381"/>
                </a:lnTo>
                <a:lnTo>
                  <a:pt x="745832" y="710653"/>
                </a:lnTo>
                <a:lnTo>
                  <a:pt x="747255" y="703643"/>
                </a:lnTo>
                <a:lnTo>
                  <a:pt x="747255" y="401878"/>
                </a:lnTo>
                <a:close/>
              </a:path>
              <a:path w="2339340" h="1100454">
                <a:moveTo>
                  <a:pt x="1172057" y="18021"/>
                </a:moveTo>
                <a:lnTo>
                  <a:pt x="1170635" y="11010"/>
                </a:lnTo>
                <a:lnTo>
                  <a:pt x="1166774" y="5283"/>
                </a:lnTo>
                <a:lnTo>
                  <a:pt x="1161059" y="1422"/>
                </a:lnTo>
                <a:lnTo>
                  <a:pt x="1154049" y="0"/>
                </a:lnTo>
                <a:lnTo>
                  <a:pt x="442823" y="0"/>
                </a:lnTo>
                <a:lnTo>
                  <a:pt x="435813" y="1422"/>
                </a:lnTo>
                <a:lnTo>
                  <a:pt x="430085" y="5283"/>
                </a:lnTo>
                <a:lnTo>
                  <a:pt x="426224" y="11010"/>
                </a:lnTo>
                <a:lnTo>
                  <a:pt x="424802" y="18021"/>
                </a:lnTo>
                <a:lnTo>
                  <a:pt x="424802" y="319786"/>
                </a:lnTo>
                <a:lnTo>
                  <a:pt x="426224" y="326796"/>
                </a:lnTo>
                <a:lnTo>
                  <a:pt x="430085" y="332524"/>
                </a:lnTo>
                <a:lnTo>
                  <a:pt x="435813" y="336384"/>
                </a:lnTo>
                <a:lnTo>
                  <a:pt x="442823" y="337807"/>
                </a:lnTo>
                <a:lnTo>
                  <a:pt x="1154049" y="337807"/>
                </a:lnTo>
                <a:lnTo>
                  <a:pt x="1161059" y="336384"/>
                </a:lnTo>
                <a:lnTo>
                  <a:pt x="1166774" y="332524"/>
                </a:lnTo>
                <a:lnTo>
                  <a:pt x="1170635" y="326796"/>
                </a:lnTo>
                <a:lnTo>
                  <a:pt x="1172057" y="319786"/>
                </a:lnTo>
                <a:lnTo>
                  <a:pt x="1172057" y="18021"/>
                </a:lnTo>
                <a:close/>
              </a:path>
              <a:path w="2339340" h="1100454">
                <a:moveTo>
                  <a:pt x="1187411" y="780618"/>
                </a:moveTo>
                <a:lnTo>
                  <a:pt x="1185989" y="773607"/>
                </a:lnTo>
                <a:lnTo>
                  <a:pt x="1182128" y="767880"/>
                </a:lnTo>
                <a:lnTo>
                  <a:pt x="1176413" y="764019"/>
                </a:lnTo>
                <a:lnTo>
                  <a:pt x="1169403" y="762609"/>
                </a:lnTo>
                <a:lnTo>
                  <a:pt x="458177" y="762609"/>
                </a:lnTo>
                <a:lnTo>
                  <a:pt x="451167" y="764019"/>
                </a:lnTo>
                <a:lnTo>
                  <a:pt x="445439" y="767880"/>
                </a:lnTo>
                <a:lnTo>
                  <a:pt x="441579" y="773607"/>
                </a:lnTo>
                <a:lnTo>
                  <a:pt x="440169" y="780618"/>
                </a:lnTo>
                <a:lnTo>
                  <a:pt x="440169" y="1082395"/>
                </a:lnTo>
                <a:lnTo>
                  <a:pt x="441579" y="1089406"/>
                </a:lnTo>
                <a:lnTo>
                  <a:pt x="445439" y="1095133"/>
                </a:lnTo>
                <a:lnTo>
                  <a:pt x="451167" y="1098994"/>
                </a:lnTo>
                <a:lnTo>
                  <a:pt x="458177" y="1100404"/>
                </a:lnTo>
                <a:lnTo>
                  <a:pt x="1169403" y="1100404"/>
                </a:lnTo>
                <a:lnTo>
                  <a:pt x="1176413" y="1098994"/>
                </a:lnTo>
                <a:lnTo>
                  <a:pt x="1182128" y="1095133"/>
                </a:lnTo>
                <a:lnTo>
                  <a:pt x="1185989" y="1089406"/>
                </a:lnTo>
                <a:lnTo>
                  <a:pt x="1187411" y="1082395"/>
                </a:lnTo>
                <a:lnTo>
                  <a:pt x="1187411" y="780618"/>
                </a:lnTo>
                <a:close/>
              </a:path>
              <a:path w="2339340" h="1100454">
                <a:moveTo>
                  <a:pt x="1550797" y="396760"/>
                </a:moveTo>
                <a:lnTo>
                  <a:pt x="1549387" y="389750"/>
                </a:lnTo>
                <a:lnTo>
                  <a:pt x="1545526" y="384022"/>
                </a:lnTo>
                <a:lnTo>
                  <a:pt x="1539798" y="380161"/>
                </a:lnTo>
                <a:lnTo>
                  <a:pt x="1532788" y="378752"/>
                </a:lnTo>
                <a:lnTo>
                  <a:pt x="821563" y="378752"/>
                </a:lnTo>
                <a:lnTo>
                  <a:pt x="814552" y="380161"/>
                </a:lnTo>
                <a:lnTo>
                  <a:pt x="808824" y="384022"/>
                </a:lnTo>
                <a:lnTo>
                  <a:pt x="804964" y="389750"/>
                </a:lnTo>
                <a:lnTo>
                  <a:pt x="803554" y="396760"/>
                </a:lnTo>
                <a:lnTo>
                  <a:pt x="803554" y="698525"/>
                </a:lnTo>
                <a:lnTo>
                  <a:pt x="804964" y="705535"/>
                </a:lnTo>
                <a:lnTo>
                  <a:pt x="808824" y="711263"/>
                </a:lnTo>
                <a:lnTo>
                  <a:pt x="814552" y="715137"/>
                </a:lnTo>
                <a:lnTo>
                  <a:pt x="821563" y="716546"/>
                </a:lnTo>
                <a:lnTo>
                  <a:pt x="1532788" y="716546"/>
                </a:lnTo>
                <a:lnTo>
                  <a:pt x="1539798" y="715137"/>
                </a:lnTo>
                <a:lnTo>
                  <a:pt x="1545526" y="711263"/>
                </a:lnTo>
                <a:lnTo>
                  <a:pt x="1549387" y="705535"/>
                </a:lnTo>
                <a:lnTo>
                  <a:pt x="1550797" y="698525"/>
                </a:lnTo>
                <a:lnTo>
                  <a:pt x="1550797" y="396760"/>
                </a:lnTo>
                <a:close/>
              </a:path>
              <a:path w="2339340" h="1100454">
                <a:moveTo>
                  <a:pt x="1960257" y="18021"/>
                </a:moveTo>
                <a:lnTo>
                  <a:pt x="1958848" y="11010"/>
                </a:lnTo>
                <a:lnTo>
                  <a:pt x="1954974" y="5283"/>
                </a:lnTo>
                <a:lnTo>
                  <a:pt x="1949246" y="1422"/>
                </a:lnTo>
                <a:lnTo>
                  <a:pt x="1942236" y="0"/>
                </a:lnTo>
                <a:lnTo>
                  <a:pt x="1231011" y="0"/>
                </a:lnTo>
                <a:lnTo>
                  <a:pt x="1224000" y="1422"/>
                </a:lnTo>
                <a:lnTo>
                  <a:pt x="1218272" y="5283"/>
                </a:lnTo>
                <a:lnTo>
                  <a:pt x="1214424" y="11010"/>
                </a:lnTo>
                <a:lnTo>
                  <a:pt x="1213002" y="18021"/>
                </a:lnTo>
                <a:lnTo>
                  <a:pt x="1213002" y="319786"/>
                </a:lnTo>
                <a:lnTo>
                  <a:pt x="1214424" y="326796"/>
                </a:lnTo>
                <a:lnTo>
                  <a:pt x="1218272" y="332524"/>
                </a:lnTo>
                <a:lnTo>
                  <a:pt x="1224000" y="336384"/>
                </a:lnTo>
                <a:lnTo>
                  <a:pt x="1231011" y="337807"/>
                </a:lnTo>
                <a:lnTo>
                  <a:pt x="1942236" y="337807"/>
                </a:lnTo>
                <a:lnTo>
                  <a:pt x="1949246" y="336384"/>
                </a:lnTo>
                <a:lnTo>
                  <a:pt x="1954974" y="332524"/>
                </a:lnTo>
                <a:lnTo>
                  <a:pt x="1958848" y="326796"/>
                </a:lnTo>
                <a:lnTo>
                  <a:pt x="1960257" y="319786"/>
                </a:lnTo>
                <a:lnTo>
                  <a:pt x="1960257" y="18021"/>
                </a:lnTo>
                <a:close/>
              </a:path>
              <a:path w="2339340" h="1100454">
                <a:moveTo>
                  <a:pt x="1985848" y="775500"/>
                </a:moveTo>
                <a:lnTo>
                  <a:pt x="1984425" y="768489"/>
                </a:lnTo>
                <a:lnTo>
                  <a:pt x="1980565" y="762762"/>
                </a:lnTo>
                <a:lnTo>
                  <a:pt x="1974837" y="758901"/>
                </a:lnTo>
                <a:lnTo>
                  <a:pt x="1967826" y="757491"/>
                </a:lnTo>
                <a:lnTo>
                  <a:pt x="1256614" y="757491"/>
                </a:lnTo>
                <a:lnTo>
                  <a:pt x="1249603" y="758901"/>
                </a:lnTo>
                <a:lnTo>
                  <a:pt x="1243876" y="762762"/>
                </a:lnTo>
                <a:lnTo>
                  <a:pt x="1240015" y="768489"/>
                </a:lnTo>
                <a:lnTo>
                  <a:pt x="1238592" y="775500"/>
                </a:lnTo>
                <a:lnTo>
                  <a:pt x="1238592" y="1077277"/>
                </a:lnTo>
                <a:lnTo>
                  <a:pt x="1240015" y="1084287"/>
                </a:lnTo>
                <a:lnTo>
                  <a:pt x="1243876" y="1090015"/>
                </a:lnTo>
                <a:lnTo>
                  <a:pt x="1249603" y="1093876"/>
                </a:lnTo>
                <a:lnTo>
                  <a:pt x="1256614" y="1095286"/>
                </a:lnTo>
                <a:lnTo>
                  <a:pt x="1967826" y="1095286"/>
                </a:lnTo>
                <a:lnTo>
                  <a:pt x="1974837" y="1093876"/>
                </a:lnTo>
                <a:lnTo>
                  <a:pt x="1980565" y="1090015"/>
                </a:lnTo>
                <a:lnTo>
                  <a:pt x="1984425" y="1084287"/>
                </a:lnTo>
                <a:lnTo>
                  <a:pt x="1985848" y="1077277"/>
                </a:lnTo>
                <a:lnTo>
                  <a:pt x="1985848" y="775500"/>
                </a:lnTo>
                <a:close/>
              </a:path>
              <a:path w="2339340" h="1100454">
                <a:moveTo>
                  <a:pt x="2338997" y="396760"/>
                </a:moveTo>
                <a:lnTo>
                  <a:pt x="2337574" y="389750"/>
                </a:lnTo>
                <a:lnTo>
                  <a:pt x="2333714" y="384022"/>
                </a:lnTo>
                <a:lnTo>
                  <a:pt x="2327986" y="380161"/>
                </a:lnTo>
                <a:lnTo>
                  <a:pt x="2320975" y="378752"/>
                </a:lnTo>
                <a:lnTo>
                  <a:pt x="1609750" y="378752"/>
                </a:lnTo>
                <a:lnTo>
                  <a:pt x="1602740" y="380161"/>
                </a:lnTo>
                <a:lnTo>
                  <a:pt x="1597025" y="384022"/>
                </a:lnTo>
                <a:lnTo>
                  <a:pt x="1593164" y="389750"/>
                </a:lnTo>
                <a:lnTo>
                  <a:pt x="1591741" y="396760"/>
                </a:lnTo>
                <a:lnTo>
                  <a:pt x="1591741" y="698525"/>
                </a:lnTo>
                <a:lnTo>
                  <a:pt x="1593164" y="705535"/>
                </a:lnTo>
                <a:lnTo>
                  <a:pt x="1597025" y="711263"/>
                </a:lnTo>
                <a:lnTo>
                  <a:pt x="1602740" y="715137"/>
                </a:lnTo>
                <a:lnTo>
                  <a:pt x="1609750" y="716546"/>
                </a:lnTo>
                <a:lnTo>
                  <a:pt x="2320975" y="716546"/>
                </a:lnTo>
                <a:lnTo>
                  <a:pt x="2327986" y="715137"/>
                </a:lnTo>
                <a:lnTo>
                  <a:pt x="2333714" y="711263"/>
                </a:lnTo>
                <a:lnTo>
                  <a:pt x="2337574" y="705535"/>
                </a:lnTo>
                <a:lnTo>
                  <a:pt x="2338997" y="698525"/>
                </a:lnTo>
                <a:lnTo>
                  <a:pt x="2338997" y="396760"/>
                </a:lnTo>
                <a:close/>
              </a:path>
            </a:pathLst>
          </a:custGeom>
          <a:solidFill>
            <a:srgbClr val="DDD5FF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3065691" y="5274074"/>
            <a:ext cx="1541145" cy="716915"/>
          </a:xfrm>
          <a:custGeom>
            <a:avLst/>
            <a:gdLst/>
            <a:ahLst/>
            <a:cxnLst/>
            <a:rect l="l" t="t" r="r" b="b"/>
            <a:pathLst>
              <a:path w="1541145" h="716914">
                <a:moveTo>
                  <a:pt x="747255" y="396760"/>
                </a:moveTo>
                <a:lnTo>
                  <a:pt x="745845" y="389737"/>
                </a:lnTo>
                <a:lnTo>
                  <a:pt x="741972" y="384009"/>
                </a:lnTo>
                <a:lnTo>
                  <a:pt x="736244" y="380149"/>
                </a:lnTo>
                <a:lnTo>
                  <a:pt x="729234" y="378739"/>
                </a:lnTo>
                <a:lnTo>
                  <a:pt x="18008" y="378739"/>
                </a:lnTo>
                <a:lnTo>
                  <a:pt x="10998" y="380149"/>
                </a:lnTo>
                <a:lnTo>
                  <a:pt x="5270" y="384009"/>
                </a:lnTo>
                <a:lnTo>
                  <a:pt x="1422" y="389737"/>
                </a:lnTo>
                <a:lnTo>
                  <a:pt x="0" y="396748"/>
                </a:lnTo>
                <a:lnTo>
                  <a:pt x="0" y="698525"/>
                </a:lnTo>
                <a:lnTo>
                  <a:pt x="1422" y="705535"/>
                </a:lnTo>
                <a:lnTo>
                  <a:pt x="5283" y="711263"/>
                </a:lnTo>
                <a:lnTo>
                  <a:pt x="11010" y="715124"/>
                </a:lnTo>
                <a:lnTo>
                  <a:pt x="18021" y="716546"/>
                </a:lnTo>
                <a:lnTo>
                  <a:pt x="729234" y="716546"/>
                </a:lnTo>
                <a:lnTo>
                  <a:pt x="736244" y="715124"/>
                </a:lnTo>
                <a:lnTo>
                  <a:pt x="741972" y="711263"/>
                </a:lnTo>
                <a:lnTo>
                  <a:pt x="745845" y="705535"/>
                </a:lnTo>
                <a:lnTo>
                  <a:pt x="747255" y="698525"/>
                </a:lnTo>
                <a:lnTo>
                  <a:pt x="747255" y="396760"/>
                </a:lnTo>
                <a:close/>
              </a:path>
              <a:path w="1541145" h="716914">
                <a:moveTo>
                  <a:pt x="1064577" y="18021"/>
                </a:moveTo>
                <a:lnTo>
                  <a:pt x="1063155" y="10998"/>
                </a:lnTo>
                <a:lnTo>
                  <a:pt x="1059294" y="5270"/>
                </a:lnTo>
                <a:lnTo>
                  <a:pt x="1053579" y="1409"/>
                </a:lnTo>
                <a:lnTo>
                  <a:pt x="1046568" y="0"/>
                </a:lnTo>
                <a:lnTo>
                  <a:pt x="335343" y="0"/>
                </a:lnTo>
                <a:lnTo>
                  <a:pt x="328333" y="1409"/>
                </a:lnTo>
                <a:lnTo>
                  <a:pt x="322605" y="5270"/>
                </a:lnTo>
                <a:lnTo>
                  <a:pt x="318744" y="10998"/>
                </a:lnTo>
                <a:lnTo>
                  <a:pt x="317322" y="18021"/>
                </a:lnTo>
                <a:lnTo>
                  <a:pt x="317322" y="319773"/>
                </a:lnTo>
                <a:lnTo>
                  <a:pt x="318744" y="326796"/>
                </a:lnTo>
                <a:lnTo>
                  <a:pt x="322605" y="332524"/>
                </a:lnTo>
                <a:lnTo>
                  <a:pt x="328333" y="336384"/>
                </a:lnTo>
                <a:lnTo>
                  <a:pt x="335343" y="337794"/>
                </a:lnTo>
                <a:lnTo>
                  <a:pt x="1046568" y="337794"/>
                </a:lnTo>
                <a:lnTo>
                  <a:pt x="1053579" y="336384"/>
                </a:lnTo>
                <a:lnTo>
                  <a:pt x="1059294" y="332524"/>
                </a:lnTo>
                <a:lnTo>
                  <a:pt x="1063155" y="326796"/>
                </a:lnTo>
                <a:lnTo>
                  <a:pt x="1064577" y="319773"/>
                </a:lnTo>
                <a:lnTo>
                  <a:pt x="1064577" y="18021"/>
                </a:lnTo>
                <a:close/>
              </a:path>
              <a:path w="1541145" h="716914">
                <a:moveTo>
                  <a:pt x="1540573" y="396760"/>
                </a:moveTo>
                <a:lnTo>
                  <a:pt x="1539151" y="389737"/>
                </a:lnTo>
                <a:lnTo>
                  <a:pt x="1535290" y="384009"/>
                </a:lnTo>
                <a:lnTo>
                  <a:pt x="1529562" y="380149"/>
                </a:lnTo>
                <a:lnTo>
                  <a:pt x="1522552" y="378739"/>
                </a:lnTo>
                <a:lnTo>
                  <a:pt x="811326" y="378739"/>
                </a:lnTo>
                <a:lnTo>
                  <a:pt x="804316" y="380149"/>
                </a:lnTo>
                <a:lnTo>
                  <a:pt x="798588" y="384009"/>
                </a:lnTo>
                <a:lnTo>
                  <a:pt x="794727" y="389737"/>
                </a:lnTo>
                <a:lnTo>
                  <a:pt x="793318" y="396760"/>
                </a:lnTo>
                <a:lnTo>
                  <a:pt x="793318" y="698525"/>
                </a:lnTo>
                <a:lnTo>
                  <a:pt x="794727" y="705535"/>
                </a:lnTo>
                <a:lnTo>
                  <a:pt x="798588" y="711263"/>
                </a:lnTo>
                <a:lnTo>
                  <a:pt x="804316" y="715124"/>
                </a:lnTo>
                <a:lnTo>
                  <a:pt x="811326" y="716546"/>
                </a:lnTo>
                <a:lnTo>
                  <a:pt x="1522552" y="716546"/>
                </a:lnTo>
                <a:lnTo>
                  <a:pt x="1529562" y="715124"/>
                </a:lnTo>
                <a:lnTo>
                  <a:pt x="1535290" y="711263"/>
                </a:lnTo>
                <a:lnTo>
                  <a:pt x="1539151" y="705535"/>
                </a:lnTo>
                <a:lnTo>
                  <a:pt x="1540573" y="698525"/>
                </a:lnTo>
                <a:lnTo>
                  <a:pt x="1540573" y="396760"/>
                </a:lnTo>
                <a:close/>
              </a:path>
            </a:pathLst>
          </a:custGeom>
          <a:solidFill>
            <a:srgbClr val="DDD5FF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3040100" y="6031553"/>
            <a:ext cx="2339340" cy="1100455"/>
          </a:xfrm>
          <a:custGeom>
            <a:avLst/>
            <a:gdLst/>
            <a:ahLst/>
            <a:cxnLst/>
            <a:rect l="l" t="t" r="r" b="b"/>
            <a:pathLst>
              <a:path w="2339340" h="1100454">
                <a:moveTo>
                  <a:pt x="747255" y="401878"/>
                </a:moveTo>
                <a:lnTo>
                  <a:pt x="745832" y="394868"/>
                </a:lnTo>
                <a:lnTo>
                  <a:pt x="741972" y="389140"/>
                </a:lnTo>
                <a:lnTo>
                  <a:pt x="736244" y="385279"/>
                </a:lnTo>
                <a:lnTo>
                  <a:pt x="729234" y="383870"/>
                </a:lnTo>
                <a:lnTo>
                  <a:pt x="18008" y="383870"/>
                </a:lnTo>
                <a:lnTo>
                  <a:pt x="10998" y="385279"/>
                </a:lnTo>
                <a:lnTo>
                  <a:pt x="5283" y="389140"/>
                </a:lnTo>
                <a:lnTo>
                  <a:pt x="1422" y="394868"/>
                </a:lnTo>
                <a:lnTo>
                  <a:pt x="0" y="401878"/>
                </a:lnTo>
                <a:lnTo>
                  <a:pt x="0" y="703643"/>
                </a:lnTo>
                <a:lnTo>
                  <a:pt x="1422" y="710653"/>
                </a:lnTo>
                <a:lnTo>
                  <a:pt x="5283" y="716381"/>
                </a:lnTo>
                <a:lnTo>
                  <a:pt x="10998" y="720255"/>
                </a:lnTo>
                <a:lnTo>
                  <a:pt x="18008" y="721664"/>
                </a:lnTo>
                <a:lnTo>
                  <a:pt x="729234" y="721664"/>
                </a:lnTo>
                <a:lnTo>
                  <a:pt x="736244" y="720255"/>
                </a:lnTo>
                <a:lnTo>
                  <a:pt x="741972" y="716381"/>
                </a:lnTo>
                <a:lnTo>
                  <a:pt x="745832" y="710653"/>
                </a:lnTo>
                <a:lnTo>
                  <a:pt x="747255" y="703643"/>
                </a:lnTo>
                <a:lnTo>
                  <a:pt x="747255" y="401878"/>
                </a:lnTo>
                <a:close/>
              </a:path>
              <a:path w="2339340" h="1100454">
                <a:moveTo>
                  <a:pt x="1172057" y="18021"/>
                </a:moveTo>
                <a:lnTo>
                  <a:pt x="1170635" y="11010"/>
                </a:lnTo>
                <a:lnTo>
                  <a:pt x="1166774" y="5283"/>
                </a:lnTo>
                <a:lnTo>
                  <a:pt x="1161059" y="1422"/>
                </a:lnTo>
                <a:lnTo>
                  <a:pt x="1154049" y="0"/>
                </a:lnTo>
                <a:lnTo>
                  <a:pt x="442823" y="0"/>
                </a:lnTo>
                <a:lnTo>
                  <a:pt x="435813" y="1422"/>
                </a:lnTo>
                <a:lnTo>
                  <a:pt x="430085" y="5283"/>
                </a:lnTo>
                <a:lnTo>
                  <a:pt x="426224" y="11010"/>
                </a:lnTo>
                <a:lnTo>
                  <a:pt x="424802" y="18021"/>
                </a:lnTo>
                <a:lnTo>
                  <a:pt x="424802" y="319786"/>
                </a:lnTo>
                <a:lnTo>
                  <a:pt x="426224" y="326796"/>
                </a:lnTo>
                <a:lnTo>
                  <a:pt x="430085" y="332524"/>
                </a:lnTo>
                <a:lnTo>
                  <a:pt x="435813" y="336384"/>
                </a:lnTo>
                <a:lnTo>
                  <a:pt x="442823" y="337807"/>
                </a:lnTo>
                <a:lnTo>
                  <a:pt x="1154049" y="337807"/>
                </a:lnTo>
                <a:lnTo>
                  <a:pt x="1161059" y="336384"/>
                </a:lnTo>
                <a:lnTo>
                  <a:pt x="1166774" y="332524"/>
                </a:lnTo>
                <a:lnTo>
                  <a:pt x="1170635" y="326796"/>
                </a:lnTo>
                <a:lnTo>
                  <a:pt x="1172057" y="319786"/>
                </a:lnTo>
                <a:lnTo>
                  <a:pt x="1172057" y="18021"/>
                </a:lnTo>
                <a:close/>
              </a:path>
              <a:path w="2339340" h="1100454">
                <a:moveTo>
                  <a:pt x="1187411" y="780618"/>
                </a:moveTo>
                <a:lnTo>
                  <a:pt x="1185989" y="773607"/>
                </a:lnTo>
                <a:lnTo>
                  <a:pt x="1182128" y="767880"/>
                </a:lnTo>
                <a:lnTo>
                  <a:pt x="1176413" y="764019"/>
                </a:lnTo>
                <a:lnTo>
                  <a:pt x="1169403" y="762609"/>
                </a:lnTo>
                <a:lnTo>
                  <a:pt x="458177" y="762609"/>
                </a:lnTo>
                <a:lnTo>
                  <a:pt x="451167" y="764019"/>
                </a:lnTo>
                <a:lnTo>
                  <a:pt x="445439" y="767880"/>
                </a:lnTo>
                <a:lnTo>
                  <a:pt x="441579" y="773607"/>
                </a:lnTo>
                <a:lnTo>
                  <a:pt x="440169" y="780618"/>
                </a:lnTo>
                <a:lnTo>
                  <a:pt x="440169" y="1082395"/>
                </a:lnTo>
                <a:lnTo>
                  <a:pt x="441579" y="1089406"/>
                </a:lnTo>
                <a:lnTo>
                  <a:pt x="445439" y="1095133"/>
                </a:lnTo>
                <a:lnTo>
                  <a:pt x="451167" y="1098994"/>
                </a:lnTo>
                <a:lnTo>
                  <a:pt x="458177" y="1100404"/>
                </a:lnTo>
                <a:lnTo>
                  <a:pt x="1169403" y="1100404"/>
                </a:lnTo>
                <a:lnTo>
                  <a:pt x="1176413" y="1098994"/>
                </a:lnTo>
                <a:lnTo>
                  <a:pt x="1182128" y="1095133"/>
                </a:lnTo>
                <a:lnTo>
                  <a:pt x="1185989" y="1089406"/>
                </a:lnTo>
                <a:lnTo>
                  <a:pt x="1187411" y="1082395"/>
                </a:lnTo>
                <a:lnTo>
                  <a:pt x="1187411" y="780618"/>
                </a:lnTo>
                <a:close/>
              </a:path>
              <a:path w="2339340" h="1100454">
                <a:moveTo>
                  <a:pt x="1550797" y="396760"/>
                </a:moveTo>
                <a:lnTo>
                  <a:pt x="1549387" y="389750"/>
                </a:lnTo>
                <a:lnTo>
                  <a:pt x="1545526" y="384022"/>
                </a:lnTo>
                <a:lnTo>
                  <a:pt x="1539798" y="380161"/>
                </a:lnTo>
                <a:lnTo>
                  <a:pt x="1532788" y="378752"/>
                </a:lnTo>
                <a:lnTo>
                  <a:pt x="821563" y="378752"/>
                </a:lnTo>
                <a:lnTo>
                  <a:pt x="814552" y="380161"/>
                </a:lnTo>
                <a:lnTo>
                  <a:pt x="808824" y="384022"/>
                </a:lnTo>
                <a:lnTo>
                  <a:pt x="804964" y="389750"/>
                </a:lnTo>
                <a:lnTo>
                  <a:pt x="803554" y="396760"/>
                </a:lnTo>
                <a:lnTo>
                  <a:pt x="803554" y="698525"/>
                </a:lnTo>
                <a:lnTo>
                  <a:pt x="804964" y="705535"/>
                </a:lnTo>
                <a:lnTo>
                  <a:pt x="808824" y="711263"/>
                </a:lnTo>
                <a:lnTo>
                  <a:pt x="814552" y="715137"/>
                </a:lnTo>
                <a:lnTo>
                  <a:pt x="821563" y="716546"/>
                </a:lnTo>
                <a:lnTo>
                  <a:pt x="1532788" y="716546"/>
                </a:lnTo>
                <a:lnTo>
                  <a:pt x="1539798" y="715137"/>
                </a:lnTo>
                <a:lnTo>
                  <a:pt x="1545526" y="711263"/>
                </a:lnTo>
                <a:lnTo>
                  <a:pt x="1549387" y="705535"/>
                </a:lnTo>
                <a:lnTo>
                  <a:pt x="1550797" y="698525"/>
                </a:lnTo>
                <a:lnTo>
                  <a:pt x="1550797" y="396760"/>
                </a:lnTo>
                <a:close/>
              </a:path>
              <a:path w="2339340" h="1100454">
                <a:moveTo>
                  <a:pt x="1960257" y="18021"/>
                </a:moveTo>
                <a:lnTo>
                  <a:pt x="1958848" y="11010"/>
                </a:lnTo>
                <a:lnTo>
                  <a:pt x="1954974" y="5283"/>
                </a:lnTo>
                <a:lnTo>
                  <a:pt x="1949246" y="1422"/>
                </a:lnTo>
                <a:lnTo>
                  <a:pt x="1942236" y="0"/>
                </a:lnTo>
                <a:lnTo>
                  <a:pt x="1231011" y="0"/>
                </a:lnTo>
                <a:lnTo>
                  <a:pt x="1224000" y="1422"/>
                </a:lnTo>
                <a:lnTo>
                  <a:pt x="1218272" y="5283"/>
                </a:lnTo>
                <a:lnTo>
                  <a:pt x="1214424" y="11010"/>
                </a:lnTo>
                <a:lnTo>
                  <a:pt x="1213002" y="18021"/>
                </a:lnTo>
                <a:lnTo>
                  <a:pt x="1213002" y="319786"/>
                </a:lnTo>
                <a:lnTo>
                  <a:pt x="1214424" y="326796"/>
                </a:lnTo>
                <a:lnTo>
                  <a:pt x="1218272" y="332524"/>
                </a:lnTo>
                <a:lnTo>
                  <a:pt x="1224000" y="336384"/>
                </a:lnTo>
                <a:lnTo>
                  <a:pt x="1231011" y="337807"/>
                </a:lnTo>
                <a:lnTo>
                  <a:pt x="1942236" y="337807"/>
                </a:lnTo>
                <a:lnTo>
                  <a:pt x="1949246" y="336384"/>
                </a:lnTo>
                <a:lnTo>
                  <a:pt x="1954974" y="332524"/>
                </a:lnTo>
                <a:lnTo>
                  <a:pt x="1958848" y="326796"/>
                </a:lnTo>
                <a:lnTo>
                  <a:pt x="1960257" y="319786"/>
                </a:lnTo>
                <a:lnTo>
                  <a:pt x="1960257" y="18021"/>
                </a:lnTo>
                <a:close/>
              </a:path>
              <a:path w="2339340" h="1100454">
                <a:moveTo>
                  <a:pt x="1985848" y="775500"/>
                </a:moveTo>
                <a:lnTo>
                  <a:pt x="1984425" y="768489"/>
                </a:lnTo>
                <a:lnTo>
                  <a:pt x="1980565" y="762762"/>
                </a:lnTo>
                <a:lnTo>
                  <a:pt x="1974837" y="758901"/>
                </a:lnTo>
                <a:lnTo>
                  <a:pt x="1967826" y="757491"/>
                </a:lnTo>
                <a:lnTo>
                  <a:pt x="1256614" y="757491"/>
                </a:lnTo>
                <a:lnTo>
                  <a:pt x="1249603" y="758901"/>
                </a:lnTo>
                <a:lnTo>
                  <a:pt x="1243876" y="762762"/>
                </a:lnTo>
                <a:lnTo>
                  <a:pt x="1240015" y="768489"/>
                </a:lnTo>
                <a:lnTo>
                  <a:pt x="1238592" y="775500"/>
                </a:lnTo>
                <a:lnTo>
                  <a:pt x="1238592" y="1077277"/>
                </a:lnTo>
                <a:lnTo>
                  <a:pt x="1240015" y="1084287"/>
                </a:lnTo>
                <a:lnTo>
                  <a:pt x="1243876" y="1090015"/>
                </a:lnTo>
                <a:lnTo>
                  <a:pt x="1249603" y="1093876"/>
                </a:lnTo>
                <a:lnTo>
                  <a:pt x="1256614" y="1095286"/>
                </a:lnTo>
                <a:lnTo>
                  <a:pt x="1967826" y="1095286"/>
                </a:lnTo>
                <a:lnTo>
                  <a:pt x="1974837" y="1093876"/>
                </a:lnTo>
                <a:lnTo>
                  <a:pt x="1980565" y="1090015"/>
                </a:lnTo>
                <a:lnTo>
                  <a:pt x="1984425" y="1084287"/>
                </a:lnTo>
                <a:lnTo>
                  <a:pt x="1985848" y="1077277"/>
                </a:lnTo>
                <a:lnTo>
                  <a:pt x="1985848" y="775500"/>
                </a:lnTo>
                <a:close/>
              </a:path>
              <a:path w="2339340" h="1100454">
                <a:moveTo>
                  <a:pt x="2338997" y="396760"/>
                </a:moveTo>
                <a:lnTo>
                  <a:pt x="2337574" y="389750"/>
                </a:lnTo>
                <a:lnTo>
                  <a:pt x="2333714" y="384022"/>
                </a:lnTo>
                <a:lnTo>
                  <a:pt x="2327986" y="380161"/>
                </a:lnTo>
                <a:lnTo>
                  <a:pt x="2320975" y="378752"/>
                </a:lnTo>
                <a:lnTo>
                  <a:pt x="1609750" y="378752"/>
                </a:lnTo>
                <a:lnTo>
                  <a:pt x="1602740" y="380161"/>
                </a:lnTo>
                <a:lnTo>
                  <a:pt x="1597025" y="384022"/>
                </a:lnTo>
                <a:lnTo>
                  <a:pt x="1593164" y="389750"/>
                </a:lnTo>
                <a:lnTo>
                  <a:pt x="1591741" y="396760"/>
                </a:lnTo>
                <a:lnTo>
                  <a:pt x="1591741" y="698525"/>
                </a:lnTo>
                <a:lnTo>
                  <a:pt x="1593164" y="705535"/>
                </a:lnTo>
                <a:lnTo>
                  <a:pt x="1597025" y="711263"/>
                </a:lnTo>
                <a:lnTo>
                  <a:pt x="1602740" y="715137"/>
                </a:lnTo>
                <a:lnTo>
                  <a:pt x="1609750" y="716546"/>
                </a:lnTo>
                <a:lnTo>
                  <a:pt x="2320975" y="716546"/>
                </a:lnTo>
                <a:lnTo>
                  <a:pt x="2327986" y="715137"/>
                </a:lnTo>
                <a:lnTo>
                  <a:pt x="2333714" y="711263"/>
                </a:lnTo>
                <a:lnTo>
                  <a:pt x="2337574" y="705535"/>
                </a:lnTo>
                <a:lnTo>
                  <a:pt x="2338997" y="698525"/>
                </a:lnTo>
                <a:lnTo>
                  <a:pt x="2338997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3065691" y="5274074"/>
            <a:ext cx="1541145" cy="716915"/>
          </a:xfrm>
          <a:custGeom>
            <a:avLst/>
            <a:gdLst/>
            <a:ahLst/>
            <a:cxnLst/>
            <a:rect l="l" t="t" r="r" b="b"/>
            <a:pathLst>
              <a:path w="1541145" h="716914">
                <a:moveTo>
                  <a:pt x="747255" y="396760"/>
                </a:moveTo>
                <a:lnTo>
                  <a:pt x="745845" y="389737"/>
                </a:lnTo>
                <a:lnTo>
                  <a:pt x="741972" y="384009"/>
                </a:lnTo>
                <a:lnTo>
                  <a:pt x="736244" y="380149"/>
                </a:lnTo>
                <a:lnTo>
                  <a:pt x="729234" y="378739"/>
                </a:lnTo>
                <a:lnTo>
                  <a:pt x="18008" y="378739"/>
                </a:lnTo>
                <a:lnTo>
                  <a:pt x="10998" y="380149"/>
                </a:lnTo>
                <a:lnTo>
                  <a:pt x="5270" y="384009"/>
                </a:lnTo>
                <a:lnTo>
                  <a:pt x="1422" y="389737"/>
                </a:lnTo>
                <a:lnTo>
                  <a:pt x="0" y="396748"/>
                </a:lnTo>
                <a:lnTo>
                  <a:pt x="0" y="698525"/>
                </a:lnTo>
                <a:lnTo>
                  <a:pt x="1422" y="705535"/>
                </a:lnTo>
                <a:lnTo>
                  <a:pt x="5283" y="711263"/>
                </a:lnTo>
                <a:lnTo>
                  <a:pt x="11010" y="715124"/>
                </a:lnTo>
                <a:lnTo>
                  <a:pt x="18021" y="716546"/>
                </a:lnTo>
                <a:lnTo>
                  <a:pt x="729234" y="716546"/>
                </a:lnTo>
                <a:lnTo>
                  <a:pt x="736244" y="715124"/>
                </a:lnTo>
                <a:lnTo>
                  <a:pt x="741972" y="711263"/>
                </a:lnTo>
                <a:lnTo>
                  <a:pt x="745845" y="705535"/>
                </a:lnTo>
                <a:lnTo>
                  <a:pt x="747255" y="698525"/>
                </a:lnTo>
                <a:lnTo>
                  <a:pt x="747255" y="396760"/>
                </a:lnTo>
                <a:close/>
              </a:path>
              <a:path w="1541145" h="716914">
                <a:moveTo>
                  <a:pt x="1064577" y="18021"/>
                </a:moveTo>
                <a:lnTo>
                  <a:pt x="1063155" y="10998"/>
                </a:lnTo>
                <a:lnTo>
                  <a:pt x="1059294" y="5270"/>
                </a:lnTo>
                <a:lnTo>
                  <a:pt x="1053579" y="1409"/>
                </a:lnTo>
                <a:lnTo>
                  <a:pt x="1046568" y="0"/>
                </a:lnTo>
                <a:lnTo>
                  <a:pt x="335343" y="0"/>
                </a:lnTo>
                <a:lnTo>
                  <a:pt x="328333" y="1409"/>
                </a:lnTo>
                <a:lnTo>
                  <a:pt x="322605" y="5270"/>
                </a:lnTo>
                <a:lnTo>
                  <a:pt x="318744" y="10998"/>
                </a:lnTo>
                <a:lnTo>
                  <a:pt x="317322" y="18021"/>
                </a:lnTo>
                <a:lnTo>
                  <a:pt x="317322" y="319773"/>
                </a:lnTo>
                <a:lnTo>
                  <a:pt x="318744" y="326796"/>
                </a:lnTo>
                <a:lnTo>
                  <a:pt x="322605" y="332524"/>
                </a:lnTo>
                <a:lnTo>
                  <a:pt x="328333" y="336384"/>
                </a:lnTo>
                <a:lnTo>
                  <a:pt x="335343" y="337794"/>
                </a:lnTo>
                <a:lnTo>
                  <a:pt x="1046568" y="337794"/>
                </a:lnTo>
                <a:lnTo>
                  <a:pt x="1053579" y="336384"/>
                </a:lnTo>
                <a:lnTo>
                  <a:pt x="1059294" y="332524"/>
                </a:lnTo>
                <a:lnTo>
                  <a:pt x="1063155" y="326796"/>
                </a:lnTo>
                <a:lnTo>
                  <a:pt x="1064577" y="319773"/>
                </a:lnTo>
                <a:lnTo>
                  <a:pt x="1064577" y="18021"/>
                </a:lnTo>
                <a:close/>
              </a:path>
              <a:path w="1541145" h="716914">
                <a:moveTo>
                  <a:pt x="1540573" y="396760"/>
                </a:moveTo>
                <a:lnTo>
                  <a:pt x="1539151" y="389737"/>
                </a:lnTo>
                <a:lnTo>
                  <a:pt x="1535290" y="384009"/>
                </a:lnTo>
                <a:lnTo>
                  <a:pt x="1529562" y="380149"/>
                </a:lnTo>
                <a:lnTo>
                  <a:pt x="1522552" y="378739"/>
                </a:lnTo>
                <a:lnTo>
                  <a:pt x="811326" y="378739"/>
                </a:lnTo>
                <a:lnTo>
                  <a:pt x="804316" y="380149"/>
                </a:lnTo>
                <a:lnTo>
                  <a:pt x="798588" y="384009"/>
                </a:lnTo>
                <a:lnTo>
                  <a:pt x="794727" y="389737"/>
                </a:lnTo>
                <a:lnTo>
                  <a:pt x="793318" y="396760"/>
                </a:lnTo>
                <a:lnTo>
                  <a:pt x="793318" y="698525"/>
                </a:lnTo>
                <a:lnTo>
                  <a:pt x="794727" y="705535"/>
                </a:lnTo>
                <a:lnTo>
                  <a:pt x="798588" y="711263"/>
                </a:lnTo>
                <a:lnTo>
                  <a:pt x="804316" y="715124"/>
                </a:lnTo>
                <a:lnTo>
                  <a:pt x="811326" y="716546"/>
                </a:lnTo>
                <a:lnTo>
                  <a:pt x="1522552" y="716546"/>
                </a:lnTo>
                <a:lnTo>
                  <a:pt x="1529562" y="715124"/>
                </a:lnTo>
                <a:lnTo>
                  <a:pt x="1535290" y="711263"/>
                </a:lnTo>
                <a:lnTo>
                  <a:pt x="1539151" y="705535"/>
                </a:lnTo>
                <a:lnTo>
                  <a:pt x="1540573" y="698525"/>
                </a:lnTo>
                <a:lnTo>
                  <a:pt x="1540573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340878" y="4526819"/>
            <a:ext cx="2339340" cy="1100455"/>
          </a:xfrm>
          <a:custGeom>
            <a:avLst/>
            <a:gdLst/>
            <a:ahLst/>
            <a:cxnLst/>
            <a:rect l="l" t="t" r="r" b="b"/>
            <a:pathLst>
              <a:path w="2339340" h="1100454">
                <a:moveTo>
                  <a:pt x="747255" y="401878"/>
                </a:moveTo>
                <a:lnTo>
                  <a:pt x="745832" y="394868"/>
                </a:lnTo>
                <a:lnTo>
                  <a:pt x="741972" y="389140"/>
                </a:lnTo>
                <a:lnTo>
                  <a:pt x="736244" y="385279"/>
                </a:lnTo>
                <a:lnTo>
                  <a:pt x="729234" y="383870"/>
                </a:lnTo>
                <a:lnTo>
                  <a:pt x="18021" y="383870"/>
                </a:lnTo>
                <a:lnTo>
                  <a:pt x="10998" y="385279"/>
                </a:lnTo>
                <a:lnTo>
                  <a:pt x="5270" y="389140"/>
                </a:lnTo>
                <a:lnTo>
                  <a:pt x="1409" y="394868"/>
                </a:lnTo>
                <a:lnTo>
                  <a:pt x="0" y="401878"/>
                </a:lnTo>
                <a:lnTo>
                  <a:pt x="0" y="703643"/>
                </a:lnTo>
                <a:lnTo>
                  <a:pt x="1409" y="710653"/>
                </a:lnTo>
                <a:lnTo>
                  <a:pt x="5270" y="716381"/>
                </a:lnTo>
                <a:lnTo>
                  <a:pt x="10998" y="720242"/>
                </a:lnTo>
                <a:lnTo>
                  <a:pt x="18008" y="721664"/>
                </a:lnTo>
                <a:lnTo>
                  <a:pt x="729234" y="721664"/>
                </a:lnTo>
                <a:lnTo>
                  <a:pt x="736244" y="720242"/>
                </a:lnTo>
                <a:lnTo>
                  <a:pt x="741972" y="716381"/>
                </a:lnTo>
                <a:lnTo>
                  <a:pt x="745832" y="710653"/>
                </a:lnTo>
                <a:lnTo>
                  <a:pt x="747255" y="703643"/>
                </a:lnTo>
                <a:lnTo>
                  <a:pt x="747255" y="401878"/>
                </a:lnTo>
                <a:close/>
              </a:path>
              <a:path w="2339340" h="1100454">
                <a:moveTo>
                  <a:pt x="1172057" y="18021"/>
                </a:moveTo>
                <a:lnTo>
                  <a:pt x="1170647" y="11010"/>
                </a:lnTo>
                <a:lnTo>
                  <a:pt x="1166774" y="5283"/>
                </a:lnTo>
                <a:lnTo>
                  <a:pt x="1161046" y="1422"/>
                </a:lnTo>
                <a:lnTo>
                  <a:pt x="1154036" y="0"/>
                </a:lnTo>
                <a:lnTo>
                  <a:pt x="442810" y="0"/>
                </a:lnTo>
                <a:lnTo>
                  <a:pt x="435800" y="1422"/>
                </a:lnTo>
                <a:lnTo>
                  <a:pt x="430085" y="5270"/>
                </a:lnTo>
                <a:lnTo>
                  <a:pt x="426224" y="10998"/>
                </a:lnTo>
                <a:lnTo>
                  <a:pt x="424802" y="18008"/>
                </a:lnTo>
                <a:lnTo>
                  <a:pt x="424802" y="319786"/>
                </a:lnTo>
                <a:lnTo>
                  <a:pt x="426224" y="326796"/>
                </a:lnTo>
                <a:lnTo>
                  <a:pt x="430085" y="332524"/>
                </a:lnTo>
                <a:lnTo>
                  <a:pt x="435813" y="336384"/>
                </a:lnTo>
                <a:lnTo>
                  <a:pt x="442823" y="337807"/>
                </a:lnTo>
                <a:lnTo>
                  <a:pt x="1154036" y="337807"/>
                </a:lnTo>
                <a:lnTo>
                  <a:pt x="1161046" y="336384"/>
                </a:lnTo>
                <a:lnTo>
                  <a:pt x="1166774" y="332524"/>
                </a:lnTo>
                <a:lnTo>
                  <a:pt x="1170647" y="326796"/>
                </a:lnTo>
                <a:lnTo>
                  <a:pt x="1172057" y="319786"/>
                </a:lnTo>
                <a:lnTo>
                  <a:pt x="1172057" y="18021"/>
                </a:lnTo>
                <a:close/>
              </a:path>
              <a:path w="2339340" h="1100454">
                <a:moveTo>
                  <a:pt x="1187399" y="780618"/>
                </a:moveTo>
                <a:lnTo>
                  <a:pt x="1185989" y="773607"/>
                </a:lnTo>
                <a:lnTo>
                  <a:pt x="1182128" y="767880"/>
                </a:lnTo>
                <a:lnTo>
                  <a:pt x="1176401" y="764019"/>
                </a:lnTo>
                <a:lnTo>
                  <a:pt x="1169390" y="762609"/>
                </a:lnTo>
                <a:lnTo>
                  <a:pt x="458165" y="762609"/>
                </a:lnTo>
                <a:lnTo>
                  <a:pt x="451154" y="764019"/>
                </a:lnTo>
                <a:lnTo>
                  <a:pt x="445439" y="767880"/>
                </a:lnTo>
                <a:lnTo>
                  <a:pt x="441579" y="773607"/>
                </a:lnTo>
                <a:lnTo>
                  <a:pt x="440156" y="780618"/>
                </a:lnTo>
                <a:lnTo>
                  <a:pt x="440156" y="1082395"/>
                </a:lnTo>
                <a:lnTo>
                  <a:pt x="441579" y="1089406"/>
                </a:lnTo>
                <a:lnTo>
                  <a:pt x="445439" y="1095133"/>
                </a:lnTo>
                <a:lnTo>
                  <a:pt x="451154" y="1098994"/>
                </a:lnTo>
                <a:lnTo>
                  <a:pt x="458165" y="1100404"/>
                </a:lnTo>
                <a:lnTo>
                  <a:pt x="1169390" y="1100404"/>
                </a:lnTo>
                <a:lnTo>
                  <a:pt x="1176401" y="1098994"/>
                </a:lnTo>
                <a:lnTo>
                  <a:pt x="1182128" y="1095133"/>
                </a:lnTo>
                <a:lnTo>
                  <a:pt x="1185989" y="1089406"/>
                </a:lnTo>
                <a:lnTo>
                  <a:pt x="1187399" y="1082395"/>
                </a:lnTo>
                <a:lnTo>
                  <a:pt x="1187399" y="780618"/>
                </a:lnTo>
                <a:close/>
              </a:path>
              <a:path w="2339340" h="1100454">
                <a:moveTo>
                  <a:pt x="1550797" y="396760"/>
                </a:moveTo>
                <a:lnTo>
                  <a:pt x="1549374" y="389750"/>
                </a:lnTo>
                <a:lnTo>
                  <a:pt x="1545513" y="384022"/>
                </a:lnTo>
                <a:lnTo>
                  <a:pt x="1539798" y="380161"/>
                </a:lnTo>
                <a:lnTo>
                  <a:pt x="1532788" y="378752"/>
                </a:lnTo>
                <a:lnTo>
                  <a:pt x="821563" y="378752"/>
                </a:lnTo>
                <a:lnTo>
                  <a:pt x="814552" y="380161"/>
                </a:lnTo>
                <a:lnTo>
                  <a:pt x="808824" y="384022"/>
                </a:lnTo>
                <a:lnTo>
                  <a:pt x="804964" y="389750"/>
                </a:lnTo>
                <a:lnTo>
                  <a:pt x="803554" y="396760"/>
                </a:lnTo>
                <a:lnTo>
                  <a:pt x="803554" y="698525"/>
                </a:lnTo>
                <a:lnTo>
                  <a:pt x="804964" y="705535"/>
                </a:lnTo>
                <a:lnTo>
                  <a:pt x="808824" y="711263"/>
                </a:lnTo>
                <a:lnTo>
                  <a:pt x="814552" y="715124"/>
                </a:lnTo>
                <a:lnTo>
                  <a:pt x="821563" y="716546"/>
                </a:lnTo>
                <a:lnTo>
                  <a:pt x="1532788" y="716546"/>
                </a:lnTo>
                <a:lnTo>
                  <a:pt x="1539798" y="715124"/>
                </a:lnTo>
                <a:lnTo>
                  <a:pt x="1545513" y="711263"/>
                </a:lnTo>
                <a:lnTo>
                  <a:pt x="1549374" y="705535"/>
                </a:lnTo>
                <a:lnTo>
                  <a:pt x="1550797" y="698525"/>
                </a:lnTo>
                <a:lnTo>
                  <a:pt x="1550797" y="396760"/>
                </a:lnTo>
                <a:close/>
              </a:path>
              <a:path w="2339340" h="1100454">
                <a:moveTo>
                  <a:pt x="1960257" y="18021"/>
                </a:moveTo>
                <a:lnTo>
                  <a:pt x="1958835" y="11010"/>
                </a:lnTo>
                <a:lnTo>
                  <a:pt x="1954974" y="5283"/>
                </a:lnTo>
                <a:lnTo>
                  <a:pt x="1949246" y="1422"/>
                </a:lnTo>
                <a:lnTo>
                  <a:pt x="1942236" y="0"/>
                </a:lnTo>
                <a:lnTo>
                  <a:pt x="1231011" y="0"/>
                </a:lnTo>
                <a:lnTo>
                  <a:pt x="1224000" y="1422"/>
                </a:lnTo>
                <a:lnTo>
                  <a:pt x="1218272" y="5283"/>
                </a:lnTo>
                <a:lnTo>
                  <a:pt x="1214412" y="11010"/>
                </a:lnTo>
                <a:lnTo>
                  <a:pt x="1213002" y="18021"/>
                </a:lnTo>
                <a:lnTo>
                  <a:pt x="1213002" y="319786"/>
                </a:lnTo>
                <a:lnTo>
                  <a:pt x="1214412" y="326796"/>
                </a:lnTo>
                <a:lnTo>
                  <a:pt x="1218272" y="332524"/>
                </a:lnTo>
                <a:lnTo>
                  <a:pt x="1224000" y="336384"/>
                </a:lnTo>
                <a:lnTo>
                  <a:pt x="1231011" y="337807"/>
                </a:lnTo>
                <a:lnTo>
                  <a:pt x="1942236" y="337807"/>
                </a:lnTo>
                <a:lnTo>
                  <a:pt x="1949246" y="336384"/>
                </a:lnTo>
                <a:lnTo>
                  <a:pt x="1954974" y="332524"/>
                </a:lnTo>
                <a:lnTo>
                  <a:pt x="1958835" y="326796"/>
                </a:lnTo>
                <a:lnTo>
                  <a:pt x="1960257" y="319786"/>
                </a:lnTo>
                <a:lnTo>
                  <a:pt x="1960257" y="18021"/>
                </a:lnTo>
                <a:close/>
              </a:path>
              <a:path w="2339340" h="1100454">
                <a:moveTo>
                  <a:pt x="1985835" y="775500"/>
                </a:moveTo>
                <a:lnTo>
                  <a:pt x="1984425" y="768489"/>
                </a:lnTo>
                <a:lnTo>
                  <a:pt x="1980565" y="762762"/>
                </a:lnTo>
                <a:lnTo>
                  <a:pt x="1974837" y="758901"/>
                </a:lnTo>
                <a:lnTo>
                  <a:pt x="1967826" y="757491"/>
                </a:lnTo>
                <a:lnTo>
                  <a:pt x="1256601" y="757491"/>
                </a:lnTo>
                <a:lnTo>
                  <a:pt x="1249591" y="758901"/>
                </a:lnTo>
                <a:lnTo>
                  <a:pt x="1243863" y="762762"/>
                </a:lnTo>
                <a:lnTo>
                  <a:pt x="1240002" y="768489"/>
                </a:lnTo>
                <a:lnTo>
                  <a:pt x="1238592" y="775500"/>
                </a:lnTo>
                <a:lnTo>
                  <a:pt x="1238592" y="1077264"/>
                </a:lnTo>
                <a:lnTo>
                  <a:pt x="1240002" y="1084287"/>
                </a:lnTo>
                <a:lnTo>
                  <a:pt x="1243863" y="1090015"/>
                </a:lnTo>
                <a:lnTo>
                  <a:pt x="1249591" y="1093876"/>
                </a:lnTo>
                <a:lnTo>
                  <a:pt x="1256601" y="1095286"/>
                </a:lnTo>
                <a:lnTo>
                  <a:pt x="1967826" y="1095286"/>
                </a:lnTo>
                <a:lnTo>
                  <a:pt x="1974837" y="1093876"/>
                </a:lnTo>
                <a:lnTo>
                  <a:pt x="1980565" y="1090015"/>
                </a:lnTo>
                <a:lnTo>
                  <a:pt x="1984425" y="1084287"/>
                </a:lnTo>
                <a:lnTo>
                  <a:pt x="1985835" y="1077264"/>
                </a:lnTo>
                <a:lnTo>
                  <a:pt x="1985835" y="775500"/>
                </a:lnTo>
                <a:close/>
              </a:path>
              <a:path w="2339340" h="1100454">
                <a:moveTo>
                  <a:pt x="2338997" y="396760"/>
                </a:moveTo>
                <a:lnTo>
                  <a:pt x="2337574" y="389750"/>
                </a:lnTo>
                <a:lnTo>
                  <a:pt x="2333714" y="384022"/>
                </a:lnTo>
                <a:lnTo>
                  <a:pt x="2327986" y="380161"/>
                </a:lnTo>
                <a:lnTo>
                  <a:pt x="2320975" y="378752"/>
                </a:lnTo>
                <a:lnTo>
                  <a:pt x="1609750" y="378752"/>
                </a:lnTo>
                <a:lnTo>
                  <a:pt x="1602740" y="380161"/>
                </a:lnTo>
                <a:lnTo>
                  <a:pt x="1597012" y="384022"/>
                </a:lnTo>
                <a:lnTo>
                  <a:pt x="1593164" y="389750"/>
                </a:lnTo>
                <a:lnTo>
                  <a:pt x="1591741" y="396760"/>
                </a:lnTo>
                <a:lnTo>
                  <a:pt x="1591741" y="698525"/>
                </a:lnTo>
                <a:lnTo>
                  <a:pt x="1593164" y="705535"/>
                </a:lnTo>
                <a:lnTo>
                  <a:pt x="1597025" y="711263"/>
                </a:lnTo>
                <a:lnTo>
                  <a:pt x="1602752" y="715124"/>
                </a:lnTo>
                <a:lnTo>
                  <a:pt x="1609763" y="716546"/>
                </a:lnTo>
                <a:lnTo>
                  <a:pt x="2320975" y="716546"/>
                </a:lnTo>
                <a:lnTo>
                  <a:pt x="2327986" y="715124"/>
                </a:lnTo>
                <a:lnTo>
                  <a:pt x="2333714" y="711263"/>
                </a:lnTo>
                <a:lnTo>
                  <a:pt x="2337574" y="705535"/>
                </a:lnTo>
                <a:lnTo>
                  <a:pt x="2338997" y="698525"/>
                </a:lnTo>
                <a:lnTo>
                  <a:pt x="2338997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366469" y="3738631"/>
            <a:ext cx="3921125" cy="1100455"/>
          </a:xfrm>
          <a:custGeom>
            <a:avLst/>
            <a:gdLst/>
            <a:ahLst/>
            <a:cxnLst/>
            <a:rect l="l" t="t" r="r" b="b"/>
            <a:pathLst>
              <a:path w="3921125" h="1100454">
                <a:moveTo>
                  <a:pt x="747255" y="427469"/>
                </a:moveTo>
                <a:lnTo>
                  <a:pt x="745832" y="420446"/>
                </a:lnTo>
                <a:lnTo>
                  <a:pt x="741972" y="414718"/>
                </a:lnTo>
                <a:lnTo>
                  <a:pt x="736244" y="410857"/>
                </a:lnTo>
                <a:lnTo>
                  <a:pt x="729234" y="409448"/>
                </a:lnTo>
                <a:lnTo>
                  <a:pt x="18008" y="409448"/>
                </a:lnTo>
                <a:lnTo>
                  <a:pt x="10998" y="410857"/>
                </a:lnTo>
                <a:lnTo>
                  <a:pt x="5270" y="414718"/>
                </a:lnTo>
                <a:lnTo>
                  <a:pt x="1409" y="420446"/>
                </a:lnTo>
                <a:lnTo>
                  <a:pt x="0" y="427469"/>
                </a:lnTo>
                <a:lnTo>
                  <a:pt x="0" y="729234"/>
                </a:lnTo>
                <a:lnTo>
                  <a:pt x="1409" y="736244"/>
                </a:lnTo>
                <a:lnTo>
                  <a:pt x="5270" y="741972"/>
                </a:lnTo>
                <a:lnTo>
                  <a:pt x="10998" y="745832"/>
                </a:lnTo>
                <a:lnTo>
                  <a:pt x="18008" y="747255"/>
                </a:lnTo>
                <a:lnTo>
                  <a:pt x="729234" y="747255"/>
                </a:lnTo>
                <a:lnTo>
                  <a:pt x="736244" y="745832"/>
                </a:lnTo>
                <a:lnTo>
                  <a:pt x="741972" y="741972"/>
                </a:lnTo>
                <a:lnTo>
                  <a:pt x="745832" y="736244"/>
                </a:lnTo>
                <a:lnTo>
                  <a:pt x="747255" y="729234"/>
                </a:lnTo>
                <a:lnTo>
                  <a:pt x="747255" y="427469"/>
                </a:lnTo>
                <a:close/>
              </a:path>
              <a:path w="3921125" h="1100454">
                <a:moveTo>
                  <a:pt x="1064577" y="48729"/>
                </a:moveTo>
                <a:lnTo>
                  <a:pt x="1063167" y="41706"/>
                </a:lnTo>
                <a:lnTo>
                  <a:pt x="1059294" y="35979"/>
                </a:lnTo>
                <a:lnTo>
                  <a:pt x="1053566" y="32118"/>
                </a:lnTo>
                <a:lnTo>
                  <a:pt x="1046556" y="30708"/>
                </a:lnTo>
                <a:lnTo>
                  <a:pt x="335330" y="30708"/>
                </a:lnTo>
                <a:lnTo>
                  <a:pt x="328320" y="32118"/>
                </a:lnTo>
                <a:lnTo>
                  <a:pt x="322605" y="35979"/>
                </a:lnTo>
                <a:lnTo>
                  <a:pt x="318744" y="41706"/>
                </a:lnTo>
                <a:lnTo>
                  <a:pt x="317322" y="48729"/>
                </a:lnTo>
                <a:lnTo>
                  <a:pt x="317322" y="350481"/>
                </a:lnTo>
                <a:lnTo>
                  <a:pt x="318744" y="357492"/>
                </a:lnTo>
                <a:lnTo>
                  <a:pt x="322605" y="363220"/>
                </a:lnTo>
                <a:lnTo>
                  <a:pt x="328320" y="367093"/>
                </a:lnTo>
                <a:lnTo>
                  <a:pt x="335330" y="368503"/>
                </a:lnTo>
                <a:lnTo>
                  <a:pt x="1046556" y="368503"/>
                </a:lnTo>
                <a:lnTo>
                  <a:pt x="1053566" y="367093"/>
                </a:lnTo>
                <a:lnTo>
                  <a:pt x="1059294" y="363220"/>
                </a:lnTo>
                <a:lnTo>
                  <a:pt x="1063167" y="357492"/>
                </a:lnTo>
                <a:lnTo>
                  <a:pt x="1064577" y="350481"/>
                </a:lnTo>
                <a:lnTo>
                  <a:pt x="1064577" y="48729"/>
                </a:lnTo>
                <a:close/>
              </a:path>
              <a:path w="3921125" h="1100454">
                <a:moveTo>
                  <a:pt x="1540560" y="427469"/>
                </a:moveTo>
                <a:lnTo>
                  <a:pt x="1539138" y="420446"/>
                </a:lnTo>
                <a:lnTo>
                  <a:pt x="1535277" y="414718"/>
                </a:lnTo>
                <a:lnTo>
                  <a:pt x="1529562" y="410857"/>
                </a:lnTo>
                <a:lnTo>
                  <a:pt x="1522552" y="409448"/>
                </a:lnTo>
                <a:lnTo>
                  <a:pt x="811326" y="409448"/>
                </a:lnTo>
                <a:lnTo>
                  <a:pt x="804316" y="410857"/>
                </a:lnTo>
                <a:lnTo>
                  <a:pt x="798588" y="414718"/>
                </a:lnTo>
                <a:lnTo>
                  <a:pt x="794727" y="420446"/>
                </a:lnTo>
                <a:lnTo>
                  <a:pt x="793318" y="427469"/>
                </a:lnTo>
                <a:lnTo>
                  <a:pt x="793318" y="729234"/>
                </a:lnTo>
                <a:lnTo>
                  <a:pt x="794727" y="736244"/>
                </a:lnTo>
                <a:lnTo>
                  <a:pt x="798588" y="741972"/>
                </a:lnTo>
                <a:lnTo>
                  <a:pt x="804316" y="745832"/>
                </a:lnTo>
                <a:lnTo>
                  <a:pt x="811326" y="747255"/>
                </a:lnTo>
                <a:lnTo>
                  <a:pt x="1522552" y="747255"/>
                </a:lnTo>
                <a:lnTo>
                  <a:pt x="1529562" y="745832"/>
                </a:lnTo>
                <a:lnTo>
                  <a:pt x="1535277" y="741972"/>
                </a:lnTo>
                <a:lnTo>
                  <a:pt x="1539138" y="736244"/>
                </a:lnTo>
                <a:lnTo>
                  <a:pt x="1540560" y="729234"/>
                </a:lnTo>
                <a:lnTo>
                  <a:pt x="1540560" y="427469"/>
                </a:lnTo>
                <a:close/>
              </a:path>
              <a:path w="3921125" h="1100454">
                <a:moveTo>
                  <a:pt x="2328761" y="401878"/>
                </a:moveTo>
                <a:lnTo>
                  <a:pt x="2327351" y="394855"/>
                </a:lnTo>
                <a:lnTo>
                  <a:pt x="2323477" y="389128"/>
                </a:lnTo>
                <a:lnTo>
                  <a:pt x="2317750" y="385267"/>
                </a:lnTo>
                <a:lnTo>
                  <a:pt x="2310739" y="383857"/>
                </a:lnTo>
                <a:lnTo>
                  <a:pt x="1599514" y="383857"/>
                </a:lnTo>
                <a:lnTo>
                  <a:pt x="1592503" y="385267"/>
                </a:lnTo>
                <a:lnTo>
                  <a:pt x="1586788" y="389128"/>
                </a:lnTo>
                <a:lnTo>
                  <a:pt x="1582928" y="394855"/>
                </a:lnTo>
                <a:lnTo>
                  <a:pt x="1581505" y="401878"/>
                </a:lnTo>
                <a:lnTo>
                  <a:pt x="1581505" y="703630"/>
                </a:lnTo>
                <a:lnTo>
                  <a:pt x="1582928" y="710653"/>
                </a:lnTo>
                <a:lnTo>
                  <a:pt x="1586788" y="716381"/>
                </a:lnTo>
                <a:lnTo>
                  <a:pt x="1592503" y="720242"/>
                </a:lnTo>
                <a:lnTo>
                  <a:pt x="1599514" y="721652"/>
                </a:lnTo>
                <a:lnTo>
                  <a:pt x="2310739" y="721652"/>
                </a:lnTo>
                <a:lnTo>
                  <a:pt x="2317750" y="720242"/>
                </a:lnTo>
                <a:lnTo>
                  <a:pt x="2323477" y="716381"/>
                </a:lnTo>
                <a:lnTo>
                  <a:pt x="2327351" y="710653"/>
                </a:lnTo>
                <a:lnTo>
                  <a:pt x="2328761" y="703630"/>
                </a:lnTo>
                <a:lnTo>
                  <a:pt x="2328761" y="401878"/>
                </a:lnTo>
                <a:close/>
              </a:path>
              <a:path w="3921125" h="1100454">
                <a:moveTo>
                  <a:pt x="2753563" y="18008"/>
                </a:moveTo>
                <a:lnTo>
                  <a:pt x="2752140" y="10998"/>
                </a:lnTo>
                <a:lnTo>
                  <a:pt x="2748280" y="5270"/>
                </a:lnTo>
                <a:lnTo>
                  <a:pt x="2742565" y="1409"/>
                </a:lnTo>
                <a:lnTo>
                  <a:pt x="2735554" y="0"/>
                </a:lnTo>
                <a:lnTo>
                  <a:pt x="2024329" y="0"/>
                </a:lnTo>
                <a:lnTo>
                  <a:pt x="2017318" y="1409"/>
                </a:lnTo>
                <a:lnTo>
                  <a:pt x="2011591" y="5270"/>
                </a:lnTo>
                <a:lnTo>
                  <a:pt x="2007730" y="10998"/>
                </a:lnTo>
                <a:lnTo>
                  <a:pt x="2006307" y="18021"/>
                </a:lnTo>
                <a:lnTo>
                  <a:pt x="2006307" y="319773"/>
                </a:lnTo>
                <a:lnTo>
                  <a:pt x="2007730" y="326783"/>
                </a:lnTo>
                <a:lnTo>
                  <a:pt x="2011591" y="332511"/>
                </a:lnTo>
                <a:lnTo>
                  <a:pt x="2017318" y="336384"/>
                </a:lnTo>
                <a:lnTo>
                  <a:pt x="2024329" y="337794"/>
                </a:lnTo>
                <a:lnTo>
                  <a:pt x="2735554" y="337794"/>
                </a:lnTo>
                <a:lnTo>
                  <a:pt x="2742565" y="336384"/>
                </a:lnTo>
                <a:lnTo>
                  <a:pt x="2748280" y="332511"/>
                </a:lnTo>
                <a:lnTo>
                  <a:pt x="2752140" y="326783"/>
                </a:lnTo>
                <a:lnTo>
                  <a:pt x="2753563" y="319773"/>
                </a:lnTo>
                <a:lnTo>
                  <a:pt x="2753563" y="18008"/>
                </a:lnTo>
                <a:close/>
              </a:path>
              <a:path w="3921125" h="1100454">
                <a:moveTo>
                  <a:pt x="2768917" y="780618"/>
                </a:moveTo>
                <a:lnTo>
                  <a:pt x="2767507" y="773607"/>
                </a:lnTo>
                <a:lnTo>
                  <a:pt x="2763647" y="767880"/>
                </a:lnTo>
                <a:lnTo>
                  <a:pt x="2757919" y="764019"/>
                </a:lnTo>
                <a:lnTo>
                  <a:pt x="2750909" y="762596"/>
                </a:lnTo>
                <a:lnTo>
                  <a:pt x="2039683" y="762596"/>
                </a:lnTo>
                <a:lnTo>
                  <a:pt x="2032673" y="764019"/>
                </a:lnTo>
                <a:lnTo>
                  <a:pt x="2026945" y="767880"/>
                </a:lnTo>
                <a:lnTo>
                  <a:pt x="2023084" y="773595"/>
                </a:lnTo>
                <a:lnTo>
                  <a:pt x="2021662" y="780605"/>
                </a:lnTo>
                <a:lnTo>
                  <a:pt x="2021662" y="1082382"/>
                </a:lnTo>
                <a:lnTo>
                  <a:pt x="2023084" y="1089393"/>
                </a:lnTo>
                <a:lnTo>
                  <a:pt x="2026945" y="1095121"/>
                </a:lnTo>
                <a:lnTo>
                  <a:pt x="2032673" y="1098981"/>
                </a:lnTo>
                <a:lnTo>
                  <a:pt x="2039683" y="1100404"/>
                </a:lnTo>
                <a:lnTo>
                  <a:pt x="2750909" y="1100404"/>
                </a:lnTo>
                <a:lnTo>
                  <a:pt x="2757919" y="1098981"/>
                </a:lnTo>
                <a:lnTo>
                  <a:pt x="2763647" y="1095121"/>
                </a:lnTo>
                <a:lnTo>
                  <a:pt x="2767507" y="1089393"/>
                </a:lnTo>
                <a:lnTo>
                  <a:pt x="2768917" y="1082382"/>
                </a:lnTo>
                <a:lnTo>
                  <a:pt x="2768917" y="780618"/>
                </a:lnTo>
                <a:close/>
              </a:path>
              <a:path w="3921125" h="1100454">
                <a:moveTo>
                  <a:pt x="3132302" y="396748"/>
                </a:moveTo>
                <a:lnTo>
                  <a:pt x="3130893" y="389737"/>
                </a:lnTo>
                <a:lnTo>
                  <a:pt x="3127032" y="384009"/>
                </a:lnTo>
                <a:lnTo>
                  <a:pt x="3121304" y="380149"/>
                </a:lnTo>
                <a:lnTo>
                  <a:pt x="3114294" y="378739"/>
                </a:lnTo>
                <a:lnTo>
                  <a:pt x="2403068" y="378739"/>
                </a:lnTo>
                <a:lnTo>
                  <a:pt x="2396058" y="380149"/>
                </a:lnTo>
                <a:lnTo>
                  <a:pt x="2390330" y="384009"/>
                </a:lnTo>
                <a:lnTo>
                  <a:pt x="2386469" y="389737"/>
                </a:lnTo>
                <a:lnTo>
                  <a:pt x="2385060" y="396748"/>
                </a:lnTo>
                <a:lnTo>
                  <a:pt x="2385060" y="698525"/>
                </a:lnTo>
                <a:lnTo>
                  <a:pt x="2386469" y="705535"/>
                </a:lnTo>
                <a:lnTo>
                  <a:pt x="2390330" y="711263"/>
                </a:lnTo>
                <a:lnTo>
                  <a:pt x="2396058" y="715124"/>
                </a:lnTo>
                <a:lnTo>
                  <a:pt x="2403068" y="716534"/>
                </a:lnTo>
                <a:lnTo>
                  <a:pt x="3114294" y="716534"/>
                </a:lnTo>
                <a:lnTo>
                  <a:pt x="3121304" y="715124"/>
                </a:lnTo>
                <a:lnTo>
                  <a:pt x="3127032" y="711263"/>
                </a:lnTo>
                <a:lnTo>
                  <a:pt x="3130893" y="705535"/>
                </a:lnTo>
                <a:lnTo>
                  <a:pt x="3132302" y="698525"/>
                </a:lnTo>
                <a:lnTo>
                  <a:pt x="3132302" y="396748"/>
                </a:lnTo>
                <a:close/>
              </a:path>
              <a:path w="3921125" h="1100454">
                <a:moveTo>
                  <a:pt x="3541750" y="18021"/>
                </a:moveTo>
                <a:lnTo>
                  <a:pt x="3540341" y="10998"/>
                </a:lnTo>
                <a:lnTo>
                  <a:pt x="3536480" y="5270"/>
                </a:lnTo>
                <a:lnTo>
                  <a:pt x="3530752" y="1409"/>
                </a:lnTo>
                <a:lnTo>
                  <a:pt x="3523742" y="0"/>
                </a:lnTo>
                <a:lnTo>
                  <a:pt x="2812516" y="0"/>
                </a:lnTo>
                <a:lnTo>
                  <a:pt x="2805506" y="1409"/>
                </a:lnTo>
                <a:lnTo>
                  <a:pt x="2799778" y="5270"/>
                </a:lnTo>
                <a:lnTo>
                  <a:pt x="2795917" y="10998"/>
                </a:lnTo>
                <a:lnTo>
                  <a:pt x="2794508" y="18021"/>
                </a:lnTo>
                <a:lnTo>
                  <a:pt x="2794508" y="319773"/>
                </a:lnTo>
                <a:lnTo>
                  <a:pt x="2795917" y="326783"/>
                </a:lnTo>
                <a:lnTo>
                  <a:pt x="2799778" y="332511"/>
                </a:lnTo>
                <a:lnTo>
                  <a:pt x="2805506" y="336384"/>
                </a:lnTo>
                <a:lnTo>
                  <a:pt x="2812516" y="337794"/>
                </a:lnTo>
                <a:lnTo>
                  <a:pt x="3523742" y="337794"/>
                </a:lnTo>
                <a:lnTo>
                  <a:pt x="3530752" y="336384"/>
                </a:lnTo>
                <a:lnTo>
                  <a:pt x="3536480" y="332511"/>
                </a:lnTo>
                <a:lnTo>
                  <a:pt x="3540341" y="326783"/>
                </a:lnTo>
                <a:lnTo>
                  <a:pt x="3541750" y="319773"/>
                </a:lnTo>
                <a:lnTo>
                  <a:pt x="3541750" y="18021"/>
                </a:lnTo>
                <a:close/>
              </a:path>
              <a:path w="3921125" h="1100454">
                <a:moveTo>
                  <a:pt x="3567341" y="775500"/>
                </a:moveTo>
                <a:lnTo>
                  <a:pt x="3565931" y="768489"/>
                </a:lnTo>
                <a:lnTo>
                  <a:pt x="3562070" y="762762"/>
                </a:lnTo>
                <a:lnTo>
                  <a:pt x="3556343" y="758901"/>
                </a:lnTo>
                <a:lnTo>
                  <a:pt x="3549332" y="757478"/>
                </a:lnTo>
                <a:lnTo>
                  <a:pt x="2838119" y="757478"/>
                </a:lnTo>
                <a:lnTo>
                  <a:pt x="2831096" y="758901"/>
                </a:lnTo>
                <a:lnTo>
                  <a:pt x="2825369" y="762762"/>
                </a:lnTo>
                <a:lnTo>
                  <a:pt x="2821508" y="768489"/>
                </a:lnTo>
                <a:lnTo>
                  <a:pt x="2820098" y="775500"/>
                </a:lnTo>
                <a:lnTo>
                  <a:pt x="2820098" y="1077264"/>
                </a:lnTo>
                <a:lnTo>
                  <a:pt x="2821508" y="1084275"/>
                </a:lnTo>
                <a:lnTo>
                  <a:pt x="2825369" y="1090002"/>
                </a:lnTo>
                <a:lnTo>
                  <a:pt x="2831096" y="1093863"/>
                </a:lnTo>
                <a:lnTo>
                  <a:pt x="2838119" y="1095286"/>
                </a:lnTo>
                <a:lnTo>
                  <a:pt x="3549332" y="1095286"/>
                </a:lnTo>
                <a:lnTo>
                  <a:pt x="3556343" y="1093863"/>
                </a:lnTo>
                <a:lnTo>
                  <a:pt x="3562070" y="1090002"/>
                </a:lnTo>
                <a:lnTo>
                  <a:pt x="3565931" y="1084275"/>
                </a:lnTo>
                <a:lnTo>
                  <a:pt x="3567341" y="1077264"/>
                </a:lnTo>
                <a:lnTo>
                  <a:pt x="3567341" y="775500"/>
                </a:lnTo>
                <a:close/>
              </a:path>
              <a:path w="3921125" h="1100454">
                <a:moveTo>
                  <a:pt x="3920502" y="396748"/>
                </a:moveTo>
                <a:lnTo>
                  <a:pt x="3919080" y="389737"/>
                </a:lnTo>
                <a:lnTo>
                  <a:pt x="3915219" y="384009"/>
                </a:lnTo>
                <a:lnTo>
                  <a:pt x="3909491" y="380149"/>
                </a:lnTo>
                <a:lnTo>
                  <a:pt x="3902481" y="378739"/>
                </a:lnTo>
                <a:lnTo>
                  <a:pt x="3191256" y="378739"/>
                </a:lnTo>
                <a:lnTo>
                  <a:pt x="3184245" y="380149"/>
                </a:lnTo>
                <a:lnTo>
                  <a:pt x="3178530" y="384009"/>
                </a:lnTo>
                <a:lnTo>
                  <a:pt x="3174669" y="389737"/>
                </a:lnTo>
                <a:lnTo>
                  <a:pt x="3173247" y="396760"/>
                </a:lnTo>
                <a:lnTo>
                  <a:pt x="3173247" y="698525"/>
                </a:lnTo>
                <a:lnTo>
                  <a:pt x="3174669" y="705535"/>
                </a:lnTo>
                <a:lnTo>
                  <a:pt x="3178530" y="711263"/>
                </a:lnTo>
                <a:lnTo>
                  <a:pt x="3184245" y="715124"/>
                </a:lnTo>
                <a:lnTo>
                  <a:pt x="3191256" y="716534"/>
                </a:lnTo>
                <a:lnTo>
                  <a:pt x="3902481" y="716534"/>
                </a:lnTo>
                <a:lnTo>
                  <a:pt x="3909491" y="715124"/>
                </a:lnTo>
                <a:lnTo>
                  <a:pt x="3915219" y="711263"/>
                </a:lnTo>
                <a:lnTo>
                  <a:pt x="3919080" y="705535"/>
                </a:lnTo>
                <a:lnTo>
                  <a:pt x="3920502" y="698525"/>
                </a:lnTo>
                <a:lnTo>
                  <a:pt x="3920502" y="396748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973565" y="2981140"/>
            <a:ext cx="1541145" cy="716915"/>
          </a:xfrm>
          <a:custGeom>
            <a:avLst/>
            <a:gdLst/>
            <a:ahLst/>
            <a:cxnLst/>
            <a:rect l="l" t="t" r="r" b="b"/>
            <a:pathLst>
              <a:path w="1541145" h="716914">
                <a:moveTo>
                  <a:pt x="747255" y="396760"/>
                </a:moveTo>
                <a:lnTo>
                  <a:pt x="745845" y="389750"/>
                </a:lnTo>
                <a:lnTo>
                  <a:pt x="741972" y="384022"/>
                </a:lnTo>
                <a:lnTo>
                  <a:pt x="736244" y="380161"/>
                </a:lnTo>
                <a:lnTo>
                  <a:pt x="729234" y="378739"/>
                </a:lnTo>
                <a:lnTo>
                  <a:pt x="18021" y="378739"/>
                </a:lnTo>
                <a:lnTo>
                  <a:pt x="11010" y="380161"/>
                </a:lnTo>
                <a:lnTo>
                  <a:pt x="5283" y="384022"/>
                </a:lnTo>
                <a:lnTo>
                  <a:pt x="1422" y="389750"/>
                </a:lnTo>
                <a:lnTo>
                  <a:pt x="0" y="396760"/>
                </a:lnTo>
                <a:lnTo>
                  <a:pt x="0" y="698525"/>
                </a:lnTo>
                <a:lnTo>
                  <a:pt x="1422" y="705535"/>
                </a:lnTo>
                <a:lnTo>
                  <a:pt x="5283" y="711263"/>
                </a:lnTo>
                <a:lnTo>
                  <a:pt x="11010" y="715124"/>
                </a:lnTo>
                <a:lnTo>
                  <a:pt x="18021" y="716546"/>
                </a:lnTo>
                <a:lnTo>
                  <a:pt x="729234" y="716546"/>
                </a:lnTo>
                <a:lnTo>
                  <a:pt x="736244" y="715124"/>
                </a:lnTo>
                <a:lnTo>
                  <a:pt x="741972" y="711263"/>
                </a:lnTo>
                <a:lnTo>
                  <a:pt x="745845" y="705535"/>
                </a:lnTo>
                <a:lnTo>
                  <a:pt x="747255" y="698525"/>
                </a:lnTo>
                <a:lnTo>
                  <a:pt x="747255" y="396760"/>
                </a:lnTo>
                <a:close/>
              </a:path>
              <a:path w="1541145" h="716914">
                <a:moveTo>
                  <a:pt x="1064577" y="18021"/>
                </a:moveTo>
                <a:lnTo>
                  <a:pt x="1063155" y="11010"/>
                </a:lnTo>
                <a:lnTo>
                  <a:pt x="1059294" y="5283"/>
                </a:lnTo>
                <a:lnTo>
                  <a:pt x="1053566" y="1422"/>
                </a:lnTo>
                <a:lnTo>
                  <a:pt x="1046556" y="0"/>
                </a:lnTo>
                <a:lnTo>
                  <a:pt x="335330" y="0"/>
                </a:lnTo>
                <a:lnTo>
                  <a:pt x="328320" y="1422"/>
                </a:lnTo>
                <a:lnTo>
                  <a:pt x="322605" y="5270"/>
                </a:lnTo>
                <a:lnTo>
                  <a:pt x="318744" y="10998"/>
                </a:lnTo>
                <a:lnTo>
                  <a:pt x="317322" y="18008"/>
                </a:lnTo>
                <a:lnTo>
                  <a:pt x="317322" y="319786"/>
                </a:lnTo>
                <a:lnTo>
                  <a:pt x="318744" y="326796"/>
                </a:lnTo>
                <a:lnTo>
                  <a:pt x="322605" y="332524"/>
                </a:lnTo>
                <a:lnTo>
                  <a:pt x="328320" y="336384"/>
                </a:lnTo>
                <a:lnTo>
                  <a:pt x="335330" y="337807"/>
                </a:lnTo>
                <a:lnTo>
                  <a:pt x="1046556" y="337807"/>
                </a:lnTo>
                <a:lnTo>
                  <a:pt x="1053566" y="336384"/>
                </a:lnTo>
                <a:lnTo>
                  <a:pt x="1059294" y="332524"/>
                </a:lnTo>
                <a:lnTo>
                  <a:pt x="1063155" y="326796"/>
                </a:lnTo>
                <a:lnTo>
                  <a:pt x="1064577" y="319786"/>
                </a:lnTo>
                <a:lnTo>
                  <a:pt x="1064577" y="18021"/>
                </a:lnTo>
                <a:close/>
              </a:path>
              <a:path w="1541145" h="716914">
                <a:moveTo>
                  <a:pt x="1540573" y="396760"/>
                </a:moveTo>
                <a:lnTo>
                  <a:pt x="1539151" y="389750"/>
                </a:lnTo>
                <a:lnTo>
                  <a:pt x="1535290" y="384022"/>
                </a:lnTo>
                <a:lnTo>
                  <a:pt x="1529562" y="380161"/>
                </a:lnTo>
                <a:lnTo>
                  <a:pt x="1522552" y="378739"/>
                </a:lnTo>
                <a:lnTo>
                  <a:pt x="811326" y="378739"/>
                </a:lnTo>
                <a:lnTo>
                  <a:pt x="804316" y="380161"/>
                </a:lnTo>
                <a:lnTo>
                  <a:pt x="798588" y="384022"/>
                </a:lnTo>
                <a:lnTo>
                  <a:pt x="794727" y="389750"/>
                </a:lnTo>
                <a:lnTo>
                  <a:pt x="793318" y="396760"/>
                </a:lnTo>
                <a:lnTo>
                  <a:pt x="793318" y="698525"/>
                </a:lnTo>
                <a:lnTo>
                  <a:pt x="794727" y="705535"/>
                </a:lnTo>
                <a:lnTo>
                  <a:pt x="798588" y="711263"/>
                </a:lnTo>
                <a:lnTo>
                  <a:pt x="804316" y="715124"/>
                </a:lnTo>
                <a:lnTo>
                  <a:pt x="811326" y="716546"/>
                </a:lnTo>
                <a:lnTo>
                  <a:pt x="1522552" y="716546"/>
                </a:lnTo>
                <a:lnTo>
                  <a:pt x="1529562" y="715124"/>
                </a:lnTo>
                <a:lnTo>
                  <a:pt x="1535290" y="711263"/>
                </a:lnTo>
                <a:lnTo>
                  <a:pt x="1539151" y="705535"/>
                </a:lnTo>
                <a:lnTo>
                  <a:pt x="1540573" y="698525"/>
                </a:lnTo>
                <a:lnTo>
                  <a:pt x="1540573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585779" y="2981140"/>
            <a:ext cx="2339340" cy="1100455"/>
          </a:xfrm>
          <a:custGeom>
            <a:avLst/>
            <a:gdLst/>
            <a:ahLst/>
            <a:cxnLst/>
            <a:rect l="l" t="t" r="r" b="b"/>
            <a:pathLst>
              <a:path w="2339340" h="1100454">
                <a:moveTo>
                  <a:pt x="747255" y="401878"/>
                </a:moveTo>
                <a:lnTo>
                  <a:pt x="745845" y="394868"/>
                </a:lnTo>
                <a:lnTo>
                  <a:pt x="741984" y="389140"/>
                </a:lnTo>
                <a:lnTo>
                  <a:pt x="736257" y="385279"/>
                </a:lnTo>
                <a:lnTo>
                  <a:pt x="729234" y="383857"/>
                </a:lnTo>
                <a:lnTo>
                  <a:pt x="18021" y="383857"/>
                </a:lnTo>
                <a:lnTo>
                  <a:pt x="11010" y="385279"/>
                </a:lnTo>
                <a:lnTo>
                  <a:pt x="5283" y="389140"/>
                </a:lnTo>
                <a:lnTo>
                  <a:pt x="1422" y="394868"/>
                </a:lnTo>
                <a:lnTo>
                  <a:pt x="0" y="401878"/>
                </a:lnTo>
                <a:lnTo>
                  <a:pt x="0" y="703643"/>
                </a:lnTo>
                <a:lnTo>
                  <a:pt x="1422" y="710653"/>
                </a:lnTo>
                <a:lnTo>
                  <a:pt x="5283" y="716381"/>
                </a:lnTo>
                <a:lnTo>
                  <a:pt x="11010" y="720242"/>
                </a:lnTo>
                <a:lnTo>
                  <a:pt x="18021" y="721664"/>
                </a:lnTo>
                <a:lnTo>
                  <a:pt x="729234" y="721664"/>
                </a:lnTo>
                <a:lnTo>
                  <a:pt x="736257" y="720242"/>
                </a:lnTo>
                <a:lnTo>
                  <a:pt x="741984" y="716381"/>
                </a:lnTo>
                <a:lnTo>
                  <a:pt x="745845" y="710653"/>
                </a:lnTo>
                <a:lnTo>
                  <a:pt x="747255" y="703643"/>
                </a:lnTo>
                <a:lnTo>
                  <a:pt x="747255" y="401878"/>
                </a:lnTo>
                <a:close/>
              </a:path>
              <a:path w="2339340" h="1100454">
                <a:moveTo>
                  <a:pt x="1172070" y="18021"/>
                </a:moveTo>
                <a:lnTo>
                  <a:pt x="1170647" y="11010"/>
                </a:lnTo>
                <a:lnTo>
                  <a:pt x="1166787" y="5283"/>
                </a:lnTo>
                <a:lnTo>
                  <a:pt x="1161059" y="1422"/>
                </a:lnTo>
                <a:lnTo>
                  <a:pt x="1154049" y="0"/>
                </a:lnTo>
                <a:lnTo>
                  <a:pt x="442823" y="0"/>
                </a:lnTo>
                <a:lnTo>
                  <a:pt x="435813" y="1422"/>
                </a:lnTo>
                <a:lnTo>
                  <a:pt x="430085" y="5270"/>
                </a:lnTo>
                <a:lnTo>
                  <a:pt x="426224" y="10998"/>
                </a:lnTo>
                <a:lnTo>
                  <a:pt x="424815" y="18008"/>
                </a:lnTo>
                <a:lnTo>
                  <a:pt x="424815" y="319786"/>
                </a:lnTo>
                <a:lnTo>
                  <a:pt x="426224" y="326796"/>
                </a:lnTo>
                <a:lnTo>
                  <a:pt x="430085" y="332524"/>
                </a:lnTo>
                <a:lnTo>
                  <a:pt x="435813" y="336384"/>
                </a:lnTo>
                <a:lnTo>
                  <a:pt x="442823" y="337807"/>
                </a:lnTo>
                <a:lnTo>
                  <a:pt x="1154049" y="337807"/>
                </a:lnTo>
                <a:lnTo>
                  <a:pt x="1161059" y="336384"/>
                </a:lnTo>
                <a:lnTo>
                  <a:pt x="1166787" y="332524"/>
                </a:lnTo>
                <a:lnTo>
                  <a:pt x="1170647" y="326796"/>
                </a:lnTo>
                <a:lnTo>
                  <a:pt x="1172070" y="319786"/>
                </a:lnTo>
                <a:lnTo>
                  <a:pt x="1172070" y="18021"/>
                </a:lnTo>
                <a:close/>
              </a:path>
              <a:path w="2339340" h="1100454">
                <a:moveTo>
                  <a:pt x="1187424" y="780630"/>
                </a:moveTo>
                <a:lnTo>
                  <a:pt x="1186002" y="773607"/>
                </a:lnTo>
                <a:lnTo>
                  <a:pt x="1182141" y="767880"/>
                </a:lnTo>
                <a:lnTo>
                  <a:pt x="1176413" y="764019"/>
                </a:lnTo>
                <a:lnTo>
                  <a:pt x="1169403" y="762609"/>
                </a:lnTo>
                <a:lnTo>
                  <a:pt x="458177" y="762609"/>
                </a:lnTo>
                <a:lnTo>
                  <a:pt x="451167" y="764019"/>
                </a:lnTo>
                <a:lnTo>
                  <a:pt x="445439" y="767880"/>
                </a:lnTo>
                <a:lnTo>
                  <a:pt x="441579" y="773607"/>
                </a:lnTo>
                <a:lnTo>
                  <a:pt x="440169" y="780630"/>
                </a:lnTo>
                <a:lnTo>
                  <a:pt x="440169" y="1082382"/>
                </a:lnTo>
                <a:lnTo>
                  <a:pt x="441579" y="1089393"/>
                </a:lnTo>
                <a:lnTo>
                  <a:pt x="445439" y="1095121"/>
                </a:lnTo>
                <a:lnTo>
                  <a:pt x="451167" y="1098994"/>
                </a:lnTo>
                <a:lnTo>
                  <a:pt x="458177" y="1100404"/>
                </a:lnTo>
                <a:lnTo>
                  <a:pt x="1169403" y="1100404"/>
                </a:lnTo>
                <a:lnTo>
                  <a:pt x="1176413" y="1098994"/>
                </a:lnTo>
                <a:lnTo>
                  <a:pt x="1182141" y="1095121"/>
                </a:lnTo>
                <a:lnTo>
                  <a:pt x="1186002" y="1089393"/>
                </a:lnTo>
                <a:lnTo>
                  <a:pt x="1187424" y="1082382"/>
                </a:lnTo>
                <a:lnTo>
                  <a:pt x="1187424" y="780630"/>
                </a:lnTo>
                <a:close/>
              </a:path>
              <a:path w="2339340" h="1100454">
                <a:moveTo>
                  <a:pt x="1550809" y="396760"/>
                </a:moveTo>
                <a:lnTo>
                  <a:pt x="1549387" y="389750"/>
                </a:lnTo>
                <a:lnTo>
                  <a:pt x="1545526" y="384022"/>
                </a:lnTo>
                <a:lnTo>
                  <a:pt x="1539798" y="380161"/>
                </a:lnTo>
                <a:lnTo>
                  <a:pt x="1532788" y="378739"/>
                </a:lnTo>
                <a:lnTo>
                  <a:pt x="821563" y="378739"/>
                </a:lnTo>
                <a:lnTo>
                  <a:pt x="814552" y="380161"/>
                </a:lnTo>
                <a:lnTo>
                  <a:pt x="808824" y="384022"/>
                </a:lnTo>
                <a:lnTo>
                  <a:pt x="804964" y="389750"/>
                </a:lnTo>
                <a:lnTo>
                  <a:pt x="803554" y="396760"/>
                </a:lnTo>
                <a:lnTo>
                  <a:pt x="803554" y="698525"/>
                </a:lnTo>
                <a:lnTo>
                  <a:pt x="804964" y="705535"/>
                </a:lnTo>
                <a:lnTo>
                  <a:pt x="808824" y="711263"/>
                </a:lnTo>
                <a:lnTo>
                  <a:pt x="814552" y="715124"/>
                </a:lnTo>
                <a:lnTo>
                  <a:pt x="821563" y="716546"/>
                </a:lnTo>
                <a:lnTo>
                  <a:pt x="1532788" y="716546"/>
                </a:lnTo>
                <a:lnTo>
                  <a:pt x="1539798" y="715124"/>
                </a:lnTo>
                <a:lnTo>
                  <a:pt x="1545526" y="711263"/>
                </a:lnTo>
                <a:lnTo>
                  <a:pt x="1549387" y="705535"/>
                </a:lnTo>
                <a:lnTo>
                  <a:pt x="1550809" y="698525"/>
                </a:lnTo>
                <a:lnTo>
                  <a:pt x="1550809" y="396760"/>
                </a:lnTo>
                <a:close/>
              </a:path>
              <a:path w="2339340" h="1100454">
                <a:moveTo>
                  <a:pt x="1960245" y="18008"/>
                </a:moveTo>
                <a:lnTo>
                  <a:pt x="1958835" y="10998"/>
                </a:lnTo>
                <a:lnTo>
                  <a:pt x="1954974" y="5270"/>
                </a:lnTo>
                <a:lnTo>
                  <a:pt x="1949246" y="1422"/>
                </a:lnTo>
                <a:lnTo>
                  <a:pt x="1942236" y="0"/>
                </a:lnTo>
                <a:lnTo>
                  <a:pt x="1231011" y="0"/>
                </a:lnTo>
                <a:lnTo>
                  <a:pt x="1224000" y="1422"/>
                </a:lnTo>
                <a:lnTo>
                  <a:pt x="1218285" y="5283"/>
                </a:lnTo>
                <a:lnTo>
                  <a:pt x="1214424" y="11010"/>
                </a:lnTo>
                <a:lnTo>
                  <a:pt x="1213002" y="18021"/>
                </a:lnTo>
                <a:lnTo>
                  <a:pt x="1213002" y="319786"/>
                </a:lnTo>
                <a:lnTo>
                  <a:pt x="1214424" y="326796"/>
                </a:lnTo>
                <a:lnTo>
                  <a:pt x="1218285" y="332524"/>
                </a:lnTo>
                <a:lnTo>
                  <a:pt x="1224000" y="336384"/>
                </a:lnTo>
                <a:lnTo>
                  <a:pt x="1231011" y="337807"/>
                </a:lnTo>
                <a:lnTo>
                  <a:pt x="1942236" y="337807"/>
                </a:lnTo>
                <a:lnTo>
                  <a:pt x="1949246" y="336384"/>
                </a:lnTo>
                <a:lnTo>
                  <a:pt x="1954974" y="332524"/>
                </a:lnTo>
                <a:lnTo>
                  <a:pt x="1958835" y="326796"/>
                </a:lnTo>
                <a:lnTo>
                  <a:pt x="1960245" y="319786"/>
                </a:lnTo>
                <a:lnTo>
                  <a:pt x="1960245" y="18008"/>
                </a:lnTo>
                <a:close/>
              </a:path>
              <a:path w="2339340" h="1100454">
                <a:moveTo>
                  <a:pt x="1985835" y="775512"/>
                </a:moveTo>
                <a:lnTo>
                  <a:pt x="1984425" y="768489"/>
                </a:lnTo>
                <a:lnTo>
                  <a:pt x="1980565" y="762762"/>
                </a:lnTo>
                <a:lnTo>
                  <a:pt x="1974837" y="758901"/>
                </a:lnTo>
                <a:lnTo>
                  <a:pt x="1967826" y="757491"/>
                </a:lnTo>
                <a:lnTo>
                  <a:pt x="1256601" y="757491"/>
                </a:lnTo>
                <a:lnTo>
                  <a:pt x="1249591" y="758901"/>
                </a:lnTo>
                <a:lnTo>
                  <a:pt x="1243876" y="762762"/>
                </a:lnTo>
                <a:lnTo>
                  <a:pt x="1240015" y="768489"/>
                </a:lnTo>
                <a:lnTo>
                  <a:pt x="1238592" y="775512"/>
                </a:lnTo>
                <a:lnTo>
                  <a:pt x="1238592" y="1077264"/>
                </a:lnTo>
                <a:lnTo>
                  <a:pt x="1240015" y="1084275"/>
                </a:lnTo>
                <a:lnTo>
                  <a:pt x="1243876" y="1090002"/>
                </a:lnTo>
                <a:lnTo>
                  <a:pt x="1249591" y="1093876"/>
                </a:lnTo>
                <a:lnTo>
                  <a:pt x="1256601" y="1095286"/>
                </a:lnTo>
                <a:lnTo>
                  <a:pt x="1967826" y="1095286"/>
                </a:lnTo>
                <a:lnTo>
                  <a:pt x="1974837" y="1093876"/>
                </a:lnTo>
                <a:lnTo>
                  <a:pt x="1980565" y="1090002"/>
                </a:lnTo>
                <a:lnTo>
                  <a:pt x="1984425" y="1084275"/>
                </a:lnTo>
                <a:lnTo>
                  <a:pt x="1985835" y="1077264"/>
                </a:lnTo>
                <a:lnTo>
                  <a:pt x="1985835" y="775512"/>
                </a:lnTo>
                <a:close/>
              </a:path>
              <a:path w="2339340" h="1100454">
                <a:moveTo>
                  <a:pt x="2338997" y="396760"/>
                </a:moveTo>
                <a:lnTo>
                  <a:pt x="2337574" y="389750"/>
                </a:lnTo>
                <a:lnTo>
                  <a:pt x="2333714" y="384022"/>
                </a:lnTo>
                <a:lnTo>
                  <a:pt x="2327999" y="380161"/>
                </a:lnTo>
                <a:lnTo>
                  <a:pt x="2320988" y="378739"/>
                </a:lnTo>
                <a:lnTo>
                  <a:pt x="1609763" y="378739"/>
                </a:lnTo>
                <a:lnTo>
                  <a:pt x="1602752" y="380161"/>
                </a:lnTo>
                <a:lnTo>
                  <a:pt x="1597025" y="384022"/>
                </a:lnTo>
                <a:lnTo>
                  <a:pt x="1593164" y="389737"/>
                </a:lnTo>
                <a:lnTo>
                  <a:pt x="1591754" y="396748"/>
                </a:lnTo>
                <a:lnTo>
                  <a:pt x="1591754" y="698525"/>
                </a:lnTo>
                <a:lnTo>
                  <a:pt x="1593164" y="705535"/>
                </a:lnTo>
                <a:lnTo>
                  <a:pt x="1597025" y="711263"/>
                </a:lnTo>
                <a:lnTo>
                  <a:pt x="1602752" y="715124"/>
                </a:lnTo>
                <a:lnTo>
                  <a:pt x="1609775" y="716546"/>
                </a:lnTo>
                <a:lnTo>
                  <a:pt x="2320988" y="716546"/>
                </a:lnTo>
                <a:lnTo>
                  <a:pt x="2327999" y="715124"/>
                </a:lnTo>
                <a:lnTo>
                  <a:pt x="2333714" y="711263"/>
                </a:lnTo>
                <a:lnTo>
                  <a:pt x="2337574" y="705535"/>
                </a:lnTo>
                <a:lnTo>
                  <a:pt x="2338997" y="698525"/>
                </a:lnTo>
                <a:lnTo>
                  <a:pt x="2338997" y="396760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611370" y="2223661"/>
            <a:ext cx="1541145" cy="716915"/>
          </a:xfrm>
          <a:custGeom>
            <a:avLst/>
            <a:gdLst/>
            <a:ahLst/>
            <a:cxnLst/>
            <a:rect l="l" t="t" r="r" b="b"/>
            <a:pathLst>
              <a:path w="1541145" h="716914">
                <a:moveTo>
                  <a:pt x="747255" y="396748"/>
                </a:moveTo>
                <a:lnTo>
                  <a:pt x="745832" y="389737"/>
                </a:lnTo>
                <a:lnTo>
                  <a:pt x="741972" y="384009"/>
                </a:lnTo>
                <a:lnTo>
                  <a:pt x="736244" y="380149"/>
                </a:lnTo>
                <a:lnTo>
                  <a:pt x="729234" y="378739"/>
                </a:lnTo>
                <a:lnTo>
                  <a:pt x="18021" y="378739"/>
                </a:lnTo>
                <a:lnTo>
                  <a:pt x="11010" y="380149"/>
                </a:lnTo>
                <a:lnTo>
                  <a:pt x="5283" y="384009"/>
                </a:lnTo>
                <a:lnTo>
                  <a:pt x="1422" y="389737"/>
                </a:lnTo>
                <a:lnTo>
                  <a:pt x="0" y="396748"/>
                </a:lnTo>
                <a:lnTo>
                  <a:pt x="0" y="698512"/>
                </a:lnTo>
                <a:lnTo>
                  <a:pt x="1422" y="705523"/>
                </a:lnTo>
                <a:lnTo>
                  <a:pt x="5283" y="711263"/>
                </a:lnTo>
                <a:lnTo>
                  <a:pt x="11010" y="715124"/>
                </a:lnTo>
                <a:lnTo>
                  <a:pt x="18021" y="716534"/>
                </a:lnTo>
                <a:lnTo>
                  <a:pt x="729234" y="716534"/>
                </a:lnTo>
                <a:lnTo>
                  <a:pt x="736244" y="715124"/>
                </a:lnTo>
                <a:lnTo>
                  <a:pt x="741972" y="711263"/>
                </a:lnTo>
                <a:lnTo>
                  <a:pt x="745832" y="705523"/>
                </a:lnTo>
                <a:lnTo>
                  <a:pt x="747255" y="698512"/>
                </a:lnTo>
                <a:lnTo>
                  <a:pt x="747255" y="396748"/>
                </a:lnTo>
                <a:close/>
              </a:path>
              <a:path w="1541145" h="716914">
                <a:moveTo>
                  <a:pt x="1064577" y="18008"/>
                </a:moveTo>
                <a:lnTo>
                  <a:pt x="1063155" y="10998"/>
                </a:lnTo>
                <a:lnTo>
                  <a:pt x="1059307" y="5270"/>
                </a:lnTo>
                <a:lnTo>
                  <a:pt x="1053579" y="1409"/>
                </a:lnTo>
                <a:lnTo>
                  <a:pt x="1046568" y="0"/>
                </a:lnTo>
                <a:lnTo>
                  <a:pt x="335343" y="0"/>
                </a:lnTo>
                <a:lnTo>
                  <a:pt x="328333" y="1409"/>
                </a:lnTo>
                <a:lnTo>
                  <a:pt x="322605" y="5270"/>
                </a:lnTo>
                <a:lnTo>
                  <a:pt x="318744" y="10998"/>
                </a:lnTo>
                <a:lnTo>
                  <a:pt x="317334" y="18008"/>
                </a:lnTo>
                <a:lnTo>
                  <a:pt x="317334" y="319773"/>
                </a:lnTo>
                <a:lnTo>
                  <a:pt x="318744" y="326783"/>
                </a:lnTo>
                <a:lnTo>
                  <a:pt x="322605" y="332511"/>
                </a:lnTo>
                <a:lnTo>
                  <a:pt x="328333" y="336384"/>
                </a:lnTo>
                <a:lnTo>
                  <a:pt x="335343" y="337794"/>
                </a:lnTo>
                <a:lnTo>
                  <a:pt x="1046568" y="337794"/>
                </a:lnTo>
                <a:lnTo>
                  <a:pt x="1053579" y="336384"/>
                </a:lnTo>
                <a:lnTo>
                  <a:pt x="1059307" y="332511"/>
                </a:lnTo>
                <a:lnTo>
                  <a:pt x="1063155" y="326783"/>
                </a:lnTo>
                <a:lnTo>
                  <a:pt x="1064577" y="319773"/>
                </a:lnTo>
                <a:lnTo>
                  <a:pt x="1064577" y="18008"/>
                </a:lnTo>
                <a:close/>
              </a:path>
              <a:path w="1541145" h="716914">
                <a:moveTo>
                  <a:pt x="1540573" y="396748"/>
                </a:moveTo>
                <a:lnTo>
                  <a:pt x="1539151" y="389737"/>
                </a:lnTo>
                <a:lnTo>
                  <a:pt x="1535290" y="384009"/>
                </a:lnTo>
                <a:lnTo>
                  <a:pt x="1529562" y="380149"/>
                </a:lnTo>
                <a:lnTo>
                  <a:pt x="1522552" y="378739"/>
                </a:lnTo>
                <a:lnTo>
                  <a:pt x="811339" y="378739"/>
                </a:lnTo>
                <a:lnTo>
                  <a:pt x="804316" y="380149"/>
                </a:lnTo>
                <a:lnTo>
                  <a:pt x="798588" y="384009"/>
                </a:lnTo>
                <a:lnTo>
                  <a:pt x="794727" y="389737"/>
                </a:lnTo>
                <a:lnTo>
                  <a:pt x="793318" y="396748"/>
                </a:lnTo>
                <a:lnTo>
                  <a:pt x="793318" y="698512"/>
                </a:lnTo>
                <a:lnTo>
                  <a:pt x="794727" y="705523"/>
                </a:lnTo>
                <a:lnTo>
                  <a:pt x="798588" y="711263"/>
                </a:lnTo>
                <a:lnTo>
                  <a:pt x="804316" y="715124"/>
                </a:lnTo>
                <a:lnTo>
                  <a:pt x="811339" y="716534"/>
                </a:lnTo>
                <a:lnTo>
                  <a:pt x="1522552" y="716534"/>
                </a:lnTo>
                <a:lnTo>
                  <a:pt x="1529562" y="715124"/>
                </a:lnTo>
                <a:lnTo>
                  <a:pt x="1535290" y="711263"/>
                </a:lnTo>
                <a:lnTo>
                  <a:pt x="1539151" y="705523"/>
                </a:lnTo>
                <a:lnTo>
                  <a:pt x="1540573" y="698512"/>
                </a:lnTo>
                <a:lnTo>
                  <a:pt x="1540573" y="396748"/>
                </a:lnTo>
                <a:close/>
              </a:path>
            </a:pathLst>
          </a:custGeom>
          <a:solidFill>
            <a:srgbClr val="81D3F9">
              <a:alpha val="27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6430150" y="9165853"/>
            <a:ext cx="6347460" cy="1057910"/>
            <a:chOff x="6430150" y="9165853"/>
            <a:chExt cx="6347460" cy="1057910"/>
          </a:xfrm>
        </p:grpSpPr>
        <p:sp>
          <p:nvSpPr>
            <p:cNvPr id="25" name="object 25" descr=""/>
            <p:cNvSpPr/>
            <p:nvPr/>
          </p:nvSpPr>
          <p:spPr>
            <a:xfrm>
              <a:off x="6435386" y="9171089"/>
              <a:ext cx="6336665" cy="1047750"/>
            </a:xfrm>
            <a:custGeom>
              <a:avLst/>
              <a:gdLst/>
              <a:ahLst/>
              <a:cxnLst/>
              <a:rect l="l" t="t" r="r" b="b"/>
              <a:pathLst>
                <a:path w="6336665" h="1047750">
                  <a:moveTo>
                    <a:pt x="3168322" y="0"/>
                  </a:moveTo>
                  <a:lnTo>
                    <a:pt x="3091343" y="151"/>
                  </a:lnTo>
                  <a:lnTo>
                    <a:pt x="3014814" y="603"/>
                  </a:lnTo>
                  <a:lnTo>
                    <a:pt x="2938757" y="1353"/>
                  </a:lnTo>
                  <a:lnTo>
                    <a:pt x="2863192" y="2396"/>
                  </a:lnTo>
                  <a:lnTo>
                    <a:pt x="2788140" y="3731"/>
                  </a:lnTo>
                  <a:lnTo>
                    <a:pt x="2713622" y="5352"/>
                  </a:lnTo>
                  <a:lnTo>
                    <a:pt x="2639657" y="7256"/>
                  </a:lnTo>
                  <a:lnTo>
                    <a:pt x="2566268" y="9441"/>
                  </a:lnTo>
                  <a:lnTo>
                    <a:pt x="2493475" y="11903"/>
                  </a:lnTo>
                  <a:lnTo>
                    <a:pt x="2421299" y="14638"/>
                  </a:lnTo>
                  <a:lnTo>
                    <a:pt x="2349759" y="17643"/>
                  </a:lnTo>
                  <a:lnTo>
                    <a:pt x="2278878" y="20914"/>
                  </a:lnTo>
                  <a:lnTo>
                    <a:pt x="2208676" y="24449"/>
                  </a:lnTo>
                  <a:lnTo>
                    <a:pt x="2139173" y="28243"/>
                  </a:lnTo>
                  <a:lnTo>
                    <a:pt x="2070391" y="32293"/>
                  </a:lnTo>
                  <a:lnTo>
                    <a:pt x="2002350" y="36596"/>
                  </a:lnTo>
                  <a:lnTo>
                    <a:pt x="1935070" y="41148"/>
                  </a:lnTo>
                  <a:lnTo>
                    <a:pt x="1868573" y="45947"/>
                  </a:lnTo>
                  <a:lnTo>
                    <a:pt x="1802880" y="50987"/>
                  </a:lnTo>
                  <a:lnTo>
                    <a:pt x="1738010" y="56267"/>
                  </a:lnTo>
                  <a:lnTo>
                    <a:pt x="1673985" y="61783"/>
                  </a:lnTo>
                  <a:lnTo>
                    <a:pt x="1610826" y="67530"/>
                  </a:lnTo>
                  <a:lnTo>
                    <a:pt x="1548554" y="73507"/>
                  </a:lnTo>
                  <a:lnTo>
                    <a:pt x="1487188" y="79708"/>
                  </a:lnTo>
                  <a:lnTo>
                    <a:pt x="1426750" y="86132"/>
                  </a:lnTo>
                  <a:lnTo>
                    <a:pt x="1367260" y="92774"/>
                  </a:lnTo>
                  <a:lnTo>
                    <a:pt x="1308740" y="99631"/>
                  </a:lnTo>
                  <a:lnTo>
                    <a:pt x="1251210" y="106700"/>
                  </a:lnTo>
                  <a:lnTo>
                    <a:pt x="1194691" y="113977"/>
                  </a:lnTo>
                  <a:lnTo>
                    <a:pt x="1139203" y="121459"/>
                  </a:lnTo>
                  <a:lnTo>
                    <a:pt x="1084767" y="129142"/>
                  </a:lnTo>
                  <a:lnTo>
                    <a:pt x="1031405" y="137023"/>
                  </a:lnTo>
                  <a:lnTo>
                    <a:pt x="979136" y="145099"/>
                  </a:lnTo>
                  <a:lnTo>
                    <a:pt x="927982" y="153365"/>
                  </a:lnTo>
                  <a:lnTo>
                    <a:pt x="877963" y="161819"/>
                  </a:lnTo>
                  <a:lnTo>
                    <a:pt x="829100" y="170458"/>
                  </a:lnTo>
                  <a:lnTo>
                    <a:pt x="781413" y="179277"/>
                  </a:lnTo>
                  <a:lnTo>
                    <a:pt x="734925" y="188274"/>
                  </a:lnTo>
                  <a:lnTo>
                    <a:pt x="689654" y="197444"/>
                  </a:lnTo>
                  <a:lnTo>
                    <a:pt x="645623" y="206785"/>
                  </a:lnTo>
                  <a:lnTo>
                    <a:pt x="602851" y="216293"/>
                  </a:lnTo>
                  <a:lnTo>
                    <a:pt x="561360" y="225964"/>
                  </a:lnTo>
                  <a:lnTo>
                    <a:pt x="521170" y="235796"/>
                  </a:lnTo>
                  <a:lnTo>
                    <a:pt x="482301" y="245785"/>
                  </a:lnTo>
                  <a:lnTo>
                    <a:pt x="444776" y="255927"/>
                  </a:lnTo>
                  <a:lnTo>
                    <a:pt x="373836" y="276657"/>
                  </a:lnTo>
                  <a:lnTo>
                    <a:pt x="308517" y="297959"/>
                  </a:lnTo>
                  <a:lnTo>
                    <a:pt x="248983" y="319806"/>
                  </a:lnTo>
                  <a:lnTo>
                    <a:pt x="195401" y="342171"/>
                  </a:lnTo>
                  <a:lnTo>
                    <a:pt x="147936" y="365025"/>
                  </a:lnTo>
                  <a:lnTo>
                    <a:pt x="106755" y="388342"/>
                  </a:lnTo>
                  <a:lnTo>
                    <a:pt x="72024" y="412094"/>
                  </a:lnTo>
                  <a:lnTo>
                    <a:pt x="32384" y="448478"/>
                  </a:lnTo>
                  <a:lnTo>
                    <a:pt x="8189" y="485687"/>
                  </a:lnTo>
                  <a:lnTo>
                    <a:pt x="0" y="523628"/>
                  </a:lnTo>
                  <a:lnTo>
                    <a:pt x="916" y="536350"/>
                  </a:lnTo>
                  <a:lnTo>
                    <a:pt x="14503" y="574057"/>
                  </a:lnTo>
                  <a:lnTo>
                    <a:pt x="43909" y="611001"/>
                  </a:lnTo>
                  <a:lnTo>
                    <a:pt x="88573" y="647090"/>
                  </a:lnTo>
                  <a:lnTo>
                    <a:pt x="126550" y="670628"/>
                  </a:lnTo>
                  <a:lnTo>
                    <a:pt x="170893" y="693718"/>
                  </a:lnTo>
                  <a:lnTo>
                    <a:pt x="221437" y="716331"/>
                  </a:lnTo>
                  <a:lnTo>
                    <a:pt x="278016" y="738440"/>
                  </a:lnTo>
                  <a:lnTo>
                    <a:pt x="340464" y="760019"/>
                  </a:lnTo>
                  <a:lnTo>
                    <a:pt x="408614" y="781039"/>
                  </a:lnTo>
                  <a:lnTo>
                    <a:pt x="482301" y="801473"/>
                  </a:lnTo>
                  <a:lnTo>
                    <a:pt x="521170" y="811462"/>
                  </a:lnTo>
                  <a:lnTo>
                    <a:pt x="561360" y="821294"/>
                  </a:lnTo>
                  <a:lnTo>
                    <a:pt x="602851" y="830966"/>
                  </a:lnTo>
                  <a:lnTo>
                    <a:pt x="645623" y="840474"/>
                  </a:lnTo>
                  <a:lnTo>
                    <a:pt x="689654" y="849815"/>
                  </a:lnTo>
                  <a:lnTo>
                    <a:pt x="734925" y="858986"/>
                  </a:lnTo>
                  <a:lnTo>
                    <a:pt x="781413" y="867983"/>
                  </a:lnTo>
                  <a:lnTo>
                    <a:pt x="829100" y="876802"/>
                  </a:lnTo>
                  <a:lnTo>
                    <a:pt x="877963" y="885441"/>
                  </a:lnTo>
                  <a:lnTo>
                    <a:pt x="927982" y="893895"/>
                  </a:lnTo>
                  <a:lnTo>
                    <a:pt x="979136" y="902162"/>
                  </a:lnTo>
                  <a:lnTo>
                    <a:pt x="1031405" y="910238"/>
                  </a:lnTo>
                  <a:lnTo>
                    <a:pt x="1084767" y="918119"/>
                  </a:lnTo>
                  <a:lnTo>
                    <a:pt x="1139203" y="925802"/>
                  </a:lnTo>
                  <a:lnTo>
                    <a:pt x="1194691" y="933284"/>
                  </a:lnTo>
                  <a:lnTo>
                    <a:pt x="1251210" y="940562"/>
                  </a:lnTo>
                  <a:lnTo>
                    <a:pt x="1308740" y="947631"/>
                  </a:lnTo>
                  <a:lnTo>
                    <a:pt x="1367260" y="954488"/>
                  </a:lnTo>
                  <a:lnTo>
                    <a:pt x="1426750" y="961130"/>
                  </a:lnTo>
                  <a:lnTo>
                    <a:pt x="1487188" y="967554"/>
                  </a:lnTo>
                  <a:lnTo>
                    <a:pt x="1548554" y="973756"/>
                  </a:lnTo>
                  <a:lnTo>
                    <a:pt x="1610826" y="979733"/>
                  </a:lnTo>
                  <a:lnTo>
                    <a:pt x="1673985" y="985481"/>
                  </a:lnTo>
                  <a:lnTo>
                    <a:pt x="1738010" y="990996"/>
                  </a:lnTo>
                  <a:lnTo>
                    <a:pt x="1802880" y="996276"/>
                  </a:lnTo>
                  <a:lnTo>
                    <a:pt x="1868573" y="1001317"/>
                  </a:lnTo>
                  <a:lnTo>
                    <a:pt x="1935070" y="1006116"/>
                  </a:lnTo>
                  <a:lnTo>
                    <a:pt x="2002350" y="1010668"/>
                  </a:lnTo>
                  <a:lnTo>
                    <a:pt x="2070391" y="1014971"/>
                  </a:lnTo>
                  <a:lnTo>
                    <a:pt x="2139173" y="1019022"/>
                  </a:lnTo>
                  <a:lnTo>
                    <a:pt x="2208676" y="1022816"/>
                  </a:lnTo>
                  <a:lnTo>
                    <a:pt x="2278878" y="1026351"/>
                  </a:lnTo>
                  <a:lnTo>
                    <a:pt x="2349759" y="1029622"/>
                  </a:lnTo>
                  <a:lnTo>
                    <a:pt x="2421299" y="1032627"/>
                  </a:lnTo>
                  <a:lnTo>
                    <a:pt x="2493475" y="1035362"/>
                  </a:lnTo>
                  <a:lnTo>
                    <a:pt x="2566268" y="1037824"/>
                  </a:lnTo>
                  <a:lnTo>
                    <a:pt x="2639657" y="1040009"/>
                  </a:lnTo>
                  <a:lnTo>
                    <a:pt x="2713622" y="1041914"/>
                  </a:lnTo>
                  <a:lnTo>
                    <a:pt x="2788140" y="1043535"/>
                  </a:lnTo>
                  <a:lnTo>
                    <a:pt x="2863192" y="1044869"/>
                  </a:lnTo>
                  <a:lnTo>
                    <a:pt x="2938757" y="1045913"/>
                  </a:lnTo>
                  <a:lnTo>
                    <a:pt x="3014814" y="1046662"/>
                  </a:lnTo>
                  <a:lnTo>
                    <a:pt x="3091343" y="1047115"/>
                  </a:lnTo>
                  <a:lnTo>
                    <a:pt x="3168322" y="1047266"/>
                  </a:lnTo>
                  <a:lnTo>
                    <a:pt x="3245301" y="1047115"/>
                  </a:lnTo>
                  <a:lnTo>
                    <a:pt x="3321829" y="1046662"/>
                  </a:lnTo>
                  <a:lnTo>
                    <a:pt x="3397887" y="1045913"/>
                  </a:lnTo>
                  <a:lnTo>
                    <a:pt x="3473451" y="1044869"/>
                  </a:lnTo>
                  <a:lnTo>
                    <a:pt x="3548504" y="1043535"/>
                  </a:lnTo>
                  <a:lnTo>
                    <a:pt x="3623022" y="1041914"/>
                  </a:lnTo>
                  <a:lnTo>
                    <a:pt x="3696986" y="1040009"/>
                  </a:lnTo>
                  <a:lnTo>
                    <a:pt x="3770375" y="1037824"/>
                  </a:lnTo>
                  <a:lnTo>
                    <a:pt x="3843168" y="1035362"/>
                  </a:lnTo>
                  <a:lnTo>
                    <a:pt x="3915345" y="1032627"/>
                  </a:lnTo>
                  <a:lnTo>
                    <a:pt x="3986884" y="1029622"/>
                  </a:lnTo>
                  <a:lnTo>
                    <a:pt x="4057765" y="1026351"/>
                  </a:lnTo>
                  <a:lnTo>
                    <a:pt x="4127967" y="1022816"/>
                  </a:lnTo>
                  <a:lnTo>
                    <a:pt x="4197469" y="1019022"/>
                  </a:lnTo>
                  <a:lnTo>
                    <a:pt x="4266252" y="1014971"/>
                  </a:lnTo>
                  <a:lnTo>
                    <a:pt x="4334293" y="1010668"/>
                  </a:lnTo>
                  <a:lnTo>
                    <a:pt x="4401572" y="1006116"/>
                  </a:lnTo>
                  <a:lnTo>
                    <a:pt x="4468069" y="1001317"/>
                  </a:lnTo>
                  <a:lnTo>
                    <a:pt x="4533762" y="996276"/>
                  </a:lnTo>
                  <a:lnTo>
                    <a:pt x="4598631" y="990996"/>
                  </a:lnTo>
                  <a:lnTo>
                    <a:pt x="4662656" y="985481"/>
                  </a:lnTo>
                  <a:lnTo>
                    <a:pt x="4725815" y="979733"/>
                  </a:lnTo>
                  <a:lnTo>
                    <a:pt x="4788087" y="973756"/>
                  </a:lnTo>
                  <a:lnTo>
                    <a:pt x="4849453" y="967554"/>
                  </a:lnTo>
                  <a:lnTo>
                    <a:pt x="4909891" y="961130"/>
                  </a:lnTo>
                  <a:lnTo>
                    <a:pt x="4969380" y="954488"/>
                  </a:lnTo>
                  <a:lnTo>
                    <a:pt x="5027900" y="947631"/>
                  </a:lnTo>
                  <a:lnTo>
                    <a:pt x="5085430" y="940562"/>
                  </a:lnTo>
                  <a:lnTo>
                    <a:pt x="5141949" y="933284"/>
                  </a:lnTo>
                  <a:lnTo>
                    <a:pt x="5197437" y="925802"/>
                  </a:lnTo>
                  <a:lnTo>
                    <a:pt x="5251872" y="918119"/>
                  </a:lnTo>
                  <a:lnTo>
                    <a:pt x="5305234" y="910238"/>
                  </a:lnTo>
                  <a:lnTo>
                    <a:pt x="5357503" y="902162"/>
                  </a:lnTo>
                  <a:lnTo>
                    <a:pt x="5408657" y="893895"/>
                  </a:lnTo>
                  <a:lnTo>
                    <a:pt x="5458676" y="885441"/>
                  </a:lnTo>
                  <a:lnTo>
                    <a:pt x="5507538" y="876802"/>
                  </a:lnTo>
                  <a:lnTo>
                    <a:pt x="5555224" y="867983"/>
                  </a:lnTo>
                  <a:lnTo>
                    <a:pt x="5601713" y="858986"/>
                  </a:lnTo>
                  <a:lnTo>
                    <a:pt x="5646983" y="849815"/>
                  </a:lnTo>
                  <a:lnTo>
                    <a:pt x="5691014" y="840474"/>
                  </a:lnTo>
                  <a:lnTo>
                    <a:pt x="5733786" y="830966"/>
                  </a:lnTo>
                  <a:lnTo>
                    <a:pt x="5775277" y="821294"/>
                  </a:lnTo>
                  <a:lnTo>
                    <a:pt x="5815467" y="811462"/>
                  </a:lnTo>
                  <a:lnTo>
                    <a:pt x="5854335" y="801473"/>
                  </a:lnTo>
                  <a:lnTo>
                    <a:pt x="5891860" y="791331"/>
                  </a:lnTo>
                  <a:lnTo>
                    <a:pt x="5962799" y="770601"/>
                  </a:lnTo>
                  <a:lnTo>
                    <a:pt x="6028119" y="749298"/>
                  </a:lnTo>
                  <a:lnTo>
                    <a:pt x="6087652" y="727450"/>
                  </a:lnTo>
                  <a:lnTo>
                    <a:pt x="6141234" y="705085"/>
                  </a:lnTo>
                  <a:lnTo>
                    <a:pt x="6188698" y="682231"/>
                  </a:lnTo>
                  <a:lnTo>
                    <a:pt x="6229879" y="658913"/>
                  </a:lnTo>
                  <a:lnTo>
                    <a:pt x="6264609" y="635161"/>
                  </a:lnTo>
                  <a:lnTo>
                    <a:pt x="6304250" y="598777"/>
                  </a:lnTo>
                  <a:lnTo>
                    <a:pt x="6328444" y="561568"/>
                  </a:lnTo>
                  <a:lnTo>
                    <a:pt x="6336634" y="523628"/>
                  </a:lnTo>
                  <a:lnTo>
                    <a:pt x="6335717" y="510905"/>
                  </a:lnTo>
                  <a:lnTo>
                    <a:pt x="6322130" y="473198"/>
                  </a:lnTo>
                  <a:lnTo>
                    <a:pt x="6292725" y="436254"/>
                  </a:lnTo>
                  <a:lnTo>
                    <a:pt x="6248061" y="400166"/>
                  </a:lnTo>
                  <a:lnTo>
                    <a:pt x="6210084" y="376628"/>
                  </a:lnTo>
                  <a:lnTo>
                    <a:pt x="6165741" y="353539"/>
                  </a:lnTo>
                  <a:lnTo>
                    <a:pt x="6115197" y="330926"/>
                  </a:lnTo>
                  <a:lnTo>
                    <a:pt x="6058619" y="308816"/>
                  </a:lnTo>
                  <a:lnTo>
                    <a:pt x="5996172" y="287238"/>
                  </a:lnTo>
                  <a:lnTo>
                    <a:pt x="5928022" y="266219"/>
                  </a:lnTo>
                  <a:lnTo>
                    <a:pt x="5854335" y="245785"/>
                  </a:lnTo>
                  <a:lnTo>
                    <a:pt x="5815467" y="235796"/>
                  </a:lnTo>
                  <a:lnTo>
                    <a:pt x="5775277" y="225964"/>
                  </a:lnTo>
                  <a:lnTo>
                    <a:pt x="5733786" y="216293"/>
                  </a:lnTo>
                  <a:lnTo>
                    <a:pt x="5691014" y="206785"/>
                  </a:lnTo>
                  <a:lnTo>
                    <a:pt x="5646983" y="197444"/>
                  </a:lnTo>
                  <a:lnTo>
                    <a:pt x="5601713" y="188274"/>
                  </a:lnTo>
                  <a:lnTo>
                    <a:pt x="5555224" y="179277"/>
                  </a:lnTo>
                  <a:lnTo>
                    <a:pt x="5507538" y="170458"/>
                  </a:lnTo>
                  <a:lnTo>
                    <a:pt x="5458676" y="161819"/>
                  </a:lnTo>
                  <a:lnTo>
                    <a:pt x="5408657" y="153365"/>
                  </a:lnTo>
                  <a:lnTo>
                    <a:pt x="5357503" y="145099"/>
                  </a:lnTo>
                  <a:lnTo>
                    <a:pt x="5305234" y="137023"/>
                  </a:lnTo>
                  <a:lnTo>
                    <a:pt x="5251872" y="129142"/>
                  </a:lnTo>
                  <a:lnTo>
                    <a:pt x="5197437" y="121459"/>
                  </a:lnTo>
                  <a:lnTo>
                    <a:pt x="5141949" y="113977"/>
                  </a:lnTo>
                  <a:lnTo>
                    <a:pt x="5085430" y="106700"/>
                  </a:lnTo>
                  <a:lnTo>
                    <a:pt x="5027900" y="99631"/>
                  </a:lnTo>
                  <a:lnTo>
                    <a:pt x="4969380" y="92774"/>
                  </a:lnTo>
                  <a:lnTo>
                    <a:pt x="4909891" y="86132"/>
                  </a:lnTo>
                  <a:lnTo>
                    <a:pt x="4849453" y="79708"/>
                  </a:lnTo>
                  <a:lnTo>
                    <a:pt x="4788087" y="73507"/>
                  </a:lnTo>
                  <a:lnTo>
                    <a:pt x="4725815" y="67530"/>
                  </a:lnTo>
                  <a:lnTo>
                    <a:pt x="4662656" y="61783"/>
                  </a:lnTo>
                  <a:lnTo>
                    <a:pt x="4598631" y="56267"/>
                  </a:lnTo>
                  <a:lnTo>
                    <a:pt x="4533762" y="50987"/>
                  </a:lnTo>
                  <a:lnTo>
                    <a:pt x="4468069" y="45947"/>
                  </a:lnTo>
                  <a:lnTo>
                    <a:pt x="4401572" y="41148"/>
                  </a:lnTo>
                  <a:lnTo>
                    <a:pt x="4334293" y="36596"/>
                  </a:lnTo>
                  <a:lnTo>
                    <a:pt x="4266252" y="32293"/>
                  </a:lnTo>
                  <a:lnTo>
                    <a:pt x="4197469" y="28243"/>
                  </a:lnTo>
                  <a:lnTo>
                    <a:pt x="4127967" y="24449"/>
                  </a:lnTo>
                  <a:lnTo>
                    <a:pt x="4057765" y="20914"/>
                  </a:lnTo>
                  <a:lnTo>
                    <a:pt x="3986884" y="17643"/>
                  </a:lnTo>
                  <a:lnTo>
                    <a:pt x="3915345" y="14638"/>
                  </a:lnTo>
                  <a:lnTo>
                    <a:pt x="3843168" y="11903"/>
                  </a:lnTo>
                  <a:lnTo>
                    <a:pt x="3770375" y="9441"/>
                  </a:lnTo>
                  <a:lnTo>
                    <a:pt x="3696986" y="7256"/>
                  </a:lnTo>
                  <a:lnTo>
                    <a:pt x="3623022" y="5352"/>
                  </a:lnTo>
                  <a:lnTo>
                    <a:pt x="3548504" y="3731"/>
                  </a:lnTo>
                  <a:lnTo>
                    <a:pt x="3473451" y="2396"/>
                  </a:lnTo>
                  <a:lnTo>
                    <a:pt x="3397887" y="1353"/>
                  </a:lnTo>
                  <a:lnTo>
                    <a:pt x="3321829" y="603"/>
                  </a:lnTo>
                  <a:lnTo>
                    <a:pt x="3245301" y="151"/>
                  </a:lnTo>
                  <a:lnTo>
                    <a:pt x="3168322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435386" y="9171089"/>
              <a:ext cx="6336665" cy="1047750"/>
            </a:xfrm>
            <a:custGeom>
              <a:avLst/>
              <a:gdLst/>
              <a:ahLst/>
              <a:cxnLst/>
              <a:rect l="l" t="t" r="r" b="b"/>
              <a:pathLst>
                <a:path w="6336665" h="1047750">
                  <a:moveTo>
                    <a:pt x="6336634" y="523628"/>
                  </a:moveTo>
                  <a:lnTo>
                    <a:pt x="6328444" y="561568"/>
                  </a:lnTo>
                  <a:lnTo>
                    <a:pt x="6304250" y="598777"/>
                  </a:lnTo>
                  <a:lnTo>
                    <a:pt x="6264609" y="635161"/>
                  </a:lnTo>
                  <a:lnTo>
                    <a:pt x="6229879" y="658913"/>
                  </a:lnTo>
                  <a:lnTo>
                    <a:pt x="6188698" y="682231"/>
                  </a:lnTo>
                  <a:lnTo>
                    <a:pt x="6141234" y="705085"/>
                  </a:lnTo>
                  <a:lnTo>
                    <a:pt x="6087652" y="727450"/>
                  </a:lnTo>
                  <a:lnTo>
                    <a:pt x="6028119" y="749298"/>
                  </a:lnTo>
                  <a:lnTo>
                    <a:pt x="5962799" y="770601"/>
                  </a:lnTo>
                  <a:lnTo>
                    <a:pt x="5891860" y="791331"/>
                  </a:lnTo>
                  <a:lnTo>
                    <a:pt x="5854335" y="801473"/>
                  </a:lnTo>
                  <a:lnTo>
                    <a:pt x="5815467" y="811462"/>
                  </a:lnTo>
                  <a:lnTo>
                    <a:pt x="5775277" y="821294"/>
                  </a:lnTo>
                  <a:lnTo>
                    <a:pt x="5733786" y="830966"/>
                  </a:lnTo>
                  <a:lnTo>
                    <a:pt x="5691014" y="840474"/>
                  </a:lnTo>
                  <a:lnTo>
                    <a:pt x="5646983" y="849815"/>
                  </a:lnTo>
                  <a:lnTo>
                    <a:pt x="5601713" y="858986"/>
                  </a:lnTo>
                  <a:lnTo>
                    <a:pt x="5555224" y="867983"/>
                  </a:lnTo>
                  <a:lnTo>
                    <a:pt x="5507538" y="876802"/>
                  </a:lnTo>
                  <a:lnTo>
                    <a:pt x="5458676" y="885441"/>
                  </a:lnTo>
                  <a:lnTo>
                    <a:pt x="5408657" y="893895"/>
                  </a:lnTo>
                  <a:lnTo>
                    <a:pt x="5357503" y="902162"/>
                  </a:lnTo>
                  <a:lnTo>
                    <a:pt x="5305234" y="910238"/>
                  </a:lnTo>
                  <a:lnTo>
                    <a:pt x="5251872" y="918119"/>
                  </a:lnTo>
                  <a:lnTo>
                    <a:pt x="5197437" y="925802"/>
                  </a:lnTo>
                  <a:lnTo>
                    <a:pt x="5141949" y="933284"/>
                  </a:lnTo>
                  <a:lnTo>
                    <a:pt x="5085430" y="940562"/>
                  </a:lnTo>
                  <a:lnTo>
                    <a:pt x="5027900" y="947631"/>
                  </a:lnTo>
                  <a:lnTo>
                    <a:pt x="4969380" y="954488"/>
                  </a:lnTo>
                  <a:lnTo>
                    <a:pt x="4909891" y="961130"/>
                  </a:lnTo>
                  <a:lnTo>
                    <a:pt x="4849453" y="967554"/>
                  </a:lnTo>
                  <a:lnTo>
                    <a:pt x="4788087" y="973756"/>
                  </a:lnTo>
                  <a:lnTo>
                    <a:pt x="4725815" y="979733"/>
                  </a:lnTo>
                  <a:lnTo>
                    <a:pt x="4662656" y="985481"/>
                  </a:lnTo>
                  <a:lnTo>
                    <a:pt x="4598631" y="990996"/>
                  </a:lnTo>
                  <a:lnTo>
                    <a:pt x="4533762" y="996276"/>
                  </a:lnTo>
                  <a:lnTo>
                    <a:pt x="4468069" y="1001317"/>
                  </a:lnTo>
                  <a:lnTo>
                    <a:pt x="4401572" y="1006116"/>
                  </a:lnTo>
                  <a:lnTo>
                    <a:pt x="4334293" y="1010668"/>
                  </a:lnTo>
                  <a:lnTo>
                    <a:pt x="4266252" y="1014971"/>
                  </a:lnTo>
                  <a:lnTo>
                    <a:pt x="4197469" y="1019022"/>
                  </a:lnTo>
                  <a:lnTo>
                    <a:pt x="4127967" y="1022816"/>
                  </a:lnTo>
                  <a:lnTo>
                    <a:pt x="4057765" y="1026351"/>
                  </a:lnTo>
                  <a:lnTo>
                    <a:pt x="3986884" y="1029622"/>
                  </a:lnTo>
                  <a:lnTo>
                    <a:pt x="3915345" y="1032627"/>
                  </a:lnTo>
                  <a:lnTo>
                    <a:pt x="3843168" y="1035362"/>
                  </a:lnTo>
                  <a:lnTo>
                    <a:pt x="3770375" y="1037824"/>
                  </a:lnTo>
                  <a:lnTo>
                    <a:pt x="3696986" y="1040009"/>
                  </a:lnTo>
                  <a:lnTo>
                    <a:pt x="3623022" y="1041914"/>
                  </a:lnTo>
                  <a:lnTo>
                    <a:pt x="3548504" y="1043535"/>
                  </a:lnTo>
                  <a:lnTo>
                    <a:pt x="3473451" y="1044869"/>
                  </a:lnTo>
                  <a:lnTo>
                    <a:pt x="3397887" y="1045913"/>
                  </a:lnTo>
                  <a:lnTo>
                    <a:pt x="3321829" y="1046662"/>
                  </a:lnTo>
                  <a:lnTo>
                    <a:pt x="3245301" y="1047115"/>
                  </a:lnTo>
                  <a:lnTo>
                    <a:pt x="3168322" y="1047266"/>
                  </a:lnTo>
                  <a:lnTo>
                    <a:pt x="3091343" y="1047115"/>
                  </a:lnTo>
                  <a:lnTo>
                    <a:pt x="3014814" y="1046662"/>
                  </a:lnTo>
                  <a:lnTo>
                    <a:pt x="2938757" y="1045913"/>
                  </a:lnTo>
                  <a:lnTo>
                    <a:pt x="2863192" y="1044869"/>
                  </a:lnTo>
                  <a:lnTo>
                    <a:pt x="2788140" y="1043535"/>
                  </a:lnTo>
                  <a:lnTo>
                    <a:pt x="2713622" y="1041914"/>
                  </a:lnTo>
                  <a:lnTo>
                    <a:pt x="2639657" y="1040009"/>
                  </a:lnTo>
                  <a:lnTo>
                    <a:pt x="2566268" y="1037824"/>
                  </a:lnTo>
                  <a:lnTo>
                    <a:pt x="2493475" y="1035362"/>
                  </a:lnTo>
                  <a:lnTo>
                    <a:pt x="2421299" y="1032627"/>
                  </a:lnTo>
                  <a:lnTo>
                    <a:pt x="2349759" y="1029622"/>
                  </a:lnTo>
                  <a:lnTo>
                    <a:pt x="2278878" y="1026351"/>
                  </a:lnTo>
                  <a:lnTo>
                    <a:pt x="2208676" y="1022816"/>
                  </a:lnTo>
                  <a:lnTo>
                    <a:pt x="2139173" y="1019022"/>
                  </a:lnTo>
                  <a:lnTo>
                    <a:pt x="2070391" y="1014971"/>
                  </a:lnTo>
                  <a:lnTo>
                    <a:pt x="2002350" y="1010668"/>
                  </a:lnTo>
                  <a:lnTo>
                    <a:pt x="1935070" y="1006116"/>
                  </a:lnTo>
                  <a:lnTo>
                    <a:pt x="1868573" y="1001317"/>
                  </a:lnTo>
                  <a:lnTo>
                    <a:pt x="1802880" y="996276"/>
                  </a:lnTo>
                  <a:lnTo>
                    <a:pt x="1738010" y="990996"/>
                  </a:lnTo>
                  <a:lnTo>
                    <a:pt x="1673985" y="985481"/>
                  </a:lnTo>
                  <a:lnTo>
                    <a:pt x="1610826" y="979733"/>
                  </a:lnTo>
                  <a:lnTo>
                    <a:pt x="1548554" y="973756"/>
                  </a:lnTo>
                  <a:lnTo>
                    <a:pt x="1487188" y="967554"/>
                  </a:lnTo>
                  <a:lnTo>
                    <a:pt x="1426750" y="961130"/>
                  </a:lnTo>
                  <a:lnTo>
                    <a:pt x="1367260" y="954488"/>
                  </a:lnTo>
                  <a:lnTo>
                    <a:pt x="1308740" y="947631"/>
                  </a:lnTo>
                  <a:lnTo>
                    <a:pt x="1251210" y="940562"/>
                  </a:lnTo>
                  <a:lnTo>
                    <a:pt x="1194691" y="933284"/>
                  </a:lnTo>
                  <a:lnTo>
                    <a:pt x="1139203" y="925802"/>
                  </a:lnTo>
                  <a:lnTo>
                    <a:pt x="1084767" y="918119"/>
                  </a:lnTo>
                  <a:lnTo>
                    <a:pt x="1031405" y="910238"/>
                  </a:lnTo>
                  <a:lnTo>
                    <a:pt x="979136" y="902162"/>
                  </a:lnTo>
                  <a:lnTo>
                    <a:pt x="927982" y="893895"/>
                  </a:lnTo>
                  <a:lnTo>
                    <a:pt x="877963" y="885441"/>
                  </a:lnTo>
                  <a:lnTo>
                    <a:pt x="829100" y="876802"/>
                  </a:lnTo>
                  <a:lnTo>
                    <a:pt x="781413" y="867983"/>
                  </a:lnTo>
                  <a:lnTo>
                    <a:pt x="734925" y="858986"/>
                  </a:lnTo>
                  <a:lnTo>
                    <a:pt x="689654" y="849815"/>
                  </a:lnTo>
                  <a:lnTo>
                    <a:pt x="645623" y="840474"/>
                  </a:lnTo>
                  <a:lnTo>
                    <a:pt x="602851" y="830966"/>
                  </a:lnTo>
                  <a:lnTo>
                    <a:pt x="561360" y="821294"/>
                  </a:lnTo>
                  <a:lnTo>
                    <a:pt x="521170" y="811462"/>
                  </a:lnTo>
                  <a:lnTo>
                    <a:pt x="482301" y="801473"/>
                  </a:lnTo>
                  <a:lnTo>
                    <a:pt x="444776" y="791331"/>
                  </a:lnTo>
                  <a:lnTo>
                    <a:pt x="373836" y="770601"/>
                  </a:lnTo>
                  <a:lnTo>
                    <a:pt x="308517" y="749298"/>
                  </a:lnTo>
                  <a:lnTo>
                    <a:pt x="248983" y="727450"/>
                  </a:lnTo>
                  <a:lnTo>
                    <a:pt x="195401" y="705085"/>
                  </a:lnTo>
                  <a:lnTo>
                    <a:pt x="147936" y="682231"/>
                  </a:lnTo>
                  <a:lnTo>
                    <a:pt x="106755" y="658913"/>
                  </a:lnTo>
                  <a:lnTo>
                    <a:pt x="72024" y="635161"/>
                  </a:lnTo>
                  <a:lnTo>
                    <a:pt x="32384" y="598777"/>
                  </a:lnTo>
                  <a:lnTo>
                    <a:pt x="8189" y="561568"/>
                  </a:lnTo>
                  <a:lnTo>
                    <a:pt x="0" y="523628"/>
                  </a:lnTo>
                  <a:lnTo>
                    <a:pt x="916" y="510905"/>
                  </a:lnTo>
                  <a:lnTo>
                    <a:pt x="14503" y="473198"/>
                  </a:lnTo>
                  <a:lnTo>
                    <a:pt x="43909" y="436254"/>
                  </a:lnTo>
                  <a:lnTo>
                    <a:pt x="88573" y="400166"/>
                  </a:lnTo>
                  <a:lnTo>
                    <a:pt x="126550" y="376628"/>
                  </a:lnTo>
                  <a:lnTo>
                    <a:pt x="170893" y="353539"/>
                  </a:lnTo>
                  <a:lnTo>
                    <a:pt x="221437" y="330926"/>
                  </a:lnTo>
                  <a:lnTo>
                    <a:pt x="278016" y="308816"/>
                  </a:lnTo>
                  <a:lnTo>
                    <a:pt x="340464" y="287238"/>
                  </a:lnTo>
                  <a:lnTo>
                    <a:pt x="408614" y="266219"/>
                  </a:lnTo>
                  <a:lnTo>
                    <a:pt x="482301" y="245785"/>
                  </a:lnTo>
                  <a:lnTo>
                    <a:pt x="521170" y="235796"/>
                  </a:lnTo>
                  <a:lnTo>
                    <a:pt x="561360" y="225964"/>
                  </a:lnTo>
                  <a:lnTo>
                    <a:pt x="602851" y="216293"/>
                  </a:lnTo>
                  <a:lnTo>
                    <a:pt x="645623" y="206785"/>
                  </a:lnTo>
                  <a:lnTo>
                    <a:pt x="689654" y="197444"/>
                  </a:lnTo>
                  <a:lnTo>
                    <a:pt x="734925" y="188274"/>
                  </a:lnTo>
                  <a:lnTo>
                    <a:pt x="781413" y="179277"/>
                  </a:lnTo>
                  <a:lnTo>
                    <a:pt x="829100" y="170458"/>
                  </a:lnTo>
                  <a:lnTo>
                    <a:pt x="877963" y="161819"/>
                  </a:lnTo>
                  <a:lnTo>
                    <a:pt x="927982" y="153365"/>
                  </a:lnTo>
                  <a:lnTo>
                    <a:pt x="979136" y="145099"/>
                  </a:lnTo>
                  <a:lnTo>
                    <a:pt x="1031405" y="137023"/>
                  </a:lnTo>
                  <a:lnTo>
                    <a:pt x="1084767" y="129142"/>
                  </a:lnTo>
                  <a:lnTo>
                    <a:pt x="1139203" y="121459"/>
                  </a:lnTo>
                  <a:lnTo>
                    <a:pt x="1194691" y="113977"/>
                  </a:lnTo>
                  <a:lnTo>
                    <a:pt x="1251210" y="106700"/>
                  </a:lnTo>
                  <a:lnTo>
                    <a:pt x="1308740" y="99631"/>
                  </a:lnTo>
                  <a:lnTo>
                    <a:pt x="1367260" y="92774"/>
                  </a:lnTo>
                  <a:lnTo>
                    <a:pt x="1426750" y="86132"/>
                  </a:lnTo>
                  <a:lnTo>
                    <a:pt x="1487188" y="79708"/>
                  </a:lnTo>
                  <a:lnTo>
                    <a:pt x="1548554" y="73507"/>
                  </a:lnTo>
                  <a:lnTo>
                    <a:pt x="1610826" y="67530"/>
                  </a:lnTo>
                  <a:lnTo>
                    <a:pt x="1673985" y="61783"/>
                  </a:lnTo>
                  <a:lnTo>
                    <a:pt x="1738010" y="56267"/>
                  </a:lnTo>
                  <a:lnTo>
                    <a:pt x="1802880" y="50987"/>
                  </a:lnTo>
                  <a:lnTo>
                    <a:pt x="1868573" y="45947"/>
                  </a:lnTo>
                  <a:lnTo>
                    <a:pt x="1935070" y="41148"/>
                  </a:lnTo>
                  <a:lnTo>
                    <a:pt x="2002350" y="36596"/>
                  </a:lnTo>
                  <a:lnTo>
                    <a:pt x="2070391" y="32293"/>
                  </a:lnTo>
                  <a:lnTo>
                    <a:pt x="2139173" y="28243"/>
                  </a:lnTo>
                  <a:lnTo>
                    <a:pt x="2208676" y="24449"/>
                  </a:lnTo>
                  <a:lnTo>
                    <a:pt x="2278878" y="20914"/>
                  </a:lnTo>
                  <a:lnTo>
                    <a:pt x="2349759" y="17643"/>
                  </a:lnTo>
                  <a:lnTo>
                    <a:pt x="2421299" y="14638"/>
                  </a:lnTo>
                  <a:lnTo>
                    <a:pt x="2493475" y="11903"/>
                  </a:lnTo>
                  <a:lnTo>
                    <a:pt x="2566268" y="9441"/>
                  </a:lnTo>
                  <a:lnTo>
                    <a:pt x="2639657" y="7256"/>
                  </a:lnTo>
                  <a:lnTo>
                    <a:pt x="2713622" y="5352"/>
                  </a:lnTo>
                  <a:lnTo>
                    <a:pt x="2788140" y="3731"/>
                  </a:lnTo>
                  <a:lnTo>
                    <a:pt x="2863192" y="2396"/>
                  </a:lnTo>
                  <a:lnTo>
                    <a:pt x="2938757" y="1353"/>
                  </a:lnTo>
                  <a:lnTo>
                    <a:pt x="3014814" y="603"/>
                  </a:lnTo>
                  <a:lnTo>
                    <a:pt x="3091343" y="151"/>
                  </a:lnTo>
                  <a:lnTo>
                    <a:pt x="3168322" y="0"/>
                  </a:lnTo>
                  <a:lnTo>
                    <a:pt x="3245301" y="151"/>
                  </a:lnTo>
                  <a:lnTo>
                    <a:pt x="3321829" y="603"/>
                  </a:lnTo>
                  <a:lnTo>
                    <a:pt x="3397887" y="1353"/>
                  </a:lnTo>
                  <a:lnTo>
                    <a:pt x="3473451" y="2396"/>
                  </a:lnTo>
                  <a:lnTo>
                    <a:pt x="3548504" y="3731"/>
                  </a:lnTo>
                  <a:lnTo>
                    <a:pt x="3623022" y="5352"/>
                  </a:lnTo>
                  <a:lnTo>
                    <a:pt x="3696986" y="7256"/>
                  </a:lnTo>
                  <a:lnTo>
                    <a:pt x="3770375" y="9441"/>
                  </a:lnTo>
                  <a:lnTo>
                    <a:pt x="3843168" y="11903"/>
                  </a:lnTo>
                  <a:lnTo>
                    <a:pt x="3915345" y="14638"/>
                  </a:lnTo>
                  <a:lnTo>
                    <a:pt x="3986884" y="17643"/>
                  </a:lnTo>
                  <a:lnTo>
                    <a:pt x="4057765" y="20914"/>
                  </a:lnTo>
                  <a:lnTo>
                    <a:pt x="4127967" y="24449"/>
                  </a:lnTo>
                  <a:lnTo>
                    <a:pt x="4197469" y="28243"/>
                  </a:lnTo>
                  <a:lnTo>
                    <a:pt x="4266252" y="32293"/>
                  </a:lnTo>
                  <a:lnTo>
                    <a:pt x="4334293" y="36596"/>
                  </a:lnTo>
                  <a:lnTo>
                    <a:pt x="4401572" y="41148"/>
                  </a:lnTo>
                  <a:lnTo>
                    <a:pt x="4468069" y="45947"/>
                  </a:lnTo>
                  <a:lnTo>
                    <a:pt x="4533762" y="50987"/>
                  </a:lnTo>
                  <a:lnTo>
                    <a:pt x="4598631" y="56267"/>
                  </a:lnTo>
                  <a:lnTo>
                    <a:pt x="4662656" y="61783"/>
                  </a:lnTo>
                  <a:lnTo>
                    <a:pt x="4725815" y="67530"/>
                  </a:lnTo>
                  <a:lnTo>
                    <a:pt x="4788087" y="73507"/>
                  </a:lnTo>
                  <a:lnTo>
                    <a:pt x="4849453" y="79708"/>
                  </a:lnTo>
                  <a:lnTo>
                    <a:pt x="4909891" y="86132"/>
                  </a:lnTo>
                  <a:lnTo>
                    <a:pt x="4969380" y="92774"/>
                  </a:lnTo>
                  <a:lnTo>
                    <a:pt x="5027900" y="99631"/>
                  </a:lnTo>
                  <a:lnTo>
                    <a:pt x="5085430" y="106700"/>
                  </a:lnTo>
                  <a:lnTo>
                    <a:pt x="5141949" y="113977"/>
                  </a:lnTo>
                  <a:lnTo>
                    <a:pt x="5197437" y="121459"/>
                  </a:lnTo>
                  <a:lnTo>
                    <a:pt x="5251872" y="129142"/>
                  </a:lnTo>
                  <a:lnTo>
                    <a:pt x="5305234" y="137023"/>
                  </a:lnTo>
                  <a:lnTo>
                    <a:pt x="5357503" y="145099"/>
                  </a:lnTo>
                  <a:lnTo>
                    <a:pt x="5408657" y="153365"/>
                  </a:lnTo>
                  <a:lnTo>
                    <a:pt x="5458676" y="161819"/>
                  </a:lnTo>
                  <a:lnTo>
                    <a:pt x="5507538" y="170458"/>
                  </a:lnTo>
                  <a:lnTo>
                    <a:pt x="5555224" y="179277"/>
                  </a:lnTo>
                  <a:lnTo>
                    <a:pt x="5601713" y="188274"/>
                  </a:lnTo>
                  <a:lnTo>
                    <a:pt x="5646983" y="197444"/>
                  </a:lnTo>
                  <a:lnTo>
                    <a:pt x="5691014" y="206785"/>
                  </a:lnTo>
                  <a:lnTo>
                    <a:pt x="5733786" y="216293"/>
                  </a:lnTo>
                  <a:lnTo>
                    <a:pt x="5775277" y="225964"/>
                  </a:lnTo>
                  <a:lnTo>
                    <a:pt x="5815467" y="235796"/>
                  </a:lnTo>
                  <a:lnTo>
                    <a:pt x="5854335" y="245785"/>
                  </a:lnTo>
                  <a:lnTo>
                    <a:pt x="5891860" y="255927"/>
                  </a:lnTo>
                  <a:lnTo>
                    <a:pt x="5962799" y="276657"/>
                  </a:lnTo>
                  <a:lnTo>
                    <a:pt x="6028119" y="297959"/>
                  </a:lnTo>
                  <a:lnTo>
                    <a:pt x="6087652" y="319806"/>
                  </a:lnTo>
                  <a:lnTo>
                    <a:pt x="6141234" y="342171"/>
                  </a:lnTo>
                  <a:lnTo>
                    <a:pt x="6188698" y="365025"/>
                  </a:lnTo>
                  <a:lnTo>
                    <a:pt x="6229879" y="388342"/>
                  </a:lnTo>
                  <a:lnTo>
                    <a:pt x="6264609" y="412094"/>
                  </a:lnTo>
                  <a:lnTo>
                    <a:pt x="6304250" y="448478"/>
                  </a:lnTo>
                  <a:lnTo>
                    <a:pt x="6328444" y="485687"/>
                  </a:lnTo>
                  <a:lnTo>
                    <a:pt x="6336634" y="523628"/>
                  </a:lnTo>
                  <a:close/>
                </a:path>
              </a:pathLst>
            </a:custGeom>
            <a:ln w="10470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8024781" y="6557015"/>
            <a:ext cx="2804160" cy="737870"/>
          </a:xfrm>
          <a:custGeom>
            <a:avLst/>
            <a:gdLst/>
            <a:ahLst/>
            <a:cxnLst/>
            <a:rect l="l" t="t" r="r" b="b"/>
            <a:pathLst>
              <a:path w="2804159" h="737870">
                <a:moveTo>
                  <a:pt x="0" y="737474"/>
                </a:moveTo>
                <a:lnTo>
                  <a:pt x="2803590" y="737474"/>
                </a:lnTo>
                <a:lnTo>
                  <a:pt x="2803590" y="0"/>
                </a:lnTo>
                <a:lnTo>
                  <a:pt x="0" y="0"/>
                </a:lnTo>
                <a:lnTo>
                  <a:pt x="0" y="737474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8024781" y="4830261"/>
            <a:ext cx="2804160" cy="1651000"/>
          </a:xfrm>
          <a:custGeom>
            <a:avLst/>
            <a:gdLst/>
            <a:ahLst/>
            <a:cxnLst/>
            <a:rect l="l" t="t" r="r" b="b"/>
            <a:pathLst>
              <a:path w="2804159" h="1651000">
                <a:moveTo>
                  <a:pt x="0" y="1650850"/>
                </a:moveTo>
                <a:lnTo>
                  <a:pt x="2803590" y="1650850"/>
                </a:lnTo>
                <a:lnTo>
                  <a:pt x="2803590" y="0"/>
                </a:lnTo>
                <a:lnTo>
                  <a:pt x="0" y="0"/>
                </a:lnTo>
                <a:lnTo>
                  <a:pt x="0" y="165085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0904275" y="6557015"/>
            <a:ext cx="1150620" cy="737870"/>
          </a:xfrm>
          <a:custGeom>
            <a:avLst/>
            <a:gdLst/>
            <a:ahLst/>
            <a:cxnLst/>
            <a:rect l="l" t="t" r="r" b="b"/>
            <a:pathLst>
              <a:path w="1150620" h="737870">
                <a:moveTo>
                  <a:pt x="0" y="737474"/>
                </a:moveTo>
                <a:lnTo>
                  <a:pt x="1150373" y="737474"/>
                </a:lnTo>
                <a:lnTo>
                  <a:pt x="1150373" y="0"/>
                </a:lnTo>
                <a:lnTo>
                  <a:pt x="0" y="0"/>
                </a:lnTo>
                <a:lnTo>
                  <a:pt x="0" y="737474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0904275" y="4830261"/>
            <a:ext cx="1150620" cy="1651000"/>
          </a:xfrm>
          <a:custGeom>
            <a:avLst/>
            <a:gdLst/>
            <a:ahLst/>
            <a:cxnLst/>
            <a:rect l="l" t="t" r="r" b="b"/>
            <a:pathLst>
              <a:path w="1150620" h="1651000">
                <a:moveTo>
                  <a:pt x="0" y="1650850"/>
                </a:moveTo>
                <a:lnTo>
                  <a:pt x="1150373" y="1650850"/>
                </a:lnTo>
                <a:lnTo>
                  <a:pt x="1150373" y="0"/>
                </a:lnTo>
                <a:lnTo>
                  <a:pt x="0" y="0"/>
                </a:lnTo>
                <a:lnTo>
                  <a:pt x="0" y="165085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8024781" y="4612047"/>
            <a:ext cx="2804160" cy="218440"/>
          </a:xfrm>
          <a:custGeom>
            <a:avLst/>
            <a:gdLst/>
            <a:ahLst/>
            <a:cxnLst/>
            <a:rect l="l" t="t" r="r" b="b"/>
            <a:pathLst>
              <a:path w="2804159" h="218439">
                <a:moveTo>
                  <a:pt x="0" y="218213"/>
                </a:moveTo>
                <a:lnTo>
                  <a:pt x="2803590" y="218213"/>
                </a:lnTo>
                <a:lnTo>
                  <a:pt x="2803590" y="0"/>
                </a:lnTo>
                <a:lnTo>
                  <a:pt x="0" y="0"/>
                </a:lnTo>
                <a:lnTo>
                  <a:pt x="0" y="218213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0904275" y="4612047"/>
            <a:ext cx="1150620" cy="218440"/>
          </a:xfrm>
          <a:custGeom>
            <a:avLst/>
            <a:gdLst/>
            <a:ahLst/>
            <a:cxnLst/>
            <a:rect l="l" t="t" r="r" b="b"/>
            <a:pathLst>
              <a:path w="1150620" h="218439">
                <a:moveTo>
                  <a:pt x="0" y="218213"/>
                </a:moveTo>
                <a:lnTo>
                  <a:pt x="1150373" y="218213"/>
                </a:lnTo>
                <a:lnTo>
                  <a:pt x="1150373" y="0"/>
                </a:lnTo>
                <a:lnTo>
                  <a:pt x="0" y="0"/>
                </a:lnTo>
                <a:lnTo>
                  <a:pt x="0" y="218213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8024781" y="4317931"/>
            <a:ext cx="2804160" cy="294640"/>
          </a:xfrm>
          <a:custGeom>
            <a:avLst/>
            <a:gdLst/>
            <a:ahLst/>
            <a:cxnLst/>
            <a:rect l="l" t="t" r="r" b="b"/>
            <a:pathLst>
              <a:path w="2804159" h="294639">
                <a:moveTo>
                  <a:pt x="0" y="294116"/>
                </a:moveTo>
                <a:lnTo>
                  <a:pt x="2803590" y="294116"/>
                </a:lnTo>
                <a:lnTo>
                  <a:pt x="2803590" y="0"/>
                </a:lnTo>
                <a:lnTo>
                  <a:pt x="0" y="0"/>
                </a:lnTo>
                <a:lnTo>
                  <a:pt x="0" y="294116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0904275" y="4317931"/>
            <a:ext cx="1150620" cy="294640"/>
          </a:xfrm>
          <a:custGeom>
            <a:avLst/>
            <a:gdLst/>
            <a:ahLst/>
            <a:cxnLst/>
            <a:rect l="l" t="t" r="r" b="b"/>
            <a:pathLst>
              <a:path w="1150620" h="294639">
                <a:moveTo>
                  <a:pt x="0" y="294116"/>
                </a:moveTo>
                <a:lnTo>
                  <a:pt x="1150373" y="294116"/>
                </a:lnTo>
                <a:lnTo>
                  <a:pt x="1150373" y="0"/>
                </a:lnTo>
                <a:lnTo>
                  <a:pt x="0" y="0"/>
                </a:lnTo>
                <a:lnTo>
                  <a:pt x="0" y="294116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8024781" y="3843547"/>
            <a:ext cx="2804160" cy="474980"/>
          </a:xfrm>
          <a:custGeom>
            <a:avLst/>
            <a:gdLst/>
            <a:ahLst/>
            <a:cxnLst/>
            <a:rect l="l" t="t" r="r" b="b"/>
            <a:pathLst>
              <a:path w="2804159" h="474979">
                <a:moveTo>
                  <a:pt x="0" y="474383"/>
                </a:moveTo>
                <a:lnTo>
                  <a:pt x="2803590" y="474383"/>
                </a:lnTo>
                <a:lnTo>
                  <a:pt x="2803590" y="0"/>
                </a:lnTo>
                <a:lnTo>
                  <a:pt x="0" y="0"/>
                </a:lnTo>
                <a:lnTo>
                  <a:pt x="0" y="474383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0904275" y="3843547"/>
            <a:ext cx="1150620" cy="474980"/>
          </a:xfrm>
          <a:custGeom>
            <a:avLst/>
            <a:gdLst/>
            <a:ahLst/>
            <a:cxnLst/>
            <a:rect l="l" t="t" r="r" b="b"/>
            <a:pathLst>
              <a:path w="1150620" h="474979">
                <a:moveTo>
                  <a:pt x="0" y="474383"/>
                </a:moveTo>
                <a:lnTo>
                  <a:pt x="1150373" y="474383"/>
                </a:lnTo>
                <a:lnTo>
                  <a:pt x="1150373" y="0"/>
                </a:lnTo>
                <a:lnTo>
                  <a:pt x="0" y="0"/>
                </a:lnTo>
                <a:lnTo>
                  <a:pt x="0" y="474383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6990561" y="2384266"/>
            <a:ext cx="3837940" cy="1459865"/>
          </a:xfrm>
          <a:custGeom>
            <a:avLst/>
            <a:gdLst/>
            <a:ahLst/>
            <a:cxnLst/>
            <a:rect l="l" t="t" r="r" b="b"/>
            <a:pathLst>
              <a:path w="3837940" h="1459864">
                <a:moveTo>
                  <a:pt x="0" y="1459281"/>
                </a:moveTo>
                <a:lnTo>
                  <a:pt x="3837809" y="1459281"/>
                </a:lnTo>
                <a:lnTo>
                  <a:pt x="3837809" y="0"/>
                </a:lnTo>
                <a:lnTo>
                  <a:pt x="0" y="0"/>
                </a:lnTo>
                <a:lnTo>
                  <a:pt x="0" y="1459281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0904275" y="2384266"/>
            <a:ext cx="1150620" cy="1459865"/>
          </a:xfrm>
          <a:custGeom>
            <a:avLst/>
            <a:gdLst/>
            <a:ahLst/>
            <a:cxnLst/>
            <a:rect l="l" t="t" r="r" b="b"/>
            <a:pathLst>
              <a:path w="1150620" h="1459864">
                <a:moveTo>
                  <a:pt x="0" y="1459281"/>
                </a:moveTo>
                <a:lnTo>
                  <a:pt x="1150373" y="1459281"/>
                </a:lnTo>
                <a:lnTo>
                  <a:pt x="1150373" y="0"/>
                </a:lnTo>
                <a:lnTo>
                  <a:pt x="0" y="0"/>
                </a:lnTo>
                <a:lnTo>
                  <a:pt x="0" y="1459281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8102955" y="2680936"/>
            <a:ext cx="1323975" cy="1323975"/>
          </a:xfrm>
          <a:custGeom>
            <a:avLst/>
            <a:gdLst/>
            <a:ahLst/>
            <a:cxnLst/>
            <a:rect l="l" t="t" r="r" b="b"/>
            <a:pathLst>
              <a:path w="1323975" h="1323975">
                <a:moveTo>
                  <a:pt x="661770" y="0"/>
                </a:moveTo>
                <a:lnTo>
                  <a:pt x="614509" y="1661"/>
                </a:lnTo>
                <a:lnTo>
                  <a:pt x="568145" y="6571"/>
                </a:lnTo>
                <a:lnTo>
                  <a:pt x="522790" y="14618"/>
                </a:lnTo>
                <a:lnTo>
                  <a:pt x="478555" y="25689"/>
                </a:lnTo>
                <a:lnTo>
                  <a:pt x="435554" y="39673"/>
                </a:lnTo>
                <a:lnTo>
                  <a:pt x="393897" y="56457"/>
                </a:lnTo>
                <a:lnTo>
                  <a:pt x="353697" y="75930"/>
                </a:lnTo>
                <a:lnTo>
                  <a:pt x="315066" y="97979"/>
                </a:lnTo>
                <a:lnTo>
                  <a:pt x="278115" y="122493"/>
                </a:lnTo>
                <a:lnTo>
                  <a:pt x="242958" y="149360"/>
                </a:lnTo>
                <a:lnTo>
                  <a:pt x="209705" y="178467"/>
                </a:lnTo>
                <a:lnTo>
                  <a:pt x="178468" y="209703"/>
                </a:lnTo>
                <a:lnTo>
                  <a:pt x="149361" y="242956"/>
                </a:lnTo>
                <a:lnTo>
                  <a:pt x="122494" y="278113"/>
                </a:lnTo>
                <a:lnTo>
                  <a:pt x="97980" y="315063"/>
                </a:lnTo>
                <a:lnTo>
                  <a:pt x="75930" y="353693"/>
                </a:lnTo>
                <a:lnTo>
                  <a:pt x="56457" y="393893"/>
                </a:lnTo>
                <a:lnTo>
                  <a:pt x="39673" y="435549"/>
                </a:lnTo>
                <a:lnTo>
                  <a:pt x="25689" y="478549"/>
                </a:lnTo>
                <a:lnTo>
                  <a:pt x="14618" y="522783"/>
                </a:lnTo>
                <a:lnTo>
                  <a:pt x="6571" y="568137"/>
                </a:lnTo>
                <a:lnTo>
                  <a:pt x="1661" y="614500"/>
                </a:lnTo>
                <a:lnTo>
                  <a:pt x="0" y="661759"/>
                </a:lnTo>
                <a:lnTo>
                  <a:pt x="1661" y="709019"/>
                </a:lnTo>
                <a:lnTo>
                  <a:pt x="6571" y="755382"/>
                </a:lnTo>
                <a:lnTo>
                  <a:pt x="14618" y="800736"/>
                </a:lnTo>
                <a:lnTo>
                  <a:pt x="25689" y="844970"/>
                </a:lnTo>
                <a:lnTo>
                  <a:pt x="39673" y="887970"/>
                </a:lnTo>
                <a:lnTo>
                  <a:pt x="56457" y="929626"/>
                </a:lnTo>
                <a:lnTo>
                  <a:pt x="75930" y="969826"/>
                </a:lnTo>
                <a:lnTo>
                  <a:pt x="97980" y="1008456"/>
                </a:lnTo>
                <a:lnTo>
                  <a:pt x="122494" y="1045406"/>
                </a:lnTo>
                <a:lnTo>
                  <a:pt x="149361" y="1080563"/>
                </a:lnTo>
                <a:lnTo>
                  <a:pt x="178468" y="1113816"/>
                </a:lnTo>
                <a:lnTo>
                  <a:pt x="209705" y="1145052"/>
                </a:lnTo>
                <a:lnTo>
                  <a:pt x="242958" y="1174159"/>
                </a:lnTo>
                <a:lnTo>
                  <a:pt x="278115" y="1201026"/>
                </a:lnTo>
                <a:lnTo>
                  <a:pt x="315066" y="1225540"/>
                </a:lnTo>
                <a:lnTo>
                  <a:pt x="353697" y="1247589"/>
                </a:lnTo>
                <a:lnTo>
                  <a:pt x="393897" y="1267062"/>
                </a:lnTo>
                <a:lnTo>
                  <a:pt x="435554" y="1283846"/>
                </a:lnTo>
                <a:lnTo>
                  <a:pt x="478555" y="1297830"/>
                </a:lnTo>
                <a:lnTo>
                  <a:pt x="522790" y="1308901"/>
                </a:lnTo>
                <a:lnTo>
                  <a:pt x="568145" y="1316948"/>
                </a:lnTo>
                <a:lnTo>
                  <a:pt x="614509" y="1321858"/>
                </a:lnTo>
                <a:lnTo>
                  <a:pt x="661770" y="1323519"/>
                </a:lnTo>
                <a:lnTo>
                  <a:pt x="709030" y="1321858"/>
                </a:lnTo>
                <a:lnTo>
                  <a:pt x="755393" y="1316948"/>
                </a:lnTo>
                <a:lnTo>
                  <a:pt x="800747" y="1308901"/>
                </a:lnTo>
                <a:lnTo>
                  <a:pt x="844980" y="1297830"/>
                </a:lnTo>
                <a:lnTo>
                  <a:pt x="887981" y="1283846"/>
                </a:lnTo>
                <a:lnTo>
                  <a:pt x="929637" y="1267062"/>
                </a:lnTo>
                <a:lnTo>
                  <a:pt x="969836" y="1247589"/>
                </a:lnTo>
                <a:lnTo>
                  <a:pt x="1008467" y="1225540"/>
                </a:lnTo>
                <a:lnTo>
                  <a:pt x="1045417" y="1201026"/>
                </a:lnTo>
                <a:lnTo>
                  <a:pt x="1080574" y="1174159"/>
                </a:lnTo>
                <a:lnTo>
                  <a:pt x="1113826" y="1145052"/>
                </a:lnTo>
                <a:lnTo>
                  <a:pt x="1145062" y="1113816"/>
                </a:lnTo>
                <a:lnTo>
                  <a:pt x="1174169" y="1080563"/>
                </a:lnTo>
                <a:lnTo>
                  <a:pt x="1201036" y="1045406"/>
                </a:lnTo>
                <a:lnTo>
                  <a:pt x="1225550" y="1008456"/>
                </a:lnTo>
                <a:lnTo>
                  <a:pt x="1247600" y="969826"/>
                </a:lnTo>
                <a:lnTo>
                  <a:pt x="1267072" y="929626"/>
                </a:lnTo>
                <a:lnTo>
                  <a:pt x="1283857" y="887970"/>
                </a:lnTo>
                <a:lnTo>
                  <a:pt x="1297840" y="844970"/>
                </a:lnTo>
                <a:lnTo>
                  <a:pt x="1308912" y="800736"/>
                </a:lnTo>
                <a:lnTo>
                  <a:pt x="1316958" y="755382"/>
                </a:lnTo>
                <a:lnTo>
                  <a:pt x="1321868" y="709019"/>
                </a:lnTo>
                <a:lnTo>
                  <a:pt x="1323530" y="661759"/>
                </a:lnTo>
                <a:lnTo>
                  <a:pt x="1323274" y="643711"/>
                </a:lnTo>
                <a:lnTo>
                  <a:pt x="1322523" y="625787"/>
                </a:lnTo>
                <a:lnTo>
                  <a:pt x="1321299" y="607988"/>
                </a:lnTo>
                <a:lnTo>
                  <a:pt x="1319624" y="590317"/>
                </a:lnTo>
                <a:lnTo>
                  <a:pt x="1306866" y="634989"/>
                </a:lnTo>
                <a:lnTo>
                  <a:pt x="1290021" y="677775"/>
                </a:lnTo>
                <a:lnTo>
                  <a:pt x="1269317" y="718447"/>
                </a:lnTo>
                <a:lnTo>
                  <a:pt x="1244980" y="756777"/>
                </a:lnTo>
                <a:lnTo>
                  <a:pt x="1217239" y="792538"/>
                </a:lnTo>
                <a:lnTo>
                  <a:pt x="1186319" y="825501"/>
                </a:lnTo>
                <a:lnTo>
                  <a:pt x="1152447" y="855439"/>
                </a:lnTo>
                <a:lnTo>
                  <a:pt x="1115852" y="882125"/>
                </a:lnTo>
                <a:lnTo>
                  <a:pt x="1076758" y="905330"/>
                </a:lnTo>
                <a:lnTo>
                  <a:pt x="1035395" y="924827"/>
                </a:lnTo>
                <a:lnTo>
                  <a:pt x="991988" y="940387"/>
                </a:lnTo>
                <a:lnTo>
                  <a:pt x="946764" y="951784"/>
                </a:lnTo>
                <a:lnTo>
                  <a:pt x="899951" y="958789"/>
                </a:lnTo>
                <a:lnTo>
                  <a:pt x="851775" y="961174"/>
                </a:lnTo>
                <a:lnTo>
                  <a:pt x="802638" y="958693"/>
                </a:lnTo>
                <a:lnTo>
                  <a:pt x="754921" y="951411"/>
                </a:lnTo>
                <a:lnTo>
                  <a:pt x="708865" y="939568"/>
                </a:lnTo>
                <a:lnTo>
                  <a:pt x="664711" y="923407"/>
                </a:lnTo>
                <a:lnTo>
                  <a:pt x="622702" y="903170"/>
                </a:lnTo>
                <a:lnTo>
                  <a:pt x="583078" y="879097"/>
                </a:lnTo>
                <a:lnTo>
                  <a:pt x="546081" y="851431"/>
                </a:lnTo>
                <a:lnTo>
                  <a:pt x="511952" y="820413"/>
                </a:lnTo>
                <a:lnTo>
                  <a:pt x="480935" y="786284"/>
                </a:lnTo>
                <a:lnTo>
                  <a:pt x="453269" y="749287"/>
                </a:lnTo>
                <a:lnTo>
                  <a:pt x="429197" y="709662"/>
                </a:lnTo>
                <a:lnTo>
                  <a:pt x="408959" y="667651"/>
                </a:lnTo>
                <a:lnTo>
                  <a:pt x="392799" y="623496"/>
                </a:lnTo>
                <a:lnTo>
                  <a:pt x="380956" y="577439"/>
                </a:lnTo>
                <a:lnTo>
                  <a:pt x="373674" y="529720"/>
                </a:lnTo>
                <a:lnTo>
                  <a:pt x="371192" y="480582"/>
                </a:lnTo>
                <a:lnTo>
                  <a:pt x="373748" y="430730"/>
                </a:lnTo>
                <a:lnTo>
                  <a:pt x="381245" y="382347"/>
                </a:lnTo>
                <a:lnTo>
                  <a:pt x="393431" y="335685"/>
                </a:lnTo>
                <a:lnTo>
                  <a:pt x="410054" y="290997"/>
                </a:lnTo>
                <a:lnTo>
                  <a:pt x="430862" y="248532"/>
                </a:lnTo>
                <a:lnTo>
                  <a:pt x="455600" y="208544"/>
                </a:lnTo>
                <a:lnTo>
                  <a:pt x="484017" y="171285"/>
                </a:lnTo>
                <a:lnTo>
                  <a:pt x="515861" y="137005"/>
                </a:lnTo>
                <a:lnTo>
                  <a:pt x="550878" y="105958"/>
                </a:lnTo>
                <a:lnTo>
                  <a:pt x="588815" y="78393"/>
                </a:lnTo>
                <a:lnTo>
                  <a:pt x="629421" y="54565"/>
                </a:lnTo>
                <a:lnTo>
                  <a:pt x="672442" y="34723"/>
                </a:lnTo>
                <a:lnTo>
                  <a:pt x="717626" y="19121"/>
                </a:lnTo>
                <a:lnTo>
                  <a:pt x="764720" y="8010"/>
                </a:lnTo>
                <a:lnTo>
                  <a:pt x="739401" y="4545"/>
                </a:lnTo>
                <a:lnTo>
                  <a:pt x="713795" y="2037"/>
                </a:lnTo>
                <a:lnTo>
                  <a:pt x="687913" y="513"/>
                </a:lnTo>
                <a:lnTo>
                  <a:pt x="661770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1065568" y="3843547"/>
            <a:ext cx="1043940" cy="3501390"/>
          </a:xfrm>
          <a:custGeom>
            <a:avLst/>
            <a:gdLst/>
            <a:ahLst/>
            <a:cxnLst/>
            <a:rect l="l" t="t" r="r" b="b"/>
            <a:pathLst>
              <a:path w="1043940" h="3501390">
                <a:moveTo>
                  <a:pt x="1043633" y="0"/>
                </a:moveTo>
                <a:lnTo>
                  <a:pt x="0" y="0"/>
                </a:lnTo>
                <a:lnTo>
                  <a:pt x="0" y="3500930"/>
                </a:lnTo>
                <a:lnTo>
                  <a:pt x="1043633" y="3500930"/>
                </a:lnTo>
                <a:lnTo>
                  <a:pt x="1043633" y="0"/>
                </a:lnTo>
                <a:close/>
              </a:path>
            </a:pathLst>
          </a:custGeom>
          <a:solidFill>
            <a:srgbClr val="0A13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6981149" y="3843547"/>
            <a:ext cx="1043940" cy="3501390"/>
          </a:xfrm>
          <a:custGeom>
            <a:avLst/>
            <a:gdLst/>
            <a:ahLst/>
            <a:cxnLst/>
            <a:rect l="l" t="t" r="r" b="b"/>
            <a:pathLst>
              <a:path w="1043940" h="3501390">
                <a:moveTo>
                  <a:pt x="1043633" y="0"/>
                </a:moveTo>
                <a:lnTo>
                  <a:pt x="0" y="0"/>
                </a:lnTo>
                <a:lnTo>
                  <a:pt x="0" y="3500930"/>
                </a:lnTo>
                <a:lnTo>
                  <a:pt x="1043633" y="3500930"/>
                </a:lnTo>
                <a:lnTo>
                  <a:pt x="1043633" y="0"/>
                </a:lnTo>
                <a:close/>
              </a:path>
            </a:pathLst>
          </a:custGeom>
          <a:solidFill>
            <a:srgbClr val="0A13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9168045" y="4317931"/>
            <a:ext cx="740410" cy="3027045"/>
          </a:xfrm>
          <a:custGeom>
            <a:avLst/>
            <a:gdLst/>
            <a:ahLst/>
            <a:cxnLst/>
            <a:rect l="l" t="t" r="r" b="b"/>
            <a:pathLst>
              <a:path w="740409" h="3027045">
                <a:moveTo>
                  <a:pt x="740029" y="0"/>
                </a:moveTo>
                <a:lnTo>
                  <a:pt x="0" y="0"/>
                </a:lnTo>
                <a:lnTo>
                  <a:pt x="0" y="3026546"/>
                </a:lnTo>
                <a:lnTo>
                  <a:pt x="740029" y="3026546"/>
                </a:lnTo>
                <a:lnTo>
                  <a:pt x="740029" y="0"/>
                </a:lnTo>
                <a:close/>
              </a:path>
            </a:pathLst>
          </a:custGeom>
          <a:solidFill>
            <a:srgbClr val="0A13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7856385" y="4612049"/>
            <a:ext cx="3266440" cy="2733040"/>
          </a:xfrm>
          <a:custGeom>
            <a:avLst/>
            <a:gdLst/>
            <a:ahLst/>
            <a:cxnLst/>
            <a:rect l="l" t="t" r="r" b="b"/>
            <a:pathLst>
              <a:path w="3266440" h="2733040">
                <a:moveTo>
                  <a:pt x="3266109" y="218224"/>
                </a:moveTo>
                <a:lnTo>
                  <a:pt x="1140879" y="218224"/>
                </a:lnTo>
                <a:lnTo>
                  <a:pt x="1140879" y="0"/>
                </a:lnTo>
                <a:lnTo>
                  <a:pt x="400850" y="0"/>
                </a:lnTo>
                <a:lnTo>
                  <a:pt x="400850" y="218224"/>
                </a:lnTo>
                <a:lnTo>
                  <a:pt x="0" y="218224"/>
                </a:lnTo>
                <a:lnTo>
                  <a:pt x="0" y="266839"/>
                </a:lnTo>
                <a:lnTo>
                  <a:pt x="0" y="379501"/>
                </a:lnTo>
                <a:lnTo>
                  <a:pt x="0" y="558584"/>
                </a:lnTo>
                <a:lnTo>
                  <a:pt x="0" y="2732430"/>
                </a:lnTo>
                <a:lnTo>
                  <a:pt x="400850" y="2732430"/>
                </a:lnTo>
                <a:lnTo>
                  <a:pt x="1140879" y="2732430"/>
                </a:lnTo>
                <a:lnTo>
                  <a:pt x="3266109" y="2732430"/>
                </a:lnTo>
                <a:lnTo>
                  <a:pt x="3266109" y="558584"/>
                </a:lnTo>
                <a:lnTo>
                  <a:pt x="3266109" y="379501"/>
                </a:lnTo>
                <a:lnTo>
                  <a:pt x="3266109" y="266839"/>
                </a:lnTo>
                <a:lnTo>
                  <a:pt x="3266109" y="218224"/>
                </a:lnTo>
                <a:close/>
              </a:path>
            </a:pathLst>
          </a:custGeom>
          <a:solidFill>
            <a:srgbClr val="0A13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1243458" y="4009584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1641939" y="4436524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1219742" y="4778085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1511481" y="5354454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1067935" y="5857298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1682262" y="6557015"/>
            <a:ext cx="180340" cy="161290"/>
          </a:xfrm>
          <a:custGeom>
            <a:avLst/>
            <a:gdLst/>
            <a:ahLst/>
            <a:cxnLst/>
            <a:rect l="l" t="t" r="r" b="b"/>
            <a:pathLst>
              <a:path w="180340" h="161290">
                <a:moveTo>
                  <a:pt x="0" y="161272"/>
                </a:moveTo>
                <a:lnTo>
                  <a:pt x="180266" y="161272"/>
                </a:lnTo>
                <a:lnTo>
                  <a:pt x="180266" y="0"/>
                </a:lnTo>
                <a:lnTo>
                  <a:pt x="0" y="0"/>
                </a:lnTo>
                <a:lnTo>
                  <a:pt x="0" y="161272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1682262" y="6426547"/>
            <a:ext cx="180340" cy="54610"/>
          </a:xfrm>
          <a:custGeom>
            <a:avLst/>
            <a:gdLst/>
            <a:ahLst/>
            <a:cxnLst/>
            <a:rect l="l" t="t" r="r" b="b"/>
            <a:pathLst>
              <a:path w="180340" h="54610">
                <a:moveTo>
                  <a:pt x="0" y="54563"/>
                </a:moveTo>
                <a:lnTo>
                  <a:pt x="180266" y="54563"/>
                </a:lnTo>
                <a:lnTo>
                  <a:pt x="180266" y="0"/>
                </a:lnTo>
                <a:lnTo>
                  <a:pt x="0" y="0"/>
                </a:lnTo>
                <a:lnTo>
                  <a:pt x="0" y="54563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0490382" y="5368684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9419462" y="4699804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7590732" y="4159014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9593802" y="5802744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0466654" y="655701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676"/>
                </a:moveTo>
                <a:lnTo>
                  <a:pt x="180266" y="144676"/>
                </a:lnTo>
                <a:lnTo>
                  <a:pt x="180266" y="0"/>
                </a:lnTo>
                <a:lnTo>
                  <a:pt x="0" y="0"/>
                </a:lnTo>
                <a:lnTo>
                  <a:pt x="0" y="144676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0466654" y="6409951"/>
            <a:ext cx="180340" cy="71755"/>
          </a:xfrm>
          <a:custGeom>
            <a:avLst/>
            <a:gdLst/>
            <a:ahLst/>
            <a:cxnLst/>
            <a:rect l="l" t="t" r="r" b="b"/>
            <a:pathLst>
              <a:path w="180340" h="71754">
                <a:moveTo>
                  <a:pt x="0" y="71160"/>
                </a:moveTo>
                <a:lnTo>
                  <a:pt x="180266" y="71160"/>
                </a:lnTo>
                <a:lnTo>
                  <a:pt x="180266" y="0"/>
                </a:lnTo>
                <a:lnTo>
                  <a:pt x="0" y="0"/>
                </a:lnTo>
                <a:lnTo>
                  <a:pt x="0" y="7116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9028102" y="5365124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8711451" y="6557015"/>
            <a:ext cx="180340" cy="17780"/>
          </a:xfrm>
          <a:custGeom>
            <a:avLst/>
            <a:gdLst/>
            <a:ahLst/>
            <a:cxnLst/>
            <a:rect l="l" t="t" r="r" b="b"/>
            <a:pathLst>
              <a:path w="180340" h="17779">
                <a:moveTo>
                  <a:pt x="0" y="17779"/>
                </a:moveTo>
                <a:lnTo>
                  <a:pt x="180266" y="17779"/>
                </a:lnTo>
                <a:lnTo>
                  <a:pt x="180266" y="0"/>
                </a:lnTo>
                <a:lnTo>
                  <a:pt x="0" y="0"/>
                </a:lnTo>
                <a:lnTo>
                  <a:pt x="0" y="17779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8711451" y="6283054"/>
            <a:ext cx="180340" cy="198120"/>
          </a:xfrm>
          <a:custGeom>
            <a:avLst/>
            <a:gdLst/>
            <a:ahLst/>
            <a:cxnLst/>
            <a:rect l="l" t="t" r="r" b="b"/>
            <a:pathLst>
              <a:path w="180340" h="198120">
                <a:moveTo>
                  <a:pt x="0" y="198056"/>
                </a:moveTo>
                <a:lnTo>
                  <a:pt x="180266" y="198056"/>
                </a:lnTo>
                <a:lnTo>
                  <a:pt x="180266" y="0"/>
                </a:lnTo>
                <a:lnTo>
                  <a:pt x="0" y="0"/>
                </a:lnTo>
                <a:lnTo>
                  <a:pt x="0" y="198056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7166158" y="4164941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7403345" y="5709051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8068665" y="5709051"/>
            <a:ext cx="8890" cy="292100"/>
          </a:xfrm>
          <a:custGeom>
            <a:avLst/>
            <a:gdLst/>
            <a:ahLst/>
            <a:cxnLst/>
            <a:rect l="l" t="t" r="r" b="b"/>
            <a:pathLst>
              <a:path w="8890" h="292100">
                <a:moveTo>
                  <a:pt x="0" y="291739"/>
                </a:moveTo>
                <a:lnTo>
                  <a:pt x="8303" y="291739"/>
                </a:lnTo>
                <a:lnTo>
                  <a:pt x="8303" y="0"/>
                </a:lnTo>
                <a:lnTo>
                  <a:pt x="0" y="0"/>
                </a:lnTo>
                <a:lnTo>
                  <a:pt x="0" y="291739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8152872" y="5709051"/>
            <a:ext cx="96520" cy="292100"/>
          </a:xfrm>
          <a:custGeom>
            <a:avLst/>
            <a:gdLst/>
            <a:ahLst/>
            <a:cxnLst/>
            <a:rect l="l" t="t" r="r" b="b"/>
            <a:pathLst>
              <a:path w="96520" h="292100">
                <a:moveTo>
                  <a:pt x="0" y="291739"/>
                </a:moveTo>
                <a:lnTo>
                  <a:pt x="96059" y="291739"/>
                </a:lnTo>
                <a:lnTo>
                  <a:pt x="96059" y="0"/>
                </a:lnTo>
                <a:lnTo>
                  <a:pt x="0" y="0"/>
                </a:lnTo>
                <a:lnTo>
                  <a:pt x="0" y="291739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8055618" y="5075751"/>
            <a:ext cx="21590" cy="292100"/>
          </a:xfrm>
          <a:custGeom>
            <a:avLst/>
            <a:gdLst/>
            <a:ahLst/>
            <a:cxnLst/>
            <a:rect l="l" t="t" r="r" b="b"/>
            <a:pathLst>
              <a:path w="21590" h="292100">
                <a:moveTo>
                  <a:pt x="0" y="291739"/>
                </a:moveTo>
                <a:lnTo>
                  <a:pt x="21350" y="291739"/>
                </a:lnTo>
                <a:lnTo>
                  <a:pt x="21350" y="0"/>
                </a:lnTo>
                <a:lnTo>
                  <a:pt x="0" y="0"/>
                </a:lnTo>
                <a:lnTo>
                  <a:pt x="0" y="291739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8152872" y="5075751"/>
            <a:ext cx="83185" cy="292100"/>
          </a:xfrm>
          <a:custGeom>
            <a:avLst/>
            <a:gdLst/>
            <a:ahLst/>
            <a:cxnLst/>
            <a:rect l="l" t="t" r="r" b="b"/>
            <a:pathLst>
              <a:path w="83184" h="292100">
                <a:moveTo>
                  <a:pt x="0" y="291739"/>
                </a:moveTo>
                <a:lnTo>
                  <a:pt x="83013" y="291739"/>
                </a:lnTo>
                <a:lnTo>
                  <a:pt x="83013" y="0"/>
                </a:lnTo>
                <a:lnTo>
                  <a:pt x="0" y="0"/>
                </a:lnTo>
                <a:lnTo>
                  <a:pt x="0" y="291739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8553718" y="4878888"/>
            <a:ext cx="180340" cy="292100"/>
          </a:xfrm>
          <a:custGeom>
            <a:avLst/>
            <a:gdLst/>
            <a:ahLst/>
            <a:cxnLst/>
            <a:rect l="l" t="t" r="r" b="b"/>
            <a:pathLst>
              <a:path w="180340" h="292100">
                <a:moveTo>
                  <a:pt x="180266" y="0"/>
                </a:moveTo>
                <a:lnTo>
                  <a:pt x="0" y="0"/>
                </a:lnTo>
                <a:lnTo>
                  <a:pt x="0" y="291739"/>
                </a:lnTo>
                <a:lnTo>
                  <a:pt x="180266" y="291739"/>
                </a:lnTo>
                <a:lnTo>
                  <a:pt x="180266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6931330" y="5313546"/>
            <a:ext cx="5194935" cy="2066925"/>
          </a:xfrm>
          <a:custGeom>
            <a:avLst/>
            <a:gdLst/>
            <a:ahLst/>
            <a:cxnLst/>
            <a:rect l="l" t="t" r="r" b="b"/>
            <a:pathLst>
              <a:path w="5194934" h="2066925">
                <a:moveTo>
                  <a:pt x="5194478" y="1995779"/>
                </a:moveTo>
                <a:lnTo>
                  <a:pt x="71158" y="1995779"/>
                </a:lnTo>
                <a:lnTo>
                  <a:pt x="71158" y="0"/>
                </a:lnTo>
                <a:lnTo>
                  <a:pt x="0" y="0"/>
                </a:lnTo>
                <a:lnTo>
                  <a:pt x="0" y="1995779"/>
                </a:lnTo>
                <a:lnTo>
                  <a:pt x="0" y="2066899"/>
                </a:lnTo>
                <a:lnTo>
                  <a:pt x="5194478" y="2066899"/>
                </a:lnTo>
                <a:lnTo>
                  <a:pt x="5194478" y="1995779"/>
                </a:lnTo>
                <a:close/>
              </a:path>
            </a:pathLst>
          </a:custGeom>
          <a:solidFill>
            <a:srgbClr val="0A133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" name="object 68" descr=""/>
          <p:cNvGrpSpPr/>
          <p:nvPr/>
        </p:nvGrpSpPr>
        <p:grpSpPr>
          <a:xfrm>
            <a:off x="6910892" y="2313146"/>
            <a:ext cx="8322945" cy="6914515"/>
            <a:chOff x="6910892" y="2313146"/>
            <a:chExt cx="8322945" cy="6914515"/>
          </a:xfrm>
        </p:grpSpPr>
        <p:sp>
          <p:nvSpPr>
            <p:cNvPr id="69" name="object 69" descr=""/>
            <p:cNvSpPr/>
            <p:nvPr/>
          </p:nvSpPr>
          <p:spPr>
            <a:xfrm>
              <a:off x="6931329" y="2313145"/>
              <a:ext cx="5194935" cy="5022215"/>
            </a:xfrm>
            <a:custGeom>
              <a:avLst/>
              <a:gdLst/>
              <a:ahLst/>
              <a:cxnLst/>
              <a:rect l="l" t="t" r="r" b="b"/>
              <a:pathLst>
                <a:path w="5194934" h="5022215">
                  <a:moveTo>
                    <a:pt x="3576180" y="1763458"/>
                  </a:moveTo>
                  <a:lnTo>
                    <a:pt x="3570478" y="1735188"/>
                  </a:lnTo>
                  <a:lnTo>
                    <a:pt x="3554920" y="1712112"/>
                  </a:lnTo>
                  <a:lnTo>
                    <a:pt x="3531844" y="1696554"/>
                  </a:lnTo>
                  <a:lnTo>
                    <a:pt x="3503574" y="1690852"/>
                  </a:lnTo>
                  <a:lnTo>
                    <a:pt x="3495383" y="1690852"/>
                  </a:lnTo>
                  <a:lnTo>
                    <a:pt x="3487521" y="1692275"/>
                  </a:lnTo>
                  <a:lnTo>
                    <a:pt x="3480168" y="1694789"/>
                  </a:lnTo>
                  <a:lnTo>
                    <a:pt x="3466096" y="1657667"/>
                  </a:lnTo>
                  <a:lnTo>
                    <a:pt x="3440836" y="1627987"/>
                  </a:lnTo>
                  <a:lnTo>
                    <a:pt x="3406927" y="1608302"/>
                  </a:lnTo>
                  <a:lnTo>
                    <a:pt x="3366922" y="1601165"/>
                  </a:lnTo>
                  <a:lnTo>
                    <a:pt x="3356775" y="1601609"/>
                  </a:lnTo>
                  <a:lnTo>
                    <a:pt x="3346869" y="1602917"/>
                  </a:lnTo>
                  <a:lnTo>
                    <a:pt x="3337255" y="1605038"/>
                  </a:lnTo>
                  <a:lnTo>
                    <a:pt x="3327946" y="1607934"/>
                  </a:lnTo>
                  <a:lnTo>
                    <a:pt x="3302914" y="1575511"/>
                  </a:lnTo>
                  <a:lnTo>
                    <a:pt x="3270504" y="1550454"/>
                  </a:lnTo>
                  <a:lnTo>
                    <a:pt x="3232251" y="1534287"/>
                  </a:lnTo>
                  <a:lnTo>
                    <a:pt x="3189681" y="1528559"/>
                  </a:lnTo>
                  <a:lnTo>
                    <a:pt x="3144939" y="1534896"/>
                  </a:lnTo>
                  <a:lnTo>
                    <a:pt x="3105086" y="1552714"/>
                  </a:lnTo>
                  <a:lnTo>
                    <a:pt x="3071888" y="1580210"/>
                  </a:lnTo>
                  <a:lnTo>
                    <a:pt x="3047161" y="1615630"/>
                  </a:lnTo>
                  <a:lnTo>
                    <a:pt x="3032645" y="1657172"/>
                  </a:lnTo>
                  <a:lnTo>
                    <a:pt x="3019437" y="1649742"/>
                  </a:lnTo>
                  <a:lnTo>
                    <a:pt x="3005137" y="1644230"/>
                  </a:lnTo>
                  <a:lnTo>
                    <a:pt x="2989948" y="1640789"/>
                  </a:lnTo>
                  <a:lnTo>
                    <a:pt x="2973997" y="1639608"/>
                  </a:lnTo>
                  <a:lnTo>
                    <a:pt x="2935440" y="1646783"/>
                  </a:lnTo>
                  <a:lnTo>
                    <a:pt x="2903143" y="1666532"/>
                  </a:lnTo>
                  <a:lnTo>
                    <a:pt x="2879814" y="1696123"/>
                  </a:lnTo>
                  <a:lnTo>
                    <a:pt x="2868117" y="1732889"/>
                  </a:lnTo>
                  <a:lnTo>
                    <a:pt x="2861018" y="1729549"/>
                  </a:lnTo>
                  <a:lnTo>
                    <a:pt x="2853486" y="1727073"/>
                  </a:lnTo>
                  <a:lnTo>
                    <a:pt x="2845574" y="1725549"/>
                  </a:lnTo>
                  <a:lnTo>
                    <a:pt x="2837345" y="1725015"/>
                  </a:lnTo>
                  <a:lnTo>
                    <a:pt x="2827972" y="1725701"/>
                  </a:lnTo>
                  <a:lnTo>
                    <a:pt x="2819019" y="1727708"/>
                  </a:lnTo>
                  <a:lnTo>
                    <a:pt x="2810573" y="1730908"/>
                  </a:lnTo>
                  <a:lnTo>
                    <a:pt x="2802750" y="1735213"/>
                  </a:lnTo>
                  <a:lnTo>
                    <a:pt x="2792577" y="1699336"/>
                  </a:lnTo>
                  <a:lnTo>
                    <a:pt x="2770721" y="1670342"/>
                  </a:lnTo>
                  <a:lnTo>
                    <a:pt x="2739885" y="1650936"/>
                  </a:lnTo>
                  <a:lnTo>
                    <a:pt x="2702814" y="1643862"/>
                  </a:lnTo>
                  <a:lnTo>
                    <a:pt x="2667520" y="1650250"/>
                  </a:lnTo>
                  <a:lnTo>
                    <a:pt x="2637713" y="1667865"/>
                  </a:lnTo>
                  <a:lnTo>
                    <a:pt x="2615730" y="1694357"/>
                  </a:lnTo>
                  <a:lnTo>
                    <a:pt x="2603893" y="1727415"/>
                  </a:lnTo>
                  <a:lnTo>
                    <a:pt x="2598686" y="1725879"/>
                  </a:lnTo>
                  <a:lnTo>
                    <a:pt x="2593200" y="1725015"/>
                  </a:lnTo>
                  <a:lnTo>
                    <a:pt x="2587498" y="1725015"/>
                  </a:lnTo>
                  <a:lnTo>
                    <a:pt x="2565057" y="1729549"/>
                  </a:lnTo>
                  <a:lnTo>
                    <a:pt x="2546731" y="1741906"/>
                  </a:lnTo>
                  <a:lnTo>
                    <a:pt x="2534374" y="1760232"/>
                  </a:lnTo>
                  <a:lnTo>
                    <a:pt x="2529852" y="1782673"/>
                  </a:lnTo>
                  <a:lnTo>
                    <a:pt x="2529852" y="1786318"/>
                  </a:lnTo>
                  <a:lnTo>
                    <a:pt x="2530221" y="1789887"/>
                  </a:lnTo>
                  <a:lnTo>
                    <a:pt x="2530881" y="1793354"/>
                  </a:lnTo>
                  <a:lnTo>
                    <a:pt x="3569690" y="1793354"/>
                  </a:lnTo>
                  <a:lnTo>
                    <a:pt x="3572446" y="1786331"/>
                  </a:lnTo>
                  <a:lnTo>
                    <a:pt x="3574491" y="1778977"/>
                  </a:lnTo>
                  <a:lnTo>
                    <a:pt x="3575748" y="1771345"/>
                  </a:lnTo>
                  <a:lnTo>
                    <a:pt x="3576180" y="1763458"/>
                  </a:lnTo>
                  <a:close/>
                </a:path>
                <a:path w="5194934" h="5022215">
                  <a:moveTo>
                    <a:pt x="5194478" y="0"/>
                  </a:moveTo>
                  <a:lnTo>
                    <a:pt x="3897033" y="0"/>
                  </a:lnTo>
                  <a:lnTo>
                    <a:pt x="3897033" y="71120"/>
                  </a:lnTo>
                  <a:lnTo>
                    <a:pt x="3897033" y="614337"/>
                  </a:lnTo>
                  <a:lnTo>
                    <a:pt x="3895991" y="615988"/>
                  </a:lnTo>
                  <a:lnTo>
                    <a:pt x="3882479" y="664476"/>
                  </a:lnTo>
                  <a:lnTo>
                    <a:pt x="3870972" y="659053"/>
                  </a:lnTo>
                  <a:lnTo>
                    <a:pt x="3858755" y="655040"/>
                  </a:lnTo>
                  <a:lnTo>
                    <a:pt x="3845915" y="652564"/>
                  </a:lnTo>
                  <a:lnTo>
                    <a:pt x="3832568" y="651700"/>
                  </a:lnTo>
                  <a:lnTo>
                    <a:pt x="3817353" y="652818"/>
                  </a:lnTo>
                  <a:lnTo>
                    <a:pt x="3802837" y="656069"/>
                  </a:lnTo>
                  <a:lnTo>
                    <a:pt x="3789172" y="661263"/>
                  </a:lnTo>
                  <a:lnTo>
                    <a:pt x="3776472" y="668235"/>
                  </a:lnTo>
                  <a:lnTo>
                    <a:pt x="3764940" y="620953"/>
                  </a:lnTo>
                  <a:lnTo>
                    <a:pt x="3740696" y="580237"/>
                  </a:lnTo>
                  <a:lnTo>
                    <a:pt x="3706025" y="548347"/>
                  </a:lnTo>
                  <a:lnTo>
                    <a:pt x="3663188" y="527545"/>
                  </a:lnTo>
                  <a:lnTo>
                    <a:pt x="3614420" y="520115"/>
                  </a:lnTo>
                  <a:lnTo>
                    <a:pt x="3568027" y="526821"/>
                  </a:lnTo>
                  <a:lnTo>
                    <a:pt x="3526866" y="545655"/>
                  </a:lnTo>
                  <a:lnTo>
                    <a:pt x="3492855" y="574687"/>
                  </a:lnTo>
                  <a:lnTo>
                    <a:pt x="3467912" y="611974"/>
                  </a:lnTo>
                  <a:lnTo>
                    <a:pt x="3453981" y="655586"/>
                  </a:lnTo>
                  <a:lnTo>
                    <a:pt x="3447580" y="653935"/>
                  </a:lnTo>
                  <a:lnTo>
                    <a:pt x="3441001" y="652716"/>
                  </a:lnTo>
                  <a:lnTo>
                    <a:pt x="3434283" y="651967"/>
                  </a:lnTo>
                  <a:lnTo>
                    <a:pt x="3427412" y="651700"/>
                  </a:lnTo>
                  <a:lnTo>
                    <a:pt x="3391027" y="659053"/>
                  </a:lnTo>
                  <a:lnTo>
                    <a:pt x="3361309" y="679094"/>
                  </a:lnTo>
                  <a:lnTo>
                    <a:pt x="3341268" y="708812"/>
                  </a:lnTo>
                  <a:lnTo>
                    <a:pt x="3333927" y="745197"/>
                  </a:lnTo>
                  <a:lnTo>
                    <a:pt x="3333927" y="751128"/>
                  </a:lnTo>
                  <a:lnTo>
                    <a:pt x="3334537" y="756907"/>
                  </a:lnTo>
                  <a:lnTo>
                    <a:pt x="3335591" y="762520"/>
                  </a:lnTo>
                  <a:lnTo>
                    <a:pt x="3897033" y="762520"/>
                  </a:lnTo>
                  <a:lnTo>
                    <a:pt x="3897033" y="1056030"/>
                  </a:lnTo>
                  <a:lnTo>
                    <a:pt x="3897033" y="1131938"/>
                  </a:lnTo>
                  <a:lnTo>
                    <a:pt x="3897033" y="4167975"/>
                  </a:lnTo>
                  <a:lnTo>
                    <a:pt x="1221536" y="4167975"/>
                  </a:lnTo>
                  <a:lnTo>
                    <a:pt x="1221536" y="1131938"/>
                  </a:lnTo>
                  <a:lnTo>
                    <a:pt x="3897033" y="1131938"/>
                  </a:lnTo>
                  <a:lnTo>
                    <a:pt x="3897033" y="1056030"/>
                  </a:lnTo>
                  <a:lnTo>
                    <a:pt x="1221536" y="1056030"/>
                  </a:lnTo>
                  <a:lnTo>
                    <a:pt x="1221536" y="654837"/>
                  </a:lnTo>
                  <a:lnTo>
                    <a:pt x="1847697" y="654837"/>
                  </a:lnTo>
                  <a:lnTo>
                    <a:pt x="1850453" y="647814"/>
                  </a:lnTo>
                  <a:lnTo>
                    <a:pt x="1852485" y="640473"/>
                  </a:lnTo>
                  <a:lnTo>
                    <a:pt x="1853755" y="632828"/>
                  </a:lnTo>
                  <a:lnTo>
                    <a:pt x="1854187" y="624941"/>
                  </a:lnTo>
                  <a:lnTo>
                    <a:pt x="1848485" y="596684"/>
                  </a:lnTo>
                  <a:lnTo>
                    <a:pt x="1832914" y="573608"/>
                  </a:lnTo>
                  <a:lnTo>
                    <a:pt x="1809838" y="558050"/>
                  </a:lnTo>
                  <a:lnTo>
                    <a:pt x="1781581" y="552335"/>
                  </a:lnTo>
                  <a:lnTo>
                    <a:pt x="1773377" y="552335"/>
                  </a:lnTo>
                  <a:lnTo>
                    <a:pt x="1765515" y="553758"/>
                  </a:lnTo>
                  <a:lnTo>
                    <a:pt x="1758162" y="556272"/>
                  </a:lnTo>
                  <a:lnTo>
                    <a:pt x="1744103" y="519150"/>
                  </a:lnTo>
                  <a:lnTo>
                    <a:pt x="1718830" y="489470"/>
                  </a:lnTo>
                  <a:lnTo>
                    <a:pt x="1684921" y="469785"/>
                  </a:lnTo>
                  <a:lnTo>
                    <a:pt x="1644916" y="462661"/>
                  </a:lnTo>
                  <a:lnTo>
                    <a:pt x="1634769" y="463092"/>
                  </a:lnTo>
                  <a:lnTo>
                    <a:pt x="1624876" y="464400"/>
                  </a:lnTo>
                  <a:lnTo>
                    <a:pt x="1615249" y="466521"/>
                  </a:lnTo>
                  <a:lnTo>
                    <a:pt x="1605953" y="469417"/>
                  </a:lnTo>
                  <a:lnTo>
                    <a:pt x="1580921" y="436994"/>
                  </a:lnTo>
                  <a:lnTo>
                    <a:pt x="1548511" y="411937"/>
                  </a:lnTo>
                  <a:lnTo>
                    <a:pt x="1510258" y="395782"/>
                  </a:lnTo>
                  <a:lnTo>
                    <a:pt x="1467688" y="390055"/>
                  </a:lnTo>
                  <a:lnTo>
                    <a:pt x="1422946" y="396379"/>
                  </a:lnTo>
                  <a:lnTo>
                    <a:pt x="1383080" y="414197"/>
                  </a:lnTo>
                  <a:lnTo>
                    <a:pt x="1349895" y="441706"/>
                  </a:lnTo>
                  <a:lnTo>
                    <a:pt x="1325156" y="477113"/>
                  </a:lnTo>
                  <a:lnTo>
                    <a:pt x="1310652" y="518655"/>
                  </a:lnTo>
                  <a:lnTo>
                    <a:pt x="1297432" y="511238"/>
                  </a:lnTo>
                  <a:lnTo>
                    <a:pt x="1283144" y="505714"/>
                  </a:lnTo>
                  <a:lnTo>
                    <a:pt x="1267942" y="502285"/>
                  </a:lnTo>
                  <a:lnTo>
                    <a:pt x="1252004" y="501091"/>
                  </a:lnTo>
                  <a:lnTo>
                    <a:pt x="1221536" y="506780"/>
                  </a:lnTo>
                  <a:lnTo>
                    <a:pt x="1221536" y="71120"/>
                  </a:lnTo>
                  <a:lnTo>
                    <a:pt x="3897033" y="71120"/>
                  </a:lnTo>
                  <a:lnTo>
                    <a:pt x="3897033" y="0"/>
                  </a:lnTo>
                  <a:lnTo>
                    <a:pt x="1145628" y="0"/>
                  </a:lnTo>
                  <a:lnTo>
                    <a:pt x="1145628" y="71120"/>
                  </a:lnTo>
                  <a:lnTo>
                    <a:pt x="1145628" y="594169"/>
                  </a:lnTo>
                  <a:lnTo>
                    <a:pt x="1139024" y="591032"/>
                  </a:lnTo>
                  <a:lnTo>
                    <a:pt x="1131481" y="588556"/>
                  </a:lnTo>
                  <a:lnTo>
                    <a:pt x="1123569" y="587032"/>
                  </a:lnTo>
                  <a:lnTo>
                    <a:pt x="1115352" y="586511"/>
                  </a:lnTo>
                  <a:lnTo>
                    <a:pt x="1105966" y="587197"/>
                  </a:lnTo>
                  <a:lnTo>
                    <a:pt x="1097013" y="589191"/>
                  </a:lnTo>
                  <a:lnTo>
                    <a:pt x="1088580" y="592404"/>
                  </a:lnTo>
                  <a:lnTo>
                    <a:pt x="1080757" y="596709"/>
                  </a:lnTo>
                  <a:lnTo>
                    <a:pt x="1070571" y="560832"/>
                  </a:lnTo>
                  <a:lnTo>
                    <a:pt x="1048715" y="531825"/>
                  </a:lnTo>
                  <a:lnTo>
                    <a:pt x="1017892" y="512432"/>
                  </a:lnTo>
                  <a:lnTo>
                    <a:pt x="980821" y="505358"/>
                  </a:lnTo>
                  <a:lnTo>
                    <a:pt x="945515" y="511746"/>
                  </a:lnTo>
                  <a:lnTo>
                    <a:pt x="915720" y="529348"/>
                  </a:lnTo>
                  <a:lnTo>
                    <a:pt x="893737" y="555840"/>
                  </a:lnTo>
                  <a:lnTo>
                    <a:pt x="881888" y="588899"/>
                  </a:lnTo>
                  <a:lnTo>
                    <a:pt x="876681" y="587362"/>
                  </a:lnTo>
                  <a:lnTo>
                    <a:pt x="871194" y="586511"/>
                  </a:lnTo>
                  <a:lnTo>
                    <a:pt x="865505" y="586511"/>
                  </a:lnTo>
                  <a:lnTo>
                    <a:pt x="843064" y="591032"/>
                  </a:lnTo>
                  <a:lnTo>
                    <a:pt x="824738" y="603389"/>
                  </a:lnTo>
                  <a:lnTo>
                    <a:pt x="812380" y="621715"/>
                  </a:lnTo>
                  <a:lnTo>
                    <a:pt x="807847" y="644156"/>
                  </a:lnTo>
                  <a:lnTo>
                    <a:pt x="807847" y="647814"/>
                  </a:lnTo>
                  <a:lnTo>
                    <a:pt x="808228" y="651370"/>
                  </a:lnTo>
                  <a:lnTo>
                    <a:pt x="808875" y="654837"/>
                  </a:lnTo>
                  <a:lnTo>
                    <a:pt x="1145628" y="654837"/>
                  </a:lnTo>
                  <a:lnTo>
                    <a:pt x="1145628" y="1056030"/>
                  </a:lnTo>
                  <a:lnTo>
                    <a:pt x="71158" y="1056030"/>
                  </a:lnTo>
                  <a:lnTo>
                    <a:pt x="71158" y="71120"/>
                  </a:lnTo>
                  <a:lnTo>
                    <a:pt x="1145628" y="71120"/>
                  </a:lnTo>
                  <a:lnTo>
                    <a:pt x="1145628" y="0"/>
                  </a:lnTo>
                  <a:lnTo>
                    <a:pt x="0" y="0"/>
                  </a:lnTo>
                  <a:lnTo>
                    <a:pt x="0" y="71120"/>
                  </a:lnTo>
                  <a:lnTo>
                    <a:pt x="0" y="2240203"/>
                  </a:lnTo>
                  <a:lnTo>
                    <a:pt x="71158" y="2240203"/>
                  </a:lnTo>
                  <a:lnTo>
                    <a:pt x="71158" y="1131938"/>
                  </a:lnTo>
                  <a:lnTo>
                    <a:pt x="1145628" y="1131938"/>
                  </a:lnTo>
                  <a:lnTo>
                    <a:pt x="1145628" y="4167975"/>
                  </a:lnTo>
                  <a:lnTo>
                    <a:pt x="39128" y="4167975"/>
                  </a:lnTo>
                  <a:lnTo>
                    <a:pt x="39128" y="4243870"/>
                  </a:lnTo>
                  <a:lnTo>
                    <a:pt x="1145628" y="4243870"/>
                  </a:lnTo>
                  <a:lnTo>
                    <a:pt x="1145628" y="5021846"/>
                  </a:lnTo>
                  <a:lnTo>
                    <a:pt x="1221536" y="5021846"/>
                  </a:lnTo>
                  <a:lnTo>
                    <a:pt x="1221536" y="4243870"/>
                  </a:lnTo>
                  <a:lnTo>
                    <a:pt x="3897033" y="4243870"/>
                  </a:lnTo>
                  <a:lnTo>
                    <a:pt x="3897033" y="5021846"/>
                  </a:lnTo>
                  <a:lnTo>
                    <a:pt x="3972941" y="5021846"/>
                  </a:lnTo>
                  <a:lnTo>
                    <a:pt x="3972941" y="4243870"/>
                  </a:lnTo>
                  <a:lnTo>
                    <a:pt x="5123307" y="4243870"/>
                  </a:lnTo>
                  <a:lnTo>
                    <a:pt x="5123307" y="4995773"/>
                  </a:lnTo>
                  <a:lnTo>
                    <a:pt x="5194478" y="4995773"/>
                  </a:lnTo>
                  <a:lnTo>
                    <a:pt x="5194478" y="71704"/>
                  </a:lnTo>
                  <a:lnTo>
                    <a:pt x="5123307" y="71704"/>
                  </a:lnTo>
                  <a:lnTo>
                    <a:pt x="5123307" y="1056030"/>
                  </a:lnTo>
                  <a:lnTo>
                    <a:pt x="5123307" y="1131938"/>
                  </a:lnTo>
                  <a:lnTo>
                    <a:pt x="5123307" y="4167975"/>
                  </a:lnTo>
                  <a:lnTo>
                    <a:pt x="3972941" y="4167975"/>
                  </a:lnTo>
                  <a:lnTo>
                    <a:pt x="3972941" y="1131938"/>
                  </a:lnTo>
                  <a:lnTo>
                    <a:pt x="5123307" y="1131938"/>
                  </a:lnTo>
                  <a:lnTo>
                    <a:pt x="5123307" y="1056030"/>
                  </a:lnTo>
                  <a:lnTo>
                    <a:pt x="3972941" y="1056030"/>
                  </a:lnTo>
                  <a:lnTo>
                    <a:pt x="3972941" y="762520"/>
                  </a:lnTo>
                  <a:lnTo>
                    <a:pt x="5020183" y="762520"/>
                  </a:lnTo>
                  <a:lnTo>
                    <a:pt x="5024666" y="751141"/>
                  </a:lnTo>
                  <a:lnTo>
                    <a:pt x="5027968" y="739216"/>
                  </a:lnTo>
                  <a:lnTo>
                    <a:pt x="5030013" y="726833"/>
                  </a:lnTo>
                  <a:lnTo>
                    <a:pt x="5030724" y="714032"/>
                  </a:lnTo>
                  <a:lnTo>
                    <a:pt x="5021465" y="668210"/>
                  </a:lnTo>
                  <a:lnTo>
                    <a:pt x="4996231" y="630783"/>
                  </a:lnTo>
                  <a:lnTo>
                    <a:pt x="4958804" y="605561"/>
                  </a:lnTo>
                  <a:lnTo>
                    <a:pt x="4912969" y="596303"/>
                  </a:lnTo>
                  <a:lnTo>
                    <a:pt x="4903101" y="596722"/>
                  </a:lnTo>
                  <a:lnTo>
                    <a:pt x="4893475" y="597966"/>
                  </a:lnTo>
                  <a:lnTo>
                    <a:pt x="4884090" y="599960"/>
                  </a:lnTo>
                  <a:lnTo>
                    <a:pt x="4874996" y="602678"/>
                  </a:lnTo>
                  <a:lnTo>
                    <a:pt x="4862017" y="561416"/>
                  </a:lnTo>
                  <a:lnTo>
                    <a:pt x="4840351" y="524903"/>
                  </a:lnTo>
                  <a:lnTo>
                    <a:pt x="4811217" y="494347"/>
                  </a:lnTo>
                  <a:lnTo>
                    <a:pt x="4775860" y="471017"/>
                  </a:lnTo>
                  <a:lnTo>
                    <a:pt x="4735500" y="456107"/>
                  </a:lnTo>
                  <a:lnTo>
                    <a:pt x="4691354" y="450862"/>
                  </a:lnTo>
                  <a:lnTo>
                    <a:pt x="4674895" y="451586"/>
                  </a:lnTo>
                  <a:lnTo>
                    <a:pt x="4658842" y="453694"/>
                  </a:lnTo>
                  <a:lnTo>
                    <a:pt x="4643247" y="457136"/>
                  </a:lnTo>
                  <a:lnTo>
                    <a:pt x="4628172" y="461835"/>
                  </a:lnTo>
                  <a:lnTo>
                    <a:pt x="4602543" y="425577"/>
                  </a:lnTo>
                  <a:lnTo>
                    <a:pt x="4571250" y="394258"/>
                  </a:lnTo>
                  <a:lnTo>
                    <a:pt x="4535017" y="368617"/>
                  </a:lnTo>
                  <a:lnTo>
                    <a:pt x="4494568" y="349389"/>
                  </a:lnTo>
                  <a:lnTo>
                    <a:pt x="4450626" y="337312"/>
                  </a:lnTo>
                  <a:lnTo>
                    <a:pt x="4403941" y="333133"/>
                  </a:lnTo>
                  <a:lnTo>
                    <a:pt x="4357827" y="337210"/>
                  </a:lnTo>
                  <a:lnTo>
                    <a:pt x="4314368" y="348983"/>
                  </a:lnTo>
                  <a:lnTo>
                    <a:pt x="4274299" y="367753"/>
                  </a:lnTo>
                  <a:lnTo>
                    <a:pt x="4238307" y="392798"/>
                  </a:lnTo>
                  <a:lnTo>
                    <a:pt x="4207103" y="423430"/>
                  </a:lnTo>
                  <a:lnTo>
                    <a:pt x="4181398" y="458914"/>
                  </a:lnTo>
                  <a:lnTo>
                    <a:pt x="4161891" y="498563"/>
                  </a:lnTo>
                  <a:lnTo>
                    <a:pt x="4149293" y="541667"/>
                  </a:lnTo>
                  <a:lnTo>
                    <a:pt x="4127855" y="529628"/>
                  </a:lnTo>
                  <a:lnTo>
                    <a:pt x="4104678" y="520687"/>
                  </a:lnTo>
                  <a:lnTo>
                    <a:pt x="4080040" y="515112"/>
                  </a:lnTo>
                  <a:lnTo>
                    <a:pt x="4054195" y="513194"/>
                  </a:lnTo>
                  <a:lnTo>
                    <a:pt x="4003497" y="520738"/>
                  </a:lnTo>
                  <a:lnTo>
                    <a:pt x="3972941" y="535178"/>
                  </a:lnTo>
                  <a:lnTo>
                    <a:pt x="3972941" y="71120"/>
                  </a:lnTo>
                  <a:lnTo>
                    <a:pt x="5194478" y="71120"/>
                  </a:lnTo>
                  <a:lnTo>
                    <a:pt x="5194478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88814" y="3192071"/>
              <a:ext cx="3644748" cy="4191493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2855750" y="6953192"/>
              <a:ext cx="1137285" cy="2205990"/>
            </a:xfrm>
            <a:custGeom>
              <a:avLst/>
              <a:gdLst/>
              <a:ahLst/>
              <a:cxnLst/>
              <a:rect l="l" t="t" r="r" b="b"/>
              <a:pathLst>
                <a:path w="1137284" h="2205990">
                  <a:moveTo>
                    <a:pt x="1136949" y="0"/>
                  </a:moveTo>
                  <a:lnTo>
                    <a:pt x="0" y="0"/>
                  </a:lnTo>
                  <a:lnTo>
                    <a:pt x="0" y="336146"/>
                  </a:lnTo>
                  <a:lnTo>
                    <a:pt x="231762" y="2205985"/>
                  </a:lnTo>
                  <a:lnTo>
                    <a:pt x="905187" y="2205985"/>
                  </a:lnTo>
                  <a:lnTo>
                    <a:pt x="1136949" y="336146"/>
                  </a:lnTo>
                  <a:lnTo>
                    <a:pt x="1136949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55750" y="6953192"/>
              <a:ext cx="1136949" cy="2205985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12855750" y="6953192"/>
              <a:ext cx="1137285" cy="2205990"/>
            </a:xfrm>
            <a:custGeom>
              <a:avLst/>
              <a:gdLst/>
              <a:ahLst/>
              <a:cxnLst/>
              <a:rect l="l" t="t" r="r" b="b"/>
              <a:pathLst>
                <a:path w="1137284" h="2205990">
                  <a:moveTo>
                    <a:pt x="1136949" y="0"/>
                  </a:moveTo>
                  <a:lnTo>
                    <a:pt x="0" y="0"/>
                  </a:lnTo>
                  <a:lnTo>
                    <a:pt x="0" y="336146"/>
                  </a:lnTo>
                  <a:lnTo>
                    <a:pt x="231762" y="2205985"/>
                  </a:lnTo>
                  <a:lnTo>
                    <a:pt x="905187" y="2205985"/>
                  </a:lnTo>
                  <a:lnTo>
                    <a:pt x="1136949" y="336146"/>
                  </a:lnTo>
                  <a:lnTo>
                    <a:pt x="1136949" y="0"/>
                  </a:lnTo>
                  <a:close/>
                </a:path>
              </a:pathLst>
            </a:custGeom>
            <a:ln w="10470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924829" y="4973605"/>
              <a:ext cx="507365" cy="4239895"/>
            </a:xfrm>
            <a:custGeom>
              <a:avLst/>
              <a:gdLst/>
              <a:ahLst/>
              <a:cxnLst/>
              <a:rect l="l" t="t" r="r" b="b"/>
              <a:pathLst>
                <a:path w="507365" h="4239895">
                  <a:moveTo>
                    <a:pt x="0" y="0"/>
                  </a:moveTo>
                  <a:lnTo>
                    <a:pt x="506801" y="4239787"/>
                  </a:lnTo>
                </a:path>
              </a:pathLst>
            </a:custGeom>
            <a:ln w="27873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 descr=""/>
          <p:cNvGrpSpPr/>
          <p:nvPr/>
        </p:nvGrpSpPr>
        <p:grpSpPr>
          <a:xfrm>
            <a:off x="5894239" y="4553337"/>
            <a:ext cx="1873250" cy="4674235"/>
            <a:chOff x="5894239" y="4553337"/>
            <a:chExt cx="1873250" cy="4674235"/>
          </a:xfrm>
        </p:grpSpPr>
        <p:sp>
          <p:nvSpPr>
            <p:cNvPr id="76" name="object 76" descr=""/>
            <p:cNvSpPr/>
            <p:nvPr/>
          </p:nvSpPr>
          <p:spPr>
            <a:xfrm>
              <a:off x="6229525" y="4973605"/>
              <a:ext cx="507365" cy="4239895"/>
            </a:xfrm>
            <a:custGeom>
              <a:avLst/>
              <a:gdLst/>
              <a:ahLst/>
              <a:cxnLst/>
              <a:rect l="l" t="t" r="r" b="b"/>
              <a:pathLst>
                <a:path w="507365" h="4239895">
                  <a:moveTo>
                    <a:pt x="506801" y="0"/>
                  </a:moveTo>
                  <a:lnTo>
                    <a:pt x="0" y="4239787"/>
                  </a:lnTo>
                </a:path>
              </a:pathLst>
            </a:custGeom>
            <a:ln w="27873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617352" y="6013467"/>
              <a:ext cx="422275" cy="0"/>
            </a:xfrm>
            <a:custGeom>
              <a:avLst/>
              <a:gdLst/>
              <a:ahLst/>
              <a:cxnLst/>
              <a:rect l="l" t="t" r="r" b="b"/>
              <a:pathLst>
                <a:path w="422275" h="0">
                  <a:moveTo>
                    <a:pt x="0" y="0"/>
                  </a:moveTo>
                  <a:lnTo>
                    <a:pt x="421819" y="0"/>
                  </a:lnTo>
                </a:path>
              </a:pathLst>
            </a:custGeom>
            <a:ln w="27873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819762" y="6005740"/>
              <a:ext cx="0" cy="2923540"/>
            </a:xfrm>
            <a:custGeom>
              <a:avLst/>
              <a:gdLst/>
              <a:ahLst/>
              <a:cxnLst/>
              <a:rect l="l" t="t" r="r" b="b"/>
              <a:pathLst>
                <a:path w="0" h="2923540">
                  <a:moveTo>
                    <a:pt x="0" y="0"/>
                  </a:moveTo>
                  <a:lnTo>
                    <a:pt x="0" y="2923356"/>
                  </a:lnTo>
                </a:path>
              </a:pathLst>
            </a:custGeom>
            <a:ln w="27873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894239" y="4553337"/>
              <a:ext cx="1873250" cy="760730"/>
            </a:xfrm>
            <a:custGeom>
              <a:avLst/>
              <a:gdLst/>
              <a:ahLst/>
              <a:cxnLst/>
              <a:rect l="l" t="t" r="r" b="b"/>
              <a:pathLst>
                <a:path w="1873250" h="760729">
                  <a:moveTo>
                    <a:pt x="1872675" y="0"/>
                  </a:moveTo>
                  <a:lnTo>
                    <a:pt x="0" y="0"/>
                  </a:lnTo>
                  <a:lnTo>
                    <a:pt x="0" y="760196"/>
                  </a:lnTo>
                  <a:lnTo>
                    <a:pt x="1872675" y="760196"/>
                  </a:lnTo>
                  <a:lnTo>
                    <a:pt x="187267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894240" y="5128118"/>
              <a:ext cx="1873250" cy="0"/>
            </a:xfrm>
            <a:custGeom>
              <a:avLst/>
              <a:gdLst/>
              <a:ahLst/>
              <a:cxnLst/>
              <a:rect l="l" t="t" r="r" b="b"/>
              <a:pathLst>
                <a:path w="1873250" h="0">
                  <a:moveTo>
                    <a:pt x="1872675" y="0"/>
                  </a:moveTo>
                  <a:lnTo>
                    <a:pt x="0" y="0"/>
                  </a:lnTo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894240" y="5115118"/>
              <a:ext cx="1873250" cy="26034"/>
            </a:xfrm>
            <a:custGeom>
              <a:avLst/>
              <a:gdLst/>
              <a:ahLst/>
              <a:cxnLst/>
              <a:rect l="l" t="t" r="r" b="b"/>
              <a:pathLst>
                <a:path w="1873250" h="26035">
                  <a:moveTo>
                    <a:pt x="0" y="25999"/>
                  </a:moveTo>
                  <a:lnTo>
                    <a:pt x="1872675" y="25999"/>
                  </a:lnTo>
                  <a:lnTo>
                    <a:pt x="1872675" y="0"/>
                  </a:lnTo>
                  <a:lnTo>
                    <a:pt x="0" y="0"/>
                  </a:lnTo>
                  <a:lnTo>
                    <a:pt x="0" y="25999"/>
                  </a:lnTo>
                  <a:close/>
                </a:path>
              </a:pathLst>
            </a:custGeom>
            <a:solidFill>
              <a:srgbClr val="3030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/>
          <p:nvPr/>
        </p:nvSpPr>
        <p:spPr>
          <a:xfrm>
            <a:off x="4333506" y="5934563"/>
            <a:ext cx="1514475" cy="2058035"/>
          </a:xfrm>
          <a:custGeom>
            <a:avLst/>
            <a:gdLst/>
            <a:ahLst/>
            <a:cxnLst/>
            <a:rect l="l" t="t" r="r" b="b"/>
            <a:pathLst>
              <a:path w="1514475" h="2058034">
                <a:moveTo>
                  <a:pt x="605180" y="1275854"/>
                </a:moveTo>
                <a:lnTo>
                  <a:pt x="603059" y="1230706"/>
                </a:lnTo>
                <a:lnTo>
                  <a:pt x="591400" y="1187081"/>
                </a:lnTo>
                <a:lnTo>
                  <a:pt x="572096" y="1145463"/>
                </a:lnTo>
                <a:lnTo>
                  <a:pt x="547052" y="1106335"/>
                </a:lnTo>
                <a:lnTo>
                  <a:pt x="518134" y="1070152"/>
                </a:lnTo>
                <a:lnTo>
                  <a:pt x="486981" y="1036421"/>
                </a:lnTo>
                <a:lnTo>
                  <a:pt x="454774" y="1003592"/>
                </a:lnTo>
                <a:lnTo>
                  <a:pt x="422821" y="970597"/>
                </a:lnTo>
                <a:lnTo>
                  <a:pt x="392417" y="936371"/>
                </a:lnTo>
                <a:lnTo>
                  <a:pt x="364845" y="899871"/>
                </a:lnTo>
                <a:lnTo>
                  <a:pt x="340487" y="859828"/>
                </a:lnTo>
                <a:lnTo>
                  <a:pt x="318376" y="817803"/>
                </a:lnTo>
                <a:lnTo>
                  <a:pt x="296786" y="775449"/>
                </a:lnTo>
                <a:lnTo>
                  <a:pt x="274040" y="734441"/>
                </a:lnTo>
                <a:lnTo>
                  <a:pt x="248412" y="696417"/>
                </a:lnTo>
                <a:lnTo>
                  <a:pt x="218211" y="663054"/>
                </a:lnTo>
                <a:lnTo>
                  <a:pt x="181724" y="636003"/>
                </a:lnTo>
                <a:lnTo>
                  <a:pt x="141681" y="619760"/>
                </a:lnTo>
                <a:lnTo>
                  <a:pt x="120459" y="616978"/>
                </a:lnTo>
                <a:lnTo>
                  <a:pt x="99199" y="618871"/>
                </a:lnTo>
                <a:lnTo>
                  <a:pt x="53746" y="642823"/>
                </a:lnTo>
                <a:lnTo>
                  <a:pt x="15176" y="697141"/>
                </a:lnTo>
                <a:lnTo>
                  <a:pt x="1854" y="745172"/>
                </a:lnTo>
                <a:lnTo>
                  <a:pt x="0" y="795934"/>
                </a:lnTo>
                <a:lnTo>
                  <a:pt x="8077" y="846162"/>
                </a:lnTo>
                <a:lnTo>
                  <a:pt x="23850" y="893876"/>
                </a:lnTo>
                <a:lnTo>
                  <a:pt x="44615" y="939749"/>
                </a:lnTo>
                <a:lnTo>
                  <a:pt x="68224" y="984504"/>
                </a:lnTo>
                <a:lnTo>
                  <a:pt x="92481" y="1028903"/>
                </a:lnTo>
                <a:lnTo>
                  <a:pt x="113817" y="1069949"/>
                </a:lnTo>
                <a:lnTo>
                  <a:pt x="134251" y="1111453"/>
                </a:lnTo>
                <a:lnTo>
                  <a:pt x="154038" y="1153287"/>
                </a:lnTo>
                <a:lnTo>
                  <a:pt x="192735" y="1237373"/>
                </a:lnTo>
                <a:lnTo>
                  <a:pt x="214007" y="1281963"/>
                </a:lnTo>
                <a:lnTo>
                  <a:pt x="237947" y="1325460"/>
                </a:lnTo>
                <a:lnTo>
                  <a:pt x="265861" y="1365618"/>
                </a:lnTo>
                <a:lnTo>
                  <a:pt x="299085" y="1400175"/>
                </a:lnTo>
                <a:lnTo>
                  <a:pt x="338924" y="1426845"/>
                </a:lnTo>
                <a:lnTo>
                  <a:pt x="381381" y="1441818"/>
                </a:lnTo>
                <a:lnTo>
                  <a:pt x="426224" y="1446060"/>
                </a:lnTo>
                <a:lnTo>
                  <a:pt x="470814" y="1439633"/>
                </a:lnTo>
                <a:lnTo>
                  <a:pt x="512470" y="1422615"/>
                </a:lnTo>
                <a:lnTo>
                  <a:pt x="548462" y="1395603"/>
                </a:lnTo>
                <a:lnTo>
                  <a:pt x="576859" y="1360627"/>
                </a:lnTo>
                <a:lnTo>
                  <a:pt x="596239" y="1319961"/>
                </a:lnTo>
                <a:lnTo>
                  <a:pt x="605180" y="1275854"/>
                </a:lnTo>
                <a:close/>
              </a:path>
              <a:path w="1514475" h="2058034">
                <a:moveTo>
                  <a:pt x="938072" y="772947"/>
                </a:moveTo>
                <a:lnTo>
                  <a:pt x="937564" y="723811"/>
                </a:lnTo>
                <a:lnTo>
                  <a:pt x="931583" y="674420"/>
                </a:lnTo>
                <a:lnTo>
                  <a:pt x="920699" y="625348"/>
                </a:lnTo>
                <a:lnTo>
                  <a:pt x="905497" y="577100"/>
                </a:lnTo>
                <a:lnTo>
                  <a:pt x="886536" y="530237"/>
                </a:lnTo>
                <a:lnTo>
                  <a:pt x="864387" y="485305"/>
                </a:lnTo>
                <a:lnTo>
                  <a:pt x="839736" y="442175"/>
                </a:lnTo>
                <a:lnTo>
                  <a:pt x="813206" y="400202"/>
                </a:lnTo>
                <a:lnTo>
                  <a:pt x="785304" y="359079"/>
                </a:lnTo>
                <a:lnTo>
                  <a:pt x="756513" y="318490"/>
                </a:lnTo>
                <a:lnTo>
                  <a:pt x="698246" y="237718"/>
                </a:lnTo>
                <a:lnTo>
                  <a:pt x="669747" y="196926"/>
                </a:lnTo>
                <a:lnTo>
                  <a:pt x="642340" y="155448"/>
                </a:lnTo>
                <a:lnTo>
                  <a:pt x="616508" y="112979"/>
                </a:lnTo>
                <a:lnTo>
                  <a:pt x="603402" y="90131"/>
                </a:lnTo>
                <a:lnTo>
                  <a:pt x="589699" y="67640"/>
                </a:lnTo>
                <a:lnTo>
                  <a:pt x="556437" y="27559"/>
                </a:lnTo>
                <a:lnTo>
                  <a:pt x="510171" y="2590"/>
                </a:lnTo>
                <a:lnTo>
                  <a:pt x="484530" y="0"/>
                </a:lnTo>
                <a:lnTo>
                  <a:pt x="459727" y="6172"/>
                </a:lnTo>
                <a:lnTo>
                  <a:pt x="431596" y="30086"/>
                </a:lnTo>
                <a:lnTo>
                  <a:pt x="416509" y="64897"/>
                </a:lnTo>
                <a:lnTo>
                  <a:pt x="411086" y="105384"/>
                </a:lnTo>
                <a:lnTo>
                  <a:pt x="411886" y="146316"/>
                </a:lnTo>
                <a:lnTo>
                  <a:pt x="415569" y="195872"/>
                </a:lnTo>
                <a:lnTo>
                  <a:pt x="419531" y="245414"/>
                </a:lnTo>
                <a:lnTo>
                  <a:pt x="423811" y="294919"/>
                </a:lnTo>
                <a:lnTo>
                  <a:pt x="428383" y="344411"/>
                </a:lnTo>
                <a:lnTo>
                  <a:pt x="433260" y="393865"/>
                </a:lnTo>
                <a:lnTo>
                  <a:pt x="438429" y="443293"/>
                </a:lnTo>
                <a:lnTo>
                  <a:pt x="443903" y="492683"/>
                </a:lnTo>
                <a:lnTo>
                  <a:pt x="449681" y="542048"/>
                </a:lnTo>
                <a:lnTo>
                  <a:pt x="455752" y="591362"/>
                </a:lnTo>
                <a:lnTo>
                  <a:pt x="462127" y="640651"/>
                </a:lnTo>
                <a:lnTo>
                  <a:pt x="469061" y="689800"/>
                </a:lnTo>
                <a:lnTo>
                  <a:pt x="477608" y="738886"/>
                </a:lnTo>
                <a:lnTo>
                  <a:pt x="488797" y="787222"/>
                </a:lnTo>
                <a:lnTo>
                  <a:pt x="503669" y="834110"/>
                </a:lnTo>
                <a:lnTo>
                  <a:pt x="523278" y="878827"/>
                </a:lnTo>
                <a:lnTo>
                  <a:pt x="548678" y="920711"/>
                </a:lnTo>
                <a:lnTo>
                  <a:pt x="581418" y="958189"/>
                </a:lnTo>
                <a:lnTo>
                  <a:pt x="621017" y="989025"/>
                </a:lnTo>
                <a:lnTo>
                  <a:pt x="665391" y="1011453"/>
                </a:lnTo>
                <a:lnTo>
                  <a:pt x="712444" y="1023696"/>
                </a:lnTo>
                <a:lnTo>
                  <a:pt x="760107" y="1024001"/>
                </a:lnTo>
                <a:lnTo>
                  <a:pt x="806284" y="1010589"/>
                </a:lnTo>
                <a:lnTo>
                  <a:pt x="861364" y="970064"/>
                </a:lnTo>
                <a:lnTo>
                  <a:pt x="901153" y="913511"/>
                </a:lnTo>
                <a:lnTo>
                  <a:pt x="920445" y="868337"/>
                </a:lnTo>
                <a:lnTo>
                  <a:pt x="932561" y="821309"/>
                </a:lnTo>
                <a:lnTo>
                  <a:pt x="938072" y="772947"/>
                </a:lnTo>
                <a:close/>
              </a:path>
              <a:path w="1514475" h="2058034">
                <a:moveTo>
                  <a:pt x="1514386" y="778764"/>
                </a:moveTo>
                <a:lnTo>
                  <a:pt x="1509725" y="728560"/>
                </a:lnTo>
                <a:lnTo>
                  <a:pt x="1493634" y="683196"/>
                </a:lnTo>
                <a:lnTo>
                  <a:pt x="1462697" y="647255"/>
                </a:lnTo>
                <a:lnTo>
                  <a:pt x="1426756" y="629958"/>
                </a:lnTo>
                <a:lnTo>
                  <a:pt x="1387640" y="627037"/>
                </a:lnTo>
                <a:lnTo>
                  <a:pt x="1347978" y="636409"/>
                </a:lnTo>
                <a:lnTo>
                  <a:pt x="1310386" y="656031"/>
                </a:lnTo>
                <a:lnTo>
                  <a:pt x="1277493" y="683806"/>
                </a:lnTo>
                <a:lnTo>
                  <a:pt x="1251915" y="717689"/>
                </a:lnTo>
                <a:lnTo>
                  <a:pt x="1230845" y="762787"/>
                </a:lnTo>
                <a:lnTo>
                  <a:pt x="1216380" y="810501"/>
                </a:lnTo>
                <a:lnTo>
                  <a:pt x="1205915" y="859815"/>
                </a:lnTo>
                <a:lnTo>
                  <a:pt x="1196860" y="909688"/>
                </a:lnTo>
                <a:lnTo>
                  <a:pt x="1186586" y="959129"/>
                </a:lnTo>
                <a:lnTo>
                  <a:pt x="1172616" y="1008659"/>
                </a:lnTo>
                <a:lnTo>
                  <a:pt x="1155280" y="1056982"/>
                </a:lnTo>
                <a:lnTo>
                  <a:pt x="1135303" y="1104366"/>
                </a:lnTo>
                <a:lnTo>
                  <a:pt x="1113383" y="1151077"/>
                </a:lnTo>
                <a:lnTo>
                  <a:pt x="1090256" y="1197381"/>
                </a:lnTo>
                <a:lnTo>
                  <a:pt x="1066622" y="1243533"/>
                </a:lnTo>
                <a:lnTo>
                  <a:pt x="1043190" y="1289799"/>
                </a:lnTo>
                <a:lnTo>
                  <a:pt x="1020686" y="1336433"/>
                </a:lnTo>
                <a:lnTo>
                  <a:pt x="999820" y="1383728"/>
                </a:lnTo>
                <a:lnTo>
                  <a:pt x="981316" y="1431912"/>
                </a:lnTo>
                <a:lnTo>
                  <a:pt x="966254" y="1479232"/>
                </a:lnTo>
                <a:lnTo>
                  <a:pt x="953820" y="1527225"/>
                </a:lnTo>
                <a:lnTo>
                  <a:pt x="943686" y="1575777"/>
                </a:lnTo>
                <a:lnTo>
                  <a:pt x="935532" y="1624787"/>
                </a:lnTo>
                <a:lnTo>
                  <a:pt x="929030" y="1674152"/>
                </a:lnTo>
                <a:lnTo>
                  <a:pt x="923848" y="1723758"/>
                </a:lnTo>
                <a:lnTo>
                  <a:pt x="919683" y="1773516"/>
                </a:lnTo>
                <a:lnTo>
                  <a:pt x="916190" y="1823313"/>
                </a:lnTo>
                <a:lnTo>
                  <a:pt x="913066" y="1873046"/>
                </a:lnTo>
                <a:lnTo>
                  <a:pt x="911631" y="1911273"/>
                </a:lnTo>
                <a:lnTo>
                  <a:pt x="914019" y="1949411"/>
                </a:lnTo>
                <a:lnTo>
                  <a:pt x="942543" y="2016086"/>
                </a:lnTo>
                <a:lnTo>
                  <a:pt x="981646" y="2043303"/>
                </a:lnTo>
                <a:lnTo>
                  <a:pt x="1039977" y="2057450"/>
                </a:lnTo>
                <a:lnTo>
                  <a:pt x="1083868" y="2055583"/>
                </a:lnTo>
                <a:lnTo>
                  <a:pt x="1126909" y="2044547"/>
                </a:lnTo>
                <a:lnTo>
                  <a:pt x="1167688" y="2025510"/>
                </a:lnTo>
                <a:lnTo>
                  <a:pt x="1204798" y="1999589"/>
                </a:lnTo>
                <a:lnTo>
                  <a:pt x="1236853" y="1967928"/>
                </a:lnTo>
                <a:lnTo>
                  <a:pt x="1267917" y="1924469"/>
                </a:lnTo>
                <a:lnTo>
                  <a:pt x="1291945" y="1876806"/>
                </a:lnTo>
                <a:lnTo>
                  <a:pt x="1309839" y="1826082"/>
                </a:lnTo>
                <a:lnTo>
                  <a:pt x="1322489" y="1773440"/>
                </a:lnTo>
                <a:lnTo>
                  <a:pt x="1330769" y="1720024"/>
                </a:lnTo>
                <a:lnTo>
                  <a:pt x="1335836" y="1666481"/>
                </a:lnTo>
                <a:lnTo>
                  <a:pt x="1339100" y="1612773"/>
                </a:lnTo>
                <a:lnTo>
                  <a:pt x="1341831" y="1559013"/>
                </a:lnTo>
                <a:lnTo>
                  <a:pt x="1345323" y="1505331"/>
                </a:lnTo>
                <a:lnTo>
                  <a:pt x="1350822" y="1451851"/>
                </a:lnTo>
                <a:lnTo>
                  <a:pt x="1358531" y="1403007"/>
                </a:lnTo>
                <a:lnTo>
                  <a:pt x="1368564" y="1354632"/>
                </a:lnTo>
                <a:lnTo>
                  <a:pt x="1380502" y="1306652"/>
                </a:lnTo>
                <a:lnTo>
                  <a:pt x="1393926" y="1258976"/>
                </a:lnTo>
                <a:lnTo>
                  <a:pt x="1408391" y="1211516"/>
                </a:lnTo>
                <a:lnTo>
                  <a:pt x="1453857" y="1069568"/>
                </a:lnTo>
                <a:lnTo>
                  <a:pt x="1468285" y="1022108"/>
                </a:lnTo>
                <a:lnTo>
                  <a:pt x="1481645" y="974420"/>
                </a:lnTo>
                <a:lnTo>
                  <a:pt x="1493494" y="926439"/>
                </a:lnTo>
                <a:lnTo>
                  <a:pt x="1503426" y="878052"/>
                </a:lnTo>
                <a:lnTo>
                  <a:pt x="1511007" y="829183"/>
                </a:lnTo>
                <a:lnTo>
                  <a:pt x="1514386" y="778764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4107579" y="8086638"/>
            <a:ext cx="821690" cy="527685"/>
          </a:xfrm>
          <a:custGeom>
            <a:avLst/>
            <a:gdLst/>
            <a:ahLst/>
            <a:cxnLst/>
            <a:rect l="l" t="t" r="r" b="b"/>
            <a:pathLst>
              <a:path w="821689" h="527684">
                <a:moveTo>
                  <a:pt x="362090" y="0"/>
                </a:moveTo>
                <a:lnTo>
                  <a:pt x="315440" y="2448"/>
                </a:lnTo>
                <a:lnTo>
                  <a:pt x="268797" y="7359"/>
                </a:lnTo>
                <a:lnTo>
                  <a:pt x="222264" y="13911"/>
                </a:lnTo>
                <a:lnTo>
                  <a:pt x="175942" y="21283"/>
                </a:lnTo>
                <a:lnTo>
                  <a:pt x="120332" y="31861"/>
                </a:lnTo>
                <a:lnTo>
                  <a:pt x="67526" y="50905"/>
                </a:lnTo>
                <a:lnTo>
                  <a:pt x="23220" y="85978"/>
                </a:lnTo>
                <a:lnTo>
                  <a:pt x="0" y="136012"/>
                </a:lnTo>
                <a:lnTo>
                  <a:pt x="324" y="164869"/>
                </a:lnTo>
                <a:lnTo>
                  <a:pt x="21171" y="219626"/>
                </a:lnTo>
                <a:lnTo>
                  <a:pt x="68272" y="285618"/>
                </a:lnTo>
                <a:lnTo>
                  <a:pt x="102428" y="323907"/>
                </a:lnTo>
                <a:lnTo>
                  <a:pt x="139460" y="359433"/>
                </a:lnTo>
                <a:lnTo>
                  <a:pt x="179111" y="392031"/>
                </a:lnTo>
                <a:lnTo>
                  <a:pt x="221126" y="421536"/>
                </a:lnTo>
                <a:lnTo>
                  <a:pt x="265251" y="447782"/>
                </a:lnTo>
                <a:lnTo>
                  <a:pt x="311229" y="470605"/>
                </a:lnTo>
                <a:lnTo>
                  <a:pt x="358805" y="489839"/>
                </a:lnTo>
                <a:lnTo>
                  <a:pt x="407726" y="505319"/>
                </a:lnTo>
                <a:lnTo>
                  <a:pt x="457734" y="516880"/>
                </a:lnTo>
                <a:lnTo>
                  <a:pt x="510250" y="524487"/>
                </a:lnTo>
                <a:lnTo>
                  <a:pt x="563275" y="527246"/>
                </a:lnTo>
                <a:lnTo>
                  <a:pt x="616145" y="524600"/>
                </a:lnTo>
                <a:lnTo>
                  <a:pt x="668192" y="515990"/>
                </a:lnTo>
                <a:lnTo>
                  <a:pt x="718752" y="500860"/>
                </a:lnTo>
                <a:lnTo>
                  <a:pt x="778198" y="468494"/>
                </a:lnTo>
                <a:lnTo>
                  <a:pt x="816770" y="416056"/>
                </a:lnTo>
                <a:lnTo>
                  <a:pt x="821633" y="371882"/>
                </a:lnTo>
                <a:lnTo>
                  <a:pt x="818683" y="349427"/>
                </a:lnTo>
                <a:lnTo>
                  <a:pt x="798967" y="283523"/>
                </a:lnTo>
                <a:lnTo>
                  <a:pt x="779692" y="241637"/>
                </a:lnTo>
                <a:lnTo>
                  <a:pt x="756085" y="202016"/>
                </a:lnTo>
                <a:lnTo>
                  <a:pt x="728510" y="164985"/>
                </a:lnTo>
                <a:lnTo>
                  <a:pt x="697332" y="130873"/>
                </a:lnTo>
                <a:lnTo>
                  <a:pt x="662914" y="100005"/>
                </a:lnTo>
                <a:lnTo>
                  <a:pt x="625622" y="72708"/>
                </a:lnTo>
                <a:lnTo>
                  <a:pt x="585821" y="49310"/>
                </a:lnTo>
                <a:lnTo>
                  <a:pt x="543874" y="30138"/>
                </a:lnTo>
                <a:lnTo>
                  <a:pt x="500146" y="15517"/>
                </a:lnTo>
                <a:lnTo>
                  <a:pt x="455001" y="5775"/>
                </a:lnTo>
                <a:lnTo>
                  <a:pt x="408645" y="835"/>
                </a:lnTo>
                <a:lnTo>
                  <a:pt x="362090" y="0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5264999" y="7968825"/>
            <a:ext cx="723900" cy="701675"/>
          </a:xfrm>
          <a:custGeom>
            <a:avLst/>
            <a:gdLst/>
            <a:ahLst/>
            <a:cxnLst/>
            <a:rect l="l" t="t" r="r" b="b"/>
            <a:pathLst>
              <a:path w="723900" h="701675">
                <a:moveTo>
                  <a:pt x="657290" y="0"/>
                </a:moveTo>
                <a:lnTo>
                  <a:pt x="604851" y="10389"/>
                </a:lnTo>
                <a:lnTo>
                  <a:pt x="560705" y="39585"/>
                </a:lnTo>
                <a:lnTo>
                  <a:pt x="520487" y="74858"/>
                </a:lnTo>
                <a:lnTo>
                  <a:pt x="482783" y="104500"/>
                </a:lnTo>
                <a:lnTo>
                  <a:pt x="443056" y="131155"/>
                </a:lnTo>
                <a:lnTo>
                  <a:pt x="401754" y="155500"/>
                </a:lnTo>
                <a:lnTo>
                  <a:pt x="359322" y="178210"/>
                </a:lnTo>
                <a:lnTo>
                  <a:pt x="316207" y="199960"/>
                </a:lnTo>
                <a:lnTo>
                  <a:pt x="272857" y="221428"/>
                </a:lnTo>
                <a:lnTo>
                  <a:pt x="229718" y="243289"/>
                </a:lnTo>
                <a:lnTo>
                  <a:pt x="187236" y="266219"/>
                </a:lnTo>
                <a:lnTo>
                  <a:pt x="145859" y="290894"/>
                </a:lnTo>
                <a:lnTo>
                  <a:pt x="104196" y="319836"/>
                </a:lnTo>
                <a:lnTo>
                  <a:pt x="66025" y="353160"/>
                </a:lnTo>
                <a:lnTo>
                  <a:pt x="33950" y="391488"/>
                </a:lnTo>
                <a:lnTo>
                  <a:pt x="10575" y="435444"/>
                </a:lnTo>
                <a:lnTo>
                  <a:pt x="0" y="478843"/>
                </a:lnTo>
                <a:lnTo>
                  <a:pt x="213" y="523384"/>
                </a:lnTo>
                <a:lnTo>
                  <a:pt x="10273" y="567042"/>
                </a:lnTo>
                <a:lnTo>
                  <a:pt x="29236" y="607791"/>
                </a:lnTo>
                <a:lnTo>
                  <a:pt x="56159" y="643604"/>
                </a:lnTo>
                <a:lnTo>
                  <a:pt x="90099" y="672454"/>
                </a:lnTo>
                <a:lnTo>
                  <a:pt x="130111" y="692316"/>
                </a:lnTo>
                <a:lnTo>
                  <a:pt x="170290" y="701071"/>
                </a:lnTo>
                <a:lnTo>
                  <a:pt x="190800" y="701468"/>
                </a:lnTo>
                <a:lnTo>
                  <a:pt x="211114" y="698745"/>
                </a:lnTo>
                <a:lnTo>
                  <a:pt x="267642" y="672191"/>
                </a:lnTo>
                <a:lnTo>
                  <a:pt x="314943" y="629334"/>
                </a:lnTo>
                <a:lnTo>
                  <a:pt x="347467" y="592753"/>
                </a:lnTo>
                <a:lnTo>
                  <a:pt x="378121" y="554604"/>
                </a:lnTo>
                <a:lnTo>
                  <a:pt x="407344" y="515258"/>
                </a:lnTo>
                <a:lnTo>
                  <a:pt x="435576" y="475088"/>
                </a:lnTo>
                <a:lnTo>
                  <a:pt x="490819" y="393756"/>
                </a:lnTo>
                <a:lnTo>
                  <a:pt x="518710" y="353339"/>
                </a:lnTo>
                <a:lnTo>
                  <a:pt x="547366" y="313581"/>
                </a:lnTo>
                <a:lnTo>
                  <a:pt x="577226" y="274856"/>
                </a:lnTo>
                <a:lnTo>
                  <a:pt x="608729" y="237533"/>
                </a:lnTo>
                <a:lnTo>
                  <a:pt x="642315" y="201985"/>
                </a:lnTo>
                <a:lnTo>
                  <a:pt x="661700" y="183048"/>
                </a:lnTo>
                <a:lnTo>
                  <a:pt x="680678" y="163697"/>
                </a:lnTo>
                <a:lnTo>
                  <a:pt x="697925" y="143088"/>
                </a:lnTo>
                <a:lnTo>
                  <a:pt x="712114" y="120375"/>
                </a:lnTo>
                <a:lnTo>
                  <a:pt x="721356" y="94711"/>
                </a:lnTo>
                <a:lnTo>
                  <a:pt x="723888" y="67597"/>
                </a:lnTo>
                <a:lnTo>
                  <a:pt x="718603" y="41716"/>
                </a:lnTo>
                <a:lnTo>
                  <a:pt x="704397" y="19750"/>
                </a:lnTo>
                <a:lnTo>
                  <a:pt x="682790" y="5560"/>
                </a:lnTo>
                <a:lnTo>
                  <a:pt x="657290" y="0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5" name="object 85" descr=""/>
          <p:cNvGrpSpPr/>
          <p:nvPr/>
        </p:nvGrpSpPr>
        <p:grpSpPr>
          <a:xfrm>
            <a:off x="4279363" y="6075466"/>
            <a:ext cx="1533525" cy="3623945"/>
            <a:chOff x="4279363" y="6075466"/>
            <a:chExt cx="1533525" cy="3623945"/>
          </a:xfrm>
        </p:grpSpPr>
        <p:sp>
          <p:nvSpPr>
            <p:cNvPr id="86" name="object 86" descr=""/>
            <p:cNvSpPr/>
            <p:nvPr/>
          </p:nvSpPr>
          <p:spPr>
            <a:xfrm>
              <a:off x="4963687" y="6223381"/>
              <a:ext cx="208279" cy="2958465"/>
            </a:xfrm>
            <a:custGeom>
              <a:avLst/>
              <a:gdLst/>
              <a:ahLst/>
              <a:cxnLst/>
              <a:rect l="l" t="t" r="r" b="b"/>
              <a:pathLst>
                <a:path w="208279" h="2958465">
                  <a:moveTo>
                    <a:pt x="0" y="0"/>
                  </a:moveTo>
                  <a:lnTo>
                    <a:pt x="11258" y="49204"/>
                  </a:lnTo>
                  <a:lnTo>
                    <a:pt x="22205" y="98479"/>
                  </a:lnTo>
                  <a:lnTo>
                    <a:pt x="32840" y="147822"/>
                  </a:lnTo>
                  <a:lnTo>
                    <a:pt x="43162" y="197231"/>
                  </a:lnTo>
                  <a:lnTo>
                    <a:pt x="53171" y="246704"/>
                  </a:lnTo>
                  <a:lnTo>
                    <a:pt x="62868" y="296239"/>
                  </a:lnTo>
                  <a:lnTo>
                    <a:pt x="72252" y="345834"/>
                  </a:lnTo>
                  <a:lnTo>
                    <a:pt x="81324" y="395487"/>
                  </a:lnTo>
                  <a:lnTo>
                    <a:pt x="90083" y="445196"/>
                  </a:lnTo>
                  <a:lnTo>
                    <a:pt x="98529" y="494960"/>
                  </a:lnTo>
                  <a:lnTo>
                    <a:pt x="106661" y="544775"/>
                  </a:lnTo>
                  <a:lnTo>
                    <a:pt x="114481" y="594641"/>
                  </a:lnTo>
                  <a:lnTo>
                    <a:pt x="121988" y="644555"/>
                  </a:lnTo>
                  <a:lnTo>
                    <a:pt x="129181" y="694515"/>
                  </a:lnTo>
                  <a:lnTo>
                    <a:pt x="136061" y="744519"/>
                  </a:lnTo>
                  <a:lnTo>
                    <a:pt x="142627" y="794565"/>
                  </a:lnTo>
                  <a:lnTo>
                    <a:pt x="148880" y="844652"/>
                  </a:lnTo>
                  <a:lnTo>
                    <a:pt x="154820" y="894777"/>
                  </a:lnTo>
                  <a:lnTo>
                    <a:pt x="160445" y="944939"/>
                  </a:lnTo>
                  <a:lnTo>
                    <a:pt x="165757" y="995134"/>
                  </a:lnTo>
                  <a:lnTo>
                    <a:pt x="170756" y="1045362"/>
                  </a:lnTo>
                  <a:lnTo>
                    <a:pt x="175440" y="1095621"/>
                  </a:lnTo>
                  <a:lnTo>
                    <a:pt x="179810" y="1145907"/>
                  </a:lnTo>
                  <a:lnTo>
                    <a:pt x="183866" y="1196220"/>
                  </a:lnTo>
                  <a:lnTo>
                    <a:pt x="187607" y="1246558"/>
                  </a:lnTo>
                  <a:lnTo>
                    <a:pt x="191035" y="1296918"/>
                  </a:lnTo>
                  <a:lnTo>
                    <a:pt x="194148" y="1347299"/>
                  </a:lnTo>
                  <a:lnTo>
                    <a:pt x="196947" y="1397698"/>
                  </a:lnTo>
                  <a:lnTo>
                    <a:pt x="199431" y="1448113"/>
                  </a:lnTo>
                  <a:lnTo>
                    <a:pt x="201600" y="1498543"/>
                  </a:lnTo>
                  <a:lnTo>
                    <a:pt x="203455" y="1548986"/>
                  </a:lnTo>
                  <a:lnTo>
                    <a:pt x="204995" y="1599439"/>
                  </a:lnTo>
                  <a:lnTo>
                    <a:pt x="206220" y="1649900"/>
                  </a:lnTo>
                  <a:lnTo>
                    <a:pt x="207130" y="1700369"/>
                  </a:lnTo>
                  <a:lnTo>
                    <a:pt x="207725" y="1750842"/>
                  </a:lnTo>
                  <a:lnTo>
                    <a:pt x="208005" y="1801317"/>
                  </a:lnTo>
                  <a:lnTo>
                    <a:pt x="207970" y="1851794"/>
                  </a:lnTo>
                  <a:lnTo>
                    <a:pt x="207619" y="1902268"/>
                  </a:lnTo>
                  <a:lnTo>
                    <a:pt x="206953" y="1952740"/>
                  </a:lnTo>
                  <a:lnTo>
                    <a:pt x="205971" y="2003207"/>
                  </a:lnTo>
                  <a:lnTo>
                    <a:pt x="204674" y="2053666"/>
                  </a:lnTo>
                  <a:lnTo>
                    <a:pt x="203061" y="2104116"/>
                  </a:lnTo>
                  <a:lnTo>
                    <a:pt x="201133" y="2154554"/>
                  </a:lnTo>
                  <a:lnTo>
                    <a:pt x="198888" y="2204980"/>
                  </a:lnTo>
                  <a:lnTo>
                    <a:pt x="196328" y="2255390"/>
                  </a:lnTo>
                  <a:lnTo>
                    <a:pt x="193451" y="2305783"/>
                  </a:lnTo>
                  <a:lnTo>
                    <a:pt x="190259" y="2356157"/>
                  </a:lnTo>
                  <a:lnTo>
                    <a:pt x="186750" y="2406510"/>
                  </a:lnTo>
                  <a:lnTo>
                    <a:pt x="182925" y="2456840"/>
                  </a:lnTo>
                  <a:lnTo>
                    <a:pt x="178784" y="2507145"/>
                  </a:lnTo>
                  <a:lnTo>
                    <a:pt x="174326" y="2557423"/>
                  </a:lnTo>
                  <a:lnTo>
                    <a:pt x="169552" y="2607671"/>
                  </a:lnTo>
                  <a:lnTo>
                    <a:pt x="164461" y="2657889"/>
                  </a:lnTo>
                  <a:lnTo>
                    <a:pt x="159054" y="2708074"/>
                  </a:lnTo>
                  <a:lnTo>
                    <a:pt x="153329" y="2758223"/>
                  </a:lnTo>
                  <a:lnTo>
                    <a:pt x="147288" y="2808336"/>
                  </a:lnTo>
                  <a:lnTo>
                    <a:pt x="140930" y="2858410"/>
                  </a:lnTo>
                  <a:lnTo>
                    <a:pt x="134255" y="2908443"/>
                  </a:lnTo>
                  <a:lnTo>
                    <a:pt x="127263" y="2958433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558156" y="6816612"/>
              <a:ext cx="612140" cy="970280"/>
            </a:xfrm>
            <a:custGeom>
              <a:avLst/>
              <a:gdLst/>
              <a:ahLst/>
              <a:cxnLst/>
              <a:rect l="l" t="t" r="r" b="b"/>
              <a:pathLst>
                <a:path w="612139" h="970279">
                  <a:moveTo>
                    <a:pt x="0" y="0"/>
                  </a:moveTo>
                  <a:lnTo>
                    <a:pt x="17303" y="46198"/>
                  </a:lnTo>
                  <a:lnTo>
                    <a:pt x="38014" y="90618"/>
                  </a:lnTo>
                  <a:lnTo>
                    <a:pt x="61708" y="133476"/>
                  </a:lnTo>
                  <a:lnTo>
                    <a:pt x="87962" y="174989"/>
                  </a:lnTo>
                  <a:lnTo>
                    <a:pt x="116350" y="215374"/>
                  </a:lnTo>
                  <a:lnTo>
                    <a:pt x="146448" y="254849"/>
                  </a:lnTo>
                  <a:lnTo>
                    <a:pt x="177832" y="293631"/>
                  </a:lnTo>
                  <a:lnTo>
                    <a:pt x="210077" y="331937"/>
                  </a:lnTo>
                  <a:lnTo>
                    <a:pt x="242759" y="369985"/>
                  </a:lnTo>
                  <a:lnTo>
                    <a:pt x="275454" y="407991"/>
                  </a:lnTo>
                  <a:lnTo>
                    <a:pt x="307737" y="446174"/>
                  </a:lnTo>
                  <a:lnTo>
                    <a:pt x="339183" y="484749"/>
                  </a:lnTo>
                  <a:lnTo>
                    <a:pt x="370206" y="524960"/>
                  </a:lnTo>
                  <a:lnTo>
                    <a:pt x="400041" y="566060"/>
                  </a:lnTo>
                  <a:lnTo>
                    <a:pt x="428667" y="608011"/>
                  </a:lnTo>
                  <a:lnTo>
                    <a:pt x="456064" y="650777"/>
                  </a:lnTo>
                  <a:lnTo>
                    <a:pt x="482209" y="694319"/>
                  </a:lnTo>
                  <a:lnTo>
                    <a:pt x="507083" y="738600"/>
                  </a:lnTo>
                  <a:lnTo>
                    <a:pt x="530664" y="783582"/>
                  </a:lnTo>
                  <a:lnTo>
                    <a:pt x="552930" y="829229"/>
                  </a:lnTo>
                  <a:lnTo>
                    <a:pt x="573862" y="875503"/>
                  </a:lnTo>
                  <a:lnTo>
                    <a:pt x="593437" y="922366"/>
                  </a:lnTo>
                  <a:lnTo>
                    <a:pt x="611635" y="969781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339509" y="8132815"/>
              <a:ext cx="1469390" cy="673100"/>
            </a:xfrm>
            <a:custGeom>
              <a:avLst/>
              <a:gdLst/>
              <a:ahLst/>
              <a:cxnLst/>
              <a:rect l="l" t="t" r="r" b="b"/>
              <a:pathLst>
                <a:path w="1469389" h="673100">
                  <a:moveTo>
                    <a:pt x="0" y="125378"/>
                  </a:moveTo>
                  <a:lnTo>
                    <a:pt x="48435" y="123469"/>
                  </a:lnTo>
                  <a:lnTo>
                    <a:pt x="100298" y="129529"/>
                  </a:lnTo>
                  <a:lnTo>
                    <a:pt x="152442" y="141091"/>
                  </a:lnTo>
                  <a:lnTo>
                    <a:pt x="201723" y="155688"/>
                  </a:lnTo>
                  <a:lnTo>
                    <a:pt x="244997" y="170853"/>
                  </a:lnTo>
                  <a:lnTo>
                    <a:pt x="291277" y="188199"/>
                  </a:lnTo>
                  <a:lnTo>
                    <a:pt x="337480" y="206014"/>
                  </a:lnTo>
                  <a:lnTo>
                    <a:pt x="383341" y="224666"/>
                  </a:lnTo>
                  <a:lnTo>
                    <a:pt x="428600" y="244525"/>
                  </a:lnTo>
                  <a:lnTo>
                    <a:pt x="472994" y="265957"/>
                  </a:lnTo>
                  <a:lnTo>
                    <a:pt x="516260" y="289332"/>
                  </a:lnTo>
                  <a:lnTo>
                    <a:pt x="558135" y="315018"/>
                  </a:lnTo>
                  <a:lnTo>
                    <a:pt x="598358" y="343382"/>
                  </a:lnTo>
                  <a:lnTo>
                    <a:pt x="636546" y="374971"/>
                  </a:lnTo>
                  <a:lnTo>
                    <a:pt x="672062" y="409889"/>
                  </a:lnTo>
                  <a:lnTo>
                    <a:pt x="704252" y="447836"/>
                  </a:lnTo>
                  <a:lnTo>
                    <a:pt x="732460" y="488515"/>
                  </a:lnTo>
                  <a:lnTo>
                    <a:pt x="756031" y="531626"/>
                  </a:lnTo>
                  <a:lnTo>
                    <a:pt x="774311" y="576872"/>
                  </a:lnTo>
                  <a:lnTo>
                    <a:pt x="786643" y="623955"/>
                  </a:lnTo>
                  <a:lnTo>
                    <a:pt x="792373" y="672576"/>
                  </a:lnTo>
                  <a:lnTo>
                    <a:pt x="800613" y="647871"/>
                  </a:lnTo>
                  <a:lnTo>
                    <a:pt x="830021" y="591121"/>
                  </a:lnTo>
                  <a:lnTo>
                    <a:pt x="875084" y="526155"/>
                  </a:lnTo>
                  <a:lnTo>
                    <a:pt x="902889" y="491181"/>
                  </a:lnTo>
                  <a:lnTo>
                    <a:pt x="933894" y="454862"/>
                  </a:lnTo>
                  <a:lnTo>
                    <a:pt x="967859" y="417433"/>
                  </a:lnTo>
                  <a:lnTo>
                    <a:pt x="1004547" y="379130"/>
                  </a:lnTo>
                  <a:lnTo>
                    <a:pt x="1043719" y="340191"/>
                  </a:lnTo>
                  <a:lnTo>
                    <a:pt x="1085138" y="300849"/>
                  </a:lnTo>
                  <a:lnTo>
                    <a:pt x="1128565" y="261343"/>
                  </a:lnTo>
                  <a:lnTo>
                    <a:pt x="1173762" y="221907"/>
                  </a:lnTo>
                  <a:lnTo>
                    <a:pt x="1220491" y="182779"/>
                  </a:lnTo>
                  <a:lnTo>
                    <a:pt x="1268514" y="144193"/>
                  </a:lnTo>
                  <a:lnTo>
                    <a:pt x="1317593" y="106386"/>
                  </a:lnTo>
                  <a:lnTo>
                    <a:pt x="1367489" y="69594"/>
                  </a:lnTo>
                  <a:lnTo>
                    <a:pt x="1417965" y="34053"/>
                  </a:lnTo>
                  <a:lnTo>
                    <a:pt x="1468782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152272" y="6918643"/>
              <a:ext cx="563245" cy="1696085"/>
            </a:xfrm>
            <a:custGeom>
              <a:avLst/>
              <a:gdLst/>
              <a:ahLst/>
              <a:cxnLst/>
              <a:rect l="l" t="t" r="r" b="b"/>
              <a:pathLst>
                <a:path w="563245" h="1696084">
                  <a:moveTo>
                    <a:pt x="562904" y="0"/>
                  </a:moveTo>
                  <a:lnTo>
                    <a:pt x="546581" y="46716"/>
                  </a:lnTo>
                  <a:lnTo>
                    <a:pt x="529912" y="93302"/>
                  </a:lnTo>
                  <a:lnTo>
                    <a:pt x="512934" y="139772"/>
                  </a:lnTo>
                  <a:lnTo>
                    <a:pt x="495680" y="186138"/>
                  </a:lnTo>
                  <a:lnTo>
                    <a:pt x="478186" y="232414"/>
                  </a:lnTo>
                  <a:lnTo>
                    <a:pt x="460487" y="278612"/>
                  </a:lnTo>
                  <a:lnTo>
                    <a:pt x="442617" y="324747"/>
                  </a:lnTo>
                  <a:lnTo>
                    <a:pt x="424612" y="370831"/>
                  </a:lnTo>
                  <a:lnTo>
                    <a:pt x="406507" y="416877"/>
                  </a:lnTo>
                  <a:lnTo>
                    <a:pt x="388336" y="462899"/>
                  </a:lnTo>
                  <a:lnTo>
                    <a:pt x="370135" y="508909"/>
                  </a:lnTo>
                  <a:lnTo>
                    <a:pt x="351938" y="554922"/>
                  </a:lnTo>
                  <a:lnTo>
                    <a:pt x="333781" y="600949"/>
                  </a:lnTo>
                  <a:lnTo>
                    <a:pt x="315698" y="647005"/>
                  </a:lnTo>
                  <a:lnTo>
                    <a:pt x="297724" y="693102"/>
                  </a:lnTo>
                  <a:lnTo>
                    <a:pt x="279895" y="739254"/>
                  </a:lnTo>
                  <a:lnTo>
                    <a:pt x="262245" y="785474"/>
                  </a:lnTo>
                  <a:lnTo>
                    <a:pt x="244809" y="831775"/>
                  </a:lnTo>
                  <a:lnTo>
                    <a:pt x="228083" y="877299"/>
                  </a:lnTo>
                  <a:lnTo>
                    <a:pt x="211677" y="923469"/>
                  </a:lnTo>
                  <a:lnTo>
                    <a:pt x="195600" y="970217"/>
                  </a:lnTo>
                  <a:lnTo>
                    <a:pt x="179861" y="1017479"/>
                  </a:lnTo>
                  <a:lnTo>
                    <a:pt x="164468" y="1065186"/>
                  </a:lnTo>
                  <a:lnTo>
                    <a:pt x="149431" y="1113272"/>
                  </a:lnTo>
                  <a:lnTo>
                    <a:pt x="134759" y="1161670"/>
                  </a:lnTo>
                  <a:lnTo>
                    <a:pt x="120461" y="1210313"/>
                  </a:lnTo>
                  <a:lnTo>
                    <a:pt x="106545" y="1259135"/>
                  </a:lnTo>
                  <a:lnTo>
                    <a:pt x="93020" y="1308069"/>
                  </a:lnTo>
                  <a:lnTo>
                    <a:pt x="79897" y="1357048"/>
                  </a:lnTo>
                  <a:lnTo>
                    <a:pt x="67182" y="1406005"/>
                  </a:lnTo>
                  <a:lnTo>
                    <a:pt x="54887" y="1454873"/>
                  </a:lnTo>
                  <a:lnTo>
                    <a:pt x="43018" y="1503586"/>
                  </a:lnTo>
                  <a:lnTo>
                    <a:pt x="31586" y="1552077"/>
                  </a:lnTo>
                  <a:lnTo>
                    <a:pt x="20600" y="1600279"/>
                  </a:lnTo>
                  <a:lnTo>
                    <a:pt x="10068" y="1648126"/>
                  </a:lnTo>
                  <a:lnTo>
                    <a:pt x="0" y="169555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888884" y="6538533"/>
              <a:ext cx="287655" cy="269875"/>
            </a:xfrm>
            <a:custGeom>
              <a:avLst/>
              <a:gdLst/>
              <a:ahLst/>
              <a:cxnLst/>
              <a:rect l="l" t="t" r="r" b="b"/>
              <a:pathLst>
                <a:path w="287654" h="269875">
                  <a:moveTo>
                    <a:pt x="287561" y="0"/>
                  </a:moveTo>
                  <a:lnTo>
                    <a:pt x="271028" y="44976"/>
                  </a:lnTo>
                  <a:lnTo>
                    <a:pt x="254494" y="89952"/>
                  </a:lnTo>
                  <a:lnTo>
                    <a:pt x="237961" y="134927"/>
                  </a:lnTo>
                  <a:lnTo>
                    <a:pt x="221427" y="179902"/>
                  </a:lnTo>
                  <a:lnTo>
                    <a:pt x="204894" y="224878"/>
                  </a:lnTo>
                  <a:lnTo>
                    <a:pt x="188360" y="269855"/>
                  </a:lnTo>
                  <a:lnTo>
                    <a:pt x="140619" y="241800"/>
                  </a:lnTo>
                  <a:lnTo>
                    <a:pt x="93304" y="213035"/>
                  </a:lnTo>
                  <a:lnTo>
                    <a:pt x="46428" y="183563"/>
                  </a:lnTo>
                  <a:lnTo>
                    <a:pt x="0" y="153387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9551" y="6302092"/>
              <a:ext cx="244128" cy="173921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14504" y="6075466"/>
              <a:ext cx="179586" cy="148047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4621751" y="7067059"/>
              <a:ext cx="199390" cy="142875"/>
            </a:xfrm>
            <a:custGeom>
              <a:avLst/>
              <a:gdLst/>
              <a:ahLst/>
              <a:cxnLst/>
              <a:rect l="l" t="t" r="r" b="b"/>
              <a:pathLst>
                <a:path w="199389" h="142875">
                  <a:moveTo>
                    <a:pt x="199177" y="0"/>
                  </a:moveTo>
                  <a:lnTo>
                    <a:pt x="199072" y="142791"/>
                  </a:lnTo>
                  <a:lnTo>
                    <a:pt x="149121" y="141473"/>
                  </a:lnTo>
                  <a:lnTo>
                    <a:pt x="99249" y="138371"/>
                  </a:lnTo>
                  <a:lnTo>
                    <a:pt x="49521" y="133492"/>
                  </a:lnTo>
                  <a:lnTo>
                    <a:pt x="0" y="126844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477086" y="6911665"/>
              <a:ext cx="224790" cy="151765"/>
            </a:xfrm>
            <a:custGeom>
              <a:avLst/>
              <a:gdLst/>
              <a:ahLst/>
              <a:cxnLst/>
              <a:rect l="l" t="t" r="r" b="b"/>
              <a:pathLst>
                <a:path w="224789" h="151765">
                  <a:moveTo>
                    <a:pt x="224495" y="21015"/>
                  </a:moveTo>
                  <a:lnTo>
                    <a:pt x="223698" y="53585"/>
                  </a:lnTo>
                  <a:lnTo>
                    <a:pt x="222501" y="86143"/>
                  </a:lnTo>
                  <a:lnTo>
                    <a:pt x="220902" y="118686"/>
                  </a:lnTo>
                  <a:lnTo>
                    <a:pt x="218904" y="151210"/>
                  </a:lnTo>
                  <a:lnTo>
                    <a:pt x="172768" y="124528"/>
                  </a:lnTo>
                  <a:lnTo>
                    <a:pt x="127739" y="96019"/>
                  </a:lnTo>
                  <a:lnTo>
                    <a:pt x="83889" y="65730"/>
                  </a:lnTo>
                  <a:lnTo>
                    <a:pt x="41285" y="33707"/>
                  </a:lnTo>
                  <a:lnTo>
                    <a:pt x="0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367214" y="7427529"/>
              <a:ext cx="233045" cy="407670"/>
            </a:xfrm>
            <a:custGeom>
              <a:avLst/>
              <a:gdLst/>
              <a:ahLst/>
              <a:cxnLst/>
              <a:rect l="l" t="t" r="r" b="b"/>
              <a:pathLst>
                <a:path w="233045" h="407670">
                  <a:moveTo>
                    <a:pt x="232851" y="192549"/>
                  </a:moveTo>
                  <a:lnTo>
                    <a:pt x="0" y="407495"/>
                  </a:lnTo>
                  <a:lnTo>
                    <a:pt x="8952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481399" y="7129739"/>
              <a:ext cx="107950" cy="369570"/>
            </a:xfrm>
            <a:custGeom>
              <a:avLst/>
              <a:gdLst/>
              <a:ahLst/>
              <a:cxnLst/>
              <a:rect l="l" t="t" r="r" b="b"/>
              <a:pathLst>
                <a:path w="107950" h="369570">
                  <a:moveTo>
                    <a:pt x="0" y="0"/>
                  </a:moveTo>
                  <a:lnTo>
                    <a:pt x="11193" y="369433"/>
                  </a:lnTo>
                  <a:lnTo>
                    <a:pt x="107473" y="335853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602302" y="6787173"/>
              <a:ext cx="2540" cy="427990"/>
            </a:xfrm>
            <a:custGeom>
              <a:avLst/>
              <a:gdLst/>
              <a:ahLst/>
              <a:cxnLst/>
              <a:rect l="l" t="t" r="r" b="b"/>
              <a:pathLst>
                <a:path w="2539" h="427990">
                  <a:moveTo>
                    <a:pt x="2240" y="0"/>
                  </a:moveTo>
                  <a:lnTo>
                    <a:pt x="0" y="427651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353779" y="8352229"/>
              <a:ext cx="194945" cy="161290"/>
            </a:xfrm>
            <a:custGeom>
              <a:avLst/>
              <a:gdLst/>
              <a:ahLst/>
              <a:cxnLst/>
              <a:rect l="l" t="t" r="r" b="b"/>
              <a:pathLst>
                <a:path w="194945" h="161290">
                  <a:moveTo>
                    <a:pt x="194789" y="161209"/>
                  </a:moveTo>
                  <a:lnTo>
                    <a:pt x="0" y="150016"/>
                  </a:lnTo>
                  <a:lnTo>
                    <a:pt x="13434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472441" y="8262678"/>
              <a:ext cx="266700" cy="123189"/>
            </a:xfrm>
            <a:custGeom>
              <a:avLst/>
              <a:gdLst/>
              <a:ahLst/>
              <a:cxnLst/>
              <a:rect l="l" t="t" r="r" b="b"/>
              <a:pathLst>
                <a:path w="266700" h="123190">
                  <a:moveTo>
                    <a:pt x="266442" y="44773"/>
                  </a:moveTo>
                  <a:lnTo>
                    <a:pt x="0" y="123137"/>
                  </a:lnTo>
                  <a:lnTo>
                    <a:pt x="58218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283531" y="8161918"/>
              <a:ext cx="264795" cy="228600"/>
            </a:xfrm>
            <a:custGeom>
              <a:avLst/>
              <a:gdLst/>
              <a:ahLst/>
              <a:cxnLst/>
              <a:rect l="l" t="t" r="r" b="b"/>
              <a:pathLst>
                <a:path w="264795" h="228600">
                  <a:moveTo>
                    <a:pt x="125388" y="0"/>
                  </a:moveTo>
                  <a:lnTo>
                    <a:pt x="264201" y="129859"/>
                  </a:lnTo>
                  <a:lnTo>
                    <a:pt x="149243" y="151548"/>
                  </a:lnTo>
                  <a:lnTo>
                    <a:pt x="83403" y="169040"/>
                  </a:lnTo>
                  <a:lnTo>
                    <a:pt x="41911" y="191572"/>
                  </a:lnTo>
                  <a:lnTo>
                    <a:pt x="0" y="22838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467134" y="8182072"/>
              <a:ext cx="231140" cy="300355"/>
            </a:xfrm>
            <a:custGeom>
              <a:avLst/>
              <a:gdLst/>
              <a:ahLst/>
              <a:cxnLst/>
              <a:rect l="l" t="t" r="r" b="b"/>
              <a:pathLst>
                <a:path w="231139" h="300354">
                  <a:moveTo>
                    <a:pt x="0" y="300022"/>
                  </a:moveTo>
                  <a:lnTo>
                    <a:pt x="64057" y="236209"/>
                  </a:lnTo>
                  <a:lnTo>
                    <a:pt x="109432" y="200944"/>
                  </a:lnTo>
                  <a:lnTo>
                    <a:pt x="157746" y="181632"/>
                  </a:lnTo>
                  <a:lnTo>
                    <a:pt x="230621" y="165680"/>
                  </a:lnTo>
                  <a:lnTo>
                    <a:pt x="156728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4740288" y="9107894"/>
              <a:ext cx="744855" cy="591185"/>
            </a:xfrm>
            <a:custGeom>
              <a:avLst/>
              <a:gdLst/>
              <a:ahLst/>
              <a:cxnLst/>
              <a:rect l="l" t="t" r="r" b="b"/>
              <a:pathLst>
                <a:path w="744854" h="591184">
                  <a:moveTo>
                    <a:pt x="744469" y="0"/>
                  </a:moveTo>
                  <a:lnTo>
                    <a:pt x="0" y="0"/>
                  </a:lnTo>
                  <a:lnTo>
                    <a:pt x="14460" y="591091"/>
                  </a:lnTo>
                  <a:lnTo>
                    <a:pt x="730019" y="591091"/>
                  </a:lnTo>
                  <a:lnTo>
                    <a:pt x="744469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4807458" y="9185141"/>
              <a:ext cx="600075" cy="445770"/>
            </a:xfrm>
            <a:custGeom>
              <a:avLst/>
              <a:gdLst/>
              <a:ahLst/>
              <a:cxnLst/>
              <a:rect l="l" t="t" r="r" b="b"/>
              <a:pathLst>
                <a:path w="600075" h="445770">
                  <a:moveTo>
                    <a:pt x="31343" y="7061"/>
                  </a:moveTo>
                  <a:lnTo>
                    <a:pt x="24282" y="0"/>
                  </a:lnTo>
                  <a:lnTo>
                    <a:pt x="15671" y="0"/>
                  </a:lnTo>
                  <a:lnTo>
                    <a:pt x="7048" y="0"/>
                  </a:lnTo>
                  <a:lnTo>
                    <a:pt x="0" y="7061"/>
                  </a:lnTo>
                  <a:lnTo>
                    <a:pt x="0" y="438518"/>
                  </a:lnTo>
                  <a:lnTo>
                    <a:pt x="7048" y="445566"/>
                  </a:lnTo>
                  <a:lnTo>
                    <a:pt x="24282" y="445566"/>
                  </a:lnTo>
                  <a:lnTo>
                    <a:pt x="31343" y="438518"/>
                  </a:lnTo>
                  <a:lnTo>
                    <a:pt x="31343" y="7061"/>
                  </a:lnTo>
                  <a:close/>
                </a:path>
                <a:path w="600075" h="445770">
                  <a:moveTo>
                    <a:pt x="145529" y="7061"/>
                  </a:moveTo>
                  <a:lnTo>
                    <a:pt x="138480" y="0"/>
                  </a:lnTo>
                  <a:lnTo>
                    <a:pt x="129857" y="0"/>
                  </a:lnTo>
                  <a:lnTo>
                    <a:pt x="121246" y="0"/>
                  </a:lnTo>
                  <a:lnTo>
                    <a:pt x="114185" y="7061"/>
                  </a:lnTo>
                  <a:lnTo>
                    <a:pt x="114185" y="438518"/>
                  </a:lnTo>
                  <a:lnTo>
                    <a:pt x="121246" y="445566"/>
                  </a:lnTo>
                  <a:lnTo>
                    <a:pt x="138480" y="445566"/>
                  </a:lnTo>
                  <a:lnTo>
                    <a:pt x="145529" y="438518"/>
                  </a:lnTo>
                  <a:lnTo>
                    <a:pt x="145529" y="7061"/>
                  </a:lnTo>
                  <a:close/>
                </a:path>
                <a:path w="600075" h="445770">
                  <a:moveTo>
                    <a:pt x="255244" y="7061"/>
                  </a:moveTo>
                  <a:lnTo>
                    <a:pt x="248183" y="0"/>
                  </a:lnTo>
                  <a:lnTo>
                    <a:pt x="239572" y="0"/>
                  </a:lnTo>
                  <a:lnTo>
                    <a:pt x="230949" y="0"/>
                  </a:lnTo>
                  <a:lnTo>
                    <a:pt x="223888" y="7061"/>
                  </a:lnTo>
                  <a:lnTo>
                    <a:pt x="223888" y="438518"/>
                  </a:lnTo>
                  <a:lnTo>
                    <a:pt x="230949" y="445566"/>
                  </a:lnTo>
                  <a:lnTo>
                    <a:pt x="248183" y="445566"/>
                  </a:lnTo>
                  <a:lnTo>
                    <a:pt x="255244" y="438518"/>
                  </a:lnTo>
                  <a:lnTo>
                    <a:pt x="255244" y="7061"/>
                  </a:lnTo>
                  <a:close/>
                </a:path>
                <a:path w="600075" h="445770">
                  <a:moveTo>
                    <a:pt x="369430" y="7061"/>
                  </a:moveTo>
                  <a:lnTo>
                    <a:pt x="362381" y="0"/>
                  </a:lnTo>
                  <a:lnTo>
                    <a:pt x="353758" y="0"/>
                  </a:lnTo>
                  <a:lnTo>
                    <a:pt x="345135" y="0"/>
                  </a:lnTo>
                  <a:lnTo>
                    <a:pt x="338086" y="7061"/>
                  </a:lnTo>
                  <a:lnTo>
                    <a:pt x="338086" y="438518"/>
                  </a:lnTo>
                  <a:lnTo>
                    <a:pt x="345135" y="445566"/>
                  </a:lnTo>
                  <a:lnTo>
                    <a:pt x="362381" y="445566"/>
                  </a:lnTo>
                  <a:lnTo>
                    <a:pt x="369430" y="438518"/>
                  </a:lnTo>
                  <a:lnTo>
                    <a:pt x="369430" y="7061"/>
                  </a:lnTo>
                  <a:close/>
                </a:path>
                <a:path w="600075" h="445770">
                  <a:moveTo>
                    <a:pt x="485863" y="7061"/>
                  </a:moveTo>
                  <a:lnTo>
                    <a:pt x="478802" y="0"/>
                  </a:lnTo>
                  <a:lnTo>
                    <a:pt x="470192" y="0"/>
                  </a:lnTo>
                  <a:lnTo>
                    <a:pt x="461568" y="0"/>
                  </a:lnTo>
                  <a:lnTo>
                    <a:pt x="454507" y="7061"/>
                  </a:lnTo>
                  <a:lnTo>
                    <a:pt x="454507" y="438518"/>
                  </a:lnTo>
                  <a:lnTo>
                    <a:pt x="461568" y="445566"/>
                  </a:lnTo>
                  <a:lnTo>
                    <a:pt x="478802" y="445566"/>
                  </a:lnTo>
                  <a:lnTo>
                    <a:pt x="485863" y="438518"/>
                  </a:lnTo>
                  <a:lnTo>
                    <a:pt x="485863" y="7061"/>
                  </a:lnTo>
                  <a:close/>
                </a:path>
                <a:path w="600075" h="445770">
                  <a:moveTo>
                    <a:pt x="600049" y="7061"/>
                  </a:moveTo>
                  <a:lnTo>
                    <a:pt x="592988" y="0"/>
                  </a:lnTo>
                  <a:lnTo>
                    <a:pt x="584377" y="0"/>
                  </a:lnTo>
                  <a:lnTo>
                    <a:pt x="575754" y="0"/>
                  </a:lnTo>
                  <a:lnTo>
                    <a:pt x="568706" y="7061"/>
                  </a:lnTo>
                  <a:lnTo>
                    <a:pt x="568706" y="438518"/>
                  </a:lnTo>
                  <a:lnTo>
                    <a:pt x="575754" y="445566"/>
                  </a:lnTo>
                  <a:lnTo>
                    <a:pt x="592988" y="445566"/>
                  </a:lnTo>
                  <a:lnTo>
                    <a:pt x="600049" y="438518"/>
                  </a:lnTo>
                  <a:lnTo>
                    <a:pt x="600049" y="7061"/>
                  </a:lnTo>
                  <a:close/>
                </a:path>
              </a:pathLst>
            </a:custGeom>
            <a:solidFill>
              <a:srgbClr val="30303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4" name="object 10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30150" y="3961981"/>
            <a:ext cx="6347105" cy="6261610"/>
          </a:xfrm>
          <a:prstGeom prst="rect">
            <a:avLst/>
          </a:prstGeom>
        </p:spPr>
      </p:pic>
      <p:sp>
        <p:nvSpPr>
          <p:cNvPr id="105" name="object 105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741050" y="1529431"/>
            <a:ext cx="4771390" cy="4862830"/>
            <a:chOff x="11741050" y="1529431"/>
            <a:chExt cx="4771390" cy="4862830"/>
          </a:xfrm>
        </p:grpSpPr>
        <p:sp>
          <p:nvSpPr>
            <p:cNvPr id="3" name="object 3" descr=""/>
            <p:cNvSpPr/>
            <p:nvPr/>
          </p:nvSpPr>
          <p:spPr>
            <a:xfrm>
              <a:off x="11741050" y="1529431"/>
              <a:ext cx="4771390" cy="173355"/>
            </a:xfrm>
            <a:custGeom>
              <a:avLst/>
              <a:gdLst/>
              <a:ahLst/>
              <a:cxnLst/>
              <a:rect l="l" t="t" r="r" b="b"/>
              <a:pathLst>
                <a:path w="4771390" h="173355">
                  <a:moveTo>
                    <a:pt x="4680600" y="0"/>
                  </a:moveTo>
                  <a:lnTo>
                    <a:pt x="4652195" y="4399"/>
                  </a:lnTo>
                  <a:lnTo>
                    <a:pt x="4627580" y="16640"/>
                  </a:lnTo>
                  <a:lnTo>
                    <a:pt x="4608154" y="35286"/>
                  </a:lnTo>
                  <a:lnTo>
                    <a:pt x="4595315" y="58898"/>
                  </a:lnTo>
                  <a:lnTo>
                    <a:pt x="175743" y="58898"/>
                  </a:lnTo>
                  <a:lnTo>
                    <a:pt x="162898" y="35286"/>
                  </a:lnTo>
                  <a:lnTo>
                    <a:pt x="143469" y="16640"/>
                  </a:lnTo>
                  <a:lnTo>
                    <a:pt x="118853" y="4399"/>
                  </a:lnTo>
                  <a:lnTo>
                    <a:pt x="90447" y="0"/>
                  </a:lnTo>
                  <a:lnTo>
                    <a:pt x="55244" y="6803"/>
                  </a:lnTo>
                  <a:lnTo>
                    <a:pt x="26493" y="25357"/>
                  </a:lnTo>
                  <a:lnTo>
                    <a:pt x="7108" y="52876"/>
                  </a:lnTo>
                  <a:lnTo>
                    <a:pt x="0" y="86573"/>
                  </a:lnTo>
                  <a:lnTo>
                    <a:pt x="7108" y="120268"/>
                  </a:lnTo>
                  <a:lnTo>
                    <a:pt x="26493" y="147783"/>
                  </a:lnTo>
                  <a:lnTo>
                    <a:pt x="55244" y="166333"/>
                  </a:lnTo>
                  <a:lnTo>
                    <a:pt x="90447" y="173136"/>
                  </a:lnTo>
                  <a:lnTo>
                    <a:pt x="118853" y="168737"/>
                  </a:lnTo>
                  <a:lnTo>
                    <a:pt x="143469" y="156500"/>
                  </a:lnTo>
                  <a:lnTo>
                    <a:pt x="162898" y="137858"/>
                  </a:lnTo>
                  <a:lnTo>
                    <a:pt x="175743" y="114247"/>
                  </a:lnTo>
                  <a:lnTo>
                    <a:pt x="4595315" y="114247"/>
                  </a:lnTo>
                  <a:lnTo>
                    <a:pt x="4608154" y="137858"/>
                  </a:lnTo>
                  <a:lnTo>
                    <a:pt x="4627580" y="156500"/>
                  </a:lnTo>
                  <a:lnTo>
                    <a:pt x="4652195" y="168737"/>
                  </a:lnTo>
                  <a:lnTo>
                    <a:pt x="4680600" y="173136"/>
                  </a:lnTo>
                  <a:lnTo>
                    <a:pt x="4715808" y="166333"/>
                  </a:lnTo>
                  <a:lnTo>
                    <a:pt x="4744558" y="147783"/>
                  </a:lnTo>
                  <a:lnTo>
                    <a:pt x="4763941" y="120268"/>
                  </a:lnTo>
                  <a:lnTo>
                    <a:pt x="4771048" y="86573"/>
                  </a:lnTo>
                  <a:lnTo>
                    <a:pt x="4763941" y="52876"/>
                  </a:lnTo>
                  <a:lnTo>
                    <a:pt x="4744558" y="25357"/>
                  </a:lnTo>
                  <a:lnTo>
                    <a:pt x="4715808" y="6803"/>
                  </a:lnTo>
                  <a:lnTo>
                    <a:pt x="468060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909651" y="1659286"/>
              <a:ext cx="1236980" cy="4723765"/>
            </a:xfrm>
            <a:custGeom>
              <a:avLst/>
              <a:gdLst/>
              <a:ahLst/>
              <a:cxnLst/>
              <a:rect l="l" t="t" r="r" b="b"/>
              <a:pathLst>
                <a:path w="1236980" h="4723765">
                  <a:moveTo>
                    <a:pt x="1052428" y="0"/>
                  </a:moveTo>
                  <a:lnTo>
                    <a:pt x="1054598" y="50575"/>
                  </a:lnTo>
                  <a:lnTo>
                    <a:pt x="1056761" y="101161"/>
                  </a:lnTo>
                  <a:lnTo>
                    <a:pt x="1058918" y="151758"/>
                  </a:lnTo>
                  <a:lnTo>
                    <a:pt x="1061070" y="202365"/>
                  </a:lnTo>
                  <a:lnTo>
                    <a:pt x="1063216" y="252982"/>
                  </a:lnTo>
                  <a:lnTo>
                    <a:pt x="1065357" y="303609"/>
                  </a:lnTo>
                  <a:lnTo>
                    <a:pt x="1067492" y="354245"/>
                  </a:lnTo>
                  <a:lnTo>
                    <a:pt x="1069622" y="404890"/>
                  </a:lnTo>
                  <a:lnTo>
                    <a:pt x="1071748" y="455543"/>
                  </a:lnTo>
                  <a:lnTo>
                    <a:pt x="1073868" y="506205"/>
                  </a:lnTo>
                  <a:lnTo>
                    <a:pt x="1075984" y="556875"/>
                  </a:lnTo>
                  <a:lnTo>
                    <a:pt x="1078096" y="607553"/>
                  </a:lnTo>
                  <a:lnTo>
                    <a:pt x="1080203" y="658238"/>
                  </a:lnTo>
                  <a:lnTo>
                    <a:pt x="1082307" y="708930"/>
                  </a:lnTo>
                  <a:lnTo>
                    <a:pt x="1084406" y="759629"/>
                  </a:lnTo>
                  <a:lnTo>
                    <a:pt x="1086502" y="810335"/>
                  </a:lnTo>
                  <a:lnTo>
                    <a:pt x="1088594" y="861047"/>
                  </a:lnTo>
                  <a:lnTo>
                    <a:pt x="1090683" y="911765"/>
                  </a:lnTo>
                  <a:lnTo>
                    <a:pt x="1092769" y="962489"/>
                  </a:lnTo>
                  <a:lnTo>
                    <a:pt x="1094852" y="1013218"/>
                  </a:lnTo>
                  <a:lnTo>
                    <a:pt x="1096932" y="1063952"/>
                  </a:lnTo>
                  <a:lnTo>
                    <a:pt x="1099009" y="1114690"/>
                  </a:lnTo>
                  <a:lnTo>
                    <a:pt x="1101083" y="1165433"/>
                  </a:lnTo>
                  <a:lnTo>
                    <a:pt x="1103156" y="1216181"/>
                  </a:lnTo>
                  <a:lnTo>
                    <a:pt x="1105226" y="1266932"/>
                  </a:lnTo>
                  <a:lnTo>
                    <a:pt x="1107294" y="1317686"/>
                  </a:lnTo>
                  <a:lnTo>
                    <a:pt x="1109360" y="1368444"/>
                  </a:lnTo>
                  <a:lnTo>
                    <a:pt x="1111425" y="1419205"/>
                  </a:lnTo>
                  <a:lnTo>
                    <a:pt x="1113488" y="1469968"/>
                  </a:lnTo>
                  <a:lnTo>
                    <a:pt x="1115550" y="1520733"/>
                  </a:lnTo>
                  <a:lnTo>
                    <a:pt x="1117610" y="1571501"/>
                  </a:lnTo>
                  <a:lnTo>
                    <a:pt x="1119670" y="1622270"/>
                  </a:lnTo>
                  <a:lnTo>
                    <a:pt x="1121729" y="1673041"/>
                  </a:lnTo>
                  <a:lnTo>
                    <a:pt x="1123787" y="1723813"/>
                  </a:lnTo>
                  <a:lnTo>
                    <a:pt x="1125845" y="1774585"/>
                  </a:lnTo>
                  <a:lnTo>
                    <a:pt x="1127902" y="1825358"/>
                  </a:lnTo>
                  <a:lnTo>
                    <a:pt x="1129960" y="1876131"/>
                  </a:lnTo>
                  <a:lnTo>
                    <a:pt x="1132017" y="1926904"/>
                  </a:lnTo>
                  <a:lnTo>
                    <a:pt x="1134075" y="1977676"/>
                  </a:lnTo>
                  <a:lnTo>
                    <a:pt x="1136133" y="2028448"/>
                  </a:lnTo>
                  <a:lnTo>
                    <a:pt x="1138192" y="2079219"/>
                  </a:lnTo>
                  <a:lnTo>
                    <a:pt x="1140251" y="2129988"/>
                  </a:lnTo>
                  <a:lnTo>
                    <a:pt x="1142311" y="2180756"/>
                  </a:lnTo>
                  <a:lnTo>
                    <a:pt x="1144372" y="2231522"/>
                  </a:lnTo>
                  <a:lnTo>
                    <a:pt x="1146435" y="2282285"/>
                  </a:lnTo>
                  <a:lnTo>
                    <a:pt x="1148499" y="2333046"/>
                  </a:lnTo>
                  <a:lnTo>
                    <a:pt x="1150565" y="2383804"/>
                  </a:lnTo>
                  <a:lnTo>
                    <a:pt x="1152632" y="2434559"/>
                  </a:lnTo>
                  <a:lnTo>
                    <a:pt x="1154701" y="2485310"/>
                  </a:lnTo>
                  <a:lnTo>
                    <a:pt x="1156773" y="2536058"/>
                  </a:lnTo>
                  <a:lnTo>
                    <a:pt x="1158846" y="2586801"/>
                  </a:lnTo>
                  <a:lnTo>
                    <a:pt x="1160922" y="2637540"/>
                  </a:lnTo>
                  <a:lnTo>
                    <a:pt x="1163001" y="2688275"/>
                  </a:lnTo>
                  <a:lnTo>
                    <a:pt x="1165083" y="2739004"/>
                  </a:lnTo>
                  <a:lnTo>
                    <a:pt x="1167167" y="2789728"/>
                  </a:lnTo>
                  <a:lnTo>
                    <a:pt x="1169255" y="2840447"/>
                  </a:lnTo>
                  <a:lnTo>
                    <a:pt x="1171345" y="2891159"/>
                  </a:lnTo>
                  <a:lnTo>
                    <a:pt x="1173440" y="2941865"/>
                  </a:lnTo>
                  <a:lnTo>
                    <a:pt x="1175538" y="2992565"/>
                  </a:lnTo>
                  <a:lnTo>
                    <a:pt x="1177640" y="3043258"/>
                  </a:lnTo>
                  <a:lnTo>
                    <a:pt x="1179745" y="3093944"/>
                  </a:lnTo>
                  <a:lnTo>
                    <a:pt x="1181855" y="3144622"/>
                  </a:lnTo>
                  <a:lnTo>
                    <a:pt x="1183970" y="3195293"/>
                  </a:lnTo>
                  <a:lnTo>
                    <a:pt x="1186088" y="3245955"/>
                  </a:lnTo>
                  <a:lnTo>
                    <a:pt x="1188212" y="3296610"/>
                  </a:lnTo>
                  <a:lnTo>
                    <a:pt x="1190340" y="3347255"/>
                  </a:lnTo>
                  <a:lnTo>
                    <a:pt x="1192473" y="3397892"/>
                  </a:lnTo>
                  <a:lnTo>
                    <a:pt x="1194612" y="3448519"/>
                  </a:lnTo>
                  <a:lnTo>
                    <a:pt x="1196756" y="3499137"/>
                  </a:lnTo>
                  <a:lnTo>
                    <a:pt x="1198905" y="3549745"/>
                  </a:lnTo>
                  <a:lnTo>
                    <a:pt x="1201060" y="3600342"/>
                  </a:lnTo>
                  <a:lnTo>
                    <a:pt x="1203221" y="3650930"/>
                  </a:lnTo>
                  <a:lnTo>
                    <a:pt x="1205388" y="3701506"/>
                  </a:lnTo>
                  <a:lnTo>
                    <a:pt x="1207561" y="3752071"/>
                  </a:lnTo>
                  <a:lnTo>
                    <a:pt x="1209740" y="3802625"/>
                  </a:lnTo>
                  <a:lnTo>
                    <a:pt x="1211926" y="3853168"/>
                  </a:lnTo>
                  <a:lnTo>
                    <a:pt x="1214119" y="3903698"/>
                  </a:lnTo>
                  <a:lnTo>
                    <a:pt x="1216319" y="3954216"/>
                  </a:lnTo>
                  <a:lnTo>
                    <a:pt x="1218526" y="4004721"/>
                  </a:lnTo>
                  <a:lnTo>
                    <a:pt x="1220740" y="4055214"/>
                  </a:lnTo>
                  <a:lnTo>
                    <a:pt x="1222961" y="4105693"/>
                  </a:lnTo>
                  <a:lnTo>
                    <a:pt x="1225190" y="4156159"/>
                  </a:lnTo>
                  <a:lnTo>
                    <a:pt x="1227426" y="4206611"/>
                  </a:lnTo>
                  <a:lnTo>
                    <a:pt x="1229671" y="4257048"/>
                  </a:lnTo>
                  <a:lnTo>
                    <a:pt x="1231924" y="4307472"/>
                  </a:lnTo>
                  <a:lnTo>
                    <a:pt x="1234185" y="4357880"/>
                  </a:lnTo>
                  <a:lnTo>
                    <a:pt x="1236454" y="4408274"/>
                  </a:lnTo>
                  <a:lnTo>
                    <a:pt x="1229941" y="4694652"/>
                  </a:lnTo>
                  <a:lnTo>
                    <a:pt x="1063853" y="4694875"/>
                  </a:lnTo>
                  <a:lnTo>
                    <a:pt x="963454" y="4696436"/>
                  </a:lnTo>
                  <a:lnTo>
                    <a:pt x="888214" y="4700673"/>
                  </a:lnTo>
                  <a:lnTo>
                    <a:pt x="797598" y="4708924"/>
                  </a:lnTo>
                  <a:lnTo>
                    <a:pt x="755018" y="4712473"/>
                  </a:lnTo>
                  <a:lnTo>
                    <a:pt x="709044" y="4715379"/>
                  </a:lnTo>
                  <a:lnTo>
                    <a:pt x="660347" y="4717706"/>
                  </a:lnTo>
                  <a:lnTo>
                    <a:pt x="609601" y="4719518"/>
                  </a:lnTo>
                  <a:lnTo>
                    <a:pt x="557478" y="4720880"/>
                  </a:lnTo>
                  <a:lnTo>
                    <a:pt x="504648" y="4721856"/>
                  </a:lnTo>
                  <a:lnTo>
                    <a:pt x="451785" y="4722510"/>
                  </a:lnTo>
                  <a:lnTo>
                    <a:pt x="399560" y="4722906"/>
                  </a:lnTo>
                  <a:lnTo>
                    <a:pt x="348646" y="4723110"/>
                  </a:lnTo>
                  <a:lnTo>
                    <a:pt x="299714" y="4723185"/>
                  </a:lnTo>
                  <a:lnTo>
                    <a:pt x="253437" y="4723196"/>
                  </a:lnTo>
                  <a:lnTo>
                    <a:pt x="144656" y="4714278"/>
                  </a:lnTo>
                  <a:lnTo>
                    <a:pt x="65224" y="4694658"/>
                  </a:lnTo>
                  <a:lnTo>
                    <a:pt x="16539" y="4675037"/>
                  </a:lnTo>
                  <a:lnTo>
                    <a:pt x="0" y="4666119"/>
                  </a:lnTo>
                  <a:lnTo>
                    <a:pt x="10669" y="4407844"/>
                  </a:lnTo>
                  <a:lnTo>
                    <a:pt x="11811" y="4357476"/>
                  </a:lnTo>
                  <a:lnTo>
                    <a:pt x="12955" y="4307091"/>
                  </a:lnTo>
                  <a:lnTo>
                    <a:pt x="14101" y="4256692"/>
                  </a:lnTo>
                  <a:lnTo>
                    <a:pt x="15248" y="4206277"/>
                  </a:lnTo>
                  <a:lnTo>
                    <a:pt x="16397" y="4155847"/>
                  </a:lnTo>
                  <a:lnTo>
                    <a:pt x="17547" y="4105403"/>
                  </a:lnTo>
                  <a:lnTo>
                    <a:pt x="18699" y="4054945"/>
                  </a:lnTo>
                  <a:lnTo>
                    <a:pt x="19852" y="4004472"/>
                  </a:lnTo>
                  <a:lnTo>
                    <a:pt x="21005" y="3953987"/>
                  </a:lnTo>
                  <a:lnTo>
                    <a:pt x="22160" y="3903488"/>
                  </a:lnTo>
                  <a:lnTo>
                    <a:pt x="23315" y="3852976"/>
                  </a:lnTo>
                  <a:lnTo>
                    <a:pt x="24470" y="3802451"/>
                  </a:lnTo>
                  <a:lnTo>
                    <a:pt x="25626" y="3751914"/>
                  </a:lnTo>
                  <a:lnTo>
                    <a:pt x="26783" y="3701365"/>
                  </a:lnTo>
                  <a:lnTo>
                    <a:pt x="27939" y="3650805"/>
                  </a:lnTo>
                  <a:lnTo>
                    <a:pt x="29096" y="3600233"/>
                  </a:lnTo>
                  <a:lnTo>
                    <a:pt x="30252" y="3549650"/>
                  </a:lnTo>
                  <a:lnTo>
                    <a:pt x="31409" y="3499056"/>
                  </a:lnTo>
                  <a:lnTo>
                    <a:pt x="32564" y="3448452"/>
                  </a:lnTo>
                  <a:lnTo>
                    <a:pt x="33720" y="3397838"/>
                  </a:lnTo>
                  <a:lnTo>
                    <a:pt x="34874" y="3347214"/>
                  </a:lnTo>
                  <a:lnTo>
                    <a:pt x="36028" y="3296580"/>
                  </a:lnTo>
                  <a:lnTo>
                    <a:pt x="37181" y="3245937"/>
                  </a:lnTo>
                  <a:lnTo>
                    <a:pt x="38333" y="3195286"/>
                  </a:lnTo>
                  <a:lnTo>
                    <a:pt x="39483" y="3144626"/>
                  </a:lnTo>
                  <a:lnTo>
                    <a:pt x="40632" y="3093957"/>
                  </a:lnTo>
                  <a:lnTo>
                    <a:pt x="41780" y="3043281"/>
                  </a:lnTo>
                  <a:lnTo>
                    <a:pt x="42926" y="2992597"/>
                  </a:lnTo>
                  <a:lnTo>
                    <a:pt x="44070" y="2941906"/>
                  </a:lnTo>
                  <a:lnTo>
                    <a:pt x="45213" y="2891207"/>
                  </a:lnTo>
                  <a:lnTo>
                    <a:pt x="46353" y="2840502"/>
                  </a:lnTo>
                  <a:lnTo>
                    <a:pt x="47491" y="2789791"/>
                  </a:lnTo>
                  <a:lnTo>
                    <a:pt x="48627" y="2739074"/>
                  </a:lnTo>
                  <a:lnTo>
                    <a:pt x="49761" y="2688351"/>
                  </a:lnTo>
                  <a:lnTo>
                    <a:pt x="50891" y="2637622"/>
                  </a:lnTo>
                  <a:lnTo>
                    <a:pt x="52020" y="2586888"/>
                  </a:lnTo>
                  <a:lnTo>
                    <a:pt x="53145" y="2536150"/>
                  </a:lnTo>
                  <a:lnTo>
                    <a:pt x="54267" y="2485407"/>
                  </a:lnTo>
                  <a:lnTo>
                    <a:pt x="55386" y="2434660"/>
                  </a:lnTo>
                  <a:lnTo>
                    <a:pt x="56502" y="2383909"/>
                  </a:lnTo>
                  <a:lnTo>
                    <a:pt x="57615" y="2333154"/>
                  </a:lnTo>
                  <a:lnTo>
                    <a:pt x="58723" y="2282396"/>
                  </a:lnTo>
                  <a:lnTo>
                    <a:pt x="59829" y="2231636"/>
                  </a:lnTo>
                  <a:lnTo>
                    <a:pt x="60930" y="2180872"/>
                  </a:lnTo>
                  <a:lnTo>
                    <a:pt x="62028" y="2130107"/>
                  </a:lnTo>
                  <a:lnTo>
                    <a:pt x="63121" y="2079339"/>
                  </a:lnTo>
                  <a:lnTo>
                    <a:pt x="64210" y="2028570"/>
                  </a:lnTo>
                  <a:lnTo>
                    <a:pt x="65295" y="1977799"/>
                  </a:lnTo>
                  <a:lnTo>
                    <a:pt x="66375" y="1927027"/>
                  </a:lnTo>
                  <a:lnTo>
                    <a:pt x="67451" y="1876254"/>
                  </a:lnTo>
                  <a:lnTo>
                    <a:pt x="68522" y="1825481"/>
                  </a:lnTo>
                  <a:lnTo>
                    <a:pt x="69588" y="1774708"/>
                  </a:lnTo>
                  <a:lnTo>
                    <a:pt x="70649" y="1723935"/>
                  </a:lnTo>
                  <a:lnTo>
                    <a:pt x="71704" y="1673163"/>
                  </a:lnTo>
                  <a:lnTo>
                    <a:pt x="72755" y="1622391"/>
                  </a:lnTo>
                  <a:lnTo>
                    <a:pt x="73800" y="1571621"/>
                  </a:lnTo>
                  <a:lnTo>
                    <a:pt x="74839" y="1520852"/>
                  </a:lnTo>
                  <a:lnTo>
                    <a:pt x="75873" y="1470085"/>
                  </a:lnTo>
                  <a:lnTo>
                    <a:pt x="76900" y="1419319"/>
                  </a:lnTo>
                  <a:lnTo>
                    <a:pt x="77922" y="1368557"/>
                  </a:lnTo>
                  <a:lnTo>
                    <a:pt x="78938" y="1317796"/>
                  </a:lnTo>
                  <a:lnTo>
                    <a:pt x="79947" y="1267039"/>
                  </a:lnTo>
                  <a:lnTo>
                    <a:pt x="80950" y="1216285"/>
                  </a:lnTo>
                  <a:lnTo>
                    <a:pt x="81946" y="1165535"/>
                  </a:lnTo>
                  <a:lnTo>
                    <a:pt x="82936" y="1114789"/>
                  </a:lnTo>
                  <a:lnTo>
                    <a:pt x="83919" y="1064047"/>
                  </a:lnTo>
                  <a:lnTo>
                    <a:pt x="84895" y="1013309"/>
                  </a:lnTo>
                  <a:lnTo>
                    <a:pt x="85864" y="962577"/>
                  </a:lnTo>
                  <a:lnTo>
                    <a:pt x="86825" y="911849"/>
                  </a:lnTo>
                  <a:lnTo>
                    <a:pt x="87779" y="861128"/>
                  </a:lnTo>
                  <a:lnTo>
                    <a:pt x="88726" y="810412"/>
                  </a:lnTo>
                  <a:lnTo>
                    <a:pt x="89665" y="759702"/>
                  </a:lnTo>
                  <a:lnTo>
                    <a:pt x="90596" y="708998"/>
                  </a:lnTo>
                  <a:lnTo>
                    <a:pt x="91520" y="658301"/>
                  </a:lnTo>
                  <a:lnTo>
                    <a:pt x="92435" y="607612"/>
                  </a:lnTo>
                  <a:lnTo>
                    <a:pt x="93342" y="556929"/>
                  </a:lnTo>
                  <a:lnTo>
                    <a:pt x="94241" y="506255"/>
                  </a:lnTo>
                  <a:lnTo>
                    <a:pt x="95131" y="455588"/>
                  </a:lnTo>
                  <a:lnTo>
                    <a:pt x="96013" y="404930"/>
                  </a:lnTo>
                  <a:lnTo>
                    <a:pt x="96886" y="354280"/>
                  </a:lnTo>
                  <a:lnTo>
                    <a:pt x="97750" y="303639"/>
                  </a:lnTo>
                  <a:lnTo>
                    <a:pt x="98605" y="253008"/>
                  </a:lnTo>
                  <a:lnTo>
                    <a:pt x="99451" y="202386"/>
                  </a:lnTo>
                  <a:lnTo>
                    <a:pt x="100287" y="151773"/>
                  </a:lnTo>
                  <a:lnTo>
                    <a:pt x="101114" y="101172"/>
                  </a:lnTo>
                  <a:lnTo>
                    <a:pt x="101932" y="50580"/>
                  </a:lnTo>
                  <a:lnTo>
                    <a:pt x="102740" y="0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255139" y="5825139"/>
              <a:ext cx="1270" cy="172720"/>
            </a:xfrm>
            <a:custGeom>
              <a:avLst/>
              <a:gdLst/>
              <a:ahLst/>
              <a:cxnLst/>
              <a:rect l="l" t="t" r="r" b="b"/>
              <a:pathLst>
                <a:path w="1270" h="172720">
                  <a:moveTo>
                    <a:pt x="785" y="0"/>
                  </a:moveTo>
                  <a:lnTo>
                    <a:pt x="0" y="172664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256631" y="2460725"/>
              <a:ext cx="15240" cy="3211195"/>
            </a:xfrm>
            <a:custGeom>
              <a:avLst/>
              <a:gdLst/>
              <a:ahLst/>
              <a:cxnLst/>
              <a:rect l="l" t="t" r="r" b="b"/>
              <a:pathLst>
                <a:path w="15240" h="3211195">
                  <a:moveTo>
                    <a:pt x="14711" y="0"/>
                  </a:moveTo>
                  <a:lnTo>
                    <a:pt x="0" y="3211095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271781" y="1626799"/>
              <a:ext cx="3810" cy="738505"/>
            </a:xfrm>
            <a:custGeom>
              <a:avLst/>
              <a:gdLst/>
              <a:ahLst/>
              <a:cxnLst/>
              <a:rect l="l" t="t" r="r" b="b"/>
              <a:pathLst>
                <a:path w="3809" h="738505">
                  <a:moveTo>
                    <a:pt x="3382" y="0"/>
                  </a:moveTo>
                  <a:lnTo>
                    <a:pt x="0" y="738113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495489" y="3313617"/>
              <a:ext cx="34290" cy="2138045"/>
            </a:xfrm>
            <a:custGeom>
              <a:avLst/>
              <a:gdLst/>
              <a:ahLst/>
              <a:cxnLst/>
              <a:rect l="l" t="t" r="r" b="b"/>
              <a:pathLst>
                <a:path w="34290" h="2138045">
                  <a:moveTo>
                    <a:pt x="33758" y="0"/>
                  </a:moveTo>
                  <a:lnTo>
                    <a:pt x="0" y="2137809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531362" y="1645971"/>
              <a:ext cx="24765" cy="1534160"/>
            </a:xfrm>
            <a:custGeom>
              <a:avLst/>
              <a:gdLst/>
              <a:ahLst/>
              <a:cxnLst/>
              <a:rect l="l" t="t" r="r" b="b"/>
              <a:pathLst>
                <a:path w="24765" h="1534160">
                  <a:moveTo>
                    <a:pt x="24219" y="0"/>
                  </a:moveTo>
                  <a:lnTo>
                    <a:pt x="0" y="1533911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766505" y="3908109"/>
              <a:ext cx="9525" cy="1984375"/>
            </a:xfrm>
            <a:custGeom>
              <a:avLst/>
              <a:gdLst/>
              <a:ahLst/>
              <a:cxnLst/>
              <a:rect l="l" t="t" r="r" b="b"/>
              <a:pathLst>
                <a:path w="9525" h="1984375">
                  <a:moveTo>
                    <a:pt x="0" y="0"/>
                  </a:moveTo>
                  <a:lnTo>
                    <a:pt x="9402" y="1984253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759828" y="2499109"/>
              <a:ext cx="6350" cy="1246505"/>
            </a:xfrm>
            <a:custGeom>
              <a:avLst/>
              <a:gdLst/>
              <a:ahLst/>
              <a:cxnLst/>
              <a:rect l="l" t="t" r="r" b="b"/>
              <a:pathLst>
                <a:path w="6350" h="1246504">
                  <a:moveTo>
                    <a:pt x="0" y="0"/>
                  </a:moveTo>
                  <a:lnTo>
                    <a:pt x="5905" y="1246140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755877" y="1665141"/>
              <a:ext cx="3810" cy="680720"/>
            </a:xfrm>
            <a:custGeom>
              <a:avLst/>
              <a:gdLst/>
              <a:ahLst/>
              <a:cxnLst/>
              <a:rect l="l" t="t" r="r" b="b"/>
              <a:pathLst>
                <a:path w="3809" h="680719">
                  <a:moveTo>
                    <a:pt x="0" y="0"/>
                  </a:moveTo>
                  <a:lnTo>
                    <a:pt x="3225" y="680607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052816" y="1659286"/>
              <a:ext cx="1243330" cy="4693920"/>
            </a:xfrm>
            <a:custGeom>
              <a:avLst/>
              <a:gdLst/>
              <a:ahLst/>
              <a:cxnLst/>
              <a:rect l="l" t="t" r="r" b="b"/>
              <a:pathLst>
                <a:path w="1243330" h="4693920">
                  <a:moveTo>
                    <a:pt x="195774" y="0"/>
                  </a:moveTo>
                  <a:lnTo>
                    <a:pt x="193792" y="50637"/>
                  </a:lnTo>
                  <a:lnTo>
                    <a:pt x="191799" y="101286"/>
                  </a:lnTo>
                  <a:lnTo>
                    <a:pt x="189794" y="151945"/>
                  </a:lnTo>
                  <a:lnTo>
                    <a:pt x="187779" y="202614"/>
                  </a:lnTo>
                  <a:lnTo>
                    <a:pt x="185753" y="253293"/>
                  </a:lnTo>
                  <a:lnTo>
                    <a:pt x="183717" y="303982"/>
                  </a:lnTo>
                  <a:lnTo>
                    <a:pt x="181671" y="354680"/>
                  </a:lnTo>
                  <a:lnTo>
                    <a:pt x="179615" y="405387"/>
                  </a:lnTo>
                  <a:lnTo>
                    <a:pt x="177549" y="456102"/>
                  </a:lnTo>
                  <a:lnTo>
                    <a:pt x="175474" y="506827"/>
                  </a:lnTo>
                  <a:lnTo>
                    <a:pt x="173391" y="557559"/>
                  </a:lnTo>
                  <a:lnTo>
                    <a:pt x="171298" y="608299"/>
                  </a:lnTo>
                  <a:lnTo>
                    <a:pt x="169197" y="659046"/>
                  </a:lnTo>
                  <a:lnTo>
                    <a:pt x="167088" y="709801"/>
                  </a:lnTo>
                  <a:lnTo>
                    <a:pt x="164971" y="760562"/>
                  </a:lnTo>
                  <a:lnTo>
                    <a:pt x="162847" y="811331"/>
                  </a:lnTo>
                  <a:lnTo>
                    <a:pt x="160715" y="862105"/>
                  </a:lnTo>
                  <a:lnTo>
                    <a:pt x="158576" y="912885"/>
                  </a:lnTo>
                  <a:lnTo>
                    <a:pt x="156430" y="963671"/>
                  </a:lnTo>
                  <a:lnTo>
                    <a:pt x="154278" y="1014462"/>
                  </a:lnTo>
                  <a:lnTo>
                    <a:pt x="152120" y="1065259"/>
                  </a:lnTo>
                  <a:lnTo>
                    <a:pt x="149955" y="1116060"/>
                  </a:lnTo>
                  <a:lnTo>
                    <a:pt x="147785" y="1166865"/>
                  </a:lnTo>
                  <a:lnTo>
                    <a:pt x="145610" y="1217675"/>
                  </a:lnTo>
                  <a:lnTo>
                    <a:pt x="143429" y="1268488"/>
                  </a:lnTo>
                  <a:lnTo>
                    <a:pt x="141244" y="1319305"/>
                  </a:lnTo>
                  <a:lnTo>
                    <a:pt x="139054" y="1370125"/>
                  </a:lnTo>
                  <a:lnTo>
                    <a:pt x="136859" y="1420948"/>
                  </a:lnTo>
                  <a:lnTo>
                    <a:pt x="134661" y="1471774"/>
                  </a:lnTo>
                  <a:lnTo>
                    <a:pt x="132459" y="1522602"/>
                  </a:lnTo>
                  <a:lnTo>
                    <a:pt x="130253" y="1573432"/>
                  </a:lnTo>
                  <a:lnTo>
                    <a:pt x="128044" y="1624264"/>
                  </a:lnTo>
                  <a:lnTo>
                    <a:pt x="125832" y="1675097"/>
                  </a:lnTo>
                  <a:lnTo>
                    <a:pt x="123618" y="1725931"/>
                  </a:lnTo>
                  <a:lnTo>
                    <a:pt x="121401" y="1776765"/>
                  </a:lnTo>
                  <a:lnTo>
                    <a:pt x="119182" y="1827601"/>
                  </a:lnTo>
                  <a:lnTo>
                    <a:pt x="116961" y="1878436"/>
                  </a:lnTo>
                  <a:lnTo>
                    <a:pt x="114739" y="1929271"/>
                  </a:lnTo>
                  <a:lnTo>
                    <a:pt x="112515" y="1980106"/>
                  </a:lnTo>
                  <a:lnTo>
                    <a:pt x="110291" y="2030940"/>
                  </a:lnTo>
                  <a:lnTo>
                    <a:pt x="108065" y="2081773"/>
                  </a:lnTo>
                  <a:lnTo>
                    <a:pt x="105839" y="2132605"/>
                  </a:lnTo>
                  <a:lnTo>
                    <a:pt x="103613" y="2183435"/>
                  </a:lnTo>
                  <a:lnTo>
                    <a:pt x="101387" y="2234263"/>
                  </a:lnTo>
                  <a:lnTo>
                    <a:pt x="99161" y="2285088"/>
                  </a:lnTo>
                  <a:lnTo>
                    <a:pt x="96936" y="2335911"/>
                  </a:lnTo>
                  <a:lnTo>
                    <a:pt x="94712" y="2386732"/>
                  </a:lnTo>
                  <a:lnTo>
                    <a:pt x="92489" y="2437548"/>
                  </a:lnTo>
                  <a:lnTo>
                    <a:pt x="90268" y="2488362"/>
                  </a:lnTo>
                  <a:lnTo>
                    <a:pt x="88048" y="2539172"/>
                  </a:lnTo>
                  <a:lnTo>
                    <a:pt x="85830" y="2589977"/>
                  </a:lnTo>
                  <a:lnTo>
                    <a:pt x="83614" y="2640778"/>
                  </a:lnTo>
                  <a:lnTo>
                    <a:pt x="81401" y="2691575"/>
                  </a:lnTo>
                  <a:lnTo>
                    <a:pt x="79191" y="2742366"/>
                  </a:lnTo>
                  <a:lnTo>
                    <a:pt x="76984" y="2793152"/>
                  </a:lnTo>
                  <a:lnTo>
                    <a:pt x="74780" y="2843932"/>
                  </a:lnTo>
                  <a:lnTo>
                    <a:pt x="72580" y="2894707"/>
                  </a:lnTo>
                  <a:lnTo>
                    <a:pt x="70384" y="2945475"/>
                  </a:lnTo>
                  <a:lnTo>
                    <a:pt x="68192" y="2996236"/>
                  </a:lnTo>
                  <a:lnTo>
                    <a:pt x="66004" y="3046991"/>
                  </a:lnTo>
                  <a:lnTo>
                    <a:pt x="63822" y="3097739"/>
                  </a:lnTo>
                  <a:lnTo>
                    <a:pt x="61644" y="3148479"/>
                  </a:lnTo>
                  <a:lnTo>
                    <a:pt x="59471" y="3199211"/>
                  </a:lnTo>
                  <a:lnTo>
                    <a:pt x="57304" y="3249935"/>
                  </a:lnTo>
                  <a:lnTo>
                    <a:pt x="55143" y="3300651"/>
                  </a:lnTo>
                  <a:lnTo>
                    <a:pt x="52988" y="3351358"/>
                  </a:lnTo>
                  <a:lnTo>
                    <a:pt x="50840" y="3402056"/>
                  </a:lnTo>
                  <a:lnTo>
                    <a:pt x="48698" y="3452745"/>
                  </a:lnTo>
                  <a:lnTo>
                    <a:pt x="46563" y="3503424"/>
                  </a:lnTo>
                  <a:lnTo>
                    <a:pt x="44435" y="3554093"/>
                  </a:lnTo>
                  <a:lnTo>
                    <a:pt x="42314" y="3604752"/>
                  </a:lnTo>
                  <a:lnTo>
                    <a:pt x="40202" y="3655401"/>
                  </a:lnTo>
                  <a:lnTo>
                    <a:pt x="38097" y="3706039"/>
                  </a:lnTo>
                  <a:lnTo>
                    <a:pt x="36001" y="3756665"/>
                  </a:lnTo>
                  <a:lnTo>
                    <a:pt x="33913" y="3807280"/>
                  </a:lnTo>
                  <a:lnTo>
                    <a:pt x="31834" y="3857884"/>
                  </a:lnTo>
                  <a:lnTo>
                    <a:pt x="29765" y="3908475"/>
                  </a:lnTo>
                  <a:lnTo>
                    <a:pt x="27704" y="3959054"/>
                  </a:lnTo>
                  <a:lnTo>
                    <a:pt x="25653" y="4009620"/>
                  </a:lnTo>
                  <a:lnTo>
                    <a:pt x="23613" y="4060173"/>
                  </a:lnTo>
                  <a:lnTo>
                    <a:pt x="21582" y="4110713"/>
                  </a:lnTo>
                  <a:lnTo>
                    <a:pt x="19562" y="4161240"/>
                  </a:lnTo>
                  <a:lnTo>
                    <a:pt x="17553" y="4211752"/>
                  </a:lnTo>
                  <a:lnTo>
                    <a:pt x="15555" y="4262251"/>
                  </a:lnTo>
                  <a:lnTo>
                    <a:pt x="13568" y="4312734"/>
                  </a:lnTo>
                  <a:lnTo>
                    <a:pt x="11593" y="4363204"/>
                  </a:lnTo>
                  <a:lnTo>
                    <a:pt x="9629" y="4413657"/>
                  </a:lnTo>
                  <a:lnTo>
                    <a:pt x="7678" y="4464096"/>
                  </a:lnTo>
                  <a:lnTo>
                    <a:pt x="5739" y="4514519"/>
                  </a:lnTo>
                  <a:lnTo>
                    <a:pt x="3813" y="4564926"/>
                  </a:lnTo>
                  <a:lnTo>
                    <a:pt x="1900" y="4615316"/>
                  </a:lnTo>
                  <a:lnTo>
                    <a:pt x="0" y="4665690"/>
                  </a:lnTo>
                  <a:lnTo>
                    <a:pt x="113463" y="4681835"/>
                  </a:lnTo>
                  <a:lnTo>
                    <a:pt x="184309" y="4690125"/>
                  </a:lnTo>
                  <a:lnTo>
                    <a:pt x="242263" y="4693179"/>
                  </a:lnTo>
                  <a:lnTo>
                    <a:pt x="317047" y="4693616"/>
                  </a:lnTo>
                  <a:lnTo>
                    <a:pt x="602588" y="4693616"/>
                  </a:lnTo>
                  <a:lnTo>
                    <a:pt x="950201" y="4693616"/>
                  </a:lnTo>
                  <a:lnTo>
                    <a:pt x="1053609" y="4689089"/>
                  </a:lnTo>
                  <a:lnTo>
                    <a:pt x="1147968" y="4679129"/>
                  </a:lnTo>
                  <a:lnTo>
                    <a:pt x="1216725" y="4669170"/>
                  </a:lnTo>
                  <a:lnTo>
                    <a:pt x="1243323" y="4664643"/>
                  </a:lnTo>
                  <a:lnTo>
                    <a:pt x="1242395" y="4614303"/>
                  </a:lnTo>
                  <a:lnTo>
                    <a:pt x="1241474" y="4563945"/>
                  </a:lnTo>
                  <a:lnTo>
                    <a:pt x="1240559" y="4513571"/>
                  </a:lnTo>
                  <a:lnTo>
                    <a:pt x="1239649" y="4463180"/>
                  </a:lnTo>
                  <a:lnTo>
                    <a:pt x="1238745" y="4412772"/>
                  </a:lnTo>
                  <a:lnTo>
                    <a:pt x="1237845" y="4362348"/>
                  </a:lnTo>
                  <a:lnTo>
                    <a:pt x="1236951" y="4311909"/>
                  </a:lnTo>
                  <a:lnTo>
                    <a:pt x="1236061" y="4261454"/>
                  </a:lnTo>
                  <a:lnTo>
                    <a:pt x="1235175" y="4210983"/>
                  </a:lnTo>
                  <a:lnTo>
                    <a:pt x="1234292" y="4160498"/>
                  </a:lnTo>
                  <a:lnTo>
                    <a:pt x="1233413" y="4109999"/>
                  </a:lnTo>
                  <a:lnTo>
                    <a:pt x="1232538" y="4059485"/>
                  </a:lnTo>
                  <a:lnTo>
                    <a:pt x="1231665" y="4008957"/>
                  </a:lnTo>
                  <a:lnTo>
                    <a:pt x="1230795" y="3958416"/>
                  </a:lnTo>
                  <a:lnTo>
                    <a:pt x="1229927" y="3907861"/>
                  </a:lnTo>
                  <a:lnTo>
                    <a:pt x="1229061" y="3857293"/>
                  </a:lnTo>
                  <a:lnTo>
                    <a:pt x="1228196" y="3806713"/>
                  </a:lnTo>
                  <a:lnTo>
                    <a:pt x="1227333" y="3756120"/>
                  </a:lnTo>
                  <a:lnTo>
                    <a:pt x="1226471" y="3705515"/>
                  </a:lnTo>
                  <a:lnTo>
                    <a:pt x="1225610" y="3654899"/>
                  </a:lnTo>
                  <a:lnTo>
                    <a:pt x="1224749" y="3604271"/>
                  </a:lnTo>
                  <a:lnTo>
                    <a:pt x="1223888" y="3553632"/>
                  </a:lnTo>
                  <a:lnTo>
                    <a:pt x="1223027" y="3502982"/>
                  </a:lnTo>
                  <a:lnTo>
                    <a:pt x="1222166" y="3452322"/>
                  </a:lnTo>
                  <a:lnTo>
                    <a:pt x="1221303" y="3401652"/>
                  </a:lnTo>
                  <a:lnTo>
                    <a:pt x="1220440" y="3350971"/>
                  </a:lnTo>
                  <a:lnTo>
                    <a:pt x="1219575" y="3300282"/>
                  </a:lnTo>
                  <a:lnTo>
                    <a:pt x="1218708" y="3249583"/>
                  </a:lnTo>
                  <a:lnTo>
                    <a:pt x="1217839" y="3198875"/>
                  </a:lnTo>
                  <a:lnTo>
                    <a:pt x="1216968" y="3148158"/>
                  </a:lnTo>
                  <a:lnTo>
                    <a:pt x="1216094" y="3097433"/>
                  </a:lnTo>
                  <a:lnTo>
                    <a:pt x="1215217" y="3046701"/>
                  </a:lnTo>
                  <a:lnTo>
                    <a:pt x="1214337" y="2995960"/>
                  </a:lnTo>
                  <a:lnTo>
                    <a:pt x="1213453" y="2945212"/>
                  </a:lnTo>
                  <a:lnTo>
                    <a:pt x="1212565" y="2894458"/>
                  </a:lnTo>
                  <a:lnTo>
                    <a:pt x="1211673" y="2843696"/>
                  </a:lnTo>
                  <a:lnTo>
                    <a:pt x="1210777" y="2792928"/>
                  </a:lnTo>
                  <a:lnTo>
                    <a:pt x="1209876" y="2742154"/>
                  </a:lnTo>
                  <a:lnTo>
                    <a:pt x="1208969" y="2691374"/>
                  </a:lnTo>
                  <a:lnTo>
                    <a:pt x="1208057" y="2640589"/>
                  </a:lnTo>
                  <a:lnTo>
                    <a:pt x="1207140" y="2589799"/>
                  </a:lnTo>
                  <a:lnTo>
                    <a:pt x="1206216" y="2539003"/>
                  </a:lnTo>
                  <a:lnTo>
                    <a:pt x="1205286" y="2488204"/>
                  </a:lnTo>
                  <a:lnTo>
                    <a:pt x="1204349" y="2437400"/>
                  </a:lnTo>
                  <a:lnTo>
                    <a:pt x="1203405" y="2386592"/>
                  </a:lnTo>
                  <a:lnTo>
                    <a:pt x="1202454" y="2335780"/>
                  </a:lnTo>
                  <a:lnTo>
                    <a:pt x="1201495" y="2284966"/>
                  </a:lnTo>
                  <a:lnTo>
                    <a:pt x="1200528" y="2234148"/>
                  </a:lnTo>
                  <a:lnTo>
                    <a:pt x="1199553" y="2183328"/>
                  </a:lnTo>
                  <a:lnTo>
                    <a:pt x="1198570" y="2132505"/>
                  </a:lnTo>
                  <a:lnTo>
                    <a:pt x="1197577" y="2081680"/>
                  </a:lnTo>
                  <a:lnTo>
                    <a:pt x="1196576" y="2030854"/>
                  </a:lnTo>
                  <a:lnTo>
                    <a:pt x="1195565" y="1980026"/>
                  </a:lnTo>
                  <a:lnTo>
                    <a:pt x="1194544" y="1929198"/>
                  </a:lnTo>
                  <a:lnTo>
                    <a:pt x="1193513" y="1878368"/>
                  </a:lnTo>
                  <a:lnTo>
                    <a:pt x="1192472" y="1827538"/>
                  </a:lnTo>
                  <a:lnTo>
                    <a:pt x="1191420" y="1776708"/>
                  </a:lnTo>
                  <a:lnTo>
                    <a:pt x="1190357" y="1725878"/>
                  </a:lnTo>
                  <a:lnTo>
                    <a:pt x="1189283" y="1675048"/>
                  </a:lnTo>
                  <a:lnTo>
                    <a:pt x="1188197" y="1624220"/>
                  </a:lnTo>
                  <a:lnTo>
                    <a:pt x="1187099" y="1573392"/>
                  </a:lnTo>
                  <a:lnTo>
                    <a:pt x="1185989" y="1522566"/>
                  </a:lnTo>
                  <a:lnTo>
                    <a:pt x="1184866" y="1471741"/>
                  </a:lnTo>
                  <a:lnTo>
                    <a:pt x="1183731" y="1420919"/>
                  </a:lnTo>
                  <a:lnTo>
                    <a:pt x="1182582" y="1370099"/>
                  </a:lnTo>
                  <a:lnTo>
                    <a:pt x="1181420" y="1319282"/>
                  </a:lnTo>
                  <a:lnTo>
                    <a:pt x="1180244" y="1268467"/>
                  </a:lnTo>
                  <a:lnTo>
                    <a:pt x="1179054" y="1217656"/>
                  </a:lnTo>
                  <a:lnTo>
                    <a:pt x="1177850" y="1166849"/>
                  </a:lnTo>
                  <a:lnTo>
                    <a:pt x="1176630" y="1116046"/>
                  </a:lnTo>
                  <a:lnTo>
                    <a:pt x="1175396" y="1065246"/>
                  </a:lnTo>
                  <a:lnTo>
                    <a:pt x="1174147" y="1014452"/>
                  </a:lnTo>
                  <a:lnTo>
                    <a:pt x="1172882" y="963662"/>
                  </a:lnTo>
                  <a:lnTo>
                    <a:pt x="1171600" y="912877"/>
                  </a:lnTo>
                  <a:lnTo>
                    <a:pt x="1170303" y="862098"/>
                  </a:lnTo>
                  <a:lnTo>
                    <a:pt x="1168989" y="811325"/>
                  </a:lnTo>
                  <a:lnTo>
                    <a:pt x="1167658" y="760558"/>
                  </a:lnTo>
                  <a:lnTo>
                    <a:pt x="1166310" y="709797"/>
                  </a:lnTo>
                  <a:lnTo>
                    <a:pt x="1164945" y="659043"/>
                  </a:lnTo>
                  <a:lnTo>
                    <a:pt x="1163562" y="608296"/>
                  </a:lnTo>
                  <a:lnTo>
                    <a:pt x="1162160" y="557557"/>
                  </a:lnTo>
                  <a:lnTo>
                    <a:pt x="1160741" y="506825"/>
                  </a:lnTo>
                  <a:lnTo>
                    <a:pt x="1159302" y="456101"/>
                  </a:lnTo>
                  <a:lnTo>
                    <a:pt x="1157844" y="405386"/>
                  </a:lnTo>
                  <a:lnTo>
                    <a:pt x="1156368" y="354679"/>
                  </a:lnTo>
                  <a:lnTo>
                    <a:pt x="1154871" y="303981"/>
                  </a:lnTo>
                  <a:lnTo>
                    <a:pt x="1153355" y="253293"/>
                  </a:lnTo>
                  <a:lnTo>
                    <a:pt x="1151818" y="202614"/>
                  </a:lnTo>
                  <a:lnTo>
                    <a:pt x="1150261" y="151944"/>
                  </a:lnTo>
                  <a:lnTo>
                    <a:pt x="1148682" y="101286"/>
                  </a:lnTo>
                  <a:lnTo>
                    <a:pt x="1147083" y="50637"/>
                  </a:lnTo>
                  <a:lnTo>
                    <a:pt x="1145462" y="0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954744" y="5825139"/>
              <a:ext cx="1270" cy="172720"/>
            </a:xfrm>
            <a:custGeom>
              <a:avLst/>
              <a:gdLst/>
              <a:ahLst/>
              <a:cxnLst/>
              <a:rect l="l" t="t" r="r" b="b"/>
              <a:pathLst>
                <a:path w="1269" h="172720">
                  <a:moveTo>
                    <a:pt x="0" y="0"/>
                  </a:moveTo>
                  <a:lnTo>
                    <a:pt x="785" y="172664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939327" y="2460725"/>
              <a:ext cx="15240" cy="3211195"/>
            </a:xfrm>
            <a:custGeom>
              <a:avLst/>
              <a:gdLst/>
              <a:ahLst/>
              <a:cxnLst/>
              <a:rect l="l" t="t" r="r" b="b"/>
              <a:pathLst>
                <a:path w="15240" h="3211195">
                  <a:moveTo>
                    <a:pt x="0" y="0"/>
                  </a:moveTo>
                  <a:lnTo>
                    <a:pt x="14711" y="3211095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935505" y="1626799"/>
              <a:ext cx="3810" cy="738505"/>
            </a:xfrm>
            <a:custGeom>
              <a:avLst/>
              <a:gdLst/>
              <a:ahLst/>
              <a:cxnLst/>
              <a:rect l="l" t="t" r="r" b="b"/>
              <a:pathLst>
                <a:path w="3809" h="738505">
                  <a:moveTo>
                    <a:pt x="0" y="0"/>
                  </a:moveTo>
                  <a:lnTo>
                    <a:pt x="3382" y="738113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681421" y="3313617"/>
              <a:ext cx="34290" cy="2138045"/>
            </a:xfrm>
            <a:custGeom>
              <a:avLst/>
              <a:gdLst/>
              <a:ahLst/>
              <a:cxnLst/>
              <a:rect l="l" t="t" r="r" b="b"/>
              <a:pathLst>
                <a:path w="34290" h="2138045">
                  <a:moveTo>
                    <a:pt x="0" y="0"/>
                  </a:moveTo>
                  <a:lnTo>
                    <a:pt x="33758" y="2137809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655086" y="1645971"/>
              <a:ext cx="24765" cy="1534160"/>
            </a:xfrm>
            <a:custGeom>
              <a:avLst/>
              <a:gdLst/>
              <a:ahLst/>
              <a:cxnLst/>
              <a:rect l="l" t="t" r="r" b="b"/>
              <a:pathLst>
                <a:path w="24765" h="1534160">
                  <a:moveTo>
                    <a:pt x="0" y="0"/>
                  </a:moveTo>
                  <a:lnTo>
                    <a:pt x="24219" y="1533911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434760" y="3908109"/>
              <a:ext cx="9525" cy="1984375"/>
            </a:xfrm>
            <a:custGeom>
              <a:avLst/>
              <a:gdLst/>
              <a:ahLst/>
              <a:cxnLst/>
              <a:rect l="l" t="t" r="r" b="b"/>
              <a:pathLst>
                <a:path w="9525" h="1984375">
                  <a:moveTo>
                    <a:pt x="9402" y="0"/>
                  </a:moveTo>
                  <a:lnTo>
                    <a:pt x="0" y="1984253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444935" y="2499109"/>
              <a:ext cx="6350" cy="1246505"/>
            </a:xfrm>
            <a:custGeom>
              <a:avLst/>
              <a:gdLst/>
              <a:ahLst/>
              <a:cxnLst/>
              <a:rect l="l" t="t" r="r" b="b"/>
              <a:pathLst>
                <a:path w="6350" h="1246504">
                  <a:moveTo>
                    <a:pt x="5905" y="0"/>
                  </a:moveTo>
                  <a:lnTo>
                    <a:pt x="0" y="1246140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451566" y="1665141"/>
              <a:ext cx="3810" cy="680720"/>
            </a:xfrm>
            <a:custGeom>
              <a:avLst/>
              <a:gdLst/>
              <a:ahLst/>
              <a:cxnLst/>
              <a:rect l="l" t="t" r="r" b="b"/>
              <a:pathLst>
                <a:path w="3809" h="680719">
                  <a:moveTo>
                    <a:pt x="3225" y="0"/>
                  </a:moveTo>
                  <a:lnTo>
                    <a:pt x="0" y="680607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990226" y="2076033"/>
              <a:ext cx="445134" cy="497205"/>
            </a:xfrm>
            <a:custGeom>
              <a:avLst/>
              <a:gdLst/>
              <a:ahLst/>
              <a:cxnLst/>
              <a:rect l="l" t="t" r="r" b="b"/>
              <a:pathLst>
                <a:path w="445134" h="497205">
                  <a:moveTo>
                    <a:pt x="0" y="0"/>
                  </a:moveTo>
                  <a:lnTo>
                    <a:pt x="444803" y="0"/>
                  </a:lnTo>
                  <a:lnTo>
                    <a:pt x="444803" y="496686"/>
                  </a:lnTo>
                  <a:lnTo>
                    <a:pt x="29653" y="496686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512583" y="2077266"/>
              <a:ext cx="465455" cy="498475"/>
            </a:xfrm>
            <a:custGeom>
              <a:avLst/>
              <a:gdLst/>
              <a:ahLst/>
              <a:cxnLst/>
              <a:rect l="l" t="t" r="r" b="b"/>
              <a:pathLst>
                <a:path w="465455" h="498475">
                  <a:moveTo>
                    <a:pt x="464917" y="498183"/>
                  </a:moveTo>
                  <a:lnTo>
                    <a:pt x="0" y="498183"/>
                  </a:lnTo>
                  <a:lnTo>
                    <a:pt x="0" y="0"/>
                  </a:lnTo>
                  <a:lnTo>
                    <a:pt x="464917" y="0"/>
                  </a:lnTo>
                  <a:lnTo>
                    <a:pt x="464917" y="498183"/>
                  </a:lnTo>
                  <a:close/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781651" y="2076033"/>
              <a:ext cx="445134" cy="497205"/>
            </a:xfrm>
            <a:custGeom>
              <a:avLst/>
              <a:gdLst/>
              <a:ahLst/>
              <a:cxnLst/>
              <a:rect l="l" t="t" r="r" b="b"/>
              <a:pathLst>
                <a:path w="445134" h="497205">
                  <a:moveTo>
                    <a:pt x="444803" y="0"/>
                  </a:moveTo>
                  <a:lnTo>
                    <a:pt x="0" y="0"/>
                  </a:lnTo>
                  <a:lnTo>
                    <a:pt x="0" y="496686"/>
                  </a:lnTo>
                  <a:lnTo>
                    <a:pt x="415149" y="496686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239179" y="2077266"/>
              <a:ext cx="465455" cy="498475"/>
            </a:xfrm>
            <a:custGeom>
              <a:avLst/>
              <a:gdLst/>
              <a:ahLst/>
              <a:cxnLst/>
              <a:rect l="l" t="t" r="r" b="b"/>
              <a:pathLst>
                <a:path w="465455" h="498475">
                  <a:moveTo>
                    <a:pt x="0" y="498183"/>
                  </a:moveTo>
                  <a:lnTo>
                    <a:pt x="464907" y="498183"/>
                  </a:lnTo>
                  <a:lnTo>
                    <a:pt x="464907" y="0"/>
                  </a:lnTo>
                  <a:lnTo>
                    <a:pt x="0" y="0"/>
                  </a:lnTo>
                  <a:lnTo>
                    <a:pt x="0" y="498183"/>
                  </a:lnTo>
                  <a:close/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022934" y="2843912"/>
              <a:ext cx="966469" cy="1489075"/>
            </a:xfrm>
            <a:custGeom>
              <a:avLst/>
              <a:gdLst/>
              <a:ahLst/>
              <a:cxnLst/>
              <a:rect l="l" t="t" r="r" b="b"/>
              <a:pathLst>
                <a:path w="966469" h="1489075">
                  <a:moveTo>
                    <a:pt x="40689" y="1489022"/>
                  </a:moveTo>
                  <a:lnTo>
                    <a:pt x="966420" y="1489022"/>
                  </a:lnTo>
                  <a:lnTo>
                    <a:pt x="966420" y="0"/>
                  </a:lnTo>
                  <a:lnTo>
                    <a:pt x="0" y="0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233510" y="2831292"/>
              <a:ext cx="946150" cy="1501775"/>
            </a:xfrm>
            <a:custGeom>
              <a:avLst/>
              <a:gdLst/>
              <a:ahLst/>
              <a:cxnLst/>
              <a:rect l="l" t="t" r="r" b="b"/>
              <a:pathLst>
                <a:path w="946150" h="1501775">
                  <a:moveTo>
                    <a:pt x="946075" y="0"/>
                  </a:moveTo>
                  <a:lnTo>
                    <a:pt x="0" y="0"/>
                  </a:lnTo>
                  <a:lnTo>
                    <a:pt x="0" y="1501640"/>
                  </a:lnTo>
                  <a:lnTo>
                    <a:pt x="874863" y="1501640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094144" y="4686263"/>
              <a:ext cx="895350" cy="1497330"/>
            </a:xfrm>
            <a:custGeom>
              <a:avLst/>
              <a:gdLst/>
              <a:ahLst/>
              <a:cxnLst/>
              <a:rect l="l" t="t" r="r" b="b"/>
              <a:pathLst>
                <a:path w="895350" h="1497329">
                  <a:moveTo>
                    <a:pt x="0" y="0"/>
                  </a:moveTo>
                  <a:lnTo>
                    <a:pt x="895208" y="0"/>
                  </a:lnTo>
                  <a:lnTo>
                    <a:pt x="895208" y="1496834"/>
                  </a:lnTo>
                  <a:lnTo>
                    <a:pt x="67809" y="1496834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233508" y="4673644"/>
              <a:ext cx="885190" cy="1523365"/>
            </a:xfrm>
            <a:custGeom>
              <a:avLst/>
              <a:gdLst/>
              <a:ahLst/>
              <a:cxnLst/>
              <a:rect l="l" t="t" r="r" b="b"/>
              <a:pathLst>
                <a:path w="885190" h="1523364">
                  <a:moveTo>
                    <a:pt x="885041" y="0"/>
                  </a:moveTo>
                  <a:lnTo>
                    <a:pt x="0" y="0"/>
                  </a:lnTo>
                  <a:lnTo>
                    <a:pt x="0" y="1523335"/>
                  </a:lnTo>
                  <a:lnTo>
                    <a:pt x="806896" y="1523335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157867" y="6292058"/>
              <a:ext cx="1895475" cy="0"/>
            </a:xfrm>
            <a:custGeom>
              <a:avLst/>
              <a:gdLst/>
              <a:ahLst/>
              <a:cxnLst/>
              <a:rect l="l" t="t" r="r" b="b"/>
              <a:pathLst>
                <a:path w="1895475" h="0">
                  <a:moveTo>
                    <a:pt x="0" y="0"/>
                  </a:moveTo>
                  <a:lnTo>
                    <a:pt x="1894947" y="0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2986468" y="1903684"/>
              <a:ext cx="2239010" cy="0"/>
            </a:xfrm>
            <a:custGeom>
              <a:avLst/>
              <a:gdLst/>
              <a:ahLst/>
              <a:cxnLst/>
              <a:rect l="l" t="t" r="r" b="b"/>
              <a:pathLst>
                <a:path w="2239009" h="0">
                  <a:moveTo>
                    <a:pt x="0" y="0"/>
                  </a:moveTo>
                  <a:lnTo>
                    <a:pt x="2238905" y="0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4111278" y="1913937"/>
              <a:ext cx="0" cy="4358005"/>
            </a:xfrm>
            <a:custGeom>
              <a:avLst/>
              <a:gdLst/>
              <a:ahLst/>
              <a:cxnLst/>
              <a:rect l="l" t="t" r="r" b="b"/>
              <a:pathLst>
                <a:path w="0" h="4358005">
                  <a:moveTo>
                    <a:pt x="0" y="0"/>
                  </a:moveTo>
                  <a:lnTo>
                    <a:pt x="0" y="4357616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3014880" y="2728747"/>
              <a:ext cx="2178050" cy="0"/>
            </a:xfrm>
            <a:custGeom>
              <a:avLst/>
              <a:gdLst/>
              <a:ahLst/>
              <a:cxnLst/>
              <a:rect l="l" t="t" r="r" b="b"/>
              <a:pathLst>
                <a:path w="2178050" h="0">
                  <a:moveTo>
                    <a:pt x="0" y="0"/>
                  </a:moveTo>
                  <a:lnTo>
                    <a:pt x="2177797" y="0"/>
                  </a:lnTo>
                </a:path>
              </a:pathLst>
            </a:custGeom>
            <a:ln w="19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4998005" y="7022983"/>
            <a:ext cx="7379970" cy="2834005"/>
            <a:chOff x="4998005" y="7022983"/>
            <a:chExt cx="7379970" cy="2834005"/>
          </a:xfrm>
        </p:grpSpPr>
        <p:sp>
          <p:nvSpPr>
            <p:cNvPr id="35" name="object 35" descr=""/>
            <p:cNvSpPr/>
            <p:nvPr/>
          </p:nvSpPr>
          <p:spPr>
            <a:xfrm>
              <a:off x="8733234" y="7032663"/>
              <a:ext cx="2820035" cy="1533525"/>
            </a:xfrm>
            <a:custGeom>
              <a:avLst/>
              <a:gdLst/>
              <a:ahLst/>
              <a:cxnLst/>
              <a:rect l="l" t="t" r="r" b="b"/>
              <a:pathLst>
                <a:path w="2820034" h="1533525">
                  <a:moveTo>
                    <a:pt x="2819631" y="1520152"/>
                  </a:moveTo>
                  <a:lnTo>
                    <a:pt x="2819631" y="727485"/>
                  </a:lnTo>
                  <a:lnTo>
                    <a:pt x="2819631" y="191051"/>
                  </a:lnTo>
                  <a:lnTo>
                    <a:pt x="2813985" y="152527"/>
                  </a:lnTo>
                  <a:lnTo>
                    <a:pt x="2797791" y="116654"/>
                  </a:lnTo>
                  <a:lnTo>
                    <a:pt x="2772163" y="84200"/>
                  </a:lnTo>
                  <a:lnTo>
                    <a:pt x="2738216" y="55930"/>
                  </a:lnTo>
                  <a:lnTo>
                    <a:pt x="2697064" y="32609"/>
                  </a:lnTo>
                  <a:lnTo>
                    <a:pt x="2649821" y="15003"/>
                  </a:lnTo>
                  <a:lnTo>
                    <a:pt x="2597603" y="3878"/>
                  </a:lnTo>
                  <a:lnTo>
                    <a:pt x="2541524" y="0"/>
                  </a:lnTo>
                  <a:lnTo>
                    <a:pt x="21392" y="0"/>
                  </a:lnTo>
                  <a:lnTo>
                    <a:pt x="0" y="0"/>
                  </a:lnTo>
                  <a:lnTo>
                    <a:pt x="0" y="1520152"/>
                  </a:lnTo>
                  <a:lnTo>
                    <a:pt x="0" y="1533408"/>
                  </a:lnTo>
                </a:path>
              </a:pathLst>
            </a:custGeom>
            <a:ln w="1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887796" y="7032658"/>
              <a:ext cx="2867025" cy="1520190"/>
            </a:xfrm>
            <a:custGeom>
              <a:avLst/>
              <a:gdLst/>
              <a:ahLst/>
              <a:cxnLst/>
              <a:rect l="l" t="t" r="r" b="b"/>
              <a:pathLst>
                <a:path w="2867025" h="1520190">
                  <a:moveTo>
                    <a:pt x="2866834" y="0"/>
                  </a:moveTo>
                  <a:lnTo>
                    <a:pt x="2845442" y="0"/>
                  </a:lnTo>
                  <a:lnTo>
                    <a:pt x="277876" y="0"/>
                  </a:lnTo>
                  <a:lnTo>
                    <a:pt x="221873" y="3878"/>
                  </a:lnTo>
                  <a:lnTo>
                    <a:pt x="169712" y="15003"/>
                  </a:lnTo>
                  <a:lnTo>
                    <a:pt x="122510" y="32609"/>
                  </a:lnTo>
                  <a:lnTo>
                    <a:pt x="81386" y="55931"/>
                  </a:lnTo>
                  <a:lnTo>
                    <a:pt x="47455" y="84203"/>
                  </a:lnTo>
                  <a:lnTo>
                    <a:pt x="21836" y="116659"/>
                  </a:lnTo>
                  <a:lnTo>
                    <a:pt x="5645" y="152534"/>
                  </a:lnTo>
                  <a:lnTo>
                    <a:pt x="0" y="191062"/>
                  </a:lnTo>
                  <a:lnTo>
                    <a:pt x="0" y="757526"/>
                  </a:lnTo>
                  <a:lnTo>
                    <a:pt x="0" y="1520152"/>
                  </a:lnTo>
                </a:path>
              </a:pathLst>
            </a:custGeom>
            <a:ln w="1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734402" y="8552814"/>
              <a:ext cx="3069590" cy="574040"/>
            </a:xfrm>
            <a:custGeom>
              <a:avLst/>
              <a:gdLst/>
              <a:ahLst/>
              <a:cxnLst/>
              <a:rect l="l" t="t" r="r" b="b"/>
              <a:pathLst>
                <a:path w="3069590" h="574040">
                  <a:moveTo>
                    <a:pt x="3069592" y="127001"/>
                  </a:moveTo>
                  <a:lnTo>
                    <a:pt x="3069592" y="573972"/>
                  </a:lnTo>
                  <a:lnTo>
                    <a:pt x="0" y="573972"/>
                  </a:lnTo>
                  <a:lnTo>
                    <a:pt x="0" y="0"/>
                  </a:lnTo>
                  <a:lnTo>
                    <a:pt x="2884728" y="0"/>
                  </a:lnTo>
                  <a:lnTo>
                    <a:pt x="2943153" y="6475"/>
                  </a:lnTo>
                  <a:lnTo>
                    <a:pt x="2993899" y="24505"/>
                  </a:lnTo>
                  <a:lnTo>
                    <a:pt x="3033919" y="51999"/>
                  </a:lnTo>
                  <a:lnTo>
                    <a:pt x="3060166" y="86861"/>
                  </a:lnTo>
                  <a:lnTo>
                    <a:pt x="3069592" y="127001"/>
                  </a:lnTo>
                  <a:close/>
                </a:path>
              </a:pathLst>
            </a:custGeom>
            <a:ln w="1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636672" y="8552815"/>
              <a:ext cx="3121660" cy="574040"/>
            </a:xfrm>
            <a:custGeom>
              <a:avLst/>
              <a:gdLst/>
              <a:ahLst/>
              <a:cxnLst/>
              <a:rect l="l" t="t" r="r" b="b"/>
              <a:pathLst>
                <a:path w="3121659" h="574040">
                  <a:moveTo>
                    <a:pt x="3121213" y="0"/>
                  </a:moveTo>
                  <a:lnTo>
                    <a:pt x="3121213" y="0"/>
                  </a:lnTo>
                  <a:lnTo>
                    <a:pt x="184853" y="0"/>
                  </a:lnTo>
                  <a:lnTo>
                    <a:pt x="126433" y="6475"/>
                  </a:lnTo>
                  <a:lnTo>
                    <a:pt x="75690" y="24505"/>
                  </a:lnTo>
                  <a:lnTo>
                    <a:pt x="35672" y="51999"/>
                  </a:lnTo>
                  <a:lnTo>
                    <a:pt x="9425" y="86861"/>
                  </a:lnTo>
                  <a:lnTo>
                    <a:pt x="0" y="127001"/>
                  </a:lnTo>
                  <a:lnTo>
                    <a:pt x="0" y="573972"/>
                  </a:lnTo>
                  <a:lnTo>
                    <a:pt x="3097727" y="573972"/>
                  </a:lnTo>
                  <a:lnTo>
                    <a:pt x="3121213" y="573972"/>
                  </a:lnTo>
                </a:path>
              </a:pathLst>
            </a:custGeom>
            <a:ln w="1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636666" y="9126789"/>
              <a:ext cx="6172835" cy="720725"/>
            </a:xfrm>
            <a:custGeom>
              <a:avLst/>
              <a:gdLst/>
              <a:ahLst/>
              <a:cxnLst/>
              <a:rect l="l" t="t" r="r" b="b"/>
              <a:pathLst>
                <a:path w="6172834" h="720725">
                  <a:moveTo>
                    <a:pt x="6172440" y="720145"/>
                  </a:moveTo>
                  <a:lnTo>
                    <a:pt x="0" y="720145"/>
                  </a:lnTo>
                  <a:lnTo>
                    <a:pt x="0" y="0"/>
                  </a:lnTo>
                  <a:lnTo>
                    <a:pt x="6172440" y="0"/>
                  </a:lnTo>
                  <a:lnTo>
                    <a:pt x="6172440" y="720145"/>
                  </a:lnTo>
                  <a:close/>
                </a:path>
              </a:pathLst>
            </a:custGeom>
            <a:ln w="1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007680" y="7750728"/>
              <a:ext cx="880744" cy="2096770"/>
            </a:xfrm>
            <a:custGeom>
              <a:avLst/>
              <a:gdLst/>
              <a:ahLst/>
              <a:cxnLst/>
              <a:rect l="l" t="t" r="r" b="b"/>
              <a:pathLst>
                <a:path w="880745" h="2096770">
                  <a:moveTo>
                    <a:pt x="880119" y="39454"/>
                  </a:moveTo>
                  <a:lnTo>
                    <a:pt x="852184" y="23045"/>
                  </a:lnTo>
                  <a:lnTo>
                    <a:pt x="819866" y="10621"/>
                  </a:lnTo>
                  <a:lnTo>
                    <a:pt x="784016" y="2750"/>
                  </a:lnTo>
                  <a:lnTo>
                    <a:pt x="745485" y="0"/>
                  </a:lnTo>
                  <a:lnTo>
                    <a:pt x="186496" y="0"/>
                  </a:lnTo>
                  <a:lnTo>
                    <a:pt x="127544" y="6513"/>
                  </a:lnTo>
                  <a:lnTo>
                    <a:pt x="76348" y="24657"/>
                  </a:lnTo>
                  <a:lnTo>
                    <a:pt x="35979" y="52340"/>
                  </a:lnTo>
                  <a:lnTo>
                    <a:pt x="9506" y="87470"/>
                  </a:lnTo>
                  <a:lnTo>
                    <a:pt x="0" y="127954"/>
                  </a:lnTo>
                  <a:lnTo>
                    <a:pt x="0" y="1968243"/>
                  </a:lnTo>
                  <a:lnTo>
                    <a:pt x="9506" y="2008667"/>
                  </a:lnTo>
                  <a:lnTo>
                    <a:pt x="35979" y="2043789"/>
                  </a:lnTo>
                  <a:lnTo>
                    <a:pt x="76348" y="2071495"/>
                  </a:lnTo>
                  <a:lnTo>
                    <a:pt x="127544" y="2089669"/>
                  </a:lnTo>
                  <a:lnTo>
                    <a:pt x="186496" y="2096197"/>
                  </a:lnTo>
                  <a:lnTo>
                    <a:pt x="628996" y="2096197"/>
                  </a:lnTo>
                  <a:lnTo>
                    <a:pt x="745485" y="2096197"/>
                  </a:lnTo>
                </a:path>
              </a:pathLst>
            </a:custGeom>
            <a:ln w="1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552870" y="7750722"/>
              <a:ext cx="815340" cy="2096770"/>
            </a:xfrm>
            <a:custGeom>
              <a:avLst/>
              <a:gdLst/>
              <a:ahLst/>
              <a:cxnLst/>
              <a:rect l="l" t="t" r="r" b="b"/>
              <a:pathLst>
                <a:path w="815340" h="2096770">
                  <a:moveTo>
                    <a:pt x="69987" y="2096208"/>
                  </a:moveTo>
                  <a:lnTo>
                    <a:pt x="256243" y="2096208"/>
                  </a:lnTo>
                  <a:lnTo>
                    <a:pt x="628986" y="2096208"/>
                  </a:lnTo>
                  <a:lnTo>
                    <a:pt x="687819" y="2089679"/>
                  </a:lnTo>
                  <a:lnTo>
                    <a:pt x="738941" y="2071502"/>
                  </a:lnTo>
                  <a:lnTo>
                    <a:pt x="779271" y="2043795"/>
                  </a:lnTo>
                  <a:lnTo>
                    <a:pt x="805728" y="2008673"/>
                  </a:lnTo>
                  <a:lnTo>
                    <a:pt x="815231" y="1968254"/>
                  </a:lnTo>
                  <a:lnTo>
                    <a:pt x="815231" y="127964"/>
                  </a:lnTo>
                  <a:lnTo>
                    <a:pt x="805728" y="87479"/>
                  </a:lnTo>
                  <a:lnTo>
                    <a:pt x="779271" y="52347"/>
                  </a:lnTo>
                  <a:lnTo>
                    <a:pt x="738941" y="24661"/>
                  </a:lnTo>
                  <a:lnTo>
                    <a:pt x="687819" y="6514"/>
                  </a:lnTo>
                  <a:lnTo>
                    <a:pt x="628986" y="0"/>
                  </a:lnTo>
                  <a:lnTo>
                    <a:pt x="69987" y="0"/>
                  </a:lnTo>
                  <a:lnTo>
                    <a:pt x="51596" y="619"/>
                  </a:lnTo>
                  <a:lnTo>
                    <a:pt x="33772" y="2438"/>
                  </a:lnTo>
                  <a:lnTo>
                    <a:pt x="16558" y="5393"/>
                  </a:lnTo>
                  <a:lnTo>
                    <a:pt x="0" y="9423"/>
                  </a:lnTo>
                </a:path>
              </a:pathLst>
            </a:custGeom>
            <a:ln w="1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/>
          <p:nvPr/>
        </p:nvSpPr>
        <p:spPr>
          <a:xfrm>
            <a:off x="2268737" y="9846931"/>
            <a:ext cx="1948180" cy="0"/>
          </a:xfrm>
          <a:custGeom>
            <a:avLst/>
            <a:gdLst/>
            <a:ahLst/>
            <a:cxnLst/>
            <a:rect l="l" t="t" r="r" b="b"/>
            <a:pathLst>
              <a:path w="1948179" h="0">
                <a:moveTo>
                  <a:pt x="1948034" y="0"/>
                </a:moveTo>
                <a:lnTo>
                  <a:pt x="0" y="0"/>
                </a:lnTo>
              </a:path>
            </a:pathLst>
          </a:custGeom>
          <a:ln w="19601">
            <a:solidFill>
              <a:srgbClr val="1A2D35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4580588" y="6808192"/>
            <a:ext cx="12336780" cy="3649345"/>
            <a:chOff x="4580588" y="6808192"/>
            <a:chExt cx="12336780" cy="3649345"/>
          </a:xfrm>
        </p:grpSpPr>
        <p:sp>
          <p:nvSpPr>
            <p:cNvPr id="44" name="object 44" descr=""/>
            <p:cNvSpPr/>
            <p:nvPr/>
          </p:nvSpPr>
          <p:spPr>
            <a:xfrm>
              <a:off x="4580588" y="9846931"/>
              <a:ext cx="12336780" cy="0"/>
            </a:xfrm>
            <a:custGeom>
              <a:avLst/>
              <a:gdLst/>
              <a:ahLst/>
              <a:cxnLst/>
              <a:rect l="l" t="t" r="r" b="b"/>
              <a:pathLst>
                <a:path w="12336780" h="0">
                  <a:moveTo>
                    <a:pt x="12336702" y="0"/>
                  </a:moveTo>
                  <a:lnTo>
                    <a:pt x="0" y="0"/>
                  </a:lnTo>
                </a:path>
              </a:pathLst>
            </a:custGeom>
            <a:ln w="1960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37858" y="6808192"/>
              <a:ext cx="2574236" cy="3538220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18593" y="9054206"/>
              <a:ext cx="1347822" cy="109461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4233503" y="7301484"/>
              <a:ext cx="638810" cy="1618615"/>
            </a:xfrm>
            <a:custGeom>
              <a:avLst/>
              <a:gdLst/>
              <a:ahLst/>
              <a:cxnLst/>
              <a:rect l="l" t="t" r="r" b="b"/>
              <a:pathLst>
                <a:path w="638809" h="1618615">
                  <a:moveTo>
                    <a:pt x="634024" y="0"/>
                  </a:moveTo>
                  <a:lnTo>
                    <a:pt x="591547" y="18579"/>
                  </a:lnTo>
                  <a:lnTo>
                    <a:pt x="551785" y="40854"/>
                  </a:lnTo>
                  <a:lnTo>
                    <a:pt x="514766" y="66797"/>
                  </a:lnTo>
                  <a:lnTo>
                    <a:pt x="480519" y="96380"/>
                  </a:lnTo>
                  <a:lnTo>
                    <a:pt x="449074" y="129576"/>
                  </a:lnTo>
                  <a:lnTo>
                    <a:pt x="420459" y="166357"/>
                  </a:lnTo>
                  <a:lnTo>
                    <a:pt x="394702" y="206697"/>
                  </a:lnTo>
                  <a:lnTo>
                    <a:pt x="371833" y="250568"/>
                  </a:lnTo>
                  <a:lnTo>
                    <a:pt x="350146" y="302297"/>
                  </a:lnTo>
                  <a:lnTo>
                    <a:pt x="332811" y="354135"/>
                  </a:lnTo>
                  <a:lnTo>
                    <a:pt x="319116" y="405077"/>
                  </a:lnTo>
                  <a:lnTo>
                    <a:pt x="308352" y="454119"/>
                  </a:lnTo>
                  <a:lnTo>
                    <a:pt x="299809" y="500253"/>
                  </a:lnTo>
                  <a:lnTo>
                    <a:pt x="289301" y="563647"/>
                  </a:lnTo>
                  <a:lnTo>
                    <a:pt x="276277" y="618847"/>
                  </a:lnTo>
                  <a:lnTo>
                    <a:pt x="257277" y="670140"/>
                  </a:lnTo>
                  <a:lnTo>
                    <a:pt x="233632" y="718765"/>
                  </a:lnTo>
                  <a:lnTo>
                    <a:pt x="206671" y="765962"/>
                  </a:lnTo>
                  <a:lnTo>
                    <a:pt x="155637" y="848644"/>
                  </a:lnTo>
                  <a:lnTo>
                    <a:pt x="133304" y="886114"/>
                  </a:lnTo>
                  <a:lnTo>
                    <a:pt x="111306" y="925844"/>
                  </a:lnTo>
                  <a:lnTo>
                    <a:pt x="90228" y="968297"/>
                  </a:lnTo>
                  <a:lnTo>
                    <a:pt x="70652" y="1013938"/>
                  </a:lnTo>
                  <a:lnTo>
                    <a:pt x="53160" y="1063229"/>
                  </a:lnTo>
                  <a:lnTo>
                    <a:pt x="38335" y="1116636"/>
                  </a:lnTo>
                  <a:lnTo>
                    <a:pt x="23721" y="1183829"/>
                  </a:lnTo>
                  <a:lnTo>
                    <a:pt x="13184" y="1244893"/>
                  </a:lnTo>
                  <a:lnTo>
                    <a:pt x="6133" y="1300520"/>
                  </a:lnTo>
                  <a:lnTo>
                    <a:pt x="1979" y="1351406"/>
                  </a:lnTo>
                  <a:lnTo>
                    <a:pt x="131" y="1398245"/>
                  </a:lnTo>
                  <a:lnTo>
                    <a:pt x="0" y="1441730"/>
                  </a:lnTo>
                  <a:lnTo>
                    <a:pt x="994" y="1482557"/>
                  </a:lnTo>
                  <a:lnTo>
                    <a:pt x="4349" y="1570390"/>
                  </a:lnTo>
                  <a:lnTo>
                    <a:pt x="4786" y="1594367"/>
                  </a:lnTo>
                  <a:lnTo>
                    <a:pt x="4682" y="1618285"/>
                  </a:lnTo>
                  <a:lnTo>
                    <a:pt x="16975" y="1618505"/>
                  </a:lnTo>
                  <a:lnTo>
                    <a:pt x="17084" y="1594344"/>
                  </a:lnTo>
                  <a:lnTo>
                    <a:pt x="16646" y="1570176"/>
                  </a:lnTo>
                  <a:lnTo>
                    <a:pt x="15833" y="1545770"/>
                  </a:lnTo>
                  <a:lnTo>
                    <a:pt x="13298" y="1482342"/>
                  </a:lnTo>
                  <a:lnTo>
                    <a:pt x="12311" y="1441841"/>
                  </a:lnTo>
                  <a:lnTo>
                    <a:pt x="12440" y="1398707"/>
                  </a:lnTo>
                  <a:lnTo>
                    <a:pt x="14270" y="1352253"/>
                  </a:lnTo>
                  <a:lnTo>
                    <a:pt x="18387" y="1301792"/>
                  </a:lnTo>
                  <a:lnTo>
                    <a:pt x="25375" y="1246638"/>
                  </a:lnTo>
                  <a:lnTo>
                    <a:pt x="35819" y="1186104"/>
                  </a:lnTo>
                  <a:lnTo>
                    <a:pt x="50303" y="1119505"/>
                  </a:lnTo>
                  <a:lnTo>
                    <a:pt x="64792" y="1067075"/>
                  </a:lnTo>
                  <a:lnTo>
                    <a:pt x="81768" y="1018926"/>
                  </a:lnTo>
                  <a:lnTo>
                    <a:pt x="100780" y="974403"/>
                  </a:lnTo>
                  <a:lnTo>
                    <a:pt x="121377" y="932851"/>
                  </a:lnTo>
                  <a:lnTo>
                    <a:pt x="143108" y="893617"/>
                  </a:lnTo>
                  <a:lnTo>
                    <a:pt x="165520" y="856046"/>
                  </a:lnTo>
                  <a:lnTo>
                    <a:pt x="212715" y="779749"/>
                  </a:lnTo>
                  <a:lnTo>
                    <a:pt x="236031" y="739999"/>
                  </a:lnTo>
                  <a:lnTo>
                    <a:pt x="257338" y="699474"/>
                  </a:lnTo>
                  <a:lnTo>
                    <a:pt x="275858" y="657416"/>
                  </a:lnTo>
                  <a:lnTo>
                    <a:pt x="290816" y="613067"/>
                  </a:lnTo>
                  <a:lnTo>
                    <a:pt x="301437" y="565668"/>
                  </a:lnTo>
                  <a:lnTo>
                    <a:pt x="310913" y="508223"/>
                  </a:lnTo>
                  <a:lnTo>
                    <a:pt x="317897" y="469255"/>
                  </a:lnTo>
                  <a:lnTo>
                    <a:pt x="326303" y="428173"/>
                  </a:lnTo>
                  <a:lnTo>
                    <a:pt x="336573" y="385587"/>
                  </a:lnTo>
                  <a:lnTo>
                    <a:pt x="349145" y="342108"/>
                  </a:lnTo>
                  <a:lnTo>
                    <a:pt x="364458" y="298348"/>
                  </a:lnTo>
                  <a:lnTo>
                    <a:pt x="382953" y="254918"/>
                  </a:lnTo>
                  <a:lnTo>
                    <a:pt x="405069" y="212430"/>
                  </a:lnTo>
                  <a:lnTo>
                    <a:pt x="431245" y="171493"/>
                  </a:lnTo>
                  <a:lnTo>
                    <a:pt x="461920" y="132720"/>
                  </a:lnTo>
                  <a:lnTo>
                    <a:pt x="497535" y="96722"/>
                  </a:lnTo>
                  <a:lnTo>
                    <a:pt x="538529" y="64109"/>
                  </a:lnTo>
                  <a:lnTo>
                    <a:pt x="585341" y="35494"/>
                  </a:lnTo>
                  <a:lnTo>
                    <a:pt x="638411" y="11486"/>
                  </a:lnTo>
                  <a:lnTo>
                    <a:pt x="634024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4757623" y="7858362"/>
              <a:ext cx="1552575" cy="1894839"/>
            </a:xfrm>
            <a:custGeom>
              <a:avLst/>
              <a:gdLst/>
              <a:ahLst/>
              <a:cxnLst/>
              <a:rect l="l" t="t" r="r" b="b"/>
              <a:pathLst>
                <a:path w="1552575" h="1894840">
                  <a:moveTo>
                    <a:pt x="999827" y="0"/>
                  </a:moveTo>
                  <a:lnTo>
                    <a:pt x="945678" y="2681"/>
                  </a:lnTo>
                  <a:lnTo>
                    <a:pt x="877814" y="11249"/>
                  </a:lnTo>
                  <a:lnTo>
                    <a:pt x="811631" y="22710"/>
                  </a:lnTo>
                  <a:lnTo>
                    <a:pt x="748004" y="36362"/>
                  </a:lnTo>
                  <a:lnTo>
                    <a:pt x="687806" y="51505"/>
                  </a:lnTo>
                  <a:lnTo>
                    <a:pt x="631911" y="67437"/>
                  </a:lnTo>
                  <a:lnTo>
                    <a:pt x="581194" y="83457"/>
                  </a:lnTo>
                  <a:lnTo>
                    <a:pt x="536526" y="98863"/>
                  </a:lnTo>
                  <a:lnTo>
                    <a:pt x="498784" y="112955"/>
                  </a:lnTo>
                  <a:lnTo>
                    <a:pt x="447567" y="134390"/>
                  </a:lnTo>
                  <a:lnTo>
                    <a:pt x="435840" y="140331"/>
                  </a:lnTo>
                  <a:lnTo>
                    <a:pt x="388192" y="156744"/>
                  </a:lnTo>
                  <a:lnTo>
                    <a:pt x="340546" y="169036"/>
                  </a:lnTo>
                  <a:lnTo>
                    <a:pt x="303897" y="176747"/>
                  </a:lnTo>
                  <a:lnTo>
                    <a:pt x="289237" y="179419"/>
                  </a:lnTo>
                  <a:lnTo>
                    <a:pt x="232567" y="211634"/>
                  </a:lnTo>
                  <a:lnTo>
                    <a:pt x="183046" y="245996"/>
                  </a:lnTo>
                  <a:lnTo>
                    <a:pt x="140317" y="282221"/>
                  </a:lnTo>
                  <a:lnTo>
                    <a:pt x="104020" y="320021"/>
                  </a:lnTo>
                  <a:lnTo>
                    <a:pt x="73799" y="359111"/>
                  </a:lnTo>
                  <a:lnTo>
                    <a:pt x="49295" y="399202"/>
                  </a:lnTo>
                  <a:lnTo>
                    <a:pt x="30150" y="440010"/>
                  </a:lnTo>
                  <a:lnTo>
                    <a:pt x="16006" y="481248"/>
                  </a:lnTo>
                  <a:lnTo>
                    <a:pt x="6505" y="522628"/>
                  </a:lnTo>
                  <a:lnTo>
                    <a:pt x="1289" y="563866"/>
                  </a:lnTo>
                  <a:lnTo>
                    <a:pt x="0" y="604674"/>
                  </a:lnTo>
                  <a:lnTo>
                    <a:pt x="2279" y="644765"/>
                  </a:lnTo>
                  <a:lnTo>
                    <a:pt x="7770" y="683855"/>
                  </a:lnTo>
                  <a:lnTo>
                    <a:pt x="16113" y="721655"/>
                  </a:lnTo>
                  <a:lnTo>
                    <a:pt x="39926" y="792242"/>
                  </a:lnTo>
                  <a:lnTo>
                    <a:pt x="84457" y="871497"/>
                  </a:lnTo>
                  <a:lnTo>
                    <a:pt x="119924" y="908157"/>
                  </a:lnTo>
                  <a:lnTo>
                    <a:pt x="159437" y="936080"/>
                  </a:lnTo>
                  <a:lnTo>
                    <a:pt x="201355" y="956908"/>
                  </a:lnTo>
                  <a:lnTo>
                    <a:pt x="244035" y="972282"/>
                  </a:lnTo>
                  <a:lnTo>
                    <a:pt x="285835" y="983845"/>
                  </a:lnTo>
                  <a:lnTo>
                    <a:pt x="325114" y="993238"/>
                  </a:lnTo>
                  <a:lnTo>
                    <a:pt x="360229" y="1002103"/>
                  </a:lnTo>
                  <a:lnTo>
                    <a:pt x="411401" y="1024817"/>
                  </a:lnTo>
                  <a:lnTo>
                    <a:pt x="439158" y="1097419"/>
                  </a:lnTo>
                  <a:lnTo>
                    <a:pt x="441794" y="1149576"/>
                  </a:lnTo>
                  <a:lnTo>
                    <a:pt x="441951" y="1205922"/>
                  </a:lnTo>
                  <a:lnTo>
                    <a:pt x="443390" y="1261669"/>
                  </a:lnTo>
                  <a:lnTo>
                    <a:pt x="449872" y="1312031"/>
                  </a:lnTo>
                  <a:lnTo>
                    <a:pt x="465159" y="1352221"/>
                  </a:lnTo>
                  <a:lnTo>
                    <a:pt x="519777" y="1406786"/>
                  </a:lnTo>
                  <a:lnTo>
                    <a:pt x="560720" y="1434571"/>
                  </a:lnTo>
                  <a:lnTo>
                    <a:pt x="608178" y="1461512"/>
                  </a:lnTo>
                  <a:lnTo>
                    <a:pt x="660222" y="1486723"/>
                  </a:lnTo>
                  <a:lnTo>
                    <a:pt x="714920" y="1509319"/>
                  </a:lnTo>
                  <a:lnTo>
                    <a:pt x="770343" y="1528416"/>
                  </a:lnTo>
                  <a:lnTo>
                    <a:pt x="824559" y="1543128"/>
                  </a:lnTo>
                  <a:lnTo>
                    <a:pt x="875638" y="1552571"/>
                  </a:lnTo>
                  <a:lnTo>
                    <a:pt x="918735" y="1563205"/>
                  </a:lnTo>
                  <a:lnTo>
                    <a:pt x="959456" y="1582517"/>
                  </a:lnTo>
                  <a:lnTo>
                    <a:pt x="996892" y="1609218"/>
                  </a:lnTo>
                  <a:lnTo>
                    <a:pt x="1030136" y="1642017"/>
                  </a:lnTo>
                  <a:lnTo>
                    <a:pt x="1058278" y="1679625"/>
                  </a:lnTo>
                  <a:lnTo>
                    <a:pt x="1080409" y="1720750"/>
                  </a:lnTo>
                  <a:lnTo>
                    <a:pt x="1095621" y="1764104"/>
                  </a:lnTo>
                  <a:lnTo>
                    <a:pt x="1103003" y="1808396"/>
                  </a:lnTo>
                  <a:lnTo>
                    <a:pt x="1101649" y="1852336"/>
                  </a:lnTo>
                  <a:lnTo>
                    <a:pt x="1090647" y="1894634"/>
                  </a:lnTo>
                  <a:lnTo>
                    <a:pt x="1160319" y="1868497"/>
                  </a:lnTo>
                  <a:lnTo>
                    <a:pt x="1222875" y="1842307"/>
                  </a:lnTo>
                  <a:lnTo>
                    <a:pt x="1278527" y="1815860"/>
                  </a:lnTo>
                  <a:lnTo>
                    <a:pt x="1327490" y="1788954"/>
                  </a:lnTo>
                  <a:lnTo>
                    <a:pt x="1369978" y="1761385"/>
                  </a:lnTo>
                  <a:lnTo>
                    <a:pt x="1406205" y="1732951"/>
                  </a:lnTo>
                  <a:lnTo>
                    <a:pt x="1436383" y="1703449"/>
                  </a:lnTo>
                  <a:lnTo>
                    <a:pt x="1460727" y="1672674"/>
                  </a:lnTo>
                  <a:lnTo>
                    <a:pt x="1492769" y="1606499"/>
                  </a:lnTo>
                  <a:lnTo>
                    <a:pt x="1504039" y="1532801"/>
                  </a:lnTo>
                  <a:lnTo>
                    <a:pt x="1502419" y="1492624"/>
                  </a:lnTo>
                  <a:lnTo>
                    <a:pt x="1496248" y="1449956"/>
                  </a:lnTo>
                  <a:lnTo>
                    <a:pt x="1483292" y="1393095"/>
                  </a:lnTo>
                  <a:lnTo>
                    <a:pt x="1468841" y="1344560"/>
                  </a:lnTo>
                  <a:lnTo>
                    <a:pt x="1454332" y="1302710"/>
                  </a:lnTo>
                  <a:lnTo>
                    <a:pt x="1441202" y="1265904"/>
                  </a:lnTo>
                  <a:lnTo>
                    <a:pt x="1430886" y="1232498"/>
                  </a:lnTo>
                  <a:lnTo>
                    <a:pt x="1424821" y="1200852"/>
                  </a:lnTo>
                  <a:lnTo>
                    <a:pt x="1424445" y="1169324"/>
                  </a:lnTo>
                  <a:lnTo>
                    <a:pt x="1431193" y="1136271"/>
                  </a:lnTo>
                  <a:lnTo>
                    <a:pt x="1446502" y="1100052"/>
                  </a:lnTo>
                  <a:lnTo>
                    <a:pt x="1471809" y="1059026"/>
                  </a:lnTo>
                  <a:lnTo>
                    <a:pt x="1499664" y="1015055"/>
                  </a:lnTo>
                  <a:lnTo>
                    <a:pt x="1521654" y="971142"/>
                  </a:lnTo>
                  <a:lnTo>
                    <a:pt x="1537781" y="927347"/>
                  </a:lnTo>
                  <a:lnTo>
                    <a:pt x="1548042" y="883728"/>
                  </a:lnTo>
                  <a:lnTo>
                    <a:pt x="1552440" y="840344"/>
                  </a:lnTo>
                  <a:lnTo>
                    <a:pt x="1550973" y="797253"/>
                  </a:lnTo>
                  <a:lnTo>
                    <a:pt x="1543642" y="754514"/>
                  </a:lnTo>
                  <a:lnTo>
                    <a:pt x="1530448" y="712186"/>
                  </a:lnTo>
                  <a:lnTo>
                    <a:pt x="1511390" y="670327"/>
                  </a:lnTo>
                  <a:lnTo>
                    <a:pt x="1457139" y="580405"/>
                  </a:lnTo>
                  <a:lnTo>
                    <a:pt x="1437831" y="536223"/>
                  </a:lnTo>
                  <a:lnTo>
                    <a:pt x="1427113" y="494906"/>
                  </a:lnTo>
                  <a:lnTo>
                    <a:pt x="1423552" y="454905"/>
                  </a:lnTo>
                  <a:lnTo>
                    <a:pt x="1425718" y="414677"/>
                  </a:lnTo>
                  <a:lnTo>
                    <a:pt x="1432179" y="372673"/>
                  </a:lnTo>
                  <a:lnTo>
                    <a:pt x="1441504" y="327347"/>
                  </a:lnTo>
                  <a:lnTo>
                    <a:pt x="1452260" y="277154"/>
                  </a:lnTo>
                  <a:lnTo>
                    <a:pt x="1453859" y="246610"/>
                  </a:lnTo>
                  <a:lnTo>
                    <a:pt x="1431234" y="185770"/>
                  </a:lnTo>
                  <a:lnTo>
                    <a:pt x="1379259" y="128169"/>
                  </a:lnTo>
                  <a:lnTo>
                    <a:pt x="1344171" y="101675"/>
                  </a:lnTo>
                  <a:lnTo>
                    <a:pt x="1304032" y="77300"/>
                  </a:lnTo>
                  <a:lnTo>
                    <a:pt x="1259605" y="55481"/>
                  </a:lnTo>
                  <a:lnTo>
                    <a:pt x="1211652" y="36655"/>
                  </a:lnTo>
                  <a:lnTo>
                    <a:pt x="1160936" y="21257"/>
                  </a:lnTo>
                  <a:lnTo>
                    <a:pt x="1108218" y="9724"/>
                  </a:lnTo>
                  <a:lnTo>
                    <a:pt x="1054260" y="2493"/>
                  </a:lnTo>
                  <a:lnTo>
                    <a:pt x="99982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4958974" y="7977473"/>
              <a:ext cx="1238885" cy="1676400"/>
            </a:xfrm>
            <a:custGeom>
              <a:avLst/>
              <a:gdLst/>
              <a:ahLst/>
              <a:cxnLst/>
              <a:rect l="l" t="t" r="r" b="b"/>
              <a:pathLst>
                <a:path w="1238884" h="1676400">
                  <a:moveTo>
                    <a:pt x="1238821" y="938809"/>
                  </a:moveTo>
                  <a:lnTo>
                    <a:pt x="1203972" y="895946"/>
                  </a:lnTo>
                  <a:lnTo>
                    <a:pt x="1166444" y="860831"/>
                  </a:lnTo>
                  <a:lnTo>
                    <a:pt x="1126832" y="832408"/>
                  </a:lnTo>
                  <a:lnTo>
                    <a:pt x="1085710" y="809612"/>
                  </a:lnTo>
                  <a:lnTo>
                    <a:pt x="1043647" y="791400"/>
                  </a:lnTo>
                  <a:lnTo>
                    <a:pt x="1001217" y="776706"/>
                  </a:lnTo>
                  <a:lnTo>
                    <a:pt x="959002" y="764476"/>
                  </a:lnTo>
                  <a:lnTo>
                    <a:pt x="869111" y="740879"/>
                  </a:lnTo>
                  <a:lnTo>
                    <a:pt x="824090" y="726935"/>
                  </a:lnTo>
                  <a:lnTo>
                    <a:pt x="783221" y="709942"/>
                  </a:lnTo>
                  <a:lnTo>
                    <a:pt x="747229" y="688035"/>
                  </a:lnTo>
                  <a:lnTo>
                    <a:pt x="718337" y="660768"/>
                  </a:lnTo>
                  <a:lnTo>
                    <a:pt x="698957" y="603453"/>
                  </a:lnTo>
                  <a:lnTo>
                    <a:pt x="694042" y="559612"/>
                  </a:lnTo>
                  <a:lnTo>
                    <a:pt x="694550" y="508711"/>
                  </a:lnTo>
                  <a:lnTo>
                    <a:pt x="699935" y="448284"/>
                  </a:lnTo>
                  <a:lnTo>
                    <a:pt x="702779" y="391375"/>
                  </a:lnTo>
                  <a:lnTo>
                    <a:pt x="697331" y="339648"/>
                  </a:lnTo>
                  <a:lnTo>
                    <a:pt x="683336" y="292214"/>
                  </a:lnTo>
                  <a:lnTo>
                    <a:pt x="660527" y="248234"/>
                  </a:lnTo>
                  <a:lnTo>
                    <a:pt x="628662" y="206806"/>
                  </a:lnTo>
                  <a:lnTo>
                    <a:pt x="601662" y="179768"/>
                  </a:lnTo>
                  <a:lnTo>
                    <a:pt x="597611" y="176390"/>
                  </a:lnTo>
                  <a:lnTo>
                    <a:pt x="616343" y="180581"/>
                  </a:lnTo>
                  <a:lnTo>
                    <a:pt x="661771" y="184569"/>
                  </a:lnTo>
                  <a:lnTo>
                    <a:pt x="709142" y="184251"/>
                  </a:lnTo>
                  <a:lnTo>
                    <a:pt x="758164" y="181025"/>
                  </a:lnTo>
                  <a:lnTo>
                    <a:pt x="858875" y="171564"/>
                  </a:lnTo>
                  <a:lnTo>
                    <a:pt x="909358" y="168059"/>
                  </a:lnTo>
                  <a:lnTo>
                    <a:pt x="959827" y="167043"/>
                  </a:lnTo>
                  <a:lnTo>
                    <a:pt x="1010081" y="169773"/>
                  </a:lnTo>
                  <a:lnTo>
                    <a:pt x="1059878" y="177533"/>
                  </a:lnTo>
                  <a:lnTo>
                    <a:pt x="1109014" y="191566"/>
                  </a:lnTo>
                  <a:lnTo>
                    <a:pt x="1157274" y="213169"/>
                  </a:lnTo>
                  <a:lnTo>
                    <a:pt x="1204442" y="243586"/>
                  </a:lnTo>
                  <a:lnTo>
                    <a:pt x="1211859" y="233781"/>
                  </a:lnTo>
                  <a:lnTo>
                    <a:pt x="1168565" y="205447"/>
                  </a:lnTo>
                  <a:lnTo>
                    <a:pt x="1124165" y="184442"/>
                  </a:lnTo>
                  <a:lnTo>
                    <a:pt x="1078953" y="169811"/>
                  </a:lnTo>
                  <a:lnTo>
                    <a:pt x="1033221" y="160642"/>
                  </a:lnTo>
                  <a:lnTo>
                    <a:pt x="987285" y="155994"/>
                  </a:lnTo>
                  <a:lnTo>
                    <a:pt x="941438" y="154940"/>
                  </a:lnTo>
                  <a:lnTo>
                    <a:pt x="895985" y="156552"/>
                  </a:lnTo>
                  <a:lnTo>
                    <a:pt x="851204" y="159905"/>
                  </a:lnTo>
                  <a:lnTo>
                    <a:pt x="757732" y="168719"/>
                  </a:lnTo>
                  <a:lnTo>
                    <a:pt x="709498" y="171919"/>
                  </a:lnTo>
                  <a:lnTo>
                    <a:pt x="663041" y="172288"/>
                  </a:lnTo>
                  <a:lnTo>
                    <a:pt x="618680" y="168490"/>
                  </a:lnTo>
                  <a:lnTo>
                    <a:pt x="577062" y="159232"/>
                  </a:lnTo>
                  <a:lnTo>
                    <a:pt x="569963" y="153289"/>
                  </a:lnTo>
                  <a:lnTo>
                    <a:pt x="533374" y="127266"/>
                  </a:lnTo>
                  <a:lnTo>
                    <a:pt x="491680" y="101587"/>
                  </a:lnTo>
                  <a:lnTo>
                    <a:pt x="444715" y="76123"/>
                  </a:lnTo>
                  <a:lnTo>
                    <a:pt x="392252" y="50787"/>
                  </a:lnTo>
                  <a:lnTo>
                    <a:pt x="334111" y="25450"/>
                  </a:lnTo>
                  <a:lnTo>
                    <a:pt x="270090" y="0"/>
                  </a:lnTo>
                  <a:lnTo>
                    <a:pt x="265709" y="11493"/>
                  </a:lnTo>
                  <a:lnTo>
                    <a:pt x="309448" y="28892"/>
                  </a:lnTo>
                  <a:lnTo>
                    <a:pt x="317550" y="74764"/>
                  </a:lnTo>
                  <a:lnTo>
                    <a:pt x="317995" y="120751"/>
                  </a:lnTo>
                  <a:lnTo>
                    <a:pt x="311200" y="164147"/>
                  </a:lnTo>
                  <a:lnTo>
                    <a:pt x="298170" y="205371"/>
                  </a:lnTo>
                  <a:lnTo>
                    <a:pt x="279857" y="244868"/>
                  </a:lnTo>
                  <a:lnTo>
                    <a:pt x="257263" y="283070"/>
                  </a:lnTo>
                  <a:lnTo>
                    <a:pt x="231355" y="320433"/>
                  </a:lnTo>
                  <a:lnTo>
                    <a:pt x="203123" y="357365"/>
                  </a:lnTo>
                  <a:lnTo>
                    <a:pt x="142328" y="433298"/>
                  </a:lnTo>
                  <a:lnTo>
                    <a:pt x="111721" y="473214"/>
                  </a:lnTo>
                  <a:lnTo>
                    <a:pt x="82651" y="514642"/>
                  </a:lnTo>
                  <a:lnTo>
                    <a:pt x="56032" y="558126"/>
                  </a:lnTo>
                  <a:lnTo>
                    <a:pt x="32766" y="604240"/>
                  </a:lnTo>
                  <a:lnTo>
                    <a:pt x="13792" y="653542"/>
                  </a:lnTo>
                  <a:lnTo>
                    <a:pt x="0" y="706602"/>
                  </a:lnTo>
                  <a:lnTo>
                    <a:pt x="12065" y="708990"/>
                  </a:lnTo>
                  <a:lnTo>
                    <a:pt x="25577" y="657110"/>
                  </a:lnTo>
                  <a:lnTo>
                    <a:pt x="44246" y="608787"/>
                  </a:lnTo>
                  <a:lnTo>
                    <a:pt x="67170" y="563499"/>
                  </a:lnTo>
                  <a:lnTo>
                    <a:pt x="93421" y="520712"/>
                  </a:lnTo>
                  <a:lnTo>
                    <a:pt x="122110" y="479894"/>
                  </a:lnTo>
                  <a:lnTo>
                    <a:pt x="152311" y="440512"/>
                  </a:lnTo>
                  <a:lnTo>
                    <a:pt x="213360" y="364261"/>
                  </a:lnTo>
                  <a:lnTo>
                    <a:pt x="242214" y="326478"/>
                  </a:lnTo>
                  <a:lnTo>
                    <a:pt x="268668" y="288226"/>
                  </a:lnTo>
                  <a:lnTo>
                    <a:pt x="291731" y="249034"/>
                  </a:lnTo>
                  <a:lnTo>
                    <a:pt x="310400" y="208445"/>
                  </a:lnTo>
                  <a:lnTo>
                    <a:pt x="323634" y="165989"/>
                  </a:lnTo>
                  <a:lnTo>
                    <a:pt x="330454" y="121183"/>
                  </a:lnTo>
                  <a:lnTo>
                    <a:pt x="329857" y="73558"/>
                  </a:lnTo>
                  <a:lnTo>
                    <a:pt x="322846" y="34213"/>
                  </a:lnTo>
                  <a:lnTo>
                    <a:pt x="329044" y="36664"/>
                  </a:lnTo>
                  <a:lnTo>
                    <a:pt x="386524" y="61683"/>
                  </a:lnTo>
                  <a:lnTo>
                    <a:pt x="438365" y="86664"/>
                  </a:lnTo>
                  <a:lnTo>
                    <a:pt x="484733" y="111734"/>
                  </a:lnTo>
                  <a:lnTo>
                    <a:pt x="525843" y="137007"/>
                  </a:lnTo>
                  <a:lnTo>
                    <a:pt x="561886" y="162572"/>
                  </a:lnTo>
                  <a:lnTo>
                    <a:pt x="593051" y="188556"/>
                  </a:lnTo>
                  <a:lnTo>
                    <a:pt x="650049" y="254736"/>
                  </a:lnTo>
                  <a:lnTo>
                    <a:pt x="671880" y="296926"/>
                  </a:lnTo>
                  <a:lnTo>
                    <a:pt x="685279" y="342455"/>
                  </a:lnTo>
                  <a:lnTo>
                    <a:pt x="690473" y="392163"/>
                  </a:lnTo>
                  <a:lnTo>
                    <a:pt x="687717" y="446874"/>
                  </a:lnTo>
                  <a:lnTo>
                    <a:pt x="682688" y="504240"/>
                  </a:lnTo>
                  <a:lnTo>
                    <a:pt x="656361" y="547281"/>
                  </a:lnTo>
                  <a:lnTo>
                    <a:pt x="634326" y="594753"/>
                  </a:lnTo>
                  <a:lnTo>
                    <a:pt x="616140" y="644690"/>
                  </a:lnTo>
                  <a:lnTo>
                    <a:pt x="600392" y="696683"/>
                  </a:lnTo>
                  <a:lnTo>
                    <a:pt x="573125" y="796518"/>
                  </a:lnTo>
                  <a:lnTo>
                    <a:pt x="559600" y="842759"/>
                  </a:lnTo>
                  <a:lnTo>
                    <a:pt x="544322" y="888758"/>
                  </a:lnTo>
                  <a:lnTo>
                    <a:pt x="526440" y="934212"/>
                  </a:lnTo>
                  <a:lnTo>
                    <a:pt x="505117" y="978814"/>
                  </a:lnTo>
                  <a:lnTo>
                    <a:pt x="479526" y="1022273"/>
                  </a:lnTo>
                  <a:lnTo>
                    <a:pt x="448818" y="1064285"/>
                  </a:lnTo>
                  <a:lnTo>
                    <a:pt x="412165" y="1104544"/>
                  </a:lnTo>
                  <a:lnTo>
                    <a:pt x="368731" y="1142758"/>
                  </a:lnTo>
                  <a:lnTo>
                    <a:pt x="376326" y="1152423"/>
                  </a:lnTo>
                  <a:lnTo>
                    <a:pt x="420738" y="1113383"/>
                  </a:lnTo>
                  <a:lnTo>
                    <a:pt x="458190" y="1072337"/>
                  </a:lnTo>
                  <a:lnTo>
                    <a:pt x="489546" y="1029563"/>
                  </a:lnTo>
                  <a:lnTo>
                    <a:pt x="515645" y="985380"/>
                  </a:lnTo>
                  <a:lnTo>
                    <a:pt x="537375" y="940066"/>
                  </a:lnTo>
                  <a:lnTo>
                    <a:pt x="555574" y="893940"/>
                  </a:lnTo>
                  <a:lnTo>
                    <a:pt x="571106" y="847267"/>
                  </a:lnTo>
                  <a:lnTo>
                    <a:pt x="584822" y="800354"/>
                  </a:lnTo>
                  <a:lnTo>
                    <a:pt x="612076" y="700532"/>
                  </a:lnTo>
                  <a:lnTo>
                    <a:pt x="627608" y="649211"/>
                  </a:lnTo>
                  <a:lnTo>
                    <a:pt x="645477" y="600011"/>
                  </a:lnTo>
                  <a:lnTo>
                    <a:pt x="667054" y="553402"/>
                  </a:lnTo>
                  <a:lnTo>
                    <a:pt x="682167" y="528662"/>
                  </a:lnTo>
                  <a:lnTo>
                    <a:pt x="681977" y="561174"/>
                  </a:lnTo>
                  <a:lnTo>
                    <a:pt x="687247" y="606488"/>
                  </a:lnTo>
                  <a:lnTo>
                    <a:pt x="698614" y="647115"/>
                  </a:lnTo>
                  <a:lnTo>
                    <a:pt x="707859" y="666851"/>
                  </a:lnTo>
                  <a:lnTo>
                    <a:pt x="707402" y="667232"/>
                  </a:lnTo>
                  <a:lnTo>
                    <a:pt x="708545" y="668324"/>
                  </a:lnTo>
                  <a:lnTo>
                    <a:pt x="716584" y="685457"/>
                  </a:lnTo>
                  <a:lnTo>
                    <a:pt x="741667" y="723938"/>
                  </a:lnTo>
                  <a:lnTo>
                    <a:pt x="774344" y="764946"/>
                  </a:lnTo>
                  <a:lnTo>
                    <a:pt x="813904" y="809523"/>
                  </a:lnTo>
                  <a:lnTo>
                    <a:pt x="815949" y="821258"/>
                  </a:lnTo>
                  <a:lnTo>
                    <a:pt x="821309" y="856996"/>
                  </a:lnTo>
                  <a:lnTo>
                    <a:pt x="827697" y="910691"/>
                  </a:lnTo>
                  <a:lnTo>
                    <a:pt x="833107" y="977887"/>
                  </a:lnTo>
                  <a:lnTo>
                    <a:pt x="835494" y="1054150"/>
                  </a:lnTo>
                  <a:lnTo>
                    <a:pt x="833056" y="1118133"/>
                  </a:lnTo>
                  <a:lnTo>
                    <a:pt x="825614" y="1172057"/>
                  </a:lnTo>
                  <a:lnTo>
                    <a:pt x="813612" y="1218996"/>
                  </a:lnTo>
                  <a:lnTo>
                    <a:pt x="797521" y="1262011"/>
                  </a:lnTo>
                  <a:lnTo>
                    <a:pt x="777773" y="1304163"/>
                  </a:lnTo>
                  <a:lnTo>
                    <a:pt x="727443" y="1401381"/>
                  </a:lnTo>
                  <a:lnTo>
                    <a:pt x="738416" y="1406918"/>
                  </a:lnTo>
                  <a:lnTo>
                    <a:pt x="745477" y="1393024"/>
                  </a:lnTo>
                  <a:lnTo>
                    <a:pt x="789063" y="1309103"/>
                  </a:lnTo>
                  <a:lnTo>
                    <a:pt x="809155" y="1266190"/>
                  </a:lnTo>
                  <a:lnTo>
                    <a:pt x="825538" y="1222375"/>
                  </a:lnTo>
                  <a:lnTo>
                    <a:pt x="837730" y="1174508"/>
                  </a:lnTo>
                  <a:lnTo>
                    <a:pt x="845312" y="1119466"/>
                  </a:lnTo>
                  <a:lnTo>
                    <a:pt x="847801" y="1054125"/>
                  </a:lnTo>
                  <a:lnTo>
                    <a:pt x="845375" y="977150"/>
                  </a:lnTo>
                  <a:lnTo>
                    <a:pt x="839927" y="909332"/>
                  </a:lnTo>
                  <a:lnTo>
                    <a:pt x="833462" y="855141"/>
                  </a:lnTo>
                  <a:lnTo>
                    <a:pt x="829691" y="830084"/>
                  </a:lnTo>
                  <a:lnTo>
                    <a:pt x="853643" y="861580"/>
                  </a:lnTo>
                  <a:lnTo>
                    <a:pt x="877036" y="909929"/>
                  </a:lnTo>
                  <a:lnTo>
                    <a:pt x="890422" y="957148"/>
                  </a:lnTo>
                  <a:lnTo>
                    <a:pt x="898906" y="1004468"/>
                  </a:lnTo>
                  <a:lnTo>
                    <a:pt x="905675" y="1043533"/>
                  </a:lnTo>
                  <a:lnTo>
                    <a:pt x="915289" y="1083703"/>
                  </a:lnTo>
                  <a:lnTo>
                    <a:pt x="930503" y="1125448"/>
                  </a:lnTo>
                  <a:lnTo>
                    <a:pt x="954049" y="1169225"/>
                  </a:lnTo>
                  <a:lnTo>
                    <a:pt x="971092" y="1200124"/>
                  </a:lnTo>
                  <a:lnTo>
                    <a:pt x="986637" y="1236789"/>
                  </a:lnTo>
                  <a:lnTo>
                    <a:pt x="1000150" y="1278267"/>
                  </a:lnTo>
                  <a:lnTo>
                    <a:pt x="1011148" y="1323619"/>
                  </a:lnTo>
                  <a:lnTo>
                    <a:pt x="1019098" y="1371892"/>
                  </a:lnTo>
                  <a:lnTo>
                    <a:pt x="1023518" y="1422158"/>
                  </a:lnTo>
                  <a:lnTo>
                    <a:pt x="1023861" y="1473454"/>
                  </a:lnTo>
                  <a:lnTo>
                    <a:pt x="1019644" y="1524850"/>
                  </a:lnTo>
                  <a:lnTo>
                    <a:pt x="1010361" y="1575396"/>
                  </a:lnTo>
                  <a:lnTo>
                    <a:pt x="995489" y="1624152"/>
                  </a:lnTo>
                  <a:lnTo>
                    <a:pt x="974509" y="1670164"/>
                  </a:lnTo>
                  <a:lnTo>
                    <a:pt x="985304" y="1676057"/>
                  </a:lnTo>
                  <a:lnTo>
                    <a:pt x="1006805" y="1628876"/>
                  </a:lnTo>
                  <a:lnTo>
                    <a:pt x="1022070" y="1578902"/>
                  </a:lnTo>
                  <a:lnTo>
                    <a:pt x="1031595" y="1527086"/>
                  </a:lnTo>
                  <a:lnTo>
                    <a:pt x="1035926" y="1474406"/>
                  </a:lnTo>
                  <a:lnTo>
                    <a:pt x="1035570" y="1421828"/>
                  </a:lnTo>
                  <a:lnTo>
                    <a:pt x="1031062" y="1370304"/>
                  </a:lnTo>
                  <a:lnTo>
                    <a:pt x="1022921" y="1320825"/>
                  </a:lnTo>
                  <a:lnTo>
                    <a:pt x="1011656" y="1274356"/>
                  </a:lnTo>
                  <a:lnTo>
                    <a:pt x="997813" y="1231849"/>
                  </a:lnTo>
                  <a:lnTo>
                    <a:pt x="981887" y="1194282"/>
                  </a:lnTo>
                  <a:lnTo>
                    <a:pt x="964425" y="1162621"/>
                  </a:lnTo>
                  <a:lnTo>
                    <a:pt x="941705" y="1120292"/>
                  </a:lnTo>
                  <a:lnTo>
                    <a:pt x="926985" y="1079754"/>
                  </a:lnTo>
                  <a:lnTo>
                    <a:pt x="917651" y="1040612"/>
                  </a:lnTo>
                  <a:lnTo>
                    <a:pt x="911034" y="1002499"/>
                  </a:lnTo>
                  <a:lnTo>
                    <a:pt x="902500" y="955001"/>
                  </a:lnTo>
                  <a:lnTo>
                    <a:pt x="888631" y="906195"/>
                  </a:lnTo>
                  <a:lnTo>
                    <a:pt x="864273" y="855560"/>
                  </a:lnTo>
                  <a:lnTo>
                    <a:pt x="824204" y="802601"/>
                  </a:lnTo>
                  <a:lnTo>
                    <a:pt x="783894" y="757262"/>
                  </a:lnTo>
                  <a:lnTo>
                    <a:pt x="751763" y="717143"/>
                  </a:lnTo>
                  <a:lnTo>
                    <a:pt x="737857" y="695947"/>
                  </a:lnTo>
                  <a:lnTo>
                    <a:pt x="739584" y="697560"/>
                  </a:lnTo>
                  <a:lnTo>
                    <a:pt x="777557" y="720674"/>
                  </a:lnTo>
                  <a:lnTo>
                    <a:pt x="820166" y="738466"/>
                  </a:lnTo>
                  <a:lnTo>
                    <a:pt x="866203" y="752805"/>
                  </a:lnTo>
                  <a:lnTo>
                    <a:pt x="955154" y="776173"/>
                  </a:lnTo>
                  <a:lnTo>
                    <a:pt x="996569" y="788162"/>
                  </a:lnTo>
                  <a:lnTo>
                    <a:pt x="1038161" y="802525"/>
                  </a:lnTo>
                  <a:lnTo>
                    <a:pt x="1079373" y="820305"/>
                  </a:lnTo>
                  <a:lnTo>
                    <a:pt x="1119606" y="842505"/>
                  </a:lnTo>
                  <a:lnTo>
                    <a:pt x="1158303" y="870165"/>
                  </a:lnTo>
                  <a:lnTo>
                    <a:pt x="1194892" y="904290"/>
                  </a:lnTo>
                  <a:lnTo>
                    <a:pt x="1228788" y="945908"/>
                  </a:lnTo>
                  <a:lnTo>
                    <a:pt x="1238821" y="938809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68239" y="9288545"/>
              <a:ext cx="142100" cy="176581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92763" y="6842132"/>
              <a:ext cx="98133" cy="86719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33218" y="6953704"/>
              <a:ext cx="140320" cy="73160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4493067" y="6895932"/>
              <a:ext cx="53340" cy="50165"/>
            </a:xfrm>
            <a:custGeom>
              <a:avLst/>
              <a:gdLst/>
              <a:ahLst/>
              <a:cxnLst/>
              <a:rect l="l" t="t" r="r" b="b"/>
              <a:pathLst>
                <a:path w="53340" h="50165">
                  <a:moveTo>
                    <a:pt x="48155" y="0"/>
                  </a:moveTo>
                  <a:lnTo>
                    <a:pt x="30814" y="10497"/>
                  </a:lnTo>
                  <a:lnTo>
                    <a:pt x="15600" y="24321"/>
                  </a:lnTo>
                  <a:lnTo>
                    <a:pt x="4625" y="36593"/>
                  </a:lnTo>
                  <a:lnTo>
                    <a:pt x="0" y="42438"/>
                  </a:lnTo>
                  <a:lnTo>
                    <a:pt x="9874" y="49768"/>
                  </a:lnTo>
                  <a:lnTo>
                    <a:pt x="13804" y="44811"/>
                  </a:lnTo>
                  <a:lnTo>
                    <a:pt x="23766" y="33580"/>
                  </a:lnTo>
                  <a:lnTo>
                    <a:pt x="37509" y="20848"/>
                  </a:lnTo>
                  <a:lnTo>
                    <a:pt x="52783" y="11392"/>
                  </a:lnTo>
                  <a:lnTo>
                    <a:pt x="48155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83907" y="6953081"/>
              <a:ext cx="242917" cy="125399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5175650" y="6885355"/>
              <a:ext cx="157480" cy="62865"/>
            </a:xfrm>
            <a:custGeom>
              <a:avLst/>
              <a:gdLst/>
              <a:ahLst/>
              <a:cxnLst/>
              <a:rect l="l" t="t" r="r" b="b"/>
              <a:pathLst>
                <a:path w="157480" h="62865">
                  <a:moveTo>
                    <a:pt x="154424" y="0"/>
                  </a:moveTo>
                  <a:lnTo>
                    <a:pt x="92475" y="17096"/>
                  </a:lnTo>
                  <a:lnTo>
                    <a:pt x="43753" y="33730"/>
                  </a:lnTo>
                  <a:lnTo>
                    <a:pt x="11761" y="46381"/>
                  </a:lnTo>
                  <a:lnTo>
                    <a:pt x="0" y="51527"/>
                  </a:lnTo>
                  <a:lnTo>
                    <a:pt x="5214" y="62668"/>
                  </a:lnTo>
                  <a:lnTo>
                    <a:pt x="16773" y="57610"/>
                  </a:lnTo>
                  <a:lnTo>
                    <a:pt x="48239" y="45174"/>
                  </a:lnTo>
                  <a:lnTo>
                    <a:pt x="96213" y="28807"/>
                  </a:lnTo>
                  <a:lnTo>
                    <a:pt x="157293" y="11957"/>
                  </a:lnTo>
                  <a:lnTo>
                    <a:pt x="154424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067991" y="6978484"/>
              <a:ext cx="236484" cy="115525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9551057" y="10122972"/>
              <a:ext cx="2187575" cy="334645"/>
            </a:xfrm>
            <a:custGeom>
              <a:avLst/>
              <a:gdLst/>
              <a:ahLst/>
              <a:cxnLst/>
              <a:rect l="l" t="t" r="r" b="b"/>
              <a:pathLst>
                <a:path w="2187575" h="334645">
                  <a:moveTo>
                    <a:pt x="1093600" y="0"/>
                  </a:moveTo>
                  <a:lnTo>
                    <a:pt x="1015500" y="419"/>
                  </a:lnTo>
                  <a:lnTo>
                    <a:pt x="938883" y="1658"/>
                  </a:lnTo>
                  <a:lnTo>
                    <a:pt x="863932" y="3690"/>
                  </a:lnTo>
                  <a:lnTo>
                    <a:pt x="790833" y="6485"/>
                  </a:lnTo>
                  <a:lnTo>
                    <a:pt x="719772" y="10015"/>
                  </a:lnTo>
                  <a:lnTo>
                    <a:pt x="650933" y="14252"/>
                  </a:lnTo>
                  <a:lnTo>
                    <a:pt x="584501" y="19167"/>
                  </a:lnTo>
                  <a:lnTo>
                    <a:pt x="520662" y="24733"/>
                  </a:lnTo>
                  <a:lnTo>
                    <a:pt x="459600" y="30922"/>
                  </a:lnTo>
                  <a:lnTo>
                    <a:pt x="401500" y="37704"/>
                  </a:lnTo>
                  <a:lnTo>
                    <a:pt x="346548" y="45051"/>
                  </a:lnTo>
                  <a:lnTo>
                    <a:pt x="294929" y="52937"/>
                  </a:lnTo>
                  <a:lnTo>
                    <a:pt x="246827" y="61331"/>
                  </a:lnTo>
                  <a:lnTo>
                    <a:pt x="202428" y="70206"/>
                  </a:lnTo>
                  <a:lnTo>
                    <a:pt x="161917" y="79533"/>
                  </a:lnTo>
                  <a:lnTo>
                    <a:pt x="93299" y="99433"/>
                  </a:lnTo>
                  <a:lnTo>
                    <a:pt x="42453" y="120803"/>
                  </a:lnTo>
                  <a:lnTo>
                    <a:pt x="10860" y="143418"/>
                  </a:lnTo>
                  <a:lnTo>
                    <a:pt x="0" y="167052"/>
                  </a:lnTo>
                  <a:lnTo>
                    <a:pt x="2745" y="178982"/>
                  </a:lnTo>
                  <a:lnTo>
                    <a:pt x="42453" y="213301"/>
                  </a:lnTo>
                  <a:lnTo>
                    <a:pt x="93299" y="234671"/>
                  </a:lnTo>
                  <a:lnTo>
                    <a:pt x="161917" y="254571"/>
                  </a:lnTo>
                  <a:lnTo>
                    <a:pt x="202428" y="263898"/>
                  </a:lnTo>
                  <a:lnTo>
                    <a:pt x="246827" y="272773"/>
                  </a:lnTo>
                  <a:lnTo>
                    <a:pt x="294929" y="281167"/>
                  </a:lnTo>
                  <a:lnTo>
                    <a:pt x="346548" y="289053"/>
                  </a:lnTo>
                  <a:lnTo>
                    <a:pt x="401500" y="296400"/>
                  </a:lnTo>
                  <a:lnTo>
                    <a:pt x="459600" y="303182"/>
                  </a:lnTo>
                  <a:lnTo>
                    <a:pt x="520662" y="309371"/>
                  </a:lnTo>
                  <a:lnTo>
                    <a:pt x="584501" y="314937"/>
                  </a:lnTo>
                  <a:lnTo>
                    <a:pt x="650933" y="319852"/>
                  </a:lnTo>
                  <a:lnTo>
                    <a:pt x="719772" y="324089"/>
                  </a:lnTo>
                  <a:lnTo>
                    <a:pt x="790833" y="327620"/>
                  </a:lnTo>
                  <a:lnTo>
                    <a:pt x="863932" y="330414"/>
                  </a:lnTo>
                  <a:lnTo>
                    <a:pt x="938883" y="332446"/>
                  </a:lnTo>
                  <a:lnTo>
                    <a:pt x="1015500" y="333685"/>
                  </a:lnTo>
                  <a:lnTo>
                    <a:pt x="1093600" y="334105"/>
                  </a:lnTo>
                  <a:lnTo>
                    <a:pt x="1171701" y="333685"/>
                  </a:lnTo>
                  <a:lnTo>
                    <a:pt x="1248319" y="332446"/>
                  </a:lnTo>
                  <a:lnTo>
                    <a:pt x="1323271" y="330414"/>
                  </a:lnTo>
                  <a:lnTo>
                    <a:pt x="1396370" y="327620"/>
                  </a:lnTo>
                  <a:lnTo>
                    <a:pt x="1467431" y="324089"/>
                  </a:lnTo>
                  <a:lnTo>
                    <a:pt x="1536271" y="319852"/>
                  </a:lnTo>
                  <a:lnTo>
                    <a:pt x="1602703" y="314937"/>
                  </a:lnTo>
                  <a:lnTo>
                    <a:pt x="1666542" y="309371"/>
                  </a:lnTo>
                  <a:lnTo>
                    <a:pt x="1727604" y="303182"/>
                  </a:lnTo>
                  <a:lnTo>
                    <a:pt x="1785704" y="296400"/>
                  </a:lnTo>
                  <a:lnTo>
                    <a:pt x="1840655" y="289053"/>
                  </a:lnTo>
                  <a:lnTo>
                    <a:pt x="1892274" y="281167"/>
                  </a:lnTo>
                  <a:lnTo>
                    <a:pt x="1940375" y="272773"/>
                  </a:lnTo>
                  <a:lnTo>
                    <a:pt x="1984774" y="263898"/>
                  </a:lnTo>
                  <a:lnTo>
                    <a:pt x="2025285" y="254571"/>
                  </a:lnTo>
                  <a:lnTo>
                    <a:pt x="2093902" y="234671"/>
                  </a:lnTo>
                  <a:lnTo>
                    <a:pt x="2144747" y="213301"/>
                  </a:lnTo>
                  <a:lnTo>
                    <a:pt x="2176340" y="190686"/>
                  </a:lnTo>
                  <a:lnTo>
                    <a:pt x="2187200" y="167052"/>
                  </a:lnTo>
                  <a:lnTo>
                    <a:pt x="2184454" y="155122"/>
                  </a:lnTo>
                  <a:lnTo>
                    <a:pt x="2144747" y="120803"/>
                  </a:lnTo>
                  <a:lnTo>
                    <a:pt x="2093902" y="99433"/>
                  </a:lnTo>
                  <a:lnTo>
                    <a:pt x="2025285" y="79533"/>
                  </a:lnTo>
                  <a:lnTo>
                    <a:pt x="1984774" y="70206"/>
                  </a:lnTo>
                  <a:lnTo>
                    <a:pt x="1940375" y="61331"/>
                  </a:lnTo>
                  <a:lnTo>
                    <a:pt x="1892274" y="52937"/>
                  </a:lnTo>
                  <a:lnTo>
                    <a:pt x="1840655" y="45051"/>
                  </a:lnTo>
                  <a:lnTo>
                    <a:pt x="1785704" y="37704"/>
                  </a:lnTo>
                  <a:lnTo>
                    <a:pt x="1727604" y="30922"/>
                  </a:lnTo>
                  <a:lnTo>
                    <a:pt x="1666542" y="24733"/>
                  </a:lnTo>
                  <a:lnTo>
                    <a:pt x="1602703" y="19167"/>
                  </a:lnTo>
                  <a:lnTo>
                    <a:pt x="1536271" y="14252"/>
                  </a:lnTo>
                  <a:lnTo>
                    <a:pt x="1467431" y="10015"/>
                  </a:lnTo>
                  <a:lnTo>
                    <a:pt x="1396370" y="6485"/>
                  </a:lnTo>
                  <a:lnTo>
                    <a:pt x="1323271" y="3690"/>
                  </a:lnTo>
                  <a:lnTo>
                    <a:pt x="1248319" y="1658"/>
                  </a:lnTo>
                  <a:lnTo>
                    <a:pt x="1171701" y="419"/>
                  </a:lnTo>
                  <a:lnTo>
                    <a:pt x="1093600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10154596" y="10548511"/>
            <a:ext cx="58419" cy="14604"/>
          </a:xfrm>
          <a:custGeom>
            <a:avLst/>
            <a:gdLst/>
            <a:ahLst/>
            <a:cxnLst/>
            <a:rect l="l" t="t" r="r" b="b"/>
            <a:pathLst>
              <a:path w="58420" h="14604">
                <a:moveTo>
                  <a:pt x="0" y="0"/>
                </a:moveTo>
                <a:lnTo>
                  <a:pt x="58301" y="14575"/>
                </a:lnTo>
              </a:path>
            </a:pathLst>
          </a:custGeom>
          <a:solidFill>
            <a:srgbClr val="F0F9FD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9917279" y="9184786"/>
            <a:ext cx="722630" cy="1181735"/>
            <a:chOff x="9917279" y="9184786"/>
            <a:chExt cx="722630" cy="1181735"/>
          </a:xfrm>
        </p:grpSpPr>
        <p:sp>
          <p:nvSpPr>
            <p:cNvPr id="60" name="object 60" descr=""/>
            <p:cNvSpPr/>
            <p:nvPr/>
          </p:nvSpPr>
          <p:spPr>
            <a:xfrm>
              <a:off x="10118517" y="9184786"/>
              <a:ext cx="521334" cy="691515"/>
            </a:xfrm>
            <a:custGeom>
              <a:avLst/>
              <a:gdLst/>
              <a:ahLst/>
              <a:cxnLst/>
              <a:rect l="l" t="t" r="r" b="b"/>
              <a:pathLst>
                <a:path w="521334" h="691515">
                  <a:moveTo>
                    <a:pt x="386466" y="0"/>
                  </a:moveTo>
                  <a:lnTo>
                    <a:pt x="351460" y="47749"/>
                  </a:lnTo>
                  <a:lnTo>
                    <a:pt x="264758" y="156119"/>
                  </a:lnTo>
                  <a:lnTo>
                    <a:pt x="153837" y="272796"/>
                  </a:lnTo>
                  <a:lnTo>
                    <a:pt x="46173" y="345465"/>
                  </a:lnTo>
                  <a:lnTo>
                    <a:pt x="12551" y="358179"/>
                  </a:lnTo>
                  <a:lnTo>
                    <a:pt x="546" y="364920"/>
                  </a:lnTo>
                  <a:lnTo>
                    <a:pt x="0" y="367806"/>
                  </a:lnTo>
                  <a:lnTo>
                    <a:pt x="750" y="368952"/>
                  </a:lnTo>
                  <a:lnTo>
                    <a:pt x="52979" y="567061"/>
                  </a:lnTo>
                  <a:lnTo>
                    <a:pt x="233131" y="690931"/>
                  </a:lnTo>
                  <a:lnTo>
                    <a:pt x="269863" y="553197"/>
                  </a:lnTo>
                  <a:lnTo>
                    <a:pt x="282648" y="514175"/>
                  </a:lnTo>
                  <a:lnTo>
                    <a:pt x="313049" y="462677"/>
                  </a:lnTo>
                  <a:lnTo>
                    <a:pt x="384590" y="364059"/>
                  </a:lnTo>
                  <a:lnTo>
                    <a:pt x="520797" y="183680"/>
                  </a:lnTo>
                  <a:lnTo>
                    <a:pt x="386466" y="0"/>
                  </a:lnTo>
                  <a:close/>
                </a:path>
              </a:pathLst>
            </a:custGeom>
            <a:solidFill>
              <a:srgbClr val="D3B6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9917279" y="9519027"/>
              <a:ext cx="606425" cy="847725"/>
            </a:xfrm>
            <a:custGeom>
              <a:avLst/>
              <a:gdLst/>
              <a:ahLst/>
              <a:cxnLst/>
              <a:rect l="l" t="t" r="r" b="b"/>
              <a:pathLst>
                <a:path w="606425" h="847725">
                  <a:moveTo>
                    <a:pt x="236285" y="0"/>
                  </a:moveTo>
                  <a:lnTo>
                    <a:pt x="28322" y="100112"/>
                  </a:lnTo>
                  <a:lnTo>
                    <a:pt x="11642" y="112511"/>
                  </a:lnTo>
                  <a:lnTo>
                    <a:pt x="1966" y="129074"/>
                  </a:lnTo>
                  <a:lnTo>
                    <a:pt x="0" y="147664"/>
                  </a:lnTo>
                  <a:lnTo>
                    <a:pt x="6449" y="166141"/>
                  </a:lnTo>
                  <a:lnTo>
                    <a:pt x="51192" y="237283"/>
                  </a:lnTo>
                  <a:lnTo>
                    <a:pt x="78748" y="282762"/>
                  </a:lnTo>
                  <a:lnTo>
                    <a:pt x="107722" y="333906"/>
                  </a:lnTo>
                  <a:lnTo>
                    <a:pt x="136588" y="390012"/>
                  </a:lnTo>
                  <a:lnTo>
                    <a:pt x="163816" y="450373"/>
                  </a:lnTo>
                  <a:lnTo>
                    <a:pt x="182595" y="493079"/>
                  </a:lnTo>
                  <a:lnTo>
                    <a:pt x="204697" y="538720"/>
                  </a:lnTo>
                  <a:lnTo>
                    <a:pt x="229644" y="585874"/>
                  </a:lnTo>
                  <a:lnTo>
                    <a:pt x="256956" y="633119"/>
                  </a:lnTo>
                  <a:lnTo>
                    <a:pt x="286154" y="679036"/>
                  </a:lnTo>
                  <a:lnTo>
                    <a:pt x="316758" y="722202"/>
                  </a:lnTo>
                  <a:lnTo>
                    <a:pt x="348288" y="761196"/>
                  </a:lnTo>
                  <a:lnTo>
                    <a:pt x="380266" y="794597"/>
                  </a:lnTo>
                  <a:lnTo>
                    <a:pt x="412212" y="820985"/>
                  </a:lnTo>
                  <a:lnTo>
                    <a:pt x="474089" y="847031"/>
                  </a:lnTo>
                  <a:lnTo>
                    <a:pt x="484685" y="847282"/>
                  </a:lnTo>
                  <a:lnTo>
                    <a:pt x="494874" y="846156"/>
                  </a:lnTo>
                  <a:lnTo>
                    <a:pt x="571343" y="812289"/>
                  </a:lnTo>
                  <a:lnTo>
                    <a:pt x="599991" y="785161"/>
                  </a:lnTo>
                  <a:lnTo>
                    <a:pt x="606349" y="767367"/>
                  </a:lnTo>
                  <a:lnTo>
                    <a:pt x="604609" y="748312"/>
                  </a:lnTo>
                  <a:lnTo>
                    <a:pt x="590292" y="709322"/>
                  </a:lnTo>
                  <a:lnTo>
                    <a:pt x="573746" y="668462"/>
                  </a:lnTo>
                  <a:lnTo>
                    <a:pt x="556080" y="625419"/>
                  </a:lnTo>
                  <a:lnTo>
                    <a:pt x="538407" y="579876"/>
                  </a:lnTo>
                  <a:lnTo>
                    <a:pt x="521837" y="531522"/>
                  </a:lnTo>
                  <a:lnTo>
                    <a:pt x="507484" y="480041"/>
                  </a:lnTo>
                  <a:lnTo>
                    <a:pt x="496457" y="425119"/>
                  </a:lnTo>
                  <a:lnTo>
                    <a:pt x="489869" y="366442"/>
                  </a:lnTo>
                  <a:lnTo>
                    <a:pt x="488832" y="303697"/>
                  </a:lnTo>
                  <a:lnTo>
                    <a:pt x="475042" y="274911"/>
                  </a:lnTo>
                  <a:lnTo>
                    <a:pt x="442519" y="259506"/>
                  </a:lnTo>
                  <a:lnTo>
                    <a:pt x="407993" y="257752"/>
                  </a:lnTo>
                  <a:lnTo>
                    <a:pt x="388196" y="269918"/>
                  </a:lnTo>
                  <a:lnTo>
                    <a:pt x="373254" y="264145"/>
                  </a:lnTo>
                  <a:lnTo>
                    <a:pt x="327088" y="233113"/>
                  </a:lnTo>
                  <a:lnTo>
                    <a:pt x="279098" y="183712"/>
                  </a:lnTo>
                  <a:lnTo>
                    <a:pt x="253643" y="142962"/>
                  </a:lnTo>
                  <a:lnTo>
                    <a:pt x="242209" y="89010"/>
                  </a:lnTo>
                  <a:lnTo>
                    <a:pt x="236285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917280" y="9601647"/>
              <a:ext cx="545465" cy="765175"/>
            </a:xfrm>
            <a:custGeom>
              <a:avLst/>
              <a:gdLst/>
              <a:ahLst/>
              <a:cxnLst/>
              <a:rect l="l" t="t" r="r" b="b"/>
              <a:pathLst>
                <a:path w="545465" h="765175">
                  <a:moveTo>
                    <a:pt x="67023" y="0"/>
                  </a:moveTo>
                  <a:lnTo>
                    <a:pt x="28322" y="17496"/>
                  </a:lnTo>
                  <a:lnTo>
                    <a:pt x="11642" y="29891"/>
                  </a:lnTo>
                  <a:lnTo>
                    <a:pt x="1966" y="46454"/>
                  </a:lnTo>
                  <a:lnTo>
                    <a:pt x="0" y="65042"/>
                  </a:lnTo>
                  <a:lnTo>
                    <a:pt x="6449" y="83515"/>
                  </a:lnTo>
                  <a:lnTo>
                    <a:pt x="51192" y="154660"/>
                  </a:lnTo>
                  <a:lnTo>
                    <a:pt x="78748" y="200140"/>
                  </a:lnTo>
                  <a:lnTo>
                    <a:pt x="107722" y="251285"/>
                  </a:lnTo>
                  <a:lnTo>
                    <a:pt x="136588" y="307390"/>
                  </a:lnTo>
                  <a:lnTo>
                    <a:pt x="163816" y="367747"/>
                  </a:lnTo>
                  <a:lnTo>
                    <a:pt x="182595" y="410456"/>
                  </a:lnTo>
                  <a:lnTo>
                    <a:pt x="204697" y="456098"/>
                  </a:lnTo>
                  <a:lnTo>
                    <a:pt x="229644" y="503253"/>
                  </a:lnTo>
                  <a:lnTo>
                    <a:pt x="256956" y="550499"/>
                  </a:lnTo>
                  <a:lnTo>
                    <a:pt x="286154" y="596415"/>
                  </a:lnTo>
                  <a:lnTo>
                    <a:pt x="316758" y="639581"/>
                  </a:lnTo>
                  <a:lnTo>
                    <a:pt x="348288" y="678576"/>
                  </a:lnTo>
                  <a:lnTo>
                    <a:pt x="380266" y="711977"/>
                  </a:lnTo>
                  <a:lnTo>
                    <a:pt x="412212" y="738365"/>
                  </a:lnTo>
                  <a:lnTo>
                    <a:pt x="474089" y="764416"/>
                  </a:lnTo>
                  <a:lnTo>
                    <a:pt x="484681" y="764667"/>
                  </a:lnTo>
                  <a:lnTo>
                    <a:pt x="494870" y="763540"/>
                  </a:lnTo>
                  <a:lnTo>
                    <a:pt x="504550" y="761140"/>
                  </a:lnTo>
                  <a:lnTo>
                    <a:pt x="513617" y="757568"/>
                  </a:lnTo>
                  <a:lnTo>
                    <a:pt x="545134" y="742500"/>
                  </a:lnTo>
                  <a:lnTo>
                    <a:pt x="512834" y="733374"/>
                  </a:lnTo>
                  <a:lnTo>
                    <a:pt x="479565" y="713863"/>
                  </a:lnTo>
                  <a:lnTo>
                    <a:pt x="445832" y="685485"/>
                  </a:lnTo>
                  <a:lnTo>
                    <a:pt x="412142" y="649758"/>
                  </a:lnTo>
                  <a:lnTo>
                    <a:pt x="379000" y="608199"/>
                  </a:lnTo>
                  <a:lnTo>
                    <a:pt x="346913" y="562327"/>
                  </a:lnTo>
                  <a:lnTo>
                    <a:pt x="316387" y="513659"/>
                  </a:lnTo>
                  <a:lnTo>
                    <a:pt x="289350" y="466314"/>
                  </a:lnTo>
                  <a:lnTo>
                    <a:pt x="264601" y="419112"/>
                  </a:lnTo>
                  <a:lnTo>
                    <a:pt x="242572" y="373348"/>
                  </a:lnTo>
                  <a:lnTo>
                    <a:pt x="223699" y="330314"/>
                  </a:lnTo>
                  <a:lnTo>
                    <a:pt x="196267" y="268782"/>
                  </a:lnTo>
                  <a:lnTo>
                    <a:pt x="169085" y="215005"/>
                  </a:lnTo>
                  <a:lnTo>
                    <a:pt x="142805" y="168082"/>
                  </a:lnTo>
                  <a:lnTo>
                    <a:pt x="118076" y="127113"/>
                  </a:lnTo>
                  <a:lnTo>
                    <a:pt x="95551" y="91197"/>
                  </a:lnTo>
                  <a:lnTo>
                    <a:pt x="75881" y="59432"/>
                  </a:lnTo>
                  <a:lnTo>
                    <a:pt x="64222" y="39338"/>
                  </a:lnTo>
                  <a:lnTo>
                    <a:pt x="59413" y="26449"/>
                  </a:lnTo>
                  <a:lnTo>
                    <a:pt x="60623" y="15193"/>
                  </a:lnTo>
                  <a:lnTo>
                    <a:pt x="670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28551" y="9743087"/>
              <a:ext cx="76919" cy="191364"/>
            </a:xfrm>
            <a:prstGeom prst="rect">
              <a:avLst/>
            </a:prstGeom>
          </p:spPr>
        </p:pic>
      </p:grpSp>
      <p:grpSp>
        <p:nvGrpSpPr>
          <p:cNvPr id="64" name="object 64" descr=""/>
          <p:cNvGrpSpPr/>
          <p:nvPr/>
        </p:nvGrpSpPr>
        <p:grpSpPr>
          <a:xfrm>
            <a:off x="9662548" y="3444055"/>
            <a:ext cx="2462530" cy="6928484"/>
            <a:chOff x="9662548" y="3444055"/>
            <a:chExt cx="2462530" cy="6928484"/>
          </a:xfrm>
        </p:grpSpPr>
        <p:sp>
          <p:nvSpPr>
            <p:cNvPr id="65" name="object 65" descr=""/>
            <p:cNvSpPr/>
            <p:nvPr/>
          </p:nvSpPr>
          <p:spPr>
            <a:xfrm>
              <a:off x="10727978" y="9730943"/>
              <a:ext cx="321310" cy="458470"/>
            </a:xfrm>
            <a:custGeom>
              <a:avLst/>
              <a:gdLst/>
              <a:ahLst/>
              <a:cxnLst/>
              <a:rect l="l" t="t" r="r" b="b"/>
              <a:pathLst>
                <a:path w="321309" h="458470">
                  <a:moveTo>
                    <a:pt x="222715" y="0"/>
                  </a:moveTo>
                  <a:lnTo>
                    <a:pt x="44166" y="14502"/>
                  </a:lnTo>
                  <a:lnTo>
                    <a:pt x="52699" y="97955"/>
                  </a:lnTo>
                  <a:lnTo>
                    <a:pt x="52897" y="125486"/>
                  </a:lnTo>
                  <a:lnTo>
                    <a:pt x="50252" y="156008"/>
                  </a:lnTo>
                  <a:lnTo>
                    <a:pt x="47446" y="184963"/>
                  </a:lnTo>
                  <a:lnTo>
                    <a:pt x="47160" y="207794"/>
                  </a:lnTo>
                  <a:lnTo>
                    <a:pt x="50772" y="227347"/>
                  </a:lnTo>
                  <a:lnTo>
                    <a:pt x="56575" y="249443"/>
                  </a:lnTo>
                  <a:lnTo>
                    <a:pt x="62632" y="274016"/>
                  </a:lnTo>
                  <a:lnTo>
                    <a:pt x="58839" y="348011"/>
                  </a:lnTo>
                  <a:lnTo>
                    <a:pt x="35551" y="399459"/>
                  </a:lnTo>
                  <a:lnTo>
                    <a:pt x="11237" y="440910"/>
                  </a:lnTo>
                  <a:lnTo>
                    <a:pt x="0" y="457933"/>
                  </a:lnTo>
                  <a:lnTo>
                    <a:pt x="320869" y="448468"/>
                  </a:lnTo>
                  <a:lnTo>
                    <a:pt x="292515" y="388767"/>
                  </a:lnTo>
                  <a:lnTo>
                    <a:pt x="276884" y="352625"/>
                  </a:lnTo>
                  <a:lnTo>
                    <a:pt x="264892" y="291258"/>
                  </a:lnTo>
                  <a:lnTo>
                    <a:pt x="263201" y="259770"/>
                  </a:lnTo>
                  <a:lnTo>
                    <a:pt x="264260" y="237229"/>
                  </a:lnTo>
                  <a:lnTo>
                    <a:pt x="265745" y="218861"/>
                  </a:lnTo>
                  <a:lnTo>
                    <a:pt x="265332" y="199889"/>
                  </a:lnTo>
                  <a:lnTo>
                    <a:pt x="259255" y="174360"/>
                  </a:lnTo>
                  <a:lnTo>
                    <a:pt x="237526" y="110937"/>
                  </a:lnTo>
                  <a:lnTo>
                    <a:pt x="231249" y="83452"/>
                  </a:lnTo>
                  <a:lnTo>
                    <a:pt x="222715" y="0"/>
                  </a:lnTo>
                  <a:close/>
                </a:path>
              </a:pathLst>
            </a:custGeom>
            <a:solidFill>
              <a:srgbClr val="D3B6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613992" y="10207493"/>
              <a:ext cx="474345" cy="165100"/>
            </a:xfrm>
            <a:custGeom>
              <a:avLst/>
              <a:gdLst/>
              <a:ahLst/>
              <a:cxnLst/>
              <a:rect l="l" t="t" r="r" b="b"/>
              <a:pathLst>
                <a:path w="474345" h="165100">
                  <a:moveTo>
                    <a:pt x="186654" y="0"/>
                  </a:moveTo>
                  <a:lnTo>
                    <a:pt x="0" y="164665"/>
                  </a:lnTo>
                  <a:lnTo>
                    <a:pt x="474111" y="164665"/>
                  </a:lnTo>
                  <a:lnTo>
                    <a:pt x="186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613989" y="10107555"/>
              <a:ext cx="474345" cy="196215"/>
            </a:xfrm>
            <a:custGeom>
              <a:avLst/>
              <a:gdLst/>
              <a:ahLst/>
              <a:cxnLst/>
              <a:rect l="l" t="t" r="r" b="b"/>
              <a:pathLst>
                <a:path w="474345" h="196215">
                  <a:moveTo>
                    <a:pt x="274033" y="0"/>
                  </a:moveTo>
                  <a:lnTo>
                    <a:pt x="213177" y="7233"/>
                  </a:lnTo>
                  <a:lnTo>
                    <a:pt x="178505" y="23145"/>
                  </a:lnTo>
                  <a:lnTo>
                    <a:pt x="162912" y="39058"/>
                  </a:lnTo>
                  <a:lnTo>
                    <a:pt x="159293" y="46291"/>
                  </a:lnTo>
                  <a:lnTo>
                    <a:pt x="133556" y="33318"/>
                  </a:lnTo>
                  <a:lnTo>
                    <a:pt x="89116" y="85776"/>
                  </a:lnTo>
                  <a:lnTo>
                    <a:pt x="45825" y="138672"/>
                  </a:lnTo>
                  <a:lnTo>
                    <a:pt x="0" y="195941"/>
                  </a:lnTo>
                  <a:lnTo>
                    <a:pt x="474111" y="195941"/>
                  </a:lnTo>
                  <a:lnTo>
                    <a:pt x="460288" y="137988"/>
                  </a:lnTo>
                  <a:lnTo>
                    <a:pt x="450501" y="101731"/>
                  </a:lnTo>
                  <a:lnTo>
                    <a:pt x="440091" y="71923"/>
                  </a:lnTo>
                  <a:lnTo>
                    <a:pt x="424395" y="33318"/>
                  </a:lnTo>
                  <a:lnTo>
                    <a:pt x="393118" y="46291"/>
                  </a:lnTo>
                  <a:lnTo>
                    <a:pt x="381510" y="19529"/>
                  </a:lnTo>
                  <a:lnTo>
                    <a:pt x="365236" y="5786"/>
                  </a:lnTo>
                  <a:lnTo>
                    <a:pt x="333132" y="723"/>
                  </a:lnTo>
                  <a:lnTo>
                    <a:pt x="274033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613994" y="10269156"/>
              <a:ext cx="474345" cy="103505"/>
            </a:xfrm>
            <a:custGeom>
              <a:avLst/>
              <a:gdLst/>
              <a:ahLst/>
              <a:cxnLst/>
              <a:rect l="l" t="t" r="r" b="b"/>
              <a:pathLst>
                <a:path w="474345" h="103504">
                  <a:moveTo>
                    <a:pt x="240390" y="0"/>
                  </a:moveTo>
                  <a:lnTo>
                    <a:pt x="138565" y="5364"/>
                  </a:lnTo>
                  <a:lnTo>
                    <a:pt x="63071" y="17167"/>
                  </a:lnTo>
                  <a:lnTo>
                    <a:pt x="16139" y="28969"/>
                  </a:lnTo>
                  <a:lnTo>
                    <a:pt x="0" y="34334"/>
                  </a:lnTo>
                  <a:lnTo>
                    <a:pt x="0" y="103002"/>
                  </a:lnTo>
                  <a:lnTo>
                    <a:pt x="58761" y="83152"/>
                  </a:lnTo>
                  <a:lnTo>
                    <a:pt x="103389" y="72959"/>
                  </a:lnTo>
                  <a:lnTo>
                    <a:pt x="156420" y="69204"/>
                  </a:lnTo>
                  <a:lnTo>
                    <a:pt x="240390" y="68668"/>
                  </a:lnTo>
                  <a:lnTo>
                    <a:pt x="337065" y="74032"/>
                  </a:lnTo>
                  <a:lnTo>
                    <a:pt x="410723" y="85835"/>
                  </a:lnTo>
                  <a:lnTo>
                    <a:pt x="457644" y="97637"/>
                  </a:lnTo>
                  <a:lnTo>
                    <a:pt x="474111" y="103002"/>
                  </a:lnTo>
                  <a:lnTo>
                    <a:pt x="474111" y="34334"/>
                  </a:lnTo>
                  <a:lnTo>
                    <a:pt x="424671" y="14484"/>
                  </a:lnTo>
                  <a:lnTo>
                    <a:pt x="383845" y="4291"/>
                  </a:lnTo>
                  <a:lnTo>
                    <a:pt x="329722" y="536"/>
                  </a:lnTo>
                  <a:lnTo>
                    <a:pt x="2403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0293857" y="6308203"/>
              <a:ext cx="1266190" cy="3712845"/>
            </a:xfrm>
            <a:custGeom>
              <a:avLst/>
              <a:gdLst/>
              <a:ahLst/>
              <a:cxnLst/>
              <a:rect l="l" t="t" r="r" b="b"/>
              <a:pathLst>
                <a:path w="1266190" h="3712845">
                  <a:moveTo>
                    <a:pt x="1265793" y="0"/>
                  </a:moveTo>
                  <a:lnTo>
                    <a:pt x="604358" y="0"/>
                  </a:lnTo>
                  <a:lnTo>
                    <a:pt x="38333" y="0"/>
                  </a:lnTo>
                  <a:lnTo>
                    <a:pt x="0" y="671079"/>
                  </a:lnTo>
                  <a:lnTo>
                    <a:pt x="409736" y="3712745"/>
                  </a:lnTo>
                  <a:lnTo>
                    <a:pt x="752553" y="3616842"/>
                  </a:lnTo>
                  <a:lnTo>
                    <a:pt x="617227" y="762657"/>
                  </a:lnTo>
                  <a:lnTo>
                    <a:pt x="664723" y="765589"/>
                  </a:lnTo>
                  <a:lnTo>
                    <a:pt x="126579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0293861" y="6308207"/>
              <a:ext cx="723265" cy="3359785"/>
            </a:xfrm>
            <a:custGeom>
              <a:avLst/>
              <a:gdLst/>
              <a:ahLst/>
              <a:cxnLst/>
              <a:rect l="l" t="t" r="r" b="b"/>
              <a:pathLst>
                <a:path w="723265" h="3359784">
                  <a:moveTo>
                    <a:pt x="38333" y="0"/>
                  </a:moveTo>
                  <a:lnTo>
                    <a:pt x="0" y="671079"/>
                  </a:lnTo>
                  <a:lnTo>
                    <a:pt x="362166" y="3359625"/>
                  </a:lnTo>
                  <a:lnTo>
                    <a:pt x="722805" y="2989584"/>
                  </a:lnTo>
                  <a:lnTo>
                    <a:pt x="713130" y="2785475"/>
                  </a:lnTo>
                  <a:lnTo>
                    <a:pt x="353078" y="2655301"/>
                  </a:lnTo>
                  <a:lnTo>
                    <a:pt x="38333" y="0"/>
                  </a:lnTo>
                  <a:close/>
                </a:path>
              </a:pathLst>
            </a:custGeom>
            <a:solidFill>
              <a:srgbClr val="46B7E3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243665" y="6308203"/>
              <a:ext cx="1443355" cy="3339465"/>
            </a:xfrm>
            <a:custGeom>
              <a:avLst/>
              <a:gdLst/>
              <a:ahLst/>
              <a:cxnLst/>
              <a:rect l="l" t="t" r="r" b="b"/>
              <a:pathLst>
                <a:path w="1443354" h="3339465">
                  <a:moveTo>
                    <a:pt x="1331854" y="0"/>
                  </a:moveTo>
                  <a:lnTo>
                    <a:pt x="670419" y="0"/>
                  </a:lnTo>
                  <a:lnTo>
                    <a:pt x="702167" y="757128"/>
                  </a:lnTo>
                  <a:lnTo>
                    <a:pt x="868664" y="1923920"/>
                  </a:lnTo>
                  <a:lnTo>
                    <a:pt x="0" y="3143747"/>
                  </a:lnTo>
                  <a:lnTo>
                    <a:pt x="336377" y="3339144"/>
                  </a:lnTo>
                  <a:lnTo>
                    <a:pt x="479484" y="3184682"/>
                  </a:lnTo>
                  <a:lnTo>
                    <a:pt x="803141" y="2821938"/>
                  </a:lnTo>
                  <a:lnTo>
                    <a:pt x="1148848" y="2401872"/>
                  </a:lnTo>
                  <a:lnTo>
                    <a:pt x="1358105" y="2075444"/>
                  </a:lnTo>
                  <a:lnTo>
                    <a:pt x="1423850" y="1871043"/>
                  </a:lnTo>
                  <a:lnTo>
                    <a:pt x="1443030" y="1586717"/>
                  </a:lnTo>
                  <a:lnTo>
                    <a:pt x="1413185" y="1027893"/>
                  </a:lnTo>
                  <a:lnTo>
                    <a:pt x="133185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81742" y="4568796"/>
              <a:ext cx="1383737" cy="2195912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62548" y="3444055"/>
              <a:ext cx="2462369" cy="3517630"/>
            </a:xfrm>
            <a:prstGeom prst="rect">
              <a:avLst/>
            </a:prstGeom>
          </p:spPr>
        </p:pic>
      </p:grpSp>
      <p:grpSp>
        <p:nvGrpSpPr>
          <p:cNvPr id="74" name="object 74" descr=""/>
          <p:cNvGrpSpPr/>
          <p:nvPr/>
        </p:nvGrpSpPr>
        <p:grpSpPr>
          <a:xfrm>
            <a:off x="3423922" y="3015002"/>
            <a:ext cx="3822065" cy="6881495"/>
            <a:chOff x="3423922" y="3015002"/>
            <a:chExt cx="3822065" cy="6881495"/>
          </a:xfrm>
        </p:grpSpPr>
        <p:sp>
          <p:nvSpPr>
            <p:cNvPr id="75" name="object 75" descr=""/>
            <p:cNvSpPr/>
            <p:nvPr/>
          </p:nvSpPr>
          <p:spPr>
            <a:xfrm>
              <a:off x="3423922" y="9678295"/>
              <a:ext cx="978535" cy="218440"/>
            </a:xfrm>
            <a:custGeom>
              <a:avLst/>
              <a:gdLst/>
              <a:ahLst/>
              <a:cxnLst/>
              <a:rect l="l" t="t" r="r" b="b"/>
              <a:pathLst>
                <a:path w="978535" h="218440">
                  <a:moveTo>
                    <a:pt x="760217" y="0"/>
                  </a:moveTo>
                  <a:lnTo>
                    <a:pt x="218213" y="0"/>
                  </a:lnTo>
                  <a:lnTo>
                    <a:pt x="168180" y="5762"/>
                  </a:lnTo>
                  <a:lnTo>
                    <a:pt x="122251" y="22178"/>
                  </a:lnTo>
                  <a:lnTo>
                    <a:pt x="81734" y="47936"/>
                  </a:lnTo>
                  <a:lnTo>
                    <a:pt x="47941" y="81728"/>
                  </a:lnTo>
                  <a:lnTo>
                    <a:pt x="22180" y="122243"/>
                  </a:lnTo>
                  <a:lnTo>
                    <a:pt x="5763" y="168171"/>
                  </a:lnTo>
                  <a:lnTo>
                    <a:pt x="0" y="218202"/>
                  </a:lnTo>
                  <a:lnTo>
                    <a:pt x="978430" y="218202"/>
                  </a:lnTo>
                  <a:lnTo>
                    <a:pt x="972667" y="168171"/>
                  </a:lnTo>
                  <a:lnTo>
                    <a:pt x="956250" y="122243"/>
                  </a:lnTo>
                  <a:lnTo>
                    <a:pt x="930489" y="81728"/>
                  </a:lnTo>
                  <a:lnTo>
                    <a:pt x="896696" y="47936"/>
                  </a:lnTo>
                  <a:lnTo>
                    <a:pt x="856179" y="22178"/>
                  </a:lnTo>
                  <a:lnTo>
                    <a:pt x="810249" y="5762"/>
                  </a:lnTo>
                  <a:lnTo>
                    <a:pt x="760217" y="0"/>
                  </a:lnTo>
                  <a:close/>
                </a:path>
              </a:pathLst>
            </a:custGeom>
            <a:solidFill>
              <a:srgbClr val="2E3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913141" y="3715083"/>
              <a:ext cx="0" cy="6022340"/>
            </a:xfrm>
            <a:custGeom>
              <a:avLst/>
              <a:gdLst/>
              <a:ahLst/>
              <a:cxnLst/>
              <a:rect l="l" t="t" r="r" b="b"/>
              <a:pathLst>
                <a:path w="0" h="6022340">
                  <a:moveTo>
                    <a:pt x="0" y="6022235"/>
                  </a:moveTo>
                  <a:lnTo>
                    <a:pt x="0" y="0"/>
                  </a:lnTo>
                </a:path>
              </a:pathLst>
            </a:custGeom>
            <a:ln w="12565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586246" y="3021284"/>
              <a:ext cx="2886710" cy="1231265"/>
            </a:xfrm>
            <a:custGeom>
              <a:avLst/>
              <a:gdLst/>
              <a:ahLst/>
              <a:cxnLst/>
              <a:rect l="l" t="t" r="r" b="b"/>
              <a:pathLst>
                <a:path w="2886710" h="1231264">
                  <a:moveTo>
                    <a:pt x="0" y="1230831"/>
                  </a:moveTo>
                  <a:lnTo>
                    <a:pt x="2886330" y="0"/>
                  </a:lnTo>
                </a:path>
              </a:pathLst>
            </a:custGeom>
            <a:ln w="12565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279020" y="3044025"/>
              <a:ext cx="91440" cy="189230"/>
            </a:xfrm>
            <a:custGeom>
              <a:avLst/>
              <a:gdLst/>
              <a:ahLst/>
              <a:cxnLst/>
              <a:rect l="l" t="t" r="r" b="b"/>
              <a:pathLst>
                <a:path w="91439" h="189230">
                  <a:moveTo>
                    <a:pt x="0" y="0"/>
                  </a:moveTo>
                  <a:lnTo>
                    <a:pt x="91211" y="189009"/>
                  </a:lnTo>
                </a:path>
              </a:pathLst>
            </a:custGeom>
            <a:ln w="12565">
              <a:solidFill>
                <a:srgbClr val="2E30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987955" y="3121346"/>
              <a:ext cx="1258570" cy="1031240"/>
            </a:xfrm>
            <a:custGeom>
              <a:avLst/>
              <a:gdLst/>
              <a:ahLst/>
              <a:cxnLst/>
              <a:rect l="l" t="t" r="r" b="b"/>
              <a:pathLst>
                <a:path w="1258570" h="1031239">
                  <a:moveTo>
                    <a:pt x="621883" y="0"/>
                  </a:moveTo>
                  <a:lnTo>
                    <a:pt x="575557" y="608"/>
                  </a:lnTo>
                  <a:lnTo>
                    <a:pt x="529077" y="4918"/>
                  </a:lnTo>
                  <a:lnTo>
                    <a:pt x="482604" y="12979"/>
                  </a:lnTo>
                  <a:lnTo>
                    <a:pt x="436298" y="24841"/>
                  </a:lnTo>
                  <a:lnTo>
                    <a:pt x="390319" y="40553"/>
                  </a:lnTo>
                  <a:lnTo>
                    <a:pt x="331406" y="66911"/>
                  </a:lnTo>
                  <a:lnTo>
                    <a:pt x="276836" y="98562"/>
                  </a:lnTo>
                  <a:lnTo>
                    <a:pt x="238622" y="125626"/>
                  </a:lnTo>
                  <a:lnTo>
                    <a:pt x="202928" y="155279"/>
                  </a:lnTo>
                  <a:lnTo>
                    <a:pt x="169834" y="187335"/>
                  </a:lnTo>
                  <a:lnTo>
                    <a:pt x="139424" y="221610"/>
                  </a:lnTo>
                  <a:lnTo>
                    <a:pt x="111779" y="257919"/>
                  </a:lnTo>
                  <a:lnTo>
                    <a:pt x="86981" y="296076"/>
                  </a:lnTo>
                  <a:lnTo>
                    <a:pt x="65111" y="335897"/>
                  </a:lnTo>
                  <a:lnTo>
                    <a:pt x="46253" y="377195"/>
                  </a:lnTo>
                  <a:lnTo>
                    <a:pt x="30488" y="419786"/>
                  </a:lnTo>
                  <a:lnTo>
                    <a:pt x="17898" y="463486"/>
                  </a:lnTo>
                  <a:lnTo>
                    <a:pt x="8566" y="508108"/>
                  </a:lnTo>
                  <a:lnTo>
                    <a:pt x="2572" y="553468"/>
                  </a:lnTo>
                  <a:lnTo>
                    <a:pt x="0" y="599380"/>
                  </a:lnTo>
                  <a:lnTo>
                    <a:pt x="930" y="645659"/>
                  </a:lnTo>
                  <a:lnTo>
                    <a:pt x="5446" y="692121"/>
                  </a:lnTo>
                  <a:lnTo>
                    <a:pt x="13629" y="738580"/>
                  </a:lnTo>
                  <a:lnTo>
                    <a:pt x="25561" y="784851"/>
                  </a:lnTo>
                  <a:lnTo>
                    <a:pt x="41324" y="830749"/>
                  </a:lnTo>
                  <a:lnTo>
                    <a:pt x="118840" y="1030900"/>
                  </a:lnTo>
                  <a:lnTo>
                    <a:pt x="608668" y="841440"/>
                  </a:lnTo>
                  <a:lnTo>
                    <a:pt x="940847" y="712648"/>
                  </a:lnTo>
                  <a:lnTo>
                    <a:pt x="1257957" y="590086"/>
                  </a:lnTo>
                  <a:lnTo>
                    <a:pt x="1180515" y="389548"/>
                  </a:lnTo>
                  <a:lnTo>
                    <a:pt x="1159408" y="341492"/>
                  </a:lnTo>
                  <a:lnTo>
                    <a:pt x="1134758" y="296138"/>
                  </a:lnTo>
                  <a:lnTo>
                    <a:pt x="1106788" y="253597"/>
                  </a:lnTo>
                  <a:lnTo>
                    <a:pt x="1075724" y="213984"/>
                  </a:lnTo>
                  <a:lnTo>
                    <a:pt x="1041789" y="177410"/>
                  </a:lnTo>
                  <a:lnTo>
                    <a:pt x="1005210" y="143989"/>
                  </a:lnTo>
                  <a:lnTo>
                    <a:pt x="966210" y="113833"/>
                  </a:lnTo>
                  <a:lnTo>
                    <a:pt x="925015" y="87054"/>
                  </a:lnTo>
                  <a:lnTo>
                    <a:pt x="865723" y="55553"/>
                  </a:lnTo>
                  <a:lnTo>
                    <a:pt x="803573" y="31245"/>
                  </a:lnTo>
                  <a:lnTo>
                    <a:pt x="749373" y="15657"/>
                  </a:lnTo>
                  <a:lnTo>
                    <a:pt x="693839" y="5465"/>
                  </a:lnTo>
                  <a:lnTo>
                    <a:pt x="640039" y="288"/>
                  </a:lnTo>
                  <a:lnTo>
                    <a:pt x="621883" y="0"/>
                  </a:lnTo>
                  <a:close/>
                </a:path>
              </a:pathLst>
            </a:custGeom>
            <a:solidFill>
              <a:srgbClr val="C1C0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264783" y="3121361"/>
              <a:ext cx="807085" cy="842010"/>
            </a:xfrm>
            <a:custGeom>
              <a:avLst/>
              <a:gdLst/>
              <a:ahLst/>
              <a:cxnLst/>
              <a:rect l="l" t="t" r="r" b="b"/>
              <a:pathLst>
                <a:path w="807084" h="842010">
                  <a:moveTo>
                    <a:pt x="664019" y="712635"/>
                  </a:moveTo>
                  <a:lnTo>
                    <a:pt x="345046" y="0"/>
                  </a:lnTo>
                  <a:lnTo>
                    <a:pt x="298716" y="609"/>
                  </a:lnTo>
                  <a:lnTo>
                    <a:pt x="252247" y="4914"/>
                  </a:lnTo>
                  <a:lnTo>
                    <a:pt x="205765" y="12966"/>
                  </a:lnTo>
                  <a:lnTo>
                    <a:pt x="159461" y="24828"/>
                  </a:lnTo>
                  <a:lnTo>
                    <a:pt x="113487" y="40538"/>
                  </a:lnTo>
                  <a:lnTo>
                    <a:pt x="54571" y="66903"/>
                  </a:lnTo>
                  <a:lnTo>
                    <a:pt x="0" y="98564"/>
                  </a:lnTo>
                  <a:lnTo>
                    <a:pt x="331825" y="841438"/>
                  </a:lnTo>
                  <a:lnTo>
                    <a:pt x="664019" y="712635"/>
                  </a:lnTo>
                  <a:close/>
                </a:path>
                <a:path w="807084" h="842010">
                  <a:moveTo>
                    <a:pt x="806716" y="657440"/>
                  </a:moveTo>
                  <a:lnTo>
                    <a:pt x="526732" y="31242"/>
                  </a:lnTo>
                  <a:lnTo>
                    <a:pt x="472541" y="15646"/>
                  </a:lnTo>
                  <a:lnTo>
                    <a:pt x="417017" y="5461"/>
                  </a:lnTo>
                  <a:lnTo>
                    <a:pt x="723150" y="689838"/>
                  </a:lnTo>
                  <a:lnTo>
                    <a:pt x="806716" y="657440"/>
                  </a:lnTo>
                  <a:close/>
                </a:path>
              </a:pathLst>
            </a:custGeom>
            <a:solidFill>
              <a:srgbClr val="CFC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133757" y="3367870"/>
              <a:ext cx="1037590" cy="709295"/>
            </a:xfrm>
            <a:custGeom>
              <a:avLst/>
              <a:gdLst/>
              <a:ahLst/>
              <a:cxnLst/>
              <a:rect l="l" t="t" r="r" b="b"/>
              <a:pathLst>
                <a:path w="1037590" h="709295">
                  <a:moveTo>
                    <a:pt x="346726" y="0"/>
                  </a:moveTo>
                  <a:lnTo>
                    <a:pt x="179014" y="208594"/>
                  </a:lnTo>
                  <a:lnTo>
                    <a:pt x="0" y="708876"/>
                  </a:lnTo>
                  <a:lnTo>
                    <a:pt x="1037193" y="307275"/>
                  </a:lnTo>
                  <a:lnTo>
                    <a:pt x="600373" y="45443"/>
                  </a:lnTo>
                  <a:lnTo>
                    <a:pt x="346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5206" y="6554710"/>
            <a:ext cx="157188" cy="15716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66571" y="6159679"/>
            <a:ext cx="450850" cy="543560"/>
          </a:xfrm>
          <a:custGeom>
            <a:avLst/>
            <a:gdLst/>
            <a:ahLst/>
            <a:cxnLst/>
            <a:rect l="l" t="t" r="r" b="b"/>
            <a:pathLst>
              <a:path w="450850" h="543559">
                <a:moveTo>
                  <a:pt x="183690" y="0"/>
                </a:moveTo>
                <a:lnTo>
                  <a:pt x="0" y="0"/>
                </a:lnTo>
                <a:lnTo>
                  <a:pt x="0" y="543543"/>
                </a:lnTo>
                <a:lnTo>
                  <a:pt x="171722" y="543543"/>
                </a:lnTo>
                <a:lnTo>
                  <a:pt x="222357" y="540599"/>
                </a:lnTo>
                <a:lnTo>
                  <a:pt x="268239" y="531765"/>
                </a:lnTo>
                <a:lnTo>
                  <a:pt x="309371" y="517038"/>
                </a:lnTo>
                <a:lnTo>
                  <a:pt x="345755" y="496418"/>
                </a:lnTo>
                <a:lnTo>
                  <a:pt x="377391" y="469901"/>
                </a:lnTo>
                <a:lnTo>
                  <a:pt x="403726" y="437968"/>
                </a:lnTo>
                <a:lnTo>
                  <a:pt x="411992" y="423065"/>
                </a:lnTo>
                <a:lnTo>
                  <a:pt x="143398" y="423065"/>
                </a:lnTo>
                <a:lnTo>
                  <a:pt x="143398" y="118593"/>
                </a:lnTo>
                <a:lnTo>
                  <a:pt x="418509" y="118593"/>
                </a:lnTo>
                <a:lnTo>
                  <a:pt x="411450" y="104097"/>
                </a:lnTo>
                <a:lnTo>
                  <a:pt x="381045" y="66919"/>
                </a:lnTo>
                <a:lnTo>
                  <a:pt x="342631" y="37653"/>
                </a:lnTo>
                <a:lnTo>
                  <a:pt x="296935" y="16740"/>
                </a:lnTo>
                <a:lnTo>
                  <a:pt x="243956" y="4186"/>
                </a:lnTo>
                <a:lnTo>
                  <a:pt x="183690" y="0"/>
                </a:lnTo>
                <a:close/>
              </a:path>
              <a:path w="450850" h="543559">
                <a:moveTo>
                  <a:pt x="418509" y="118593"/>
                </a:moveTo>
                <a:lnTo>
                  <a:pt x="185135" y="118593"/>
                </a:lnTo>
                <a:lnTo>
                  <a:pt x="212688" y="120846"/>
                </a:lnTo>
                <a:lnTo>
                  <a:pt x="236483" y="127607"/>
                </a:lnTo>
                <a:lnTo>
                  <a:pt x="272839" y="154644"/>
                </a:lnTo>
                <a:lnTo>
                  <a:pt x="294489" y="200393"/>
                </a:lnTo>
                <a:lnTo>
                  <a:pt x="301697" y="265436"/>
                </a:lnTo>
                <a:lnTo>
                  <a:pt x="299789" y="302836"/>
                </a:lnTo>
                <a:lnTo>
                  <a:pt x="284540" y="362232"/>
                </a:lnTo>
                <a:lnTo>
                  <a:pt x="253773" y="401221"/>
                </a:lnTo>
                <a:lnTo>
                  <a:pt x="205847" y="420640"/>
                </a:lnTo>
                <a:lnTo>
                  <a:pt x="175345" y="423065"/>
                </a:lnTo>
                <a:lnTo>
                  <a:pt x="411992" y="423065"/>
                </a:lnTo>
                <a:lnTo>
                  <a:pt x="424213" y="401035"/>
                </a:lnTo>
                <a:lnTo>
                  <a:pt x="438849" y="359105"/>
                </a:lnTo>
                <a:lnTo>
                  <a:pt x="447633" y="312181"/>
                </a:lnTo>
                <a:lnTo>
                  <a:pt x="450562" y="260264"/>
                </a:lnTo>
                <a:lnTo>
                  <a:pt x="446214" y="200763"/>
                </a:lnTo>
                <a:lnTo>
                  <a:pt x="433175" y="148710"/>
                </a:lnTo>
                <a:lnTo>
                  <a:pt x="418509" y="1185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2741" y="6157404"/>
            <a:ext cx="137160" cy="546100"/>
          </a:xfrm>
          <a:custGeom>
            <a:avLst/>
            <a:gdLst/>
            <a:ahLst/>
            <a:cxnLst/>
            <a:rect l="l" t="t" r="r" b="b"/>
            <a:pathLst>
              <a:path w="137160" h="546100">
                <a:moveTo>
                  <a:pt x="136624" y="0"/>
                </a:moveTo>
                <a:lnTo>
                  <a:pt x="0" y="0"/>
                </a:lnTo>
                <a:lnTo>
                  <a:pt x="0" y="545815"/>
                </a:lnTo>
                <a:lnTo>
                  <a:pt x="136624" y="545815"/>
                </a:lnTo>
                <a:lnTo>
                  <a:pt x="136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82564" y="6290625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70">
                <a:moveTo>
                  <a:pt x="198852" y="0"/>
                </a:moveTo>
                <a:lnTo>
                  <a:pt x="154304" y="3431"/>
                </a:lnTo>
                <a:lnTo>
                  <a:pt x="115022" y="13727"/>
                </a:lnTo>
                <a:lnTo>
                  <a:pt x="81002" y="30886"/>
                </a:lnTo>
                <a:lnTo>
                  <a:pt x="29380" y="85139"/>
                </a:lnTo>
                <a:lnTo>
                  <a:pt x="13055" y="120900"/>
                </a:lnTo>
                <a:lnTo>
                  <a:pt x="3263" y="162188"/>
                </a:lnTo>
                <a:lnTo>
                  <a:pt x="0" y="208998"/>
                </a:lnTo>
                <a:lnTo>
                  <a:pt x="3340" y="255010"/>
                </a:lnTo>
                <a:lnTo>
                  <a:pt x="13326" y="295939"/>
                </a:lnTo>
                <a:lnTo>
                  <a:pt x="29985" y="331895"/>
                </a:lnTo>
                <a:lnTo>
                  <a:pt x="53307" y="362847"/>
                </a:lnTo>
                <a:lnTo>
                  <a:pt x="82248" y="387737"/>
                </a:lnTo>
                <a:lnTo>
                  <a:pt x="153960" y="416189"/>
                </a:lnTo>
                <a:lnTo>
                  <a:pt x="196737" y="419746"/>
                </a:lnTo>
                <a:lnTo>
                  <a:pt x="241118" y="416267"/>
                </a:lnTo>
                <a:lnTo>
                  <a:pt x="280288" y="405833"/>
                </a:lnTo>
                <a:lnTo>
                  <a:pt x="314241" y="388444"/>
                </a:lnTo>
                <a:lnTo>
                  <a:pt x="365840" y="333550"/>
                </a:lnTo>
                <a:lnTo>
                  <a:pt x="373801" y="315969"/>
                </a:lnTo>
                <a:lnTo>
                  <a:pt x="198130" y="315969"/>
                </a:lnTo>
                <a:lnTo>
                  <a:pt x="183214" y="314257"/>
                </a:lnTo>
                <a:lnTo>
                  <a:pt x="152361" y="288598"/>
                </a:lnTo>
                <a:lnTo>
                  <a:pt x="139591" y="233557"/>
                </a:lnTo>
                <a:lnTo>
                  <a:pt x="138739" y="208998"/>
                </a:lnTo>
                <a:lnTo>
                  <a:pt x="139591" y="184494"/>
                </a:lnTo>
                <a:lnTo>
                  <a:pt x="146403" y="145220"/>
                </a:lnTo>
                <a:lnTo>
                  <a:pt x="170442" y="110725"/>
                </a:lnTo>
                <a:lnTo>
                  <a:pt x="197428" y="104143"/>
                </a:lnTo>
                <a:lnTo>
                  <a:pt x="373462" y="104143"/>
                </a:lnTo>
                <a:lnTo>
                  <a:pt x="370920" y="98237"/>
                </a:lnTo>
                <a:lnTo>
                  <a:pt x="341532" y="56325"/>
                </a:lnTo>
                <a:lnTo>
                  <a:pt x="301927" y="25423"/>
                </a:lnTo>
                <a:lnTo>
                  <a:pt x="253786" y="6354"/>
                </a:lnTo>
                <a:lnTo>
                  <a:pt x="227163" y="1588"/>
                </a:lnTo>
                <a:lnTo>
                  <a:pt x="198852" y="0"/>
                </a:lnTo>
                <a:close/>
              </a:path>
              <a:path w="395605" h="420370">
                <a:moveTo>
                  <a:pt x="373462" y="104143"/>
                </a:moveTo>
                <a:lnTo>
                  <a:pt x="197428" y="104143"/>
                </a:lnTo>
                <a:lnTo>
                  <a:pt x="212325" y="105798"/>
                </a:lnTo>
                <a:lnTo>
                  <a:pt x="224863" y="110766"/>
                </a:lnTo>
                <a:lnTo>
                  <a:pt x="248668" y="145457"/>
                </a:lnTo>
                <a:lnTo>
                  <a:pt x="255309" y="184627"/>
                </a:lnTo>
                <a:lnTo>
                  <a:pt x="256138" y="208998"/>
                </a:lnTo>
                <a:lnTo>
                  <a:pt x="255321" y="233557"/>
                </a:lnTo>
                <a:lnTo>
                  <a:pt x="248779" y="273357"/>
                </a:lnTo>
                <a:lnTo>
                  <a:pt x="225270" y="309124"/>
                </a:lnTo>
                <a:lnTo>
                  <a:pt x="198130" y="315969"/>
                </a:lnTo>
                <a:lnTo>
                  <a:pt x="373801" y="315969"/>
                </a:lnTo>
                <a:lnTo>
                  <a:pt x="382159" y="297510"/>
                </a:lnTo>
                <a:lnTo>
                  <a:pt x="391943" y="255991"/>
                </a:lnTo>
                <a:lnTo>
                  <a:pt x="395202" y="208998"/>
                </a:lnTo>
                <a:lnTo>
                  <a:pt x="393686" y="178318"/>
                </a:lnTo>
                <a:lnTo>
                  <a:pt x="389136" y="149625"/>
                </a:lnTo>
                <a:lnTo>
                  <a:pt x="381548" y="122928"/>
                </a:lnTo>
                <a:lnTo>
                  <a:pt x="373462" y="10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32009" y="6297787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645" y="0"/>
                </a:moveTo>
                <a:lnTo>
                  <a:pt x="0" y="0"/>
                </a:lnTo>
                <a:lnTo>
                  <a:pt x="0" y="405432"/>
                </a:lnTo>
                <a:lnTo>
                  <a:pt x="136645" y="405432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32009" y="6157414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39">
                <a:moveTo>
                  <a:pt x="136645" y="0"/>
                </a:moveTo>
                <a:lnTo>
                  <a:pt x="0" y="0"/>
                </a:lnTo>
                <a:lnTo>
                  <a:pt x="0" y="91348"/>
                </a:lnTo>
                <a:lnTo>
                  <a:pt x="136645" y="91348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622956" y="6170326"/>
            <a:ext cx="1019175" cy="540385"/>
          </a:xfrm>
          <a:custGeom>
            <a:avLst/>
            <a:gdLst/>
            <a:ahLst/>
            <a:cxnLst/>
            <a:rect l="l" t="t" r="r" b="b"/>
            <a:pathLst>
              <a:path w="1019175" h="540384">
                <a:moveTo>
                  <a:pt x="288632" y="415505"/>
                </a:moveTo>
                <a:lnTo>
                  <a:pt x="270078" y="421614"/>
                </a:lnTo>
                <a:lnTo>
                  <a:pt x="252895" y="425983"/>
                </a:lnTo>
                <a:lnTo>
                  <a:pt x="237058" y="428612"/>
                </a:lnTo>
                <a:lnTo>
                  <a:pt x="222554" y="429488"/>
                </a:lnTo>
                <a:lnTo>
                  <a:pt x="206375" y="427024"/>
                </a:lnTo>
                <a:lnTo>
                  <a:pt x="194805" y="419646"/>
                </a:lnTo>
                <a:lnTo>
                  <a:pt x="187858" y="407339"/>
                </a:lnTo>
                <a:lnTo>
                  <a:pt x="185534" y="390105"/>
                </a:lnTo>
                <a:lnTo>
                  <a:pt x="185534" y="232308"/>
                </a:lnTo>
                <a:lnTo>
                  <a:pt x="272719" y="232308"/>
                </a:lnTo>
                <a:lnTo>
                  <a:pt x="272719" y="127482"/>
                </a:lnTo>
                <a:lnTo>
                  <a:pt x="185534" y="127482"/>
                </a:lnTo>
                <a:lnTo>
                  <a:pt x="185534" y="0"/>
                </a:lnTo>
                <a:lnTo>
                  <a:pt x="47866" y="23964"/>
                </a:lnTo>
                <a:lnTo>
                  <a:pt x="47866" y="127482"/>
                </a:lnTo>
                <a:lnTo>
                  <a:pt x="0" y="127482"/>
                </a:lnTo>
                <a:lnTo>
                  <a:pt x="0" y="232308"/>
                </a:lnTo>
                <a:lnTo>
                  <a:pt x="47866" y="232308"/>
                </a:lnTo>
                <a:lnTo>
                  <a:pt x="47866" y="399427"/>
                </a:lnTo>
                <a:lnTo>
                  <a:pt x="49758" y="432892"/>
                </a:lnTo>
                <a:lnTo>
                  <a:pt x="64947" y="485927"/>
                </a:lnTo>
                <a:lnTo>
                  <a:pt x="95846" y="520611"/>
                </a:lnTo>
                <a:lnTo>
                  <a:pt x="145465" y="537883"/>
                </a:lnTo>
                <a:lnTo>
                  <a:pt x="177469" y="540054"/>
                </a:lnTo>
                <a:lnTo>
                  <a:pt x="193725" y="539724"/>
                </a:lnTo>
                <a:lnTo>
                  <a:pt x="236029" y="534847"/>
                </a:lnTo>
                <a:lnTo>
                  <a:pt x="274967" y="523151"/>
                </a:lnTo>
                <a:lnTo>
                  <a:pt x="288632" y="517525"/>
                </a:lnTo>
                <a:lnTo>
                  <a:pt x="288632" y="415505"/>
                </a:lnTo>
                <a:close/>
              </a:path>
              <a:path w="1019175" h="540384">
                <a:moveTo>
                  <a:pt x="604875" y="415505"/>
                </a:moveTo>
                <a:lnTo>
                  <a:pt x="586320" y="421614"/>
                </a:lnTo>
                <a:lnTo>
                  <a:pt x="569137" y="425983"/>
                </a:lnTo>
                <a:lnTo>
                  <a:pt x="553313" y="428612"/>
                </a:lnTo>
                <a:lnTo>
                  <a:pt x="538822" y="429488"/>
                </a:lnTo>
                <a:lnTo>
                  <a:pt x="522630" y="427024"/>
                </a:lnTo>
                <a:lnTo>
                  <a:pt x="511060" y="419646"/>
                </a:lnTo>
                <a:lnTo>
                  <a:pt x="504113" y="407339"/>
                </a:lnTo>
                <a:lnTo>
                  <a:pt x="501802" y="390105"/>
                </a:lnTo>
                <a:lnTo>
                  <a:pt x="501802" y="232308"/>
                </a:lnTo>
                <a:lnTo>
                  <a:pt x="589026" y="232308"/>
                </a:lnTo>
                <a:lnTo>
                  <a:pt x="589026" y="127482"/>
                </a:lnTo>
                <a:lnTo>
                  <a:pt x="501802" y="127482"/>
                </a:lnTo>
                <a:lnTo>
                  <a:pt x="501802" y="0"/>
                </a:lnTo>
                <a:lnTo>
                  <a:pt x="364121" y="22402"/>
                </a:lnTo>
                <a:lnTo>
                  <a:pt x="364121" y="127482"/>
                </a:lnTo>
                <a:lnTo>
                  <a:pt x="316217" y="127482"/>
                </a:lnTo>
                <a:lnTo>
                  <a:pt x="316217" y="232308"/>
                </a:lnTo>
                <a:lnTo>
                  <a:pt x="364121" y="232308"/>
                </a:lnTo>
                <a:lnTo>
                  <a:pt x="364121" y="399427"/>
                </a:lnTo>
                <a:lnTo>
                  <a:pt x="366026" y="432892"/>
                </a:lnTo>
                <a:lnTo>
                  <a:pt x="381228" y="485927"/>
                </a:lnTo>
                <a:lnTo>
                  <a:pt x="412127" y="520611"/>
                </a:lnTo>
                <a:lnTo>
                  <a:pt x="461733" y="537883"/>
                </a:lnTo>
                <a:lnTo>
                  <a:pt x="493737" y="540054"/>
                </a:lnTo>
                <a:lnTo>
                  <a:pt x="509993" y="539724"/>
                </a:lnTo>
                <a:lnTo>
                  <a:pt x="552284" y="534847"/>
                </a:lnTo>
                <a:lnTo>
                  <a:pt x="591235" y="523151"/>
                </a:lnTo>
                <a:lnTo>
                  <a:pt x="604875" y="517525"/>
                </a:lnTo>
                <a:lnTo>
                  <a:pt x="604875" y="415505"/>
                </a:lnTo>
                <a:close/>
              </a:path>
              <a:path w="1019175" h="540384">
                <a:moveTo>
                  <a:pt x="1018743" y="305689"/>
                </a:moveTo>
                <a:lnTo>
                  <a:pt x="1015695" y="263398"/>
                </a:lnTo>
                <a:lnTo>
                  <a:pt x="1006551" y="226364"/>
                </a:lnTo>
                <a:lnTo>
                  <a:pt x="970000" y="168097"/>
                </a:lnTo>
                <a:lnTo>
                  <a:pt x="911085" y="132270"/>
                </a:lnTo>
                <a:lnTo>
                  <a:pt x="894676" y="128308"/>
                </a:lnTo>
                <a:lnTo>
                  <a:pt x="894676" y="279908"/>
                </a:lnTo>
                <a:lnTo>
                  <a:pt x="777303" y="279908"/>
                </a:lnTo>
                <a:lnTo>
                  <a:pt x="789051" y="239953"/>
                </a:lnTo>
                <a:lnTo>
                  <a:pt x="825144" y="216471"/>
                </a:lnTo>
                <a:lnTo>
                  <a:pt x="836688" y="215493"/>
                </a:lnTo>
                <a:lnTo>
                  <a:pt x="849147" y="216585"/>
                </a:lnTo>
                <a:lnTo>
                  <a:pt x="885304" y="242544"/>
                </a:lnTo>
                <a:lnTo>
                  <a:pt x="894676" y="279908"/>
                </a:lnTo>
                <a:lnTo>
                  <a:pt x="894676" y="128308"/>
                </a:lnTo>
                <a:lnTo>
                  <a:pt x="874001" y="123304"/>
                </a:lnTo>
                <a:lnTo>
                  <a:pt x="831824" y="120319"/>
                </a:lnTo>
                <a:lnTo>
                  <a:pt x="787527" y="123748"/>
                </a:lnTo>
                <a:lnTo>
                  <a:pt x="748652" y="134048"/>
                </a:lnTo>
                <a:lnTo>
                  <a:pt x="687120" y="175247"/>
                </a:lnTo>
                <a:lnTo>
                  <a:pt x="649135" y="242100"/>
                </a:lnTo>
                <a:lnTo>
                  <a:pt x="639635" y="284492"/>
                </a:lnTo>
                <a:lnTo>
                  <a:pt x="636460" y="332854"/>
                </a:lnTo>
                <a:lnTo>
                  <a:pt x="639889" y="379742"/>
                </a:lnTo>
                <a:lnTo>
                  <a:pt x="650138" y="420928"/>
                </a:lnTo>
                <a:lnTo>
                  <a:pt x="667232" y="456412"/>
                </a:lnTo>
                <a:lnTo>
                  <a:pt x="691159" y="486194"/>
                </a:lnTo>
                <a:lnTo>
                  <a:pt x="721271" y="509739"/>
                </a:lnTo>
                <a:lnTo>
                  <a:pt x="756907" y="526580"/>
                </a:lnTo>
                <a:lnTo>
                  <a:pt x="798068" y="536676"/>
                </a:lnTo>
                <a:lnTo>
                  <a:pt x="844753" y="540042"/>
                </a:lnTo>
                <a:lnTo>
                  <a:pt x="867676" y="539635"/>
                </a:lnTo>
                <a:lnTo>
                  <a:pt x="908545" y="536409"/>
                </a:lnTo>
                <a:lnTo>
                  <a:pt x="960018" y="524624"/>
                </a:lnTo>
                <a:lnTo>
                  <a:pt x="992492" y="510527"/>
                </a:lnTo>
                <a:lnTo>
                  <a:pt x="976426" y="440588"/>
                </a:lnTo>
                <a:lnTo>
                  <a:pt x="971511" y="419188"/>
                </a:lnTo>
                <a:lnTo>
                  <a:pt x="927354" y="433578"/>
                </a:lnTo>
                <a:lnTo>
                  <a:pt x="878801" y="440143"/>
                </a:lnTo>
                <a:lnTo>
                  <a:pt x="861174" y="440588"/>
                </a:lnTo>
                <a:lnTo>
                  <a:pt x="842454" y="439381"/>
                </a:lnTo>
                <a:lnTo>
                  <a:pt x="798791" y="421259"/>
                </a:lnTo>
                <a:lnTo>
                  <a:pt x="776554" y="384009"/>
                </a:lnTo>
                <a:lnTo>
                  <a:pt x="774509" y="367919"/>
                </a:lnTo>
                <a:lnTo>
                  <a:pt x="1018743" y="367919"/>
                </a:lnTo>
                <a:lnTo>
                  <a:pt x="1018743" y="30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57625" y="6290645"/>
            <a:ext cx="382905" cy="419734"/>
          </a:xfrm>
          <a:custGeom>
            <a:avLst/>
            <a:gdLst/>
            <a:ahLst/>
            <a:cxnLst/>
            <a:rect l="l" t="t" r="r" b="b"/>
            <a:pathLst>
              <a:path w="382905" h="419734">
                <a:moveTo>
                  <a:pt x="195334" y="0"/>
                </a:moveTo>
                <a:lnTo>
                  <a:pt x="151049" y="3429"/>
                </a:lnTo>
                <a:lnTo>
                  <a:pt x="112181" y="13720"/>
                </a:lnTo>
                <a:lnTo>
                  <a:pt x="50679" y="54919"/>
                </a:lnTo>
                <a:lnTo>
                  <a:pt x="12676" y="121771"/>
                </a:lnTo>
                <a:lnTo>
                  <a:pt x="3169" y="164162"/>
                </a:lnTo>
                <a:lnTo>
                  <a:pt x="0" y="212527"/>
                </a:lnTo>
                <a:lnTo>
                  <a:pt x="3419" y="259418"/>
                </a:lnTo>
                <a:lnTo>
                  <a:pt x="13678" y="300606"/>
                </a:lnTo>
                <a:lnTo>
                  <a:pt x="30776" y="336088"/>
                </a:lnTo>
                <a:lnTo>
                  <a:pt x="54710" y="365863"/>
                </a:lnTo>
                <a:lnTo>
                  <a:pt x="84811" y="389420"/>
                </a:lnTo>
                <a:lnTo>
                  <a:pt x="120441" y="406249"/>
                </a:lnTo>
                <a:lnTo>
                  <a:pt x="161599" y="416348"/>
                </a:lnTo>
                <a:lnTo>
                  <a:pt x="208286" y="419714"/>
                </a:lnTo>
                <a:lnTo>
                  <a:pt x="231212" y="419309"/>
                </a:lnTo>
                <a:lnTo>
                  <a:pt x="272084" y="416079"/>
                </a:lnTo>
                <a:lnTo>
                  <a:pt x="323556" y="404304"/>
                </a:lnTo>
                <a:lnTo>
                  <a:pt x="356051" y="390208"/>
                </a:lnTo>
                <a:lnTo>
                  <a:pt x="339968" y="320262"/>
                </a:lnTo>
                <a:lnTo>
                  <a:pt x="224705" y="320262"/>
                </a:lnTo>
                <a:lnTo>
                  <a:pt x="205996" y="319053"/>
                </a:lnTo>
                <a:lnTo>
                  <a:pt x="162330" y="300933"/>
                </a:lnTo>
                <a:lnTo>
                  <a:pt x="140081" y="263681"/>
                </a:lnTo>
                <a:lnTo>
                  <a:pt x="138037" y="247594"/>
                </a:lnTo>
                <a:lnTo>
                  <a:pt x="382281" y="247594"/>
                </a:lnTo>
                <a:lnTo>
                  <a:pt x="382281" y="185366"/>
                </a:lnTo>
                <a:lnTo>
                  <a:pt x="380425" y="159586"/>
                </a:lnTo>
                <a:lnTo>
                  <a:pt x="140833" y="159586"/>
                </a:lnTo>
                <a:lnTo>
                  <a:pt x="143073" y="144048"/>
                </a:lnTo>
                <a:lnTo>
                  <a:pt x="168495" y="103925"/>
                </a:lnTo>
                <a:lnTo>
                  <a:pt x="200245" y="95169"/>
                </a:lnTo>
                <a:lnTo>
                  <a:pt x="364887" y="95169"/>
                </a:lnTo>
                <a:lnTo>
                  <a:pt x="354867" y="74269"/>
                </a:lnTo>
                <a:lnTo>
                  <a:pt x="333539" y="47768"/>
                </a:lnTo>
                <a:lnTo>
                  <a:pt x="306624" y="26866"/>
                </a:lnTo>
                <a:lnTo>
                  <a:pt x="274618" y="11939"/>
                </a:lnTo>
                <a:lnTo>
                  <a:pt x="237521" y="2984"/>
                </a:lnTo>
                <a:lnTo>
                  <a:pt x="195334" y="0"/>
                </a:lnTo>
                <a:close/>
              </a:path>
              <a:path w="382905" h="419734">
                <a:moveTo>
                  <a:pt x="335047" y="298860"/>
                </a:moveTo>
                <a:lnTo>
                  <a:pt x="290912" y="313257"/>
                </a:lnTo>
                <a:lnTo>
                  <a:pt x="242337" y="319823"/>
                </a:lnTo>
                <a:lnTo>
                  <a:pt x="224705" y="320262"/>
                </a:lnTo>
                <a:lnTo>
                  <a:pt x="339968" y="320262"/>
                </a:lnTo>
                <a:lnTo>
                  <a:pt x="335047" y="298860"/>
                </a:lnTo>
                <a:close/>
              </a:path>
              <a:path w="382905" h="419734">
                <a:moveTo>
                  <a:pt x="364887" y="95169"/>
                </a:moveTo>
                <a:lnTo>
                  <a:pt x="200245" y="95169"/>
                </a:lnTo>
                <a:lnTo>
                  <a:pt x="212680" y="96265"/>
                </a:lnTo>
                <a:lnTo>
                  <a:pt x="223783" y="99555"/>
                </a:lnTo>
                <a:lnTo>
                  <a:pt x="253829" y="133197"/>
                </a:lnTo>
                <a:lnTo>
                  <a:pt x="258232" y="159586"/>
                </a:lnTo>
                <a:lnTo>
                  <a:pt x="380425" y="159586"/>
                </a:lnTo>
                <a:lnTo>
                  <a:pt x="379236" y="143073"/>
                </a:lnTo>
                <a:lnTo>
                  <a:pt x="370098" y="106039"/>
                </a:lnTo>
                <a:lnTo>
                  <a:pt x="364887" y="95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84" y="7901214"/>
            <a:ext cx="6135855" cy="19126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173" y="8433889"/>
            <a:ext cx="6008696" cy="19126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248" y="8966545"/>
            <a:ext cx="6222763" cy="191261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53857" y="7577502"/>
            <a:ext cx="6581140" cy="2917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refers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more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</a:t>
            </a:r>
            <a:endParaRPr sz="1500">
              <a:latin typeface="Open Sans"/>
              <a:cs typeface="Open Sans"/>
            </a:endParaRPr>
          </a:p>
          <a:p>
            <a:pPr marL="12700" marR="5080">
              <a:lnSpc>
                <a:spcPct val="233000"/>
              </a:lnSpc>
            </a:pP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(collectively,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the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“Deloitte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organization”).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(also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referred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as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“Deloitte separate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independent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entities,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which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cannot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obligate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bind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each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related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entity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liable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only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its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own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acts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omissions,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those</a:t>
            </a:r>
            <a:endParaRPr sz="1500">
              <a:latin typeface="Open Sans"/>
              <a:cs typeface="Open Sans"/>
            </a:endParaRPr>
          </a:p>
          <a:p>
            <a:pPr marL="13970" marR="112395" indent="-635">
              <a:lnSpc>
                <a:spcPct val="116500"/>
              </a:lnSpc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each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other.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does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provide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services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clients.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Please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see</a:t>
            </a:r>
            <a:r>
              <a:rPr dirty="0" sz="1500" spc="-9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  <a:hlinkClick r:id="rId6"/>
              </a:rPr>
              <a:t>www.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</a:rPr>
              <a:t> deloitte.com/about</a:t>
            </a:r>
            <a:r>
              <a:rPr dirty="0" sz="1500" spc="-4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learn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more.</a:t>
            </a:r>
            <a:endParaRPr sz="15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Open Sans"/>
              <a:cs typeface="Open Sans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©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2021.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information,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contact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Limited.</a:t>
            </a:r>
            <a:endParaRPr sz="15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B9CB9AEF-3CDE-429D-8891-2D77E46BD9FF}"/>
</file>

<file path=customXml/itemProps2.xml><?xml version="1.0" encoding="utf-8"?>
<ds:datastoreItem xmlns:ds="http://schemas.openxmlformats.org/officeDocument/2006/customXml" ds:itemID="{3A8310C0-7994-4D07-8846-F88B1BA20162}"/>
</file>

<file path=customXml/itemProps3.xml><?xml version="1.0" encoding="utf-8"?>
<ds:datastoreItem xmlns:ds="http://schemas.openxmlformats.org/officeDocument/2006/customXml" ds:itemID="{85C16E6A-7486-4E6A-A4CC-61979C05EE8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GIG_Avatar Backgrounds_HOME</dc:title>
  <dcterms:created xsi:type="dcterms:W3CDTF">2022-09-01T16:01:46Z</dcterms:created>
  <dcterms:modified xsi:type="dcterms:W3CDTF">2022-09-01T16:01:46Z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Creator">
    <vt:lpwstr>Adobe Illustrator 26.0 (Macintosh)</vt:lpwstr>
  </property>
  <property fmtid="{D5CDD505-2E9C-101B-9397-08002B2CF9AE}" pid="4" name="LastSaved">
    <vt:filetime>2022-09-01T00:00:00Z</vt:filetime>
  </property>
  <property fmtid="{D5CDD505-2E9C-101B-9397-08002B2CF9AE}" pid="5" name="Producer">
    <vt:lpwstr>Adobe PDF library 16.03</vt:lpwstr>
  </property>
  <property fmtid="{D5CDD505-2E9C-101B-9397-08002B2CF9AE}" pid="6" name="ContentTypeId">
    <vt:lpwstr>0x01010046EABACCD3B39C49923CC76F9A3899B0</vt:lpwstr>
  </property>
</Properties>
</file>